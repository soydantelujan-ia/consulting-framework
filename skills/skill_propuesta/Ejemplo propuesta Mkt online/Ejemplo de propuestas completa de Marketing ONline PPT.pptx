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24384000" cy="13716000"/>
  <p:notesSz cx="6858000" cy="9144000"/>
  <p:defaultTextStyle>
    <a:lvl1pPr algn="ctr" defTabSz="584200">
      <a:defRPr sz="5000">
        <a:latin typeface="+mn-lt"/>
        <a:ea typeface="+mn-ea"/>
        <a:cs typeface="+mn-cs"/>
        <a:sym typeface="Helvetica Light"/>
      </a:defRPr>
    </a:lvl1pPr>
    <a:lvl2pPr indent="228600" algn="ctr" defTabSz="584200">
      <a:defRPr sz="5000">
        <a:latin typeface="+mn-lt"/>
        <a:ea typeface="+mn-ea"/>
        <a:cs typeface="+mn-cs"/>
        <a:sym typeface="Helvetica Light"/>
      </a:defRPr>
    </a:lvl2pPr>
    <a:lvl3pPr indent="457200" algn="ctr" defTabSz="584200">
      <a:defRPr sz="5000">
        <a:latin typeface="+mn-lt"/>
        <a:ea typeface="+mn-ea"/>
        <a:cs typeface="+mn-cs"/>
        <a:sym typeface="Helvetica Light"/>
      </a:defRPr>
    </a:lvl3pPr>
    <a:lvl4pPr indent="685800" algn="ctr" defTabSz="584200">
      <a:defRPr sz="5000">
        <a:latin typeface="+mn-lt"/>
        <a:ea typeface="+mn-ea"/>
        <a:cs typeface="+mn-cs"/>
        <a:sym typeface="Helvetica Light"/>
      </a:defRPr>
    </a:lvl4pPr>
    <a:lvl5pPr indent="914400" algn="ctr" defTabSz="584200">
      <a:defRPr sz="5000">
        <a:latin typeface="+mn-lt"/>
        <a:ea typeface="+mn-ea"/>
        <a:cs typeface="+mn-cs"/>
        <a:sym typeface="Helvetica Light"/>
      </a:defRPr>
    </a:lvl5pPr>
    <a:lvl6pPr indent="1143000" algn="ctr" defTabSz="584200">
      <a:defRPr sz="5000">
        <a:latin typeface="+mn-lt"/>
        <a:ea typeface="+mn-ea"/>
        <a:cs typeface="+mn-cs"/>
        <a:sym typeface="Helvetica Light"/>
      </a:defRPr>
    </a:lvl6pPr>
    <a:lvl7pPr indent="1371600" algn="ctr" defTabSz="584200">
      <a:defRPr sz="5000">
        <a:latin typeface="+mn-lt"/>
        <a:ea typeface="+mn-ea"/>
        <a:cs typeface="+mn-cs"/>
        <a:sym typeface="Helvetica Light"/>
      </a:defRPr>
    </a:lvl7pPr>
    <a:lvl8pPr indent="1600200" algn="ctr" defTabSz="584200">
      <a:defRPr sz="5000">
        <a:latin typeface="+mn-lt"/>
        <a:ea typeface="+mn-ea"/>
        <a:cs typeface="+mn-cs"/>
        <a:sym typeface="Helvetica Light"/>
      </a:defRPr>
    </a:lvl8pPr>
    <a:lvl9pPr indent="1828800" algn="ctr" defTabSz="584200">
      <a:defRPr sz="5000"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 lvl="0"/>
          </a:p>
        </c:rich>
      </c:tx>
      <c:layout/>
      <c:overlay val="1"/>
    </c:title>
    <c:autoTitleDeleted val="1"/>
    <c:plotArea>
      <c:layout>
        <c:manualLayout>
          <c:layoutTarget val="inner"/>
          <c:xMode val="edge"/>
          <c:yMode val="edge"/>
          <c:x val="0.005"/>
          <c:y val="0.005"/>
          <c:w val="1"/>
          <c:h val="1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 idx="0">
                  <c:v>Sales</c:v>
                </c:pt>
              </c:strCache>
            </c:strRef>
          </c:tx>
          <c:spPr>
            <a:solidFill>
              <a:srgbClr val="47C0BF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rgbClr val="47C0BF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0" sourceLinked="0"/>
              <c:txPr>
                <a:bodyPr/>
                <a:lstStyle/>
                <a:p>
                  <a:pPr lvl="0">
                    <a:def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defRPr>
                  </a:pPr>
                  <a:r>
                    <a: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rPr>
                    <a:t/>
                  </a: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 lvl="0">
                  <a:defRPr b="0" i="0" strike="noStrike" sz="2000" u="none">
                    <a:solidFill>
                      <a:srgbClr val="0A0A0A"/>
                    </a:solidFill>
                    <a:effectLst/>
                    <a:latin typeface="Calibri"/>
                  </a:defRPr>
                </a:pPr>
                <a:r>
                  <a:rPr b="0" i="0" strike="noStrike" sz="2000" u="none">
                    <a:solidFill>
                      <a:srgbClr val="0A0A0A"/>
                    </a:solidFill>
                    <a:effectLst/>
                    <a:latin typeface="Calibri"/>
                  </a:rPr>
                  <a:t/>
                </a: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1st Qtr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85.000000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 lvl="0"/>
          </a:p>
        </c:rich>
      </c:tx>
      <c:layout/>
      <c:overlay val="1"/>
    </c:title>
    <c:autoTitleDeleted val="1"/>
    <c:plotArea>
      <c:layout>
        <c:manualLayout>
          <c:layoutTarget val="inner"/>
          <c:xMode val="edge"/>
          <c:yMode val="edge"/>
          <c:x val="0.005"/>
          <c:y val="0.005"/>
          <c:w val="1"/>
          <c:h val="1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 idx="0">
                  <c:v>Sales</c:v>
                </c:pt>
              </c:strCache>
            </c:strRef>
          </c:tx>
          <c:spPr>
            <a:solidFill>
              <a:srgbClr val="8FD9D9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rgbClr val="8FD9D9"/>
              </a:solidFill>
              <a:ln w="12700" cap="flat">
                <a:noFill/>
                <a:miter lim="400000"/>
              </a:ln>
              <a:effectLst/>
            </c:spPr>
          </c:dPt>
          <c:dPt>
            <c:idx val="1"/>
            <c:explosion val="0"/>
            <c:spPr>
              <a:solidFill>
                <a:srgbClr val="D8D8D8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0" sourceLinked="0"/>
              <c:txPr>
                <a:bodyPr/>
                <a:lstStyle/>
                <a:p>
                  <a:pPr lvl="0">
                    <a:def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defRPr>
                  </a:pPr>
                  <a:r>
                    <a: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rPr>
                    <a:t/>
                  </a: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txPr>
                <a:bodyPr/>
                <a:lstStyle/>
                <a:p>
                  <a:pPr lvl="0">
                    <a:def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defRPr>
                  </a:pPr>
                  <a:r>
                    <a:rPr b="0" i="0" strike="noStrike" sz="2000" u="none">
                      <a:solidFill>
                        <a:srgbClr val="0A0A0A"/>
                      </a:solidFill>
                      <a:effectLst/>
                      <a:latin typeface="Calibri"/>
                    </a:rPr>
                    <a:t/>
                  </a: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 lvl="0">
                  <a:defRPr b="0" i="0" strike="noStrike" sz="2000" u="none">
                    <a:solidFill>
                      <a:srgbClr val="0A0A0A"/>
                    </a:solidFill>
                    <a:effectLst/>
                    <a:latin typeface="Calibri"/>
                  </a:defRPr>
                </a:pPr>
                <a:r>
                  <a:rPr b="0" i="0" strike="noStrike" sz="2000" u="none">
                    <a:solidFill>
                      <a:srgbClr val="0A0A0A"/>
                    </a:solidFill>
                    <a:effectLst/>
                    <a:latin typeface="Calibri"/>
                  </a:rPr>
                  <a:t/>
                </a: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Sheet1!$B$1:$C$1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100.000000</c:v>
                </c:pt>
                <c:pt idx="1">
                  <c:v>0.000000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  <p:sp>
        <p:nvSpPr>
          <p:cNvPr id="6" name="Shape 6"/>
          <p:cNvSpPr/>
          <p:nvPr>
            <p:ph type="body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 lvl="0">
              <a:defRPr sz="1800"/>
            </a:pPr>
            <a:r>
              <a:rPr sz="4400"/>
              <a:t>Nivel de texto 1</a:t>
            </a:r>
            <a:endParaRPr sz="4400"/>
          </a:p>
          <a:p>
            <a:pPr lvl="1">
              <a:defRPr sz="1800"/>
            </a:pPr>
            <a:r>
              <a:rPr sz="4400"/>
              <a:t>Nivel de texto 2</a:t>
            </a:r>
            <a:endParaRPr sz="4400"/>
          </a:p>
          <a:p>
            <a:pPr lvl="2">
              <a:defRPr sz="1800"/>
            </a:pPr>
            <a:r>
              <a:rPr sz="4400"/>
              <a:t>Nivel de texto 3</a:t>
            </a:r>
            <a:endParaRPr sz="4400"/>
          </a:p>
          <a:p>
            <a:pPr lvl="3">
              <a:defRPr sz="1800"/>
            </a:pPr>
            <a:r>
              <a:rPr sz="4400"/>
              <a:t>Nivel de texto 4</a:t>
            </a:r>
            <a:endParaRPr sz="4400"/>
          </a:p>
          <a:p>
            <a:pPr lvl="4">
              <a:defRPr sz="1800"/>
            </a:pPr>
            <a:r>
              <a:rPr sz="44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  <p:sp>
        <p:nvSpPr>
          <p:cNvPr id="9" name="Shape 9"/>
          <p:cNvSpPr/>
          <p:nvPr>
            <p:ph type="body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 lvl="0">
              <a:defRPr sz="1800"/>
            </a:pPr>
            <a:r>
              <a:rPr sz="4400"/>
              <a:t>Nivel de texto 1</a:t>
            </a:r>
            <a:endParaRPr sz="4400"/>
          </a:p>
          <a:p>
            <a:pPr lvl="1">
              <a:defRPr sz="1800"/>
            </a:pPr>
            <a:r>
              <a:rPr sz="4400"/>
              <a:t>Nivel de texto 2</a:t>
            </a:r>
            <a:endParaRPr sz="4400"/>
          </a:p>
          <a:p>
            <a:pPr lvl="2">
              <a:defRPr sz="1800"/>
            </a:pPr>
            <a:r>
              <a:rPr sz="4400"/>
              <a:t>Nivel de texto 3</a:t>
            </a:r>
            <a:endParaRPr sz="4400"/>
          </a:p>
          <a:p>
            <a:pPr lvl="3">
              <a:defRPr sz="1800"/>
            </a:pPr>
            <a:r>
              <a:rPr sz="4400"/>
              <a:t>Nivel de texto 4</a:t>
            </a:r>
            <a:endParaRPr sz="4400"/>
          </a:p>
          <a:p>
            <a:pPr lvl="4">
              <a:defRPr sz="1800"/>
            </a:pPr>
            <a:r>
              <a:rPr sz="44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(cent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 lvl="0">
              <a:defRPr sz="1800"/>
            </a:pPr>
            <a:r>
              <a:rPr sz="8400"/>
              <a:t>Texto del título</a:t>
            </a:r>
          </a:p>
        </p:txBody>
      </p:sp>
      <p:sp>
        <p:nvSpPr>
          <p:cNvPr id="14" name="Shape 14"/>
          <p:cNvSpPr/>
          <p:nvPr>
            <p:ph type="body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 lvl="0">
              <a:defRPr sz="1800"/>
            </a:pPr>
            <a:r>
              <a:rPr sz="4400"/>
              <a:t>Nivel de texto 1</a:t>
            </a:r>
            <a:endParaRPr sz="4400"/>
          </a:p>
          <a:p>
            <a:pPr lvl="1">
              <a:defRPr sz="1800"/>
            </a:pPr>
            <a:r>
              <a:rPr sz="4400"/>
              <a:t>Nivel de texto 2</a:t>
            </a:r>
            <a:endParaRPr sz="4400"/>
          </a:p>
          <a:p>
            <a:pPr lvl="2">
              <a:defRPr sz="1800"/>
            </a:pPr>
            <a:r>
              <a:rPr sz="4400"/>
              <a:t>Nivel de texto 3</a:t>
            </a:r>
            <a:endParaRPr sz="4400"/>
          </a:p>
          <a:p>
            <a:pPr lvl="3">
              <a:defRPr sz="1800"/>
            </a:pPr>
            <a:r>
              <a:rPr sz="4400"/>
              <a:t>Nivel de texto 4</a:t>
            </a:r>
            <a:endParaRPr sz="4400"/>
          </a:p>
          <a:p>
            <a:pPr lvl="4">
              <a:defRPr sz="1800"/>
            </a:pPr>
            <a:r>
              <a:rPr sz="44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</p:spTree>
  </p:cSld>
  <p:clrMapOvr>
    <a:masterClrMapping/>
  </p:clrMapOvr>
  <p:transition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  <p:sp>
        <p:nvSpPr>
          <p:cNvPr id="19" name="Shape 1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000"/>
              <a:t>Nivel de texto 1</a:t>
            </a:r>
            <a:endParaRPr sz="5000"/>
          </a:p>
          <a:p>
            <a:pPr lvl="1">
              <a:defRPr sz="1800"/>
            </a:pPr>
            <a:r>
              <a:rPr sz="5000"/>
              <a:t>Nivel de texto 2</a:t>
            </a:r>
            <a:endParaRPr sz="5000"/>
          </a:p>
          <a:p>
            <a:pPr lvl="2">
              <a:defRPr sz="1800"/>
            </a:pPr>
            <a:r>
              <a:rPr sz="5000"/>
              <a:t>Nivel de texto 3</a:t>
            </a:r>
            <a:endParaRPr sz="5000"/>
          </a:p>
          <a:p>
            <a:pPr lvl="3">
              <a:defRPr sz="1800"/>
            </a:pPr>
            <a:r>
              <a:rPr sz="5000"/>
              <a:t>Nivel de texto 4</a:t>
            </a:r>
            <a:endParaRPr sz="5000"/>
          </a:p>
          <a:p>
            <a:pPr lvl="4">
              <a:defRPr sz="1800"/>
            </a:pPr>
            <a:r>
              <a:rPr sz="50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  <p:sp>
        <p:nvSpPr>
          <p:cNvPr id="22" name="Shape 22"/>
          <p:cNvSpPr/>
          <p:nvPr>
            <p:ph type="body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3200"/>
              </a:spcBef>
              <a:defRPr sz="3800"/>
            </a:lvl1pPr>
            <a:lvl2pPr marL="808264" indent="-465364">
              <a:spcBef>
                <a:spcPts val="3200"/>
              </a:spcBef>
              <a:defRPr sz="3800"/>
            </a:lvl2pPr>
            <a:lvl3pPr marL="1151164" indent="-465364">
              <a:spcBef>
                <a:spcPts val="3200"/>
              </a:spcBef>
              <a:defRPr sz="3800"/>
            </a:lvl3pPr>
            <a:lvl4pPr marL="1494064" indent="-465364">
              <a:spcBef>
                <a:spcPts val="3200"/>
              </a:spcBef>
              <a:defRPr sz="3800"/>
            </a:lvl4pPr>
            <a:lvl5pPr marL="1836964" indent="-465364">
              <a:spcBef>
                <a:spcPts val="3200"/>
              </a:spcBef>
              <a:defRPr sz="3800"/>
            </a:lvl5pPr>
          </a:lstStyle>
          <a:p>
            <a:pPr lvl="0">
              <a:defRPr sz="1800"/>
            </a:pPr>
            <a:r>
              <a:rPr sz="3800"/>
              <a:t>Nivel de texto 1</a:t>
            </a:r>
            <a:endParaRPr sz="3800"/>
          </a:p>
          <a:p>
            <a:pPr lvl="1">
              <a:defRPr sz="1800"/>
            </a:pPr>
            <a:r>
              <a:rPr sz="3800"/>
              <a:t>Nivel de texto 2</a:t>
            </a:r>
            <a:endParaRPr sz="3800"/>
          </a:p>
          <a:p>
            <a:pPr lvl="2">
              <a:defRPr sz="1800"/>
            </a:pPr>
            <a:r>
              <a:rPr sz="3800"/>
              <a:t>Nivel de texto 3</a:t>
            </a:r>
            <a:endParaRPr sz="3800"/>
          </a:p>
          <a:p>
            <a:pPr lvl="3">
              <a:defRPr sz="1800"/>
            </a:pPr>
            <a:r>
              <a:rPr sz="3800"/>
              <a:t>Nivel de texto 4</a:t>
            </a:r>
            <a:endParaRPr sz="3800"/>
          </a:p>
          <a:p>
            <a:pPr lvl="4">
              <a:defRPr sz="1800"/>
            </a:pPr>
            <a:r>
              <a:rPr sz="38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000"/>
              <a:t>Nivel de texto 1</a:t>
            </a:r>
            <a:endParaRPr sz="5000"/>
          </a:p>
          <a:p>
            <a:pPr lvl="1">
              <a:defRPr sz="1800"/>
            </a:pPr>
            <a:r>
              <a:rPr sz="5000"/>
              <a:t>Nivel de texto 2</a:t>
            </a:r>
            <a:endParaRPr sz="5000"/>
          </a:p>
          <a:p>
            <a:pPr lvl="2">
              <a:defRPr sz="1800"/>
            </a:pPr>
            <a:r>
              <a:rPr sz="5000"/>
              <a:t>Nivel de texto 3</a:t>
            </a:r>
            <a:endParaRPr sz="5000"/>
          </a:p>
          <a:p>
            <a:pPr lvl="3">
              <a:defRPr sz="1800"/>
            </a:pPr>
            <a:r>
              <a:rPr sz="5000"/>
              <a:t>Nivel de texto 4</a:t>
            </a:r>
            <a:endParaRPr sz="5000"/>
          </a:p>
          <a:p>
            <a:pPr lvl="4">
              <a:defRPr sz="1800"/>
            </a:pPr>
            <a:r>
              <a:rPr sz="5000"/>
              <a:t>Nivel de texto 5</a:t>
            </a:r>
          </a:p>
        </p:txBody>
      </p:sp>
    </p:spTree>
  </p:cSld>
  <p:clrMapOvr>
    <a:masterClrMapping/>
  </p:clrMapOvr>
  <p:transition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-13331" y="-39543"/>
            <a:ext cx="24410660" cy="13795086"/>
          </a:xfrm>
          <a:prstGeom prst="rect">
            <a:avLst/>
          </a:prstGeom>
          <a:solidFill>
            <a:srgbClr val="14497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-12700" y="44450"/>
            <a:ext cx="24409400" cy="1466007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3" name="Shape 33"/>
          <p:cNvSpPr/>
          <p:nvPr>
            <p:ph type="title"/>
          </p:nvPr>
        </p:nvSpPr>
        <p:spPr>
          <a:xfrm>
            <a:off x="535209" y="409153"/>
            <a:ext cx="17023548" cy="736601"/>
          </a:xfrm>
          <a:prstGeom prst="rect">
            <a:avLst/>
          </a:prstGeom>
        </p:spPr>
        <p:txBody>
          <a:bodyPr lIns="50800" tIns="50800" rIns="50800" bIns="50800"/>
          <a:lstStyle>
            <a:lvl1pPr algn="l" defTabSz="825500">
              <a:defRPr cap="all" sz="3700">
                <a:solidFill>
                  <a:srgbClr val="3B3D40"/>
                </a:solidFill>
                <a:latin typeface="Raleway Heavy"/>
                <a:ea typeface="Raleway Heavy"/>
                <a:cs typeface="Raleway Heavy"/>
                <a:sym typeface="Raleway Heavy"/>
              </a:defRPr>
            </a:lvl1pPr>
          </a:lstStyle>
          <a:p>
            <a:pPr lvl="0">
              <a:defRPr cap="none" sz="1800">
                <a:solidFill>
                  <a:srgbClr val="000000"/>
                </a:solidFill>
              </a:defRPr>
            </a:pPr>
            <a:r>
              <a:rPr cap="all" sz="3700">
                <a:solidFill>
                  <a:srgbClr val="3B3D40"/>
                </a:solidFill>
              </a:rPr>
              <a:t>Texto del título</a:t>
            </a:r>
          </a:p>
        </p:txBody>
      </p:sp>
      <p:sp>
        <p:nvSpPr>
          <p:cNvPr id="34" name="Shape 34"/>
          <p:cNvSpPr/>
          <p:nvPr/>
        </p:nvSpPr>
        <p:spPr>
          <a:xfrm>
            <a:off x="-12701" y="-31750"/>
            <a:ext cx="24409401" cy="185622"/>
          </a:xfrm>
          <a:prstGeom prst="rect">
            <a:avLst/>
          </a:prstGeom>
          <a:solidFill>
            <a:srgbClr val="14497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35" name="pasted-image.pdf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251706" y="409153"/>
            <a:ext cx="736601" cy="736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Norm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>
            <p:ph type="sldNum" sz="quarter" idx="2"/>
          </p:nvPr>
        </p:nvSpPr>
        <p:spPr>
          <a:xfrm>
            <a:off x="22995467" y="358346"/>
            <a:ext cx="1100669" cy="551181"/>
          </a:xfrm>
          <a:prstGeom prst="rect">
            <a:avLst/>
          </a:prstGeom>
          <a:ln w="12700">
            <a:miter lim="400000"/>
          </a:ln>
        </p:spPr>
        <p:txBody>
          <a:bodyPr tIns="91439" bIns="9143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Norm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23080133" y="203199"/>
            <a:ext cx="897465" cy="897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" name="Shape 40"/>
          <p:cNvSpPr/>
          <p:nvPr>
            <p:ph type="sldNum" sz="quarter" idx="2"/>
          </p:nvPr>
        </p:nvSpPr>
        <p:spPr>
          <a:xfrm>
            <a:off x="22995467" y="358346"/>
            <a:ext cx="1100669" cy="551181"/>
          </a:xfrm>
          <a:prstGeom prst="rect">
            <a:avLst/>
          </a:prstGeom>
          <a:ln w="12700">
            <a:miter lim="400000"/>
          </a:ln>
        </p:spPr>
        <p:txBody>
          <a:bodyPr tIns="91439" bIns="9143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1 Placeholder picture (circ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23080133" y="203199"/>
            <a:ext cx="897465" cy="897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1_Half Color for smart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/>
        </p:nvSpPr>
        <p:spPr>
          <a:xfrm>
            <a:off x="0" y="-1"/>
            <a:ext cx="24384000" cy="6887690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Norm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23080133" y="203199"/>
            <a:ext cx="897465" cy="897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1 Medium Portrai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23080133" y="203199"/>
            <a:ext cx="897465" cy="897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xfrm>
            <a:off x="22944664" y="358346"/>
            <a:ext cx="1168403" cy="551181"/>
          </a:xfrm>
          <a:prstGeom prst="rect">
            <a:avLst/>
          </a:prstGeom>
          <a:ln w="12700">
            <a:miter lim="400000"/>
          </a:ln>
        </p:spPr>
        <p:txBody>
          <a:bodyPr tIns="91439" bIns="91439" anchor="ctr">
            <a:spAutoFit/>
          </a:bodyPr>
          <a:lstStyle>
            <a:lvl1pPr defTabSz="914400">
              <a:def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lvl="0">
              <a:defRPr sz="1800"/>
            </a:pPr>
            <a:r>
              <a:rPr sz="11200"/>
              <a:t>Texto del título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lvl="0">
              <a:defRPr sz="1800"/>
            </a:pPr>
            <a:r>
              <a:rPr sz="5000"/>
              <a:t>Nivel de texto 1</a:t>
            </a:r>
            <a:endParaRPr sz="5000"/>
          </a:p>
          <a:p>
            <a:pPr lvl="1">
              <a:defRPr sz="1800"/>
            </a:pPr>
            <a:r>
              <a:rPr sz="5000"/>
              <a:t>Nivel de texto 2</a:t>
            </a:r>
            <a:endParaRPr sz="5000"/>
          </a:p>
          <a:p>
            <a:pPr lvl="2">
              <a:defRPr sz="1800"/>
            </a:pPr>
            <a:r>
              <a:rPr sz="5000"/>
              <a:t>Nivel de texto 3</a:t>
            </a:r>
            <a:endParaRPr sz="5000"/>
          </a:p>
          <a:p>
            <a:pPr lvl="3">
              <a:defRPr sz="1800"/>
            </a:pPr>
            <a:r>
              <a:rPr sz="5000"/>
              <a:t>Nivel de texto 4</a:t>
            </a:r>
            <a:endParaRPr sz="5000"/>
          </a:p>
          <a:p>
            <a:pPr lvl="4">
              <a:defRPr sz="1800"/>
            </a:pPr>
            <a:r>
              <a:rPr sz="5000"/>
              <a:t>Nivel de texto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spd="med" advClick="1"/>
  <p:txStyles>
    <p:titleStyle>
      <a:lvl1pPr algn="ctr" defTabSz="584200">
        <a:defRPr sz="11200"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11200"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11200"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11200"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11200"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11200"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11200"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11200"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11200">
          <a:latin typeface="+mn-lt"/>
          <a:ea typeface="+mn-ea"/>
          <a:cs typeface="+mn-cs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4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.png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/>
        </p:nvSpPr>
        <p:spPr>
          <a:xfrm>
            <a:off x="-15927622" y="2004192"/>
            <a:ext cx="26505018" cy="265050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25400">
            <a:solidFill>
              <a:srgbClr val="82D2F0"/>
            </a:solidFill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3200"/>
            </a:pPr>
          </a:p>
        </p:txBody>
      </p:sp>
      <p:grpSp>
        <p:nvGrpSpPr>
          <p:cNvPr id="57" name="Group 57"/>
          <p:cNvGrpSpPr/>
          <p:nvPr/>
        </p:nvGrpSpPr>
        <p:grpSpPr>
          <a:xfrm>
            <a:off x="6681806" y="5917462"/>
            <a:ext cx="13186041" cy="2456603"/>
            <a:chOff x="0" y="63500"/>
            <a:chExt cx="13186040" cy="2456601"/>
          </a:xfrm>
        </p:grpSpPr>
        <p:sp>
          <p:nvSpPr>
            <p:cNvPr id="54" name="Shape 54"/>
            <p:cNvSpPr/>
            <p:nvPr/>
          </p:nvSpPr>
          <p:spPr>
            <a:xfrm>
              <a:off x="2662998" y="63500"/>
              <a:ext cx="10523043" cy="149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 defTabSz="825500">
                <a:defRPr spc="-188" sz="9400">
                  <a:solidFill>
                    <a:srgbClr val="FFFFFF"/>
                  </a:solidFill>
                  <a:latin typeface="Raleway Heavy"/>
                  <a:ea typeface="Raleway Heavy"/>
                  <a:cs typeface="Raleway Heavy"/>
                  <a:sym typeface="Raleway Heavy"/>
                </a:defRPr>
              </a:lvl1pPr>
            </a:lstStyle>
            <a:p>
              <a:pPr lvl="0">
                <a:defRPr spc="0" sz="1800">
                  <a:solidFill>
                    <a:srgbClr val="000000"/>
                  </a:solidFill>
                </a:defRPr>
              </a:pPr>
              <a:r>
                <a:rPr spc="-188" sz="9400">
                  <a:solidFill>
                    <a:srgbClr val="FFFFFF"/>
                  </a:solidFill>
                </a:rPr>
                <a:t>Ejemplo completo</a:t>
              </a:r>
            </a:p>
          </p:txBody>
        </p:sp>
        <p:sp>
          <p:nvSpPr>
            <p:cNvPr id="55" name="Shape 55"/>
            <p:cNvSpPr/>
            <p:nvPr/>
          </p:nvSpPr>
          <p:spPr>
            <a:xfrm>
              <a:off x="2662998" y="1669201"/>
              <a:ext cx="10391575" cy="850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 defTabSz="825500">
                <a:defRPr spc="-100">
                  <a:solidFill>
                    <a:srgbClr val="FFFFFF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defRPr>
              </a:lvl1pPr>
            </a:lstStyle>
            <a:p>
              <a:pPr lvl="0">
                <a:defRPr spc="0" sz="1800">
                  <a:solidFill>
                    <a:srgbClr val="000000"/>
                  </a:solidFill>
                </a:defRPr>
              </a:pPr>
              <a:r>
                <a:rPr spc="-100" sz="5000">
                  <a:solidFill>
                    <a:srgbClr val="FFFFFF"/>
                  </a:solidFill>
                </a:rPr>
                <a:t>Propuestas de Marketing Online</a:t>
              </a:r>
            </a:p>
          </p:txBody>
        </p:sp>
        <p:sp>
          <p:nvSpPr>
            <p:cNvPr id="56" name="Shape 56"/>
            <p:cNvSpPr/>
            <p:nvPr/>
          </p:nvSpPr>
          <p:spPr>
            <a:xfrm>
              <a:off x="0" y="158246"/>
              <a:ext cx="2069234" cy="206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114300" cap="flat">
              <a:solidFill>
                <a:srgbClr val="48C2CE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baseline="-9090" sz="5500">
                  <a:solidFill>
                    <a:srgbClr val="144973"/>
                  </a:solidFill>
                  <a:latin typeface="Raleway Heavy"/>
                  <a:ea typeface="Raleway Heavy"/>
                  <a:cs typeface="Raleway Heavy"/>
                  <a:sym typeface="Raleway Heavy"/>
                </a:defRPr>
              </a:pPr>
            </a:p>
          </p:txBody>
        </p:sp>
      </p:grpSp>
    </p:spTree>
  </p:cSld>
  <p:clrMapOvr>
    <a:masterClrMapping/>
  </p:clrMapOvr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presetClass="entr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" grpId="2"/>
      <p:bldP build="whole" bldLvl="1" animBg="1" rev="0" advAuto="0" spid="5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cap="none" sz="1800">
                <a:solidFill>
                  <a:srgbClr val="000000"/>
                </a:solidFill>
              </a:defRPr>
            </a:pPr>
            <a:r>
              <a:rPr cap="all" sz="3700">
                <a:solidFill>
                  <a:srgbClr val="3B3D40"/>
                </a:solidFill>
              </a:rPr>
              <a:t>propuesta de marketing completa</a:t>
            </a:r>
          </a:p>
        </p:txBody>
      </p:sp>
      <p:sp>
        <p:nvSpPr>
          <p:cNvPr id="60" name="Shape 60"/>
          <p:cNvSpPr/>
          <p:nvPr/>
        </p:nvSpPr>
        <p:spPr>
          <a:xfrm>
            <a:off x="599900" y="1776573"/>
            <a:ext cx="15283816" cy="141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lnSpc>
                <a:spcPct val="90000"/>
              </a:lnSpc>
              <a:defRPr spc="-100">
                <a:solidFill>
                  <a:srgbClr val="144973"/>
                </a:solidFill>
                <a:latin typeface="Raleway Heavy"/>
                <a:ea typeface="Raleway Heavy"/>
                <a:cs typeface="Raleway Heavy"/>
                <a:sym typeface="Raleway Heavy"/>
              </a:defRPr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00" sz="5000">
                <a:solidFill>
                  <a:srgbClr val="144973"/>
                </a:solidFill>
              </a:rPr>
              <a:t>Cómo crear una propuesta de Marketing completa</a:t>
            </a:r>
          </a:p>
        </p:txBody>
      </p:sp>
      <p:sp>
        <p:nvSpPr>
          <p:cNvPr id="61" name="Shape 61"/>
          <p:cNvSpPr/>
          <p:nvPr/>
        </p:nvSpPr>
        <p:spPr>
          <a:xfrm>
            <a:off x="662858" y="3025376"/>
            <a:ext cx="2336883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 algn="just">
              <a:defRPr sz="1800"/>
            </a:pPr>
            <a:r>
              <a:rPr sz="3600">
                <a:latin typeface="Raleway SemiBold"/>
                <a:ea typeface="Raleway SemiBold"/>
                <a:cs typeface="Raleway SemiBold"/>
                <a:sym typeface="Raleway SemiBold"/>
              </a:rPr>
              <a:t>Si quieres irte ALL-IN con tu propuesta de Marketing tendrás que hacer más trabajo pero estoy segura que valdrá la pena. A continuación te comparto todo lo que deberías de incluir.</a:t>
            </a:r>
            <a:endParaRPr sz="360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just">
              <a:defRPr sz="1800"/>
            </a:pPr>
            <a:endParaRPr sz="360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62" name="Shape 62"/>
          <p:cNvSpPr/>
          <p:nvPr/>
        </p:nvSpPr>
        <p:spPr>
          <a:xfrm>
            <a:off x="12576153" y="4856586"/>
            <a:ext cx="213857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44973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" name="Shape 63"/>
          <p:cNvSpPr/>
          <p:nvPr/>
        </p:nvSpPr>
        <p:spPr>
          <a:xfrm>
            <a:off x="12679216" y="4812784"/>
            <a:ext cx="984263" cy="195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890" y="0"/>
                  <a:pt x="3375" y="742"/>
                  <a:pt x="3375" y="1620"/>
                </a:cubicBezTo>
                <a:cubicBezTo>
                  <a:pt x="3375" y="2497"/>
                  <a:pt x="1890" y="3240"/>
                  <a:pt x="270" y="3240"/>
                </a:cubicBezTo>
                <a:cubicBezTo>
                  <a:pt x="8505" y="3307"/>
                  <a:pt x="15120" y="6682"/>
                  <a:pt x="15120" y="10800"/>
                </a:cubicBezTo>
                <a:cubicBezTo>
                  <a:pt x="15120" y="14850"/>
                  <a:pt x="8640" y="18225"/>
                  <a:pt x="540" y="18360"/>
                </a:cubicBezTo>
                <a:cubicBezTo>
                  <a:pt x="2160" y="18495"/>
                  <a:pt x="3240" y="19170"/>
                  <a:pt x="3240" y="19980"/>
                </a:cubicBezTo>
                <a:cubicBezTo>
                  <a:pt x="3240" y="20858"/>
                  <a:pt x="1755" y="21600"/>
                  <a:pt x="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12015" y="21600"/>
                  <a:pt x="21600" y="16808"/>
                  <a:pt x="21600" y="10800"/>
                </a:cubicBezTo>
                <a:cubicBezTo>
                  <a:pt x="21600" y="4860"/>
                  <a:pt x="12015" y="0"/>
                  <a:pt x="0" y="0"/>
                </a:cubicBezTo>
                <a:close/>
              </a:path>
            </a:pathLst>
          </a:custGeom>
          <a:solidFill>
            <a:srgbClr val="144973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" name="Shape 64"/>
          <p:cNvSpPr/>
          <p:nvPr/>
        </p:nvSpPr>
        <p:spPr>
          <a:xfrm>
            <a:off x="12568424" y="6508188"/>
            <a:ext cx="221589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44973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" name="Shape 65"/>
          <p:cNvSpPr/>
          <p:nvPr/>
        </p:nvSpPr>
        <p:spPr>
          <a:xfrm>
            <a:off x="12568425" y="8167515"/>
            <a:ext cx="216437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397ECA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" name="Shape 66"/>
          <p:cNvSpPr/>
          <p:nvPr/>
        </p:nvSpPr>
        <p:spPr>
          <a:xfrm>
            <a:off x="11697534" y="6466960"/>
            <a:ext cx="981684" cy="1958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9710" y="21600"/>
                  <a:pt x="18225" y="20860"/>
                  <a:pt x="18225" y="19918"/>
                </a:cubicBezTo>
                <a:cubicBezTo>
                  <a:pt x="18225" y="19110"/>
                  <a:pt x="19440" y="18437"/>
                  <a:pt x="21060" y="18303"/>
                </a:cubicBezTo>
                <a:cubicBezTo>
                  <a:pt x="12960" y="18168"/>
                  <a:pt x="6480" y="14871"/>
                  <a:pt x="6480" y="10834"/>
                </a:cubicBezTo>
                <a:cubicBezTo>
                  <a:pt x="6480" y="6729"/>
                  <a:pt x="13095" y="3364"/>
                  <a:pt x="21330" y="3297"/>
                </a:cubicBezTo>
                <a:cubicBezTo>
                  <a:pt x="19710" y="3230"/>
                  <a:pt x="18360" y="2557"/>
                  <a:pt x="18360" y="1682"/>
                </a:cubicBezTo>
                <a:cubicBezTo>
                  <a:pt x="18360" y="740"/>
                  <a:pt x="19845" y="0"/>
                  <a:pt x="21600" y="0"/>
                </a:cubicBezTo>
                <a:cubicBezTo>
                  <a:pt x="9585" y="0"/>
                  <a:pt x="0" y="4845"/>
                  <a:pt x="0" y="10834"/>
                </a:cubicBezTo>
                <a:cubicBezTo>
                  <a:pt x="0" y="16755"/>
                  <a:pt x="9585" y="21600"/>
                  <a:pt x="2160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160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397ECA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" name="Shape 67"/>
          <p:cNvSpPr/>
          <p:nvPr/>
        </p:nvSpPr>
        <p:spPr>
          <a:xfrm>
            <a:off x="12568425" y="9826846"/>
            <a:ext cx="221589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29FDC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Shape 68"/>
          <p:cNvSpPr/>
          <p:nvPr/>
        </p:nvSpPr>
        <p:spPr>
          <a:xfrm>
            <a:off x="12679218" y="8131443"/>
            <a:ext cx="984262" cy="1950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75" y="0"/>
                </a:moveTo>
                <a:cubicBezTo>
                  <a:pt x="2160" y="135"/>
                  <a:pt x="3240" y="810"/>
                  <a:pt x="3240" y="1552"/>
                </a:cubicBezTo>
                <a:cubicBezTo>
                  <a:pt x="3240" y="2497"/>
                  <a:pt x="1755" y="3240"/>
                  <a:pt x="0" y="3240"/>
                </a:cubicBezTo>
                <a:cubicBezTo>
                  <a:pt x="0" y="3240"/>
                  <a:pt x="0" y="3240"/>
                  <a:pt x="0" y="3240"/>
                </a:cubicBezTo>
                <a:cubicBezTo>
                  <a:pt x="8370" y="3240"/>
                  <a:pt x="15120" y="6615"/>
                  <a:pt x="15120" y="10800"/>
                </a:cubicBezTo>
                <a:cubicBezTo>
                  <a:pt x="15120" y="14918"/>
                  <a:pt x="8505" y="18225"/>
                  <a:pt x="270" y="18360"/>
                </a:cubicBezTo>
                <a:cubicBezTo>
                  <a:pt x="2025" y="18427"/>
                  <a:pt x="3240" y="19102"/>
                  <a:pt x="3240" y="19980"/>
                </a:cubicBezTo>
                <a:cubicBezTo>
                  <a:pt x="3240" y="20857"/>
                  <a:pt x="1755" y="21600"/>
                  <a:pt x="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12015" y="21600"/>
                  <a:pt x="21600" y="16740"/>
                  <a:pt x="21600" y="10800"/>
                </a:cubicBezTo>
                <a:cubicBezTo>
                  <a:pt x="21600" y="4927"/>
                  <a:pt x="12285" y="202"/>
                  <a:pt x="675" y="0"/>
                </a:cubicBezTo>
                <a:close/>
              </a:path>
            </a:pathLst>
          </a:custGeom>
          <a:solidFill>
            <a:srgbClr val="029FDC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" name="Shape 69"/>
          <p:cNvSpPr/>
          <p:nvPr/>
        </p:nvSpPr>
        <p:spPr>
          <a:xfrm>
            <a:off x="12568425" y="11491329"/>
            <a:ext cx="216437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67B3E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" name="Shape 70"/>
          <p:cNvSpPr/>
          <p:nvPr/>
        </p:nvSpPr>
        <p:spPr>
          <a:xfrm>
            <a:off x="11697534" y="9783044"/>
            <a:ext cx="981684" cy="1958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225" y="19985"/>
                </a:moveTo>
                <a:cubicBezTo>
                  <a:pt x="18225" y="19110"/>
                  <a:pt x="19710" y="18370"/>
                  <a:pt x="21465" y="18370"/>
                </a:cubicBezTo>
                <a:cubicBezTo>
                  <a:pt x="21600" y="18370"/>
                  <a:pt x="21600" y="18370"/>
                  <a:pt x="21600" y="18370"/>
                </a:cubicBezTo>
                <a:cubicBezTo>
                  <a:pt x="21600" y="18370"/>
                  <a:pt x="21600" y="18370"/>
                  <a:pt x="21600" y="18370"/>
                </a:cubicBezTo>
                <a:cubicBezTo>
                  <a:pt x="13230" y="18370"/>
                  <a:pt x="6480" y="14938"/>
                  <a:pt x="6480" y="10834"/>
                </a:cubicBezTo>
                <a:cubicBezTo>
                  <a:pt x="6480" y="6729"/>
                  <a:pt x="13095" y="3364"/>
                  <a:pt x="21330" y="3297"/>
                </a:cubicBezTo>
                <a:cubicBezTo>
                  <a:pt x="19710" y="3230"/>
                  <a:pt x="18360" y="2557"/>
                  <a:pt x="18360" y="1682"/>
                </a:cubicBezTo>
                <a:cubicBezTo>
                  <a:pt x="18360" y="740"/>
                  <a:pt x="19845" y="0"/>
                  <a:pt x="21600" y="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9585" y="0"/>
                  <a:pt x="0" y="4845"/>
                  <a:pt x="0" y="10834"/>
                </a:cubicBezTo>
                <a:cubicBezTo>
                  <a:pt x="0" y="16621"/>
                  <a:pt x="9180" y="21331"/>
                  <a:pt x="20655" y="21600"/>
                </a:cubicBezTo>
                <a:cubicBezTo>
                  <a:pt x="19305" y="21398"/>
                  <a:pt x="18225" y="20793"/>
                  <a:pt x="18225" y="19985"/>
                </a:cubicBezTo>
                <a:close/>
              </a:path>
            </a:pathLst>
          </a:custGeom>
          <a:solidFill>
            <a:srgbClr val="67B3E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Shape 71"/>
          <p:cNvSpPr/>
          <p:nvPr/>
        </p:nvSpPr>
        <p:spPr>
          <a:xfrm>
            <a:off x="12568425" y="13150657"/>
            <a:ext cx="221589" cy="213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B4E6F1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" name="Shape 72"/>
          <p:cNvSpPr/>
          <p:nvPr/>
        </p:nvSpPr>
        <p:spPr>
          <a:xfrm>
            <a:off x="12679218" y="11450102"/>
            <a:ext cx="984262" cy="1958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755" y="0"/>
                  <a:pt x="3240" y="740"/>
                  <a:pt x="3240" y="1615"/>
                </a:cubicBezTo>
                <a:cubicBezTo>
                  <a:pt x="3240" y="2490"/>
                  <a:pt x="1890" y="3230"/>
                  <a:pt x="135" y="3297"/>
                </a:cubicBezTo>
                <a:cubicBezTo>
                  <a:pt x="8370" y="3297"/>
                  <a:pt x="15120" y="6662"/>
                  <a:pt x="15120" y="10766"/>
                </a:cubicBezTo>
                <a:cubicBezTo>
                  <a:pt x="15120" y="14938"/>
                  <a:pt x="8505" y="18236"/>
                  <a:pt x="270" y="18303"/>
                </a:cubicBezTo>
                <a:cubicBezTo>
                  <a:pt x="1890" y="18370"/>
                  <a:pt x="3240" y="19043"/>
                  <a:pt x="3240" y="19918"/>
                </a:cubicBezTo>
                <a:cubicBezTo>
                  <a:pt x="3240" y="20860"/>
                  <a:pt x="1755" y="21600"/>
                  <a:pt x="0" y="21600"/>
                </a:cubicBezTo>
                <a:cubicBezTo>
                  <a:pt x="12015" y="21600"/>
                  <a:pt x="21600" y="16755"/>
                  <a:pt x="21600" y="10766"/>
                </a:cubicBezTo>
                <a:cubicBezTo>
                  <a:pt x="21600" y="4845"/>
                  <a:pt x="12015" y="0"/>
                  <a:pt x="0" y="0"/>
                </a:cubicBezTo>
                <a:close/>
              </a:path>
            </a:pathLst>
          </a:custGeom>
          <a:solidFill>
            <a:srgbClr val="B4E6F1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" name="Shape 73"/>
          <p:cNvSpPr/>
          <p:nvPr/>
        </p:nvSpPr>
        <p:spPr>
          <a:xfrm>
            <a:off x="12156940" y="5276572"/>
            <a:ext cx="1043289" cy="1043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44973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" name="Shape 74"/>
          <p:cNvSpPr/>
          <p:nvPr/>
        </p:nvSpPr>
        <p:spPr>
          <a:xfrm>
            <a:off x="12164162" y="5428882"/>
            <a:ext cx="102884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5" name="Shape 75"/>
          <p:cNvSpPr/>
          <p:nvPr/>
        </p:nvSpPr>
        <p:spPr>
          <a:xfrm>
            <a:off x="12156940" y="6935550"/>
            <a:ext cx="1043289" cy="1043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397ECA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" name="Shape 76"/>
          <p:cNvSpPr/>
          <p:nvPr/>
        </p:nvSpPr>
        <p:spPr>
          <a:xfrm>
            <a:off x="12164162" y="7087860"/>
            <a:ext cx="102884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7" name="Shape 77"/>
          <p:cNvSpPr/>
          <p:nvPr/>
        </p:nvSpPr>
        <p:spPr>
          <a:xfrm>
            <a:off x="12156940" y="8594118"/>
            <a:ext cx="1043289" cy="1043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29FDC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" name="Shape 78"/>
          <p:cNvSpPr/>
          <p:nvPr/>
        </p:nvSpPr>
        <p:spPr>
          <a:xfrm>
            <a:off x="12164162" y="8746428"/>
            <a:ext cx="102884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79" name="Shape 79"/>
          <p:cNvSpPr/>
          <p:nvPr/>
        </p:nvSpPr>
        <p:spPr>
          <a:xfrm>
            <a:off x="12156940" y="10253098"/>
            <a:ext cx="1043289" cy="1043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67B3E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" name="Shape 80"/>
          <p:cNvSpPr/>
          <p:nvPr/>
        </p:nvSpPr>
        <p:spPr>
          <a:xfrm>
            <a:off x="12164162" y="10405408"/>
            <a:ext cx="102884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81" name="Shape 81"/>
          <p:cNvSpPr/>
          <p:nvPr/>
        </p:nvSpPr>
        <p:spPr>
          <a:xfrm>
            <a:off x="12156940" y="11907858"/>
            <a:ext cx="1043289" cy="1043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B4E6F1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Shape 82"/>
          <p:cNvSpPr/>
          <p:nvPr/>
        </p:nvSpPr>
        <p:spPr>
          <a:xfrm>
            <a:off x="12164162" y="12060168"/>
            <a:ext cx="102884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05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9808598" y="5177876"/>
            <a:ext cx="1038762" cy="1006037"/>
            <a:chOff x="0" y="0"/>
            <a:chExt cx="1038761" cy="1006035"/>
          </a:xfrm>
        </p:grpSpPr>
        <p:sp>
          <p:nvSpPr>
            <p:cNvPr id="83" name="Shape 83"/>
            <p:cNvSpPr/>
            <p:nvPr/>
          </p:nvSpPr>
          <p:spPr>
            <a:xfrm>
              <a:off x="0" y="0"/>
              <a:ext cx="1003785" cy="1006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490" y="18000"/>
                  </a:moveTo>
                  <a:cubicBezTo>
                    <a:pt x="15910" y="18465"/>
                    <a:pt x="15213" y="18929"/>
                    <a:pt x="14516" y="19161"/>
                  </a:cubicBezTo>
                  <a:cubicBezTo>
                    <a:pt x="14748" y="18813"/>
                    <a:pt x="14981" y="18465"/>
                    <a:pt x="15213" y="18116"/>
                  </a:cubicBezTo>
                  <a:cubicBezTo>
                    <a:pt x="14865" y="18232"/>
                    <a:pt x="14400" y="18232"/>
                    <a:pt x="14052" y="18232"/>
                  </a:cubicBezTo>
                  <a:cubicBezTo>
                    <a:pt x="13819" y="18232"/>
                    <a:pt x="13587" y="18232"/>
                    <a:pt x="13239" y="18116"/>
                  </a:cubicBezTo>
                  <a:cubicBezTo>
                    <a:pt x="12542" y="19277"/>
                    <a:pt x="11613" y="19974"/>
                    <a:pt x="10800" y="19974"/>
                  </a:cubicBezTo>
                  <a:cubicBezTo>
                    <a:pt x="9406" y="19974"/>
                    <a:pt x="7781" y="18116"/>
                    <a:pt x="6968" y="15213"/>
                  </a:cubicBezTo>
                  <a:cubicBezTo>
                    <a:pt x="8826" y="15213"/>
                    <a:pt x="8826" y="15213"/>
                    <a:pt x="8826" y="15213"/>
                  </a:cubicBezTo>
                  <a:cubicBezTo>
                    <a:pt x="8594" y="14748"/>
                    <a:pt x="8477" y="14400"/>
                    <a:pt x="8361" y="13935"/>
                  </a:cubicBezTo>
                  <a:cubicBezTo>
                    <a:pt x="8245" y="13819"/>
                    <a:pt x="8245" y="13703"/>
                    <a:pt x="8245" y="13587"/>
                  </a:cubicBezTo>
                  <a:cubicBezTo>
                    <a:pt x="6619" y="13587"/>
                    <a:pt x="6619" y="13587"/>
                    <a:pt x="6619" y="13587"/>
                  </a:cubicBezTo>
                  <a:cubicBezTo>
                    <a:pt x="6503" y="12658"/>
                    <a:pt x="6503" y="11729"/>
                    <a:pt x="6503" y="10800"/>
                  </a:cubicBezTo>
                  <a:cubicBezTo>
                    <a:pt x="6503" y="9987"/>
                    <a:pt x="6503" y="9174"/>
                    <a:pt x="6619" y="8361"/>
                  </a:cubicBezTo>
                  <a:cubicBezTo>
                    <a:pt x="9406" y="8361"/>
                    <a:pt x="9406" y="8361"/>
                    <a:pt x="9406" y="8361"/>
                  </a:cubicBezTo>
                  <a:cubicBezTo>
                    <a:pt x="9871" y="7665"/>
                    <a:pt x="10568" y="7200"/>
                    <a:pt x="11381" y="6735"/>
                  </a:cubicBezTo>
                  <a:cubicBezTo>
                    <a:pt x="6968" y="6735"/>
                    <a:pt x="6968" y="6735"/>
                    <a:pt x="6968" y="6735"/>
                  </a:cubicBezTo>
                  <a:cubicBezTo>
                    <a:pt x="7665" y="3716"/>
                    <a:pt x="9290" y="1626"/>
                    <a:pt x="10800" y="1626"/>
                  </a:cubicBezTo>
                  <a:cubicBezTo>
                    <a:pt x="12194" y="1626"/>
                    <a:pt x="13703" y="3368"/>
                    <a:pt x="14516" y="6155"/>
                  </a:cubicBezTo>
                  <a:cubicBezTo>
                    <a:pt x="15097" y="6155"/>
                    <a:pt x="15677" y="6271"/>
                    <a:pt x="16258" y="6503"/>
                  </a:cubicBezTo>
                  <a:cubicBezTo>
                    <a:pt x="15910" y="4877"/>
                    <a:pt x="15329" y="3484"/>
                    <a:pt x="14516" y="2439"/>
                  </a:cubicBezTo>
                  <a:cubicBezTo>
                    <a:pt x="16490" y="3252"/>
                    <a:pt x="18116" y="4877"/>
                    <a:pt x="19045" y="6735"/>
                  </a:cubicBezTo>
                  <a:cubicBezTo>
                    <a:pt x="16839" y="6735"/>
                    <a:pt x="16839" y="6735"/>
                    <a:pt x="16839" y="6735"/>
                  </a:cubicBezTo>
                  <a:cubicBezTo>
                    <a:pt x="17535" y="7200"/>
                    <a:pt x="18232" y="7665"/>
                    <a:pt x="18813" y="8361"/>
                  </a:cubicBezTo>
                  <a:cubicBezTo>
                    <a:pt x="19626" y="8361"/>
                    <a:pt x="19626" y="8361"/>
                    <a:pt x="19626" y="8361"/>
                  </a:cubicBezTo>
                  <a:cubicBezTo>
                    <a:pt x="19858" y="9174"/>
                    <a:pt x="19974" y="9987"/>
                    <a:pt x="19974" y="10800"/>
                  </a:cubicBezTo>
                  <a:cubicBezTo>
                    <a:pt x="19974" y="10800"/>
                    <a:pt x="19974" y="10916"/>
                    <a:pt x="19974" y="10916"/>
                  </a:cubicBezTo>
                  <a:cubicBezTo>
                    <a:pt x="20206" y="12077"/>
                    <a:pt x="20090" y="13123"/>
                    <a:pt x="19742" y="14284"/>
                  </a:cubicBezTo>
                  <a:cubicBezTo>
                    <a:pt x="20671" y="15213"/>
                    <a:pt x="20671" y="15213"/>
                    <a:pt x="20671" y="15213"/>
                  </a:cubicBezTo>
                  <a:cubicBezTo>
                    <a:pt x="20671" y="15213"/>
                    <a:pt x="20671" y="15213"/>
                    <a:pt x="20671" y="15213"/>
                  </a:cubicBezTo>
                  <a:cubicBezTo>
                    <a:pt x="20787" y="15213"/>
                    <a:pt x="20787" y="15213"/>
                    <a:pt x="20787" y="15213"/>
                  </a:cubicBezTo>
                  <a:cubicBezTo>
                    <a:pt x="20787" y="14865"/>
                    <a:pt x="20787" y="14865"/>
                    <a:pt x="20787" y="14865"/>
                  </a:cubicBezTo>
                  <a:cubicBezTo>
                    <a:pt x="21368" y="13587"/>
                    <a:pt x="21600" y="12310"/>
                    <a:pt x="21600" y="10800"/>
                  </a:cubicBezTo>
                  <a:cubicBezTo>
                    <a:pt x="21600" y="4877"/>
                    <a:pt x="16723" y="0"/>
                    <a:pt x="10800" y="0"/>
                  </a:cubicBezTo>
                  <a:cubicBezTo>
                    <a:pt x="4877" y="0"/>
                    <a:pt x="0" y="4877"/>
                    <a:pt x="0" y="10800"/>
                  </a:cubicBezTo>
                  <a:cubicBezTo>
                    <a:pt x="0" y="16723"/>
                    <a:pt x="4877" y="21600"/>
                    <a:pt x="10800" y="21600"/>
                  </a:cubicBezTo>
                  <a:cubicBezTo>
                    <a:pt x="13355" y="21600"/>
                    <a:pt x="15677" y="20671"/>
                    <a:pt x="17535" y="19277"/>
                  </a:cubicBezTo>
                  <a:lnTo>
                    <a:pt x="16490" y="18000"/>
                  </a:lnTo>
                  <a:close/>
                  <a:moveTo>
                    <a:pt x="7084" y="2439"/>
                  </a:moveTo>
                  <a:cubicBezTo>
                    <a:pt x="6271" y="3600"/>
                    <a:pt x="5690" y="5110"/>
                    <a:pt x="5226" y="6735"/>
                  </a:cubicBezTo>
                  <a:cubicBezTo>
                    <a:pt x="2555" y="6735"/>
                    <a:pt x="2555" y="6735"/>
                    <a:pt x="2555" y="6735"/>
                  </a:cubicBezTo>
                  <a:cubicBezTo>
                    <a:pt x="3484" y="4877"/>
                    <a:pt x="5110" y="3252"/>
                    <a:pt x="7084" y="2439"/>
                  </a:cubicBezTo>
                  <a:close/>
                  <a:moveTo>
                    <a:pt x="1626" y="10800"/>
                  </a:moveTo>
                  <a:cubicBezTo>
                    <a:pt x="1626" y="9987"/>
                    <a:pt x="1742" y="9174"/>
                    <a:pt x="1974" y="8361"/>
                  </a:cubicBezTo>
                  <a:cubicBezTo>
                    <a:pt x="4994" y="8361"/>
                    <a:pt x="4994" y="8361"/>
                    <a:pt x="4994" y="8361"/>
                  </a:cubicBezTo>
                  <a:cubicBezTo>
                    <a:pt x="4877" y="9174"/>
                    <a:pt x="4877" y="9987"/>
                    <a:pt x="4877" y="10800"/>
                  </a:cubicBezTo>
                  <a:cubicBezTo>
                    <a:pt x="4877" y="11729"/>
                    <a:pt x="4877" y="12658"/>
                    <a:pt x="4994" y="13587"/>
                  </a:cubicBezTo>
                  <a:cubicBezTo>
                    <a:pt x="1974" y="13587"/>
                    <a:pt x="1974" y="13587"/>
                    <a:pt x="1974" y="13587"/>
                  </a:cubicBezTo>
                  <a:cubicBezTo>
                    <a:pt x="1742" y="12658"/>
                    <a:pt x="1626" y="11729"/>
                    <a:pt x="1626" y="10800"/>
                  </a:cubicBezTo>
                  <a:close/>
                  <a:moveTo>
                    <a:pt x="2671" y="15213"/>
                  </a:moveTo>
                  <a:cubicBezTo>
                    <a:pt x="5342" y="15213"/>
                    <a:pt x="5342" y="15213"/>
                    <a:pt x="5342" y="15213"/>
                  </a:cubicBezTo>
                  <a:cubicBezTo>
                    <a:pt x="5690" y="16723"/>
                    <a:pt x="6271" y="18116"/>
                    <a:pt x="7084" y="19161"/>
                  </a:cubicBezTo>
                  <a:cubicBezTo>
                    <a:pt x="5226" y="18348"/>
                    <a:pt x="3716" y="16955"/>
                    <a:pt x="2671" y="15213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4" name="Shape 84"/>
            <p:cNvSpPr/>
            <p:nvPr/>
          </p:nvSpPr>
          <p:spPr>
            <a:xfrm>
              <a:off x="436633" y="350003"/>
              <a:ext cx="602129" cy="6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5" h="20729" fill="norm" stroke="1" extrusionOk="0">
                  <a:moveTo>
                    <a:pt x="20492" y="18207"/>
                  </a:moveTo>
                  <a:cubicBezTo>
                    <a:pt x="14031" y="11192"/>
                    <a:pt x="14031" y="11192"/>
                    <a:pt x="14031" y="11192"/>
                  </a:cubicBezTo>
                  <a:cubicBezTo>
                    <a:pt x="14031" y="11192"/>
                    <a:pt x="13846" y="11192"/>
                    <a:pt x="13846" y="11192"/>
                  </a:cubicBezTo>
                  <a:cubicBezTo>
                    <a:pt x="14954" y="9346"/>
                    <a:pt x="15139" y="7315"/>
                    <a:pt x="14585" y="5284"/>
                  </a:cubicBezTo>
                  <a:cubicBezTo>
                    <a:pt x="13292" y="1223"/>
                    <a:pt x="9046" y="-808"/>
                    <a:pt x="5169" y="300"/>
                  </a:cubicBezTo>
                  <a:cubicBezTo>
                    <a:pt x="1292" y="1592"/>
                    <a:pt x="-923" y="5838"/>
                    <a:pt x="369" y="9715"/>
                  </a:cubicBezTo>
                  <a:cubicBezTo>
                    <a:pt x="1477" y="13592"/>
                    <a:pt x="5723" y="15807"/>
                    <a:pt x="9600" y="14515"/>
                  </a:cubicBezTo>
                  <a:cubicBezTo>
                    <a:pt x="10339" y="14330"/>
                    <a:pt x="10892" y="14146"/>
                    <a:pt x="11446" y="13777"/>
                  </a:cubicBezTo>
                  <a:cubicBezTo>
                    <a:pt x="17723" y="20607"/>
                    <a:pt x="17723" y="20607"/>
                    <a:pt x="17723" y="20607"/>
                  </a:cubicBezTo>
                  <a:cubicBezTo>
                    <a:pt x="17908" y="20792"/>
                    <a:pt x="18277" y="20792"/>
                    <a:pt x="18646" y="20423"/>
                  </a:cubicBezTo>
                  <a:cubicBezTo>
                    <a:pt x="20123" y="19130"/>
                    <a:pt x="20123" y="19130"/>
                    <a:pt x="20123" y="19130"/>
                  </a:cubicBezTo>
                  <a:cubicBezTo>
                    <a:pt x="20492" y="18761"/>
                    <a:pt x="20677" y="18392"/>
                    <a:pt x="20492" y="18207"/>
                  </a:cubicBezTo>
                  <a:close/>
                  <a:moveTo>
                    <a:pt x="2215" y="9161"/>
                  </a:moveTo>
                  <a:cubicBezTo>
                    <a:pt x="1292" y="6207"/>
                    <a:pt x="2954" y="3254"/>
                    <a:pt x="5723" y="2330"/>
                  </a:cubicBezTo>
                  <a:cubicBezTo>
                    <a:pt x="8677" y="1407"/>
                    <a:pt x="11815" y="2884"/>
                    <a:pt x="12554" y="5838"/>
                  </a:cubicBezTo>
                  <a:cubicBezTo>
                    <a:pt x="13477" y="8792"/>
                    <a:pt x="12000" y="11746"/>
                    <a:pt x="9046" y="12669"/>
                  </a:cubicBezTo>
                  <a:cubicBezTo>
                    <a:pt x="6277" y="13592"/>
                    <a:pt x="3139" y="11930"/>
                    <a:pt x="2215" y="9161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" name="Shape 85"/>
            <p:cNvSpPr/>
            <p:nvPr/>
          </p:nvSpPr>
          <p:spPr>
            <a:xfrm>
              <a:off x="524399" y="431944"/>
              <a:ext cx="268224" cy="184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2" h="19920" fill="norm" stroke="1" extrusionOk="0">
                  <a:moveTo>
                    <a:pt x="4320" y="7661"/>
                  </a:moveTo>
                  <a:cubicBezTo>
                    <a:pt x="11232" y="4742"/>
                    <a:pt x="18576" y="9996"/>
                    <a:pt x="20736" y="19336"/>
                  </a:cubicBezTo>
                  <a:cubicBezTo>
                    <a:pt x="20736" y="19336"/>
                    <a:pt x="20736" y="19336"/>
                    <a:pt x="20736" y="19920"/>
                  </a:cubicBezTo>
                  <a:cubicBezTo>
                    <a:pt x="21600" y="17001"/>
                    <a:pt x="21600" y="13498"/>
                    <a:pt x="21168" y="9996"/>
                  </a:cubicBezTo>
                  <a:cubicBezTo>
                    <a:pt x="19440" y="2406"/>
                    <a:pt x="12960" y="-1680"/>
                    <a:pt x="7344" y="655"/>
                  </a:cubicBezTo>
                  <a:cubicBezTo>
                    <a:pt x="3456" y="1823"/>
                    <a:pt x="864" y="5909"/>
                    <a:pt x="0" y="10579"/>
                  </a:cubicBezTo>
                  <a:cubicBezTo>
                    <a:pt x="1296" y="9412"/>
                    <a:pt x="2592" y="8244"/>
                    <a:pt x="4320" y="7661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87" name="Shape 87"/>
          <p:cNvSpPr/>
          <p:nvPr/>
        </p:nvSpPr>
        <p:spPr>
          <a:xfrm>
            <a:off x="15446024" y="6517566"/>
            <a:ext cx="1793292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Objetivos</a:t>
            </a:r>
          </a:p>
        </p:txBody>
      </p:sp>
      <p:sp>
        <p:nvSpPr>
          <p:cNvPr id="88" name="Shape 88"/>
          <p:cNvSpPr/>
          <p:nvPr/>
        </p:nvSpPr>
        <p:spPr>
          <a:xfrm>
            <a:off x="15446024" y="7134755"/>
            <a:ext cx="6911302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Objetivos de cliente y propuesta de nuevos objetivos. Objetivos generales y específicos.</a:t>
            </a:r>
          </a:p>
        </p:txBody>
      </p:sp>
      <p:sp>
        <p:nvSpPr>
          <p:cNvPr id="89" name="Shape 89"/>
          <p:cNvSpPr/>
          <p:nvPr/>
        </p:nvSpPr>
        <p:spPr>
          <a:xfrm>
            <a:off x="15446024" y="7133120"/>
            <a:ext cx="3096001" cy="1"/>
          </a:xfrm>
          <a:prstGeom prst="line">
            <a:avLst/>
          </a:prstGeom>
          <a:ln w="38100">
            <a:solidFill>
              <a:srgbClr val="144973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0" name="Shape 90"/>
          <p:cNvSpPr/>
          <p:nvPr/>
        </p:nvSpPr>
        <p:spPr>
          <a:xfrm>
            <a:off x="7126675" y="5006894"/>
            <a:ext cx="2470710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Investigación</a:t>
            </a:r>
          </a:p>
        </p:txBody>
      </p:sp>
      <p:sp>
        <p:nvSpPr>
          <p:cNvPr id="91" name="Shape 91"/>
          <p:cNvSpPr/>
          <p:nvPr/>
        </p:nvSpPr>
        <p:spPr>
          <a:xfrm>
            <a:off x="4940363" y="5624084"/>
            <a:ext cx="4657021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Situación actual empresa, problemas encontrados</a:t>
            </a:r>
          </a:p>
        </p:txBody>
      </p:sp>
      <p:sp>
        <p:nvSpPr>
          <p:cNvPr id="92" name="Shape 92"/>
          <p:cNvSpPr/>
          <p:nvPr/>
        </p:nvSpPr>
        <p:spPr>
          <a:xfrm>
            <a:off x="6501384" y="5622448"/>
            <a:ext cx="3096001" cy="1"/>
          </a:xfrm>
          <a:prstGeom prst="line">
            <a:avLst/>
          </a:prstGeom>
          <a:ln w="38100">
            <a:solidFill>
              <a:srgbClr val="144973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96" name="Group 96"/>
          <p:cNvGrpSpPr/>
          <p:nvPr/>
        </p:nvGrpSpPr>
        <p:grpSpPr>
          <a:xfrm>
            <a:off x="14361794" y="6612816"/>
            <a:ext cx="968949" cy="966841"/>
            <a:chOff x="0" y="0"/>
            <a:chExt cx="968948" cy="966839"/>
          </a:xfrm>
        </p:grpSpPr>
        <p:sp>
          <p:nvSpPr>
            <p:cNvPr id="93" name="Shape 93"/>
            <p:cNvSpPr/>
            <p:nvPr/>
          </p:nvSpPr>
          <p:spPr>
            <a:xfrm>
              <a:off x="0" y="126384"/>
              <a:ext cx="838351" cy="840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559" y="6636"/>
                  </a:moveTo>
                  <a:cubicBezTo>
                    <a:pt x="18737" y="5855"/>
                    <a:pt x="18737" y="5855"/>
                    <a:pt x="18737" y="5855"/>
                  </a:cubicBezTo>
                  <a:cubicBezTo>
                    <a:pt x="17306" y="7157"/>
                    <a:pt x="17306" y="7157"/>
                    <a:pt x="17306" y="7157"/>
                  </a:cubicBezTo>
                  <a:cubicBezTo>
                    <a:pt x="17827" y="8328"/>
                    <a:pt x="18217" y="9499"/>
                    <a:pt x="18217" y="10800"/>
                  </a:cubicBezTo>
                  <a:cubicBezTo>
                    <a:pt x="18217" y="14834"/>
                    <a:pt x="14834" y="18217"/>
                    <a:pt x="10800" y="18217"/>
                  </a:cubicBezTo>
                  <a:cubicBezTo>
                    <a:pt x="6636" y="18217"/>
                    <a:pt x="3383" y="14834"/>
                    <a:pt x="3383" y="10800"/>
                  </a:cubicBezTo>
                  <a:cubicBezTo>
                    <a:pt x="3383" y="6636"/>
                    <a:pt x="6636" y="3383"/>
                    <a:pt x="10800" y="3383"/>
                  </a:cubicBezTo>
                  <a:cubicBezTo>
                    <a:pt x="12101" y="3383"/>
                    <a:pt x="13402" y="3773"/>
                    <a:pt x="14573" y="4424"/>
                  </a:cubicBezTo>
                  <a:cubicBezTo>
                    <a:pt x="15875" y="3123"/>
                    <a:pt x="15875" y="3123"/>
                    <a:pt x="15875" y="3123"/>
                  </a:cubicBezTo>
                  <a:cubicBezTo>
                    <a:pt x="15094" y="1171"/>
                    <a:pt x="15094" y="1171"/>
                    <a:pt x="15094" y="1171"/>
                  </a:cubicBezTo>
                  <a:cubicBezTo>
                    <a:pt x="14964" y="781"/>
                    <a:pt x="14964" y="781"/>
                    <a:pt x="14964" y="781"/>
                  </a:cubicBezTo>
                  <a:cubicBezTo>
                    <a:pt x="13663" y="260"/>
                    <a:pt x="12231" y="0"/>
                    <a:pt x="10800" y="0"/>
                  </a:cubicBezTo>
                  <a:cubicBezTo>
                    <a:pt x="4814" y="0"/>
                    <a:pt x="0" y="4814"/>
                    <a:pt x="0" y="10800"/>
                  </a:cubicBezTo>
                  <a:cubicBezTo>
                    <a:pt x="0" y="16786"/>
                    <a:pt x="4814" y="21600"/>
                    <a:pt x="10800" y="21600"/>
                  </a:cubicBezTo>
                  <a:cubicBezTo>
                    <a:pt x="16786" y="21600"/>
                    <a:pt x="21600" y="16786"/>
                    <a:pt x="21600" y="10800"/>
                  </a:cubicBezTo>
                  <a:cubicBezTo>
                    <a:pt x="21600" y="9369"/>
                    <a:pt x="21340" y="7937"/>
                    <a:pt x="20819" y="6766"/>
                  </a:cubicBezTo>
                  <a:lnTo>
                    <a:pt x="20559" y="6636"/>
                  </a:ln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" name="Shape 94"/>
            <p:cNvSpPr/>
            <p:nvPr/>
          </p:nvSpPr>
          <p:spPr>
            <a:xfrm>
              <a:off x="402734" y="0"/>
              <a:ext cx="566215" cy="5704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04" fill="norm" stroke="1" extrusionOk="0">
                  <a:moveTo>
                    <a:pt x="18446" y="3058"/>
                  </a:moveTo>
                  <a:cubicBezTo>
                    <a:pt x="18063" y="2485"/>
                    <a:pt x="17299" y="2485"/>
                    <a:pt x="16725" y="3058"/>
                  </a:cubicBezTo>
                  <a:cubicBezTo>
                    <a:pt x="15961" y="3823"/>
                    <a:pt x="15961" y="3823"/>
                    <a:pt x="15961" y="3823"/>
                  </a:cubicBezTo>
                  <a:cubicBezTo>
                    <a:pt x="14240" y="0"/>
                    <a:pt x="14240" y="0"/>
                    <a:pt x="14240" y="0"/>
                  </a:cubicBezTo>
                  <a:cubicBezTo>
                    <a:pt x="8506" y="5926"/>
                    <a:pt x="8506" y="5926"/>
                    <a:pt x="8506" y="5926"/>
                  </a:cubicBezTo>
                  <a:cubicBezTo>
                    <a:pt x="10035" y="9749"/>
                    <a:pt x="10035" y="9749"/>
                    <a:pt x="10035" y="9749"/>
                  </a:cubicBezTo>
                  <a:cubicBezTo>
                    <a:pt x="286" y="19497"/>
                    <a:pt x="286" y="19497"/>
                    <a:pt x="286" y="19497"/>
                  </a:cubicBezTo>
                  <a:cubicBezTo>
                    <a:pt x="-96" y="19880"/>
                    <a:pt x="-96" y="20644"/>
                    <a:pt x="286" y="21218"/>
                  </a:cubicBezTo>
                  <a:cubicBezTo>
                    <a:pt x="860" y="21600"/>
                    <a:pt x="1624" y="21600"/>
                    <a:pt x="2007" y="21218"/>
                  </a:cubicBezTo>
                  <a:cubicBezTo>
                    <a:pt x="11946" y="11469"/>
                    <a:pt x="11946" y="11469"/>
                    <a:pt x="11946" y="11469"/>
                  </a:cubicBezTo>
                  <a:cubicBezTo>
                    <a:pt x="15578" y="12998"/>
                    <a:pt x="15578" y="12998"/>
                    <a:pt x="15578" y="12998"/>
                  </a:cubicBezTo>
                  <a:cubicBezTo>
                    <a:pt x="21504" y="7264"/>
                    <a:pt x="21504" y="7264"/>
                    <a:pt x="21504" y="7264"/>
                  </a:cubicBezTo>
                  <a:cubicBezTo>
                    <a:pt x="17681" y="5543"/>
                    <a:pt x="17681" y="5543"/>
                    <a:pt x="17681" y="5543"/>
                  </a:cubicBezTo>
                  <a:cubicBezTo>
                    <a:pt x="18446" y="4779"/>
                    <a:pt x="18446" y="4779"/>
                    <a:pt x="18446" y="4779"/>
                  </a:cubicBezTo>
                  <a:cubicBezTo>
                    <a:pt x="19019" y="4205"/>
                    <a:pt x="19019" y="3441"/>
                    <a:pt x="18446" y="3058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5" name="Shape 95"/>
            <p:cNvSpPr/>
            <p:nvPr/>
          </p:nvSpPr>
          <p:spPr>
            <a:xfrm>
              <a:off x="212747" y="339130"/>
              <a:ext cx="412858" cy="414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88" y="13171"/>
                  </a:moveTo>
                  <a:cubicBezTo>
                    <a:pt x="12907" y="14751"/>
                    <a:pt x="10273" y="14751"/>
                    <a:pt x="8693" y="13171"/>
                  </a:cubicBezTo>
                  <a:cubicBezTo>
                    <a:pt x="7112" y="11590"/>
                    <a:pt x="7112" y="8956"/>
                    <a:pt x="8693" y="7376"/>
                  </a:cubicBezTo>
                  <a:cubicBezTo>
                    <a:pt x="15278" y="1054"/>
                    <a:pt x="15278" y="1054"/>
                    <a:pt x="15278" y="1054"/>
                  </a:cubicBezTo>
                  <a:cubicBezTo>
                    <a:pt x="13961" y="263"/>
                    <a:pt x="12380" y="0"/>
                    <a:pt x="10800" y="0"/>
                  </a:cubicBezTo>
                  <a:cubicBezTo>
                    <a:pt x="4741" y="0"/>
                    <a:pt x="0" y="4741"/>
                    <a:pt x="0" y="10800"/>
                  </a:cubicBezTo>
                  <a:cubicBezTo>
                    <a:pt x="0" y="16595"/>
                    <a:pt x="4741" y="21600"/>
                    <a:pt x="10800" y="21600"/>
                  </a:cubicBezTo>
                  <a:cubicBezTo>
                    <a:pt x="16595" y="21600"/>
                    <a:pt x="21600" y="16595"/>
                    <a:pt x="21600" y="10800"/>
                  </a:cubicBezTo>
                  <a:cubicBezTo>
                    <a:pt x="21600" y="9220"/>
                    <a:pt x="21337" y="7902"/>
                    <a:pt x="20810" y="6849"/>
                  </a:cubicBezTo>
                  <a:lnTo>
                    <a:pt x="14488" y="13171"/>
                  </a:ln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97" name="Shape 97"/>
          <p:cNvSpPr/>
          <p:nvPr/>
        </p:nvSpPr>
        <p:spPr>
          <a:xfrm>
            <a:off x="15470964" y="9946748"/>
            <a:ext cx="2389988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Planificación</a:t>
            </a:r>
          </a:p>
        </p:txBody>
      </p:sp>
      <p:sp>
        <p:nvSpPr>
          <p:cNvPr id="98" name="Shape 98"/>
          <p:cNvSpPr/>
          <p:nvPr/>
        </p:nvSpPr>
        <p:spPr>
          <a:xfrm>
            <a:off x="15470964" y="10563938"/>
            <a:ext cx="7270535" cy="165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Hacer un calendario con las fechas de implementación y duración de las estrategias planteadas. Si es necesario también un calendario de contenidos.</a:t>
            </a:r>
          </a:p>
        </p:txBody>
      </p:sp>
      <p:sp>
        <p:nvSpPr>
          <p:cNvPr id="99" name="Shape 99"/>
          <p:cNvSpPr/>
          <p:nvPr/>
        </p:nvSpPr>
        <p:spPr>
          <a:xfrm>
            <a:off x="15470964" y="10562302"/>
            <a:ext cx="3096001" cy="1"/>
          </a:xfrm>
          <a:prstGeom prst="line">
            <a:avLst/>
          </a:prstGeom>
          <a:ln w="38100">
            <a:solidFill>
              <a:srgbClr val="144973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0" name="Shape 100"/>
          <p:cNvSpPr/>
          <p:nvPr/>
        </p:nvSpPr>
        <p:spPr>
          <a:xfrm>
            <a:off x="7690348" y="8436076"/>
            <a:ext cx="1931976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Estrategia</a:t>
            </a:r>
          </a:p>
        </p:txBody>
      </p:sp>
      <p:sp>
        <p:nvSpPr>
          <p:cNvPr id="101" name="Shape 101"/>
          <p:cNvSpPr/>
          <p:nvPr/>
        </p:nvSpPr>
        <p:spPr>
          <a:xfrm>
            <a:off x="2874455" y="9053266"/>
            <a:ext cx="6747869" cy="2024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Compartir cuáles serían las estrategias propuestas, las tácticas para ejecutarlas y las métricas necesarias para medir efectividad. También se puede compartir una estimación de resultados.</a:t>
            </a:r>
          </a:p>
        </p:txBody>
      </p:sp>
      <p:sp>
        <p:nvSpPr>
          <p:cNvPr id="102" name="Shape 102"/>
          <p:cNvSpPr/>
          <p:nvPr/>
        </p:nvSpPr>
        <p:spPr>
          <a:xfrm>
            <a:off x="6526324" y="9051630"/>
            <a:ext cx="3096001" cy="1"/>
          </a:xfrm>
          <a:prstGeom prst="line">
            <a:avLst/>
          </a:prstGeom>
          <a:ln w="38100">
            <a:solidFill>
              <a:srgbClr val="144973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05" name="Group 105"/>
          <p:cNvGrpSpPr/>
          <p:nvPr/>
        </p:nvGrpSpPr>
        <p:grpSpPr>
          <a:xfrm>
            <a:off x="9879022" y="11806523"/>
            <a:ext cx="897913" cy="1005995"/>
            <a:chOff x="0" y="0"/>
            <a:chExt cx="897911" cy="1005994"/>
          </a:xfrm>
        </p:grpSpPr>
        <p:sp>
          <p:nvSpPr>
            <p:cNvPr id="103" name="Shape 103"/>
            <p:cNvSpPr/>
            <p:nvPr/>
          </p:nvSpPr>
          <p:spPr>
            <a:xfrm>
              <a:off x="0" y="205978"/>
              <a:ext cx="897912" cy="800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7" fill="norm" stroke="1" extrusionOk="0">
                  <a:moveTo>
                    <a:pt x="20453" y="9510"/>
                  </a:moveTo>
                  <a:cubicBezTo>
                    <a:pt x="20453" y="9510"/>
                    <a:pt x="20358" y="9510"/>
                    <a:pt x="20262" y="9510"/>
                  </a:cubicBezTo>
                  <a:cubicBezTo>
                    <a:pt x="20166" y="8765"/>
                    <a:pt x="19975" y="8020"/>
                    <a:pt x="19593" y="7382"/>
                  </a:cubicBezTo>
                  <a:cubicBezTo>
                    <a:pt x="18446" y="8446"/>
                    <a:pt x="16917" y="9084"/>
                    <a:pt x="15196" y="9084"/>
                  </a:cubicBezTo>
                  <a:cubicBezTo>
                    <a:pt x="11660" y="9084"/>
                    <a:pt x="8697" y="6105"/>
                    <a:pt x="8315" y="2381"/>
                  </a:cubicBezTo>
                  <a:cubicBezTo>
                    <a:pt x="4970" y="146"/>
                    <a:pt x="4970" y="146"/>
                    <a:pt x="4970" y="146"/>
                  </a:cubicBezTo>
                  <a:cubicBezTo>
                    <a:pt x="4492" y="-173"/>
                    <a:pt x="4110" y="40"/>
                    <a:pt x="4110" y="678"/>
                  </a:cubicBezTo>
                  <a:cubicBezTo>
                    <a:pt x="4014" y="4934"/>
                    <a:pt x="4014" y="4934"/>
                    <a:pt x="4014" y="4934"/>
                  </a:cubicBezTo>
                  <a:cubicBezTo>
                    <a:pt x="3058" y="5998"/>
                    <a:pt x="2389" y="7169"/>
                    <a:pt x="2007" y="8552"/>
                  </a:cubicBezTo>
                  <a:cubicBezTo>
                    <a:pt x="1147" y="8552"/>
                    <a:pt x="1147" y="8552"/>
                    <a:pt x="1147" y="8552"/>
                  </a:cubicBezTo>
                  <a:cubicBezTo>
                    <a:pt x="478" y="8552"/>
                    <a:pt x="0" y="9084"/>
                    <a:pt x="0" y="9723"/>
                  </a:cubicBezTo>
                  <a:cubicBezTo>
                    <a:pt x="0" y="11957"/>
                    <a:pt x="0" y="11957"/>
                    <a:pt x="0" y="11957"/>
                  </a:cubicBezTo>
                  <a:cubicBezTo>
                    <a:pt x="0" y="12595"/>
                    <a:pt x="478" y="13127"/>
                    <a:pt x="1147" y="13127"/>
                  </a:cubicBezTo>
                  <a:cubicBezTo>
                    <a:pt x="2007" y="13127"/>
                    <a:pt x="2007" y="13127"/>
                    <a:pt x="2007" y="13127"/>
                  </a:cubicBezTo>
                  <a:cubicBezTo>
                    <a:pt x="2676" y="15468"/>
                    <a:pt x="4301" y="17384"/>
                    <a:pt x="6404" y="18554"/>
                  </a:cubicBezTo>
                  <a:cubicBezTo>
                    <a:pt x="6404" y="18660"/>
                    <a:pt x="6404" y="18660"/>
                    <a:pt x="6404" y="18767"/>
                  </a:cubicBezTo>
                  <a:cubicBezTo>
                    <a:pt x="6404" y="20257"/>
                    <a:pt x="6404" y="20257"/>
                    <a:pt x="6404" y="20257"/>
                  </a:cubicBezTo>
                  <a:cubicBezTo>
                    <a:pt x="6404" y="20895"/>
                    <a:pt x="6881" y="21427"/>
                    <a:pt x="7455" y="21427"/>
                  </a:cubicBezTo>
                  <a:cubicBezTo>
                    <a:pt x="8697" y="21427"/>
                    <a:pt x="8697" y="21427"/>
                    <a:pt x="8697" y="21427"/>
                  </a:cubicBezTo>
                  <a:cubicBezTo>
                    <a:pt x="9271" y="21427"/>
                    <a:pt x="9749" y="20895"/>
                    <a:pt x="9749" y="20257"/>
                  </a:cubicBezTo>
                  <a:cubicBezTo>
                    <a:pt x="9749" y="19618"/>
                    <a:pt x="9749" y="19618"/>
                    <a:pt x="9749" y="19618"/>
                  </a:cubicBezTo>
                  <a:cubicBezTo>
                    <a:pt x="10131" y="19618"/>
                    <a:pt x="10609" y="19725"/>
                    <a:pt x="10991" y="19725"/>
                  </a:cubicBezTo>
                  <a:cubicBezTo>
                    <a:pt x="11373" y="19725"/>
                    <a:pt x="11756" y="19618"/>
                    <a:pt x="12138" y="19618"/>
                  </a:cubicBezTo>
                  <a:cubicBezTo>
                    <a:pt x="12138" y="20257"/>
                    <a:pt x="12138" y="20257"/>
                    <a:pt x="12138" y="20257"/>
                  </a:cubicBezTo>
                  <a:cubicBezTo>
                    <a:pt x="12138" y="20895"/>
                    <a:pt x="12616" y="21427"/>
                    <a:pt x="13189" y="21427"/>
                  </a:cubicBezTo>
                  <a:cubicBezTo>
                    <a:pt x="14432" y="21427"/>
                    <a:pt x="14432" y="21427"/>
                    <a:pt x="14432" y="21427"/>
                  </a:cubicBezTo>
                  <a:cubicBezTo>
                    <a:pt x="15005" y="21427"/>
                    <a:pt x="15483" y="20895"/>
                    <a:pt x="15483" y="20257"/>
                  </a:cubicBezTo>
                  <a:cubicBezTo>
                    <a:pt x="15483" y="18767"/>
                    <a:pt x="15483" y="18767"/>
                    <a:pt x="15483" y="18767"/>
                  </a:cubicBezTo>
                  <a:cubicBezTo>
                    <a:pt x="15483" y="18767"/>
                    <a:pt x="15483" y="18660"/>
                    <a:pt x="15483" y="18660"/>
                  </a:cubicBezTo>
                  <a:cubicBezTo>
                    <a:pt x="17968" y="17277"/>
                    <a:pt x="19880" y="14936"/>
                    <a:pt x="20262" y="12063"/>
                  </a:cubicBezTo>
                  <a:cubicBezTo>
                    <a:pt x="20358" y="12063"/>
                    <a:pt x="20453" y="12063"/>
                    <a:pt x="20453" y="12063"/>
                  </a:cubicBezTo>
                  <a:cubicBezTo>
                    <a:pt x="21122" y="12063"/>
                    <a:pt x="21600" y="11531"/>
                    <a:pt x="21600" y="10787"/>
                  </a:cubicBezTo>
                  <a:cubicBezTo>
                    <a:pt x="21600" y="10148"/>
                    <a:pt x="21122" y="9510"/>
                    <a:pt x="20453" y="9510"/>
                  </a:cubicBezTo>
                  <a:close/>
                  <a:moveTo>
                    <a:pt x="5065" y="8978"/>
                  </a:moveTo>
                  <a:cubicBezTo>
                    <a:pt x="4396" y="8978"/>
                    <a:pt x="4014" y="8446"/>
                    <a:pt x="4014" y="7807"/>
                  </a:cubicBezTo>
                  <a:cubicBezTo>
                    <a:pt x="4014" y="7169"/>
                    <a:pt x="4396" y="6637"/>
                    <a:pt x="5065" y="6637"/>
                  </a:cubicBezTo>
                  <a:cubicBezTo>
                    <a:pt x="5639" y="6637"/>
                    <a:pt x="6117" y="7169"/>
                    <a:pt x="6117" y="7807"/>
                  </a:cubicBezTo>
                  <a:cubicBezTo>
                    <a:pt x="6117" y="8446"/>
                    <a:pt x="5639" y="8978"/>
                    <a:pt x="5065" y="8978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4" name="Shape 104"/>
            <p:cNvSpPr/>
            <p:nvPr/>
          </p:nvSpPr>
          <p:spPr>
            <a:xfrm>
              <a:off x="374130" y="0"/>
              <a:ext cx="517132" cy="517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16782" y="21600"/>
                    <a:pt x="21600" y="16782"/>
                    <a:pt x="21600" y="10800"/>
                  </a:cubicBezTo>
                  <a:cubicBezTo>
                    <a:pt x="21600" y="4818"/>
                    <a:pt x="16782" y="0"/>
                    <a:pt x="10800" y="0"/>
                  </a:cubicBezTo>
                  <a:cubicBezTo>
                    <a:pt x="4818" y="0"/>
                    <a:pt x="0" y="4818"/>
                    <a:pt x="0" y="10800"/>
                  </a:cubicBezTo>
                  <a:cubicBezTo>
                    <a:pt x="0" y="16782"/>
                    <a:pt x="4818" y="21600"/>
                    <a:pt x="10800" y="21600"/>
                  </a:cubicBezTo>
                  <a:close/>
                  <a:moveTo>
                    <a:pt x="10135" y="11298"/>
                  </a:moveTo>
                  <a:cubicBezTo>
                    <a:pt x="8474" y="10634"/>
                    <a:pt x="7311" y="9969"/>
                    <a:pt x="7311" y="8308"/>
                  </a:cubicBezTo>
                  <a:cubicBezTo>
                    <a:pt x="7311" y="6978"/>
                    <a:pt x="8308" y="5815"/>
                    <a:pt x="9969" y="5483"/>
                  </a:cubicBezTo>
                  <a:cubicBezTo>
                    <a:pt x="9969" y="3988"/>
                    <a:pt x="9969" y="3988"/>
                    <a:pt x="9969" y="3988"/>
                  </a:cubicBezTo>
                  <a:cubicBezTo>
                    <a:pt x="11631" y="3988"/>
                    <a:pt x="11631" y="3988"/>
                    <a:pt x="11631" y="3988"/>
                  </a:cubicBezTo>
                  <a:cubicBezTo>
                    <a:pt x="11631" y="5483"/>
                    <a:pt x="11631" y="5483"/>
                    <a:pt x="11631" y="5483"/>
                  </a:cubicBezTo>
                  <a:cubicBezTo>
                    <a:pt x="12628" y="5483"/>
                    <a:pt x="13292" y="5649"/>
                    <a:pt x="13957" y="5982"/>
                  </a:cubicBezTo>
                  <a:cubicBezTo>
                    <a:pt x="13458" y="7809"/>
                    <a:pt x="13458" y="7809"/>
                    <a:pt x="13458" y="7809"/>
                  </a:cubicBezTo>
                  <a:cubicBezTo>
                    <a:pt x="12960" y="7477"/>
                    <a:pt x="12295" y="7145"/>
                    <a:pt x="11132" y="7145"/>
                  </a:cubicBezTo>
                  <a:cubicBezTo>
                    <a:pt x="10135" y="7145"/>
                    <a:pt x="9803" y="7643"/>
                    <a:pt x="9803" y="8142"/>
                  </a:cubicBezTo>
                  <a:cubicBezTo>
                    <a:pt x="9803" y="8640"/>
                    <a:pt x="10302" y="8972"/>
                    <a:pt x="11631" y="9471"/>
                  </a:cubicBezTo>
                  <a:cubicBezTo>
                    <a:pt x="13625" y="10135"/>
                    <a:pt x="14289" y="10966"/>
                    <a:pt x="14289" y="12462"/>
                  </a:cubicBezTo>
                  <a:cubicBezTo>
                    <a:pt x="14289" y="13791"/>
                    <a:pt x="13292" y="15120"/>
                    <a:pt x="11465" y="15286"/>
                  </a:cubicBezTo>
                  <a:cubicBezTo>
                    <a:pt x="11465" y="16948"/>
                    <a:pt x="11465" y="16948"/>
                    <a:pt x="11465" y="16948"/>
                  </a:cubicBezTo>
                  <a:cubicBezTo>
                    <a:pt x="9969" y="16948"/>
                    <a:pt x="9969" y="16948"/>
                    <a:pt x="9969" y="16948"/>
                  </a:cubicBezTo>
                  <a:cubicBezTo>
                    <a:pt x="9969" y="15452"/>
                    <a:pt x="9969" y="15452"/>
                    <a:pt x="9969" y="15452"/>
                  </a:cubicBezTo>
                  <a:cubicBezTo>
                    <a:pt x="8972" y="15452"/>
                    <a:pt x="7809" y="15120"/>
                    <a:pt x="7311" y="14788"/>
                  </a:cubicBezTo>
                  <a:cubicBezTo>
                    <a:pt x="7809" y="12960"/>
                    <a:pt x="7809" y="12960"/>
                    <a:pt x="7809" y="12960"/>
                  </a:cubicBezTo>
                  <a:cubicBezTo>
                    <a:pt x="8474" y="13292"/>
                    <a:pt x="9305" y="13625"/>
                    <a:pt x="10302" y="13625"/>
                  </a:cubicBezTo>
                  <a:cubicBezTo>
                    <a:pt x="11298" y="13625"/>
                    <a:pt x="11963" y="13292"/>
                    <a:pt x="11963" y="12628"/>
                  </a:cubicBezTo>
                  <a:cubicBezTo>
                    <a:pt x="11963" y="11963"/>
                    <a:pt x="11465" y="11631"/>
                    <a:pt x="10135" y="11298"/>
                  </a:cubicBezTo>
                  <a:close/>
                </a:path>
              </a:pathLst>
            </a:custGeom>
            <a:solidFill>
              <a:srgbClr val="144973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6" name="Shape 106"/>
          <p:cNvSpPr/>
          <p:nvPr/>
        </p:nvSpPr>
        <p:spPr>
          <a:xfrm>
            <a:off x="9812477" y="8573896"/>
            <a:ext cx="451806" cy="844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1" h="21600" fill="norm" stroke="1" extrusionOk="0">
                <a:moveTo>
                  <a:pt x="20765" y="20429"/>
                </a:moveTo>
                <a:cubicBezTo>
                  <a:pt x="21010" y="20429"/>
                  <a:pt x="21256" y="20429"/>
                  <a:pt x="21256" y="20299"/>
                </a:cubicBezTo>
                <a:cubicBezTo>
                  <a:pt x="21501" y="20299"/>
                  <a:pt x="21501" y="20169"/>
                  <a:pt x="21501" y="20039"/>
                </a:cubicBezTo>
                <a:cubicBezTo>
                  <a:pt x="21501" y="19388"/>
                  <a:pt x="21501" y="19388"/>
                  <a:pt x="21501" y="19388"/>
                </a:cubicBezTo>
                <a:cubicBezTo>
                  <a:pt x="20028" y="19388"/>
                  <a:pt x="18556" y="18607"/>
                  <a:pt x="18556" y="17827"/>
                </a:cubicBezTo>
                <a:cubicBezTo>
                  <a:pt x="18801" y="17827"/>
                  <a:pt x="18801" y="17827"/>
                  <a:pt x="18801" y="17827"/>
                </a:cubicBezTo>
                <a:cubicBezTo>
                  <a:pt x="19046" y="17827"/>
                  <a:pt x="19046" y="17827"/>
                  <a:pt x="19046" y="17696"/>
                </a:cubicBezTo>
                <a:cubicBezTo>
                  <a:pt x="19292" y="17696"/>
                  <a:pt x="19292" y="17566"/>
                  <a:pt x="19292" y="17566"/>
                </a:cubicBezTo>
                <a:cubicBezTo>
                  <a:pt x="19292" y="17436"/>
                  <a:pt x="19292" y="17436"/>
                  <a:pt x="19046" y="17306"/>
                </a:cubicBezTo>
                <a:cubicBezTo>
                  <a:pt x="19046" y="17306"/>
                  <a:pt x="19046" y="17306"/>
                  <a:pt x="18801" y="17306"/>
                </a:cubicBezTo>
                <a:cubicBezTo>
                  <a:pt x="18065" y="17306"/>
                  <a:pt x="18065" y="17306"/>
                  <a:pt x="18065" y="17306"/>
                </a:cubicBezTo>
                <a:cubicBezTo>
                  <a:pt x="20519" y="16655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19292" y="14704"/>
                  <a:pt x="19292" y="14704"/>
                  <a:pt x="19292" y="14704"/>
                </a:cubicBezTo>
                <a:cubicBezTo>
                  <a:pt x="15856" y="13533"/>
                  <a:pt x="9228" y="10670"/>
                  <a:pt x="8492" y="6896"/>
                </a:cubicBezTo>
                <a:cubicBezTo>
                  <a:pt x="9474" y="7157"/>
                  <a:pt x="11928" y="7287"/>
                  <a:pt x="13401" y="6896"/>
                </a:cubicBezTo>
                <a:cubicBezTo>
                  <a:pt x="13646" y="7027"/>
                  <a:pt x="14383" y="7417"/>
                  <a:pt x="14137" y="8067"/>
                </a:cubicBezTo>
                <a:cubicBezTo>
                  <a:pt x="15856" y="8588"/>
                  <a:pt x="18556" y="8328"/>
                  <a:pt x="18556" y="8328"/>
                </a:cubicBezTo>
                <a:cubicBezTo>
                  <a:pt x="20028" y="6766"/>
                  <a:pt x="20028" y="6766"/>
                  <a:pt x="20028" y="6766"/>
                </a:cubicBezTo>
                <a:cubicBezTo>
                  <a:pt x="20028" y="6636"/>
                  <a:pt x="20028" y="6506"/>
                  <a:pt x="20028" y="6506"/>
                </a:cubicBezTo>
                <a:cubicBezTo>
                  <a:pt x="20028" y="6376"/>
                  <a:pt x="19783" y="6376"/>
                  <a:pt x="19783" y="6246"/>
                </a:cubicBezTo>
                <a:cubicBezTo>
                  <a:pt x="19292" y="6116"/>
                  <a:pt x="19292" y="6116"/>
                  <a:pt x="19292" y="6116"/>
                </a:cubicBezTo>
                <a:cubicBezTo>
                  <a:pt x="15856" y="3773"/>
                  <a:pt x="15856" y="3773"/>
                  <a:pt x="15856" y="3773"/>
                </a:cubicBezTo>
                <a:cubicBezTo>
                  <a:pt x="15610" y="3513"/>
                  <a:pt x="15610" y="3513"/>
                  <a:pt x="15610" y="3513"/>
                </a:cubicBezTo>
                <a:cubicBezTo>
                  <a:pt x="15610" y="3383"/>
                  <a:pt x="15610" y="3383"/>
                  <a:pt x="15610" y="3383"/>
                </a:cubicBezTo>
                <a:cubicBezTo>
                  <a:pt x="15365" y="3253"/>
                  <a:pt x="15365" y="3253"/>
                  <a:pt x="15365" y="3123"/>
                </a:cubicBezTo>
                <a:cubicBezTo>
                  <a:pt x="13156" y="2082"/>
                  <a:pt x="13156" y="2082"/>
                  <a:pt x="13156" y="2082"/>
                </a:cubicBezTo>
                <a:cubicBezTo>
                  <a:pt x="15856" y="1041"/>
                  <a:pt x="15856" y="1041"/>
                  <a:pt x="15856" y="1041"/>
                </a:cubicBezTo>
                <a:cubicBezTo>
                  <a:pt x="7265" y="0"/>
                  <a:pt x="7265" y="0"/>
                  <a:pt x="7265" y="0"/>
                </a:cubicBezTo>
                <a:cubicBezTo>
                  <a:pt x="4074" y="1692"/>
                  <a:pt x="4074" y="1692"/>
                  <a:pt x="4074" y="1692"/>
                </a:cubicBezTo>
                <a:cubicBezTo>
                  <a:pt x="2601" y="2472"/>
                  <a:pt x="1374" y="3383"/>
                  <a:pt x="637" y="4424"/>
                </a:cubicBezTo>
                <a:cubicBezTo>
                  <a:pt x="-99" y="5595"/>
                  <a:pt x="-99" y="6636"/>
                  <a:pt x="146" y="7677"/>
                </a:cubicBezTo>
                <a:cubicBezTo>
                  <a:pt x="1865" y="16005"/>
                  <a:pt x="1865" y="16005"/>
                  <a:pt x="1865" y="16005"/>
                </a:cubicBezTo>
                <a:cubicBezTo>
                  <a:pt x="4074" y="17306"/>
                  <a:pt x="4074" y="17306"/>
                  <a:pt x="4074" y="17306"/>
                </a:cubicBezTo>
                <a:cubicBezTo>
                  <a:pt x="3092" y="17306"/>
                  <a:pt x="3092" y="17306"/>
                  <a:pt x="3092" y="17306"/>
                </a:cubicBezTo>
                <a:cubicBezTo>
                  <a:pt x="3092" y="17306"/>
                  <a:pt x="2846" y="17306"/>
                  <a:pt x="2846" y="17306"/>
                </a:cubicBezTo>
                <a:cubicBezTo>
                  <a:pt x="2601" y="17436"/>
                  <a:pt x="2601" y="17436"/>
                  <a:pt x="2601" y="17566"/>
                </a:cubicBezTo>
                <a:cubicBezTo>
                  <a:pt x="2601" y="17566"/>
                  <a:pt x="2601" y="17696"/>
                  <a:pt x="2846" y="17696"/>
                </a:cubicBezTo>
                <a:cubicBezTo>
                  <a:pt x="2846" y="17827"/>
                  <a:pt x="3092" y="17827"/>
                  <a:pt x="3092" y="17827"/>
                </a:cubicBezTo>
                <a:cubicBezTo>
                  <a:pt x="3337" y="17827"/>
                  <a:pt x="3337" y="17827"/>
                  <a:pt x="3337" y="17827"/>
                </a:cubicBezTo>
                <a:cubicBezTo>
                  <a:pt x="3337" y="18607"/>
                  <a:pt x="2110" y="19388"/>
                  <a:pt x="392" y="19388"/>
                </a:cubicBezTo>
                <a:cubicBezTo>
                  <a:pt x="392" y="20039"/>
                  <a:pt x="392" y="20039"/>
                  <a:pt x="392" y="20039"/>
                </a:cubicBezTo>
                <a:cubicBezTo>
                  <a:pt x="392" y="20169"/>
                  <a:pt x="392" y="20299"/>
                  <a:pt x="637" y="20299"/>
                </a:cubicBezTo>
                <a:cubicBezTo>
                  <a:pt x="637" y="20429"/>
                  <a:pt x="883" y="20429"/>
                  <a:pt x="1128" y="20429"/>
                </a:cubicBezTo>
                <a:cubicBezTo>
                  <a:pt x="1128" y="20429"/>
                  <a:pt x="1128" y="20429"/>
                  <a:pt x="1128" y="20429"/>
                </a:cubicBezTo>
                <a:cubicBezTo>
                  <a:pt x="1128" y="20819"/>
                  <a:pt x="1128" y="20819"/>
                  <a:pt x="1128" y="20819"/>
                </a:cubicBezTo>
                <a:cubicBezTo>
                  <a:pt x="1128" y="20819"/>
                  <a:pt x="1128" y="20819"/>
                  <a:pt x="1128" y="20819"/>
                </a:cubicBezTo>
                <a:cubicBezTo>
                  <a:pt x="883" y="20819"/>
                  <a:pt x="637" y="20819"/>
                  <a:pt x="637" y="20819"/>
                </a:cubicBezTo>
                <a:cubicBezTo>
                  <a:pt x="392" y="20949"/>
                  <a:pt x="392" y="21080"/>
                  <a:pt x="392" y="21210"/>
                </a:cubicBezTo>
                <a:cubicBezTo>
                  <a:pt x="392" y="21210"/>
                  <a:pt x="392" y="21210"/>
                  <a:pt x="392" y="21210"/>
                </a:cubicBezTo>
                <a:cubicBezTo>
                  <a:pt x="392" y="21340"/>
                  <a:pt x="392" y="21470"/>
                  <a:pt x="637" y="21470"/>
                </a:cubicBezTo>
                <a:cubicBezTo>
                  <a:pt x="637" y="21600"/>
                  <a:pt x="883" y="21600"/>
                  <a:pt x="1128" y="21600"/>
                </a:cubicBezTo>
                <a:cubicBezTo>
                  <a:pt x="20765" y="21600"/>
                  <a:pt x="20765" y="21600"/>
                  <a:pt x="20765" y="21600"/>
                </a:cubicBezTo>
                <a:cubicBezTo>
                  <a:pt x="21010" y="21600"/>
                  <a:pt x="21256" y="21600"/>
                  <a:pt x="21256" y="21470"/>
                </a:cubicBezTo>
                <a:cubicBezTo>
                  <a:pt x="21501" y="21470"/>
                  <a:pt x="21501" y="21340"/>
                  <a:pt x="21501" y="21210"/>
                </a:cubicBezTo>
                <a:cubicBezTo>
                  <a:pt x="21501" y="21210"/>
                  <a:pt x="21501" y="21210"/>
                  <a:pt x="21501" y="21210"/>
                </a:cubicBezTo>
                <a:cubicBezTo>
                  <a:pt x="21501" y="21080"/>
                  <a:pt x="21501" y="20949"/>
                  <a:pt x="21256" y="20819"/>
                </a:cubicBezTo>
                <a:cubicBezTo>
                  <a:pt x="21256" y="20819"/>
                  <a:pt x="21010" y="20819"/>
                  <a:pt x="20765" y="20819"/>
                </a:cubicBezTo>
                <a:cubicBezTo>
                  <a:pt x="20765" y="20819"/>
                  <a:pt x="20765" y="20819"/>
                  <a:pt x="20765" y="20819"/>
                </a:cubicBezTo>
                <a:cubicBezTo>
                  <a:pt x="20765" y="20429"/>
                  <a:pt x="20765" y="20429"/>
                  <a:pt x="20765" y="20429"/>
                </a:cubicBezTo>
                <a:close/>
              </a:path>
            </a:pathLst>
          </a:custGeom>
          <a:solidFill>
            <a:srgbClr val="144973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Shape 107"/>
          <p:cNvSpPr/>
          <p:nvPr/>
        </p:nvSpPr>
        <p:spPr>
          <a:xfrm>
            <a:off x="5413981" y="11847784"/>
            <a:ext cx="4302050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Presupuesto y términos </a:t>
            </a:r>
          </a:p>
        </p:txBody>
      </p:sp>
      <p:sp>
        <p:nvSpPr>
          <p:cNvPr id="108" name="Shape 108"/>
          <p:cNvSpPr/>
          <p:nvPr/>
        </p:nvSpPr>
        <p:spPr>
          <a:xfrm>
            <a:off x="3075689" y="12464974"/>
            <a:ext cx="6640341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Varias opciones de presupuesto y los términos del servicio brindado.</a:t>
            </a:r>
          </a:p>
        </p:txBody>
      </p:sp>
      <p:sp>
        <p:nvSpPr>
          <p:cNvPr id="109" name="Shape 109"/>
          <p:cNvSpPr/>
          <p:nvPr/>
        </p:nvSpPr>
        <p:spPr>
          <a:xfrm>
            <a:off x="6620030" y="12463338"/>
            <a:ext cx="3096001" cy="1"/>
          </a:xfrm>
          <a:prstGeom prst="line">
            <a:avLst/>
          </a:prstGeom>
          <a:ln w="38100">
            <a:solidFill>
              <a:srgbClr val="144973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24" name="Group 124"/>
          <p:cNvGrpSpPr/>
          <p:nvPr/>
        </p:nvGrpSpPr>
        <p:grpSpPr>
          <a:xfrm>
            <a:off x="14410168" y="9943348"/>
            <a:ext cx="872202" cy="844423"/>
            <a:chOff x="0" y="0"/>
            <a:chExt cx="872200" cy="844421"/>
          </a:xfrm>
        </p:grpSpPr>
        <p:sp>
          <p:nvSpPr>
            <p:cNvPr id="110" name="Shape 110"/>
            <p:cNvSpPr/>
            <p:nvPr/>
          </p:nvSpPr>
          <p:spPr>
            <a:xfrm>
              <a:off x="311103" y="338877"/>
              <a:ext cx="99998" cy="88886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" name="Shape 111"/>
            <p:cNvSpPr/>
            <p:nvPr/>
          </p:nvSpPr>
          <p:spPr>
            <a:xfrm>
              <a:off x="466653" y="338877"/>
              <a:ext cx="99998" cy="88886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2" name="Shape 112"/>
            <p:cNvSpPr/>
            <p:nvPr/>
          </p:nvSpPr>
          <p:spPr>
            <a:xfrm>
              <a:off x="616651" y="338877"/>
              <a:ext cx="99998" cy="88886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3" name="Shape 113"/>
            <p:cNvSpPr/>
            <p:nvPr/>
          </p:nvSpPr>
          <p:spPr>
            <a:xfrm>
              <a:off x="311103" y="483318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4" name="Shape 114"/>
            <p:cNvSpPr/>
            <p:nvPr/>
          </p:nvSpPr>
          <p:spPr>
            <a:xfrm>
              <a:off x="466653" y="483318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5" name="Shape 115"/>
            <p:cNvSpPr/>
            <p:nvPr/>
          </p:nvSpPr>
          <p:spPr>
            <a:xfrm>
              <a:off x="616651" y="483318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6" name="Shape 116"/>
            <p:cNvSpPr/>
            <p:nvPr/>
          </p:nvSpPr>
          <p:spPr>
            <a:xfrm>
              <a:off x="311103" y="622205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7" name="Shape 117"/>
            <p:cNvSpPr/>
            <p:nvPr/>
          </p:nvSpPr>
          <p:spPr>
            <a:xfrm>
              <a:off x="161108" y="483318"/>
              <a:ext cx="88886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8" name="Shape 118"/>
            <p:cNvSpPr/>
            <p:nvPr/>
          </p:nvSpPr>
          <p:spPr>
            <a:xfrm>
              <a:off x="161108" y="622205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9" name="Shape 119"/>
            <p:cNvSpPr/>
            <p:nvPr/>
          </p:nvSpPr>
          <p:spPr>
            <a:xfrm>
              <a:off x="466653" y="622205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0" name="Shape 120"/>
            <p:cNvSpPr/>
            <p:nvPr/>
          </p:nvSpPr>
          <p:spPr>
            <a:xfrm>
              <a:off x="616651" y="622205"/>
              <a:ext cx="99998" cy="83334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1" name="Shape 121"/>
            <p:cNvSpPr/>
            <p:nvPr/>
          </p:nvSpPr>
          <p:spPr>
            <a:xfrm>
              <a:off x="0" y="61107"/>
              <a:ext cx="872201" cy="783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8573" y="0"/>
                  </a:lnTo>
                  <a:lnTo>
                    <a:pt x="18573" y="2298"/>
                  </a:lnTo>
                  <a:lnTo>
                    <a:pt x="15684" y="2298"/>
                  </a:lnTo>
                  <a:lnTo>
                    <a:pt x="15684" y="0"/>
                  </a:lnTo>
                  <a:lnTo>
                    <a:pt x="6466" y="0"/>
                  </a:lnTo>
                  <a:lnTo>
                    <a:pt x="6466" y="2298"/>
                  </a:lnTo>
                  <a:lnTo>
                    <a:pt x="3439" y="2298"/>
                  </a:lnTo>
                  <a:lnTo>
                    <a:pt x="3439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  <a:moveTo>
                    <a:pt x="20087" y="19762"/>
                  </a:moveTo>
                  <a:lnTo>
                    <a:pt x="1651" y="19762"/>
                  </a:lnTo>
                  <a:lnTo>
                    <a:pt x="1651" y="6128"/>
                  </a:lnTo>
                  <a:lnTo>
                    <a:pt x="20087" y="6128"/>
                  </a:lnTo>
                  <a:lnTo>
                    <a:pt x="20087" y="19762"/>
                  </a:lnTo>
                  <a:close/>
                </a:path>
              </a:pathLst>
            </a:cu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2" name="Shape 122"/>
            <p:cNvSpPr/>
            <p:nvPr/>
          </p:nvSpPr>
          <p:spPr>
            <a:xfrm>
              <a:off x="166661" y="0"/>
              <a:ext cx="72222" cy="122219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3" name="Shape 123"/>
            <p:cNvSpPr/>
            <p:nvPr/>
          </p:nvSpPr>
          <p:spPr>
            <a:xfrm>
              <a:off x="649984" y="0"/>
              <a:ext cx="83334" cy="122219"/>
            </a:xfrm>
            <a:prstGeom prst="rect">
              <a:avLst/>
            </a:prstGeom>
            <a:solidFill>
              <a:srgbClr val="2F53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nodeType="afterEffect" presetClass="entr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nodeType="afterEffect" presetClass="entr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nodeType="afterEffect" presetClass="entr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nodeType="afterEffect" presetClass="entr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nodeType="afterEffect" presetClass="entr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nodeType="afterEffect" presetClass="entr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nodeType="afterEffect" presetClass="entr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nodeType="afterEffect" presetClass="entr" presetSubtype="2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6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1" grpId="10"/>
      <p:bldP build="whole" bldLvl="1" animBg="1" rev="0" advAuto="0" spid="109" grpId="15"/>
      <p:bldP build="whole" bldLvl="1" animBg="1" rev="0" advAuto="0" spid="102" grpId="9"/>
      <p:bldP build="whole" bldLvl="1" animBg="1" rev="0" advAuto="0" spid="88" grpId="6"/>
      <p:bldP build="whole" bldLvl="1" animBg="1" rev="0" advAuto="0" spid="108" grpId="16"/>
      <p:bldP build="whole" bldLvl="1" animBg="1" rev="0" advAuto="0" spid="90" grpId="1"/>
      <p:bldP build="whole" bldLvl="1" animBg="1" rev="0" advAuto="0" spid="100" grpId="8"/>
      <p:bldP build="whole" bldLvl="1" animBg="1" rev="0" advAuto="0" spid="107" grpId="14"/>
      <p:bldP build="whole" bldLvl="1" animBg="1" rev="0" advAuto="0" spid="89" grpId="5"/>
      <p:bldP build="whole" bldLvl="1" animBg="1" rev="0" advAuto="0" spid="98" grpId="12"/>
      <p:bldP build="whole" bldLvl="1" animBg="1" rev="0" advAuto="0" spid="97" grpId="11"/>
      <p:bldP build="whole" bldLvl="1" animBg="1" rev="0" advAuto="0" spid="92" grpId="3"/>
      <p:bldP build="whole" bldLvl="1" animBg="1" rev="0" advAuto="0" spid="91" grpId="2"/>
      <p:bldP build="whole" bldLvl="1" animBg="1" rev="0" advAuto="0" spid="106" grpId="7"/>
      <p:bldP build="whole" bldLvl="1" animBg="1" rev="0" advAuto="0" spid="87" grpId="4"/>
      <p:bldP build="whole" bldLvl="1" animBg="1" rev="0" advAuto="0" spid="99" grpId="1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 flipH="1">
            <a:off x="19939000" y="9017000"/>
            <a:ext cx="4445000" cy="4737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44973"/>
          </a:solidFill>
          <a:ln w="25400">
            <a:solidFill>
              <a:srgbClr val="000000">
                <a:alpha val="0"/>
              </a:srgbClr>
            </a:solidFill>
            <a:round/>
          </a:ln>
        </p:spPr>
        <p:txBody>
          <a:bodyPr lIns="45719" rIns="45719"/>
          <a:lstStyle/>
          <a:p>
            <a:pPr lvl="0" defTabSz="457200">
              <a:defRPr sz="1800">
                <a:uFill>
                  <a:solidFill/>
                </a:u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7" name="Shape 127"/>
          <p:cNvSpPr/>
          <p:nvPr/>
        </p:nvSpPr>
        <p:spPr>
          <a:xfrm flipH="1" rot="10800000">
            <a:off x="-12700" y="-12700"/>
            <a:ext cx="4445000" cy="4737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44973"/>
          </a:solidFill>
          <a:ln w="25400">
            <a:solidFill>
              <a:srgbClr val="000000">
                <a:alpha val="0"/>
              </a:srgbClr>
            </a:solidFill>
            <a:round/>
          </a:ln>
        </p:spPr>
        <p:txBody>
          <a:bodyPr lIns="45719" rIns="45719"/>
          <a:lstStyle/>
          <a:p>
            <a:pPr lvl="0" defTabSz="457200">
              <a:defRPr sz="1800">
                <a:uFill>
                  <a:solidFill/>
                </a:u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8" name="Shape 128"/>
          <p:cNvSpPr/>
          <p:nvPr/>
        </p:nvSpPr>
        <p:spPr>
          <a:xfrm>
            <a:off x="-54536" y="6286500"/>
            <a:ext cx="24493072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90000"/>
              </a:lnSpc>
              <a:defRPr spc="-140" sz="7000">
                <a:solidFill>
                  <a:srgbClr val="144973"/>
                </a:solidFill>
                <a:latin typeface="Raleway Heavy"/>
                <a:ea typeface="Raleway Heavy"/>
                <a:cs typeface="Raleway Heavy"/>
                <a:sym typeface="Raleway Heavy"/>
              </a:defRPr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40" sz="7000">
                <a:solidFill>
                  <a:srgbClr val="144973"/>
                </a:solidFill>
              </a:rPr>
              <a:t>Ejemplo propuesta marketing completa</a:t>
            </a:r>
          </a:p>
        </p:txBody>
      </p:sp>
    </p:spTree>
  </p:cSld>
  <p:clrMapOvr>
    <a:masterClrMapping/>
  </p:clrMapOvr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6" grpId="1"/>
      <p:bldP build="whole" bldLvl="1" animBg="1" rev="0" advAuto="0" spid="127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/>
        </p:nvSpPr>
        <p:spPr>
          <a:xfrm>
            <a:off x="1852952" y="2446320"/>
            <a:ext cx="9746478" cy="82943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46" y="10639"/>
                </a:moveTo>
                <a:cubicBezTo>
                  <a:pt x="21307" y="10639"/>
                  <a:pt x="21267" y="10662"/>
                  <a:pt x="21228" y="10685"/>
                </a:cubicBezTo>
                <a:cubicBezTo>
                  <a:pt x="17120" y="2994"/>
                  <a:pt x="17120" y="2994"/>
                  <a:pt x="17120" y="2994"/>
                </a:cubicBezTo>
                <a:cubicBezTo>
                  <a:pt x="17198" y="2925"/>
                  <a:pt x="17237" y="2832"/>
                  <a:pt x="17237" y="2740"/>
                </a:cubicBezTo>
                <a:cubicBezTo>
                  <a:pt x="17237" y="2579"/>
                  <a:pt x="17120" y="2441"/>
                  <a:pt x="16983" y="2441"/>
                </a:cubicBezTo>
                <a:cubicBezTo>
                  <a:pt x="16846" y="2441"/>
                  <a:pt x="16728" y="2579"/>
                  <a:pt x="16728" y="2740"/>
                </a:cubicBezTo>
                <a:cubicBezTo>
                  <a:pt x="16728" y="2855"/>
                  <a:pt x="16787" y="2948"/>
                  <a:pt x="16846" y="2994"/>
                </a:cubicBezTo>
                <a:cubicBezTo>
                  <a:pt x="16317" y="4191"/>
                  <a:pt x="16317" y="4191"/>
                  <a:pt x="16317" y="4191"/>
                </a:cubicBezTo>
                <a:cubicBezTo>
                  <a:pt x="13187" y="23"/>
                  <a:pt x="13187" y="23"/>
                  <a:pt x="13187" y="23"/>
                </a:cubicBezTo>
                <a:cubicBezTo>
                  <a:pt x="13167" y="0"/>
                  <a:pt x="13167" y="0"/>
                  <a:pt x="13167" y="0"/>
                </a:cubicBezTo>
                <a:cubicBezTo>
                  <a:pt x="10174" y="4444"/>
                  <a:pt x="10174" y="4444"/>
                  <a:pt x="10174" y="4444"/>
                </a:cubicBezTo>
                <a:cubicBezTo>
                  <a:pt x="10135" y="4421"/>
                  <a:pt x="10096" y="4398"/>
                  <a:pt x="10037" y="4398"/>
                </a:cubicBezTo>
                <a:cubicBezTo>
                  <a:pt x="9959" y="4398"/>
                  <a:pt x="9880" y="4467"/>
                  <a:pt x="9822" y="4536"/>
                </a:cubicBezTo>
                <a:cubicBezTo>
                  <a:pt x="333" y="23"/>
                  <a:pt x="333" y="23"/>
                  <a:pt x="333" y="23"/>
                </a:cubicBezTo>
                <a:cubicBezTo>
                  <a:pt x="333" y="23"/>
                  <a:pt x="333" y="23"/>
                  <a:pt x="333" y="23"/>
                </a:cubicBezTo>
                <a:cubicBezTo>
                  <a:pt x="333" y="23"/>
                  <a:pt x="333" y="23"/>
                  <a:pt x="333" y="23"/>
                </a:cubicBezTo>
                <a:cubicBezTo>
                  <a:pt x="313" y="23"/>
                  <a:pt x="313" y="23"/>
                  <a:pt x="313" y="23"/>
                </a:cubicBezTo>
                <a:cubicBezTo>
                  <a:pt x="313" y="23"/>
                  <a:pt x="313" y="23"/>
                  <a:pt x="313" y="23"/>
                </a:cubicBezTo>
                <a:cubicBezTo>
                  <a:pt x="313" y="46"/>
                  <a:pt x="313" y="46"/>
                  <a:pt x="313" y="46"/>
                </a:cubicBezTo>
                <a:cubicBezTo>
                  <a:pt x="313" y="46"/>
                  <a:pt x="313" y="46"/>
                  <a:pt x="313" y="46"/>
                </a:cubicBezTo>
                <a:cubicBezTo>
                  <a:pt x="313" y="46"/>
                  <a:pt x="313" y="46"/>
                  <a:pt x="313" y="46"/>
                </a:cubicBezTo>
                <a:cubicBezTo>
                  <a:pt x="313" y="46"/>
                  <a:pt x="313" y="46"/>
                  <a:pt x="313" y="46"/>
                </a:cubicBezTo>
                <a:cubicBezTo>
                  <a:pt x="2700" y="2971"/>
                  <a:pt x="2700" y="2971"/>
                  <a:pt x="2700" y="2971"/>
                </a:cubicBezTo>
                <a:cubicBezTo>
                  <a:pt x="2661" y="3017"/>
                  <a:pt x="2641" y="3086"/>
                  <a:pt x="2641" y="3155"/>
                </a:cubicBezTo>
                <a:cubicBezTo>
                  <a:pt x="2641" y="3293"/>
                  <a:pt x="2720" y="3385"/>
                  <a:pt x="2817" y="3431"/>
                </a:cubicBezTo>
                <a:cubicBezTo>
                  <a:pt x="1017" y="11145"/>
                  <a:pt x="1017" y="11145"/>
                  <a:pt x="1017" y="11145"/>
                </a:cubicBezTo>
                <a:cubicBezTo>
                  <a:pt x="1017" y="11145"/>
                  <a:pt x="998" y="11122"/>
                  <a:pt x="978" y="11122"/>
                </a:cubicBezTo>
                <a:cubicBezTo>
                  <a:pt x="841" y="11122"/>
                  <a:pt x="724" y="11261"/>
                  <a:pt x="724" y="11422"/>
                </a:cubicBezTo>
                <a:cubicBezTo>
                  <a:pt x="724" y="11583"/>
                  <a:pt x="841" y="11721"/>
                  <a:pt x="978" y="11721"/>
                </a:cubicBezTo>
                <a:cubicBezTo>
                  <a:pt x="1115" y="11721"/>
                  <a:pt x="1233" y="11583"/>
                  <a:pt x="1233" y="11422"/>
                </a:cubicBezTo>
                <a:cubicBezTo>
                  <a:pt x="1233" y="11376"/>
                  <a:pt x="1213" y="11330"/>
                  <a:pt x="1193" y="11284"/>
                </a:cubicBezTo>
                <a:cubicBezTo>
                  <a:pt x="9822" y="4836"/>
                  <a:pt x="9822" y="4836"/>
                  <a:pt x="9822" y="4836"/>
                </a:cubicBezTo>
                <a:cubicBezTo>
                  <a:pt x="9841" y="4859"/>
                  <a:pt x="9841" y="4882"/>
                  <a:pt x="9861" y="4905"/>
                </a:cubicBezTo>
                <a:cubicBezTo>
                  <a:pt x="9685" y="5158"/>
                  <a:pt x="9685" y="5158"/>
                  <a:pt x="9685" y="5158"/>
                </a:cubicBezTo>
                <a:cubicBezTo>
                  <a:pt x="4989" y="11744"/>
                  <a:pt x="4989" y="11744"/>
                  <a:pt x="4989" y="11744"/>
                </a:cubicBezTo>
                <a:cubicBezTo>
                  <a:pt x="4970" y="11721"/>
                  <a:pt x="4930" y="11721"/>
                  <a:pt x="4891" y="11721"/>
                </a:cubicBezTo>
                <a:cubicBezTo>
                  <a:pt x="4754" y="11721"/>
                  <a:pt x="4637" y="11836"/>
                  <a:pt x="4637" y="11997"/>
                </a:cubicBezTo>
                <a:cubicBezTo>
                  <a:pt x="4637" y="12043"/>
                  <a:pt x="4657" y="12090"/>
                  <a:pt x="4657" y="12136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0" y="16925"/>
                  <a:pt x="20" y="16925"/>
                  <a:pt x="20" y="16925"/>
                </a:cubicBezTo>
                <a:cubicBezTo>
                  <a:pt x="20" y="16948"/>
                  <a:pt x="20" y="16948"/>
                  <a:pt x="20" y="16948"/>
                </a:cubicBezTo>
                <a:cubicBezTo>
                  <a:pt x="4637" y="17409"/>
                  <a:pt x="4637" y="17409"/>
                  <a:pt x="4637" y="17409"/>
                </a:cubicBezTo>
                <a:cubicBezTo>
                  <a:pt x="4637" y="17409"/>
                  <a:pt x="4637" y="17432"/>
                  <a:pt x="4637" y="17432"/>
                </a:cubicBezTo>
                <a:cubicBezTo>
                  <a:pt x="4637" y="17593"/>
                  <a:pt x="4754" y="17731"/>
                  <a:pt x="4891" y="17731"/>
                </a:cubicBezTo>
                <a:cubicBezTo>
                  <a:pt x="5009" y="17731"/>
                  <a:pt x="5087" y="17639"/>
                  <a:pt x="5126" y="17501"/>
                </a:cubicBezTo>
                <a:cubicBezTo>
                  <a:pt x="15848" y="21255"/>
                  <a:pt x="15848" y="21255"/>
                  <a:pt x="15848" y="21255"/>
                </a:cubicBezTo>
                <a:cubicBezTo>
                  <a:pt x="15848" y="21278"/>
                  <a:pt x="15848" y="21278"/>
                  <a:pt x="15848" y="21301"/>
                </a:cubicBezTo>
                <a:cubicBezTo>
                  <a:pt x="15848" y="21462"/>
                  <a:pt x="15965" y="21600"/>
                  <a:pt x="16102" y="21600"/>
                </a:cubicBezTo>
                <a:cubicBezTo>
                  <a:pt x="16239" y="21600"/>
                  <a:pt x="16337" y="21462"/>
                  <a:pt x="16337" y="21301"/>
                </a:cubicBezTo>
                <a:cubicBezTo>
                  <a:pt x="16337" y="21139"/>
                  <a:pt x="16239" y="21001"/>
                  <a:pt x="16102" y="21001"/>
                </a:cubicBezTo>
                <a:cubicBezTo>
                  <a:pt x="16004" y="21001"/>
                  <a:pt x="15926" y="21070"/>
                  <a:pt x="15867" y="21162"/>
                </a:cubicBezTo>
                <a:cubicBezTo>
                  <a:pt x="5126" y="12090"/>
                  <a:pt x="5126" y="12090"/>
                  <a:pt x="5126" y="12090"/>
                </a:cubicBezTo>
                <a:cubicBezTo>
                  <a:pt x="5126" y="12090"/>
                  <a:pt x="5126" y="12090"/>
                  <a:pt x="5126" y="12090"/>
                </a:cubicBezTo>
                <a:cubicBezTo>
                  <a:pt x="10604" y="15313"/>
                  <a:pt x="10604" y="15313"/>
                  <a:pt x="10604" y="15313"/>
                </a:cubicBezTo>
                <a:cubicBezTo>
                  <a:pt x="10604" y="15336"/>
                  <a:pt x="10585" y="15383"/>
                  <a:pt x="10585" y="15429"/>
                </a:cubicBezTo>
                <a:cubicBezTo>
                  <a:pt x="10585" y="15590"/>
                  <a:pt x="10702" y="15705"/>
                  <a:pt x="10839" y="15705"/>
                </a:cubicBezTo>
                <a:cubicBezTo>
                  <a:pt x="10937" y="15705"/>
                  <a:pt x="11015" y="15659"/>
                  <a:pt x="11054" y="15567"/>
                </a:cubicBezTo>
                <a:cubicBezTo>
                  <a:pt x="15476" y="18054"/>
                  <a:pt x="15476" y="18054"/>
                  <a:pt x="15476" y="18054"/>
                </a:cubicBezTo>
                <a:cubicBezTo>
                  <a:pt x="15457" y="18077"/>
                  <a:pt x="15457" y="18123"/>
                  <a:pt x="15457" y="18169"/>
                </a:cubicBezTo>
                <a:cubicBezTo>
                  <a:pt x="15457" y="18330"/>
                  <a:pt x="15554" y="18468"/>
                  <a:pt x="15691" y="18468"/>
                </a:cubicBezTo>
                <a:cubicBezTo>
                  <a:pt x="15828" y="18468"/>
                  <a:pt x="15946" y="18330"/>
                  <a:pt x="15946" y="18169"/>
                </a:cubicBezTo>
                <a:cubicBezTo>
                  <a:pt x="15946" y="18100"/>
                  <a:pt x="15926" y="18054"/>
                  <a:pt x="15907" y="18008"/>
                </a:cubicBezTo>
                <a:cubicBezTo>
                  <a:pt x="21189" y="11168"/>
                  <a:pt x="21189" y="11168"/>
                  <a:pt x="21189" y="11168"/>
                </a:cubicBezTo>
                <a:cubicBezTo>
                  <a:pt x="21228" y="11214"/>
                  <a:pt x="21287" y="11238"/>
                  <a:pt x="21346" y="11238"/>
                </a:cubicBezTo>
                <a:cubicBezTo>
                  <a:pt x="21483" y="11238"/>
                  <a:pt x="21600" y="11099"/>
                  <a:pt x="21600" y="10938"/>
                </a:cubicBezTo>
                <a:cubicBezTo>
                  <a:pt x="21600" y="10777"/>
                  <a:pt x="21483" y="10639"/>
                  <a:pt x="21346" y="10639"/>
                </a:cubicBezTo>
                <a:close/>
                <a:moveTo>
                  <a:pt x="21130" y="10800"/>
                </a:moveTo>
                <a:cubicBezTo>
                  <a:pt x="14928" y="7346"/>
                  <a:pt x="14928" y="7346"/>
                  <a:pt x="14928" y="7346"/>
                </a:cubicBezTo>
                <a:cubicBezTo>
                  <a:pt x="15026" y="7139"/>
                  <a:pt x="15026" y="7139"/>
                  <a:pt x="15026" y="7139"/>
                </a:cubicBezTo>
                <a:cubicBezTo>
                  <a:pt x="15046" y="7162"/>
                  <a:pt x="15085" y="7185"/>
                  <a:pt x="15124" y="7185"/>
                </a:cubicBezTo>
                <a:cubicBezTo>
                  <a:pt x="15280" y="7185"/>
                  <a:pt x="15378" y="7046"/>
                  <a:pt x="15378" y="6885"/>
                </a:cubicBezTo>
                <a:cubicBezTo>
                  <a:pt x="15378" y="6793"/>
                  <a:pt x="15339" y="6701"/>
                  <a:pt x="15261" y="6632"/>
                </a:cubicBezTo>
                <a:cubicBezTo>
                  <a:pt x="16317" y="4260"/>
                  <a:pt x="16317" y="4260"/>
                  <a:pt x="16317" y="4260"/>
                </a:cubicBezTo>
                <a:cubicBezTo>
                  <a:pt x="21170" y="10731"/>
                  <a:pt x="21170" y="10731"/>
                  <a:pt x="21170" y="10731"/>
                </a:cubicBezTo>
                <a:cubicBezTo>
                  <a:pt x="21150" y="10754"/>
                  <a:pt x="21150" y="10777"/>
                  <a:pt x="21130" y="10800"/>
                </a:cubicBezTo>
                <a:close/>
                <a:moveTo>
                  <a:pt x="16728" y="10224"/>
                </a:moveTo>
                <a:cubicBezTo>
                  <a:pt x="13226" y="10708"/>
                  <a:pt x="13226" y="10708"/>
                  <a:pt x="13226" y="10708"/>
                </a:cubicBezTo>
                <a:cubicBezTo>
                  <a:pt x="13754" y="9672"/>
                  <a:pt x="13754" y="9672"/>
                  <a:pt x="13754" y="9672"/>
                </a:cubicBezTo>
                <a:cubicBezTo>
                  <a:pt x="14478" y="8221"/>
                  <a:pt x="14478" y="8221"/>
                  <a:pt x="14478" y="8221"/>
                </a:cubicBezTo>
                <a:cubicBezTo>
                  <a:pt x="16767" y="10063"/>
                  <a:pt x="16767" y="10063"/>
                  <a:pt x="16767" y="10063"/>
                </a:cubicBezTo>
                <a:cubicBezTo>
                  <a:pt x="16748" y="10086"/>
                  <a:pt x="16728" y="10155"/>
                  <a:pt x="16728" y="10201"/>
                </a:cubicBezTo>
                <a:cubicBezTo>
                  <a:pt x="16728" y="10201"/>
                  <a:pt x="16728" y="10224"/>
                  <a:pt x="16728" y="10224"/>
                </a:cubicBezTo>
                <a:close/>
                <a:moveTo>
                  <a:pt x="14987" y="7139"/>
                </a:moveTo>
                <a:cubicBezTo>
                  <a:pt x="14889" y="7346"/>
                  <a:pt x="14889" y="7346"/>
                  <a:pt x="14889" y="7346"/>
                </a:cubicBezTo>
                <a:cubicBezTo>
                  <a:pt x="14596" y="7162"/>
                  <a:pt x="14596" y="7162"/>
                  <a:pt x="14596" y="7162"/>
                </a:cubicBezTo>
                <a:cubicBezTo>
                  <a:pt x="14909" y="7023"/>
                  <a:pt x="14909" y="7023"/>
                  <a:pt x="14909" y="7023"/>
                </a:cubicBezTo>
                <a:cubicBezTo>
                  <a:pt x="14928" y="7070"/>
                  <a:pt x="14948" y="7093"/>
                  <a:pt x="14987" y="7139"/>
                </a:cubicBezTo>
                <a:close/>
                <a:moveTo>
                  <a:pt x="14870" y="7369"/>
                </a:moveTo>
                <a:cubicBezTo>
                  <a:pt x="14478" y="8175"/>
                  <a:pt x="14478" y="8175"/>
                  <a:pt x="14478" y="8175"/>
                </a:cubicBezTo>
                <a:cubicBezTo>
                  <a:pt x="13735" y="7599"/>
                  <a:pt x="13735" y="7599"/>
                  <a:pt x="13735" y="7599"/>
                </a:cubicBezTo>
                <a:cubicBezTo>
                  <a:pt x="14557" y="7185"/>
                  <a:pt x="14557" y="7185"/>
                  <a:pt x="14557" y="7185"/>
                </a:cubicBezTo>
                <a:lnTo>
                  <a:pt x="14870" y="7369"/>
                </a:lnTo>
                <a:close/>
                <a:moveTo>
                  <a:pt x="13715" y="7576"/>
                </a:moveTo>
                <a:cubicBezTo>
                  <a:pt x="10272" y="4813"/>
                  <a:pt x="10272" y="4813"/>
                  <a:pt x="10272" y="4813"/>
                </a:cubicBezTo>
                <a:cubicBezTo>
                  <a:pt x="10272" y="4813"/>
                  <a:pt x="10272" y="4813"/>
                  <a:pt x="10272" y="4813"/>
                </a:cubicBezTo>
                <a:cubicBezTo>
                  <a:pt x="14517" y="7162"/>
                  <a:pt x="14517" y="7162"/>
                  <a:pt x="14517" y="7162"/>
                </a:cubicBezTo>
                <a:lnTo>
                  <a:pt x="13715" y="7576"/>
                </a:lnTo>
                <a:close/>
                <a:moveTo>
                  <a:pt x="9880" y="4928"/>
                </a:moveTo>
                <a:cubicBezTo>
                  <a:pt x="9920" y="4951"/>
                  <a:pt x="9978" y="4997"/>
                  <a:pt x="10037" y="4997"/>
                </a:cubicBezTo>
                <a:cubicBezTo>
                  <a:pt x="10135" y="4997"/>
                  <a:pt x="10213" y="4928"/>
                  <a:pt x="10252" y="4859"/>
                </a:cubicBezTo>
                <a:cubicBezTo>
                  <a:pt x="13676" y="7576"/>
                  <a:pt x="13676" y="7576"/>
                  <a:pt x="13676" y="7576"/>
                </a:cubicBezTo>
                <a:cubicBezTo>
                  <a:pt x="5067" y="11813"/>
                  <a:pt x="5067" y="11813"/>
                  <a:pt x="5067" y="11813"/>
                </a:cubicBezTo>
                <a:cubicBezTo>
                  <a:pt x="5067" y="11790"/>
                  <a:pt x="5048" y="11767"/>
                  <a:pt x="5028" y="11767"/>
                </a:cubicBezTo>
                <a:cubicBezTo>
                  <a:pt x="9646" y="5250"/>
                  <a:pt x="9646" y="5250"/>
                  <a:pt x="9646" y="5250"/>
                </a:cubicBezTo>
                <a:lnTo>
                  <a:pt x="9880" y="4928"/>
                </a:lnTo>
                <a:close/>
                <a:moveTo>
                  <a:pt x="5087" y="11836"/>
                </a:moveTo>
                <a:cubicBezTo>
                  <a:pt x="13715" y="7599"/>
                  <a:pt x="13715" y="7599"/>
                  <a:pt x="13715" y="7599"/>
                </a:cubicBezTo>
                <a:cubicBezTo>
                  <a:pt x="14459" y="8198"/>
                  <a:pt x="14459" y="8198"/>
                  <a:pt x="14459" y="8198"/>
                </a:cubicBezTo>
                <a:cubicBezTo>
                  <a:pt x="13715" y="9672"/>
                  <a:pt x="13715" y="9672"/>
                  <a:pt x="13715" y="9672"/>
                </a:cubicBezTo>
                <a:cubicBezTo>
                  <a:pt x="13187" y="10731"/>
                  <a:pt x="13187" y="10731"/>
                  <a:pt x="13187" y="10731"/>
                </a:cubicBezTo>
                <a:cubicBezTo>
                  <a:pt x="5107" y="11859"/>
                  <a:pt x="5107" y="11859"/>
                  <a:pt x="5107" y="11859"/>
                </a:cubicBezTo>
                <a:cubicBezTo>
                  <a:pt x="5107" y="11859"/>
                  <a:pt x="5107" y="11836"/>
                  <a:pt x="5087" y="11836"/>
                </a:cubicBezTo>
                <a:close/>
                <a:moveTo>
                  <a:pt x="11074" y="15313"/>
                </a:moveTo>
                <a:cubicBezTo>
                  <a:pt x="11054" y="15244"/>
                  <a:pt x="11015" y="15221"/>
                  <a:pt x="10996" y="15175"/>
                </a:cubicBezTo>
                <a:cubicBezTo>
                  <a:pt x="13207" y="10754"/>
                  <a:pt x="13207" y="10754"/>
                  <a:pt x="13207" y="10754"/>
                </a:cubicBezTo>
                <a:cubicBezTo>
                  <a:pt x="16728" y="10247"/>
                  <a:pt x="16728" y="10247"/>
                  <a:pt x="16728" y="10247"/>
                </a:cubicBezTo>
                <a:cubicBezTo>
                  <a:pt x="16767" y="10386"/>
                  <a:pt x="16865" y="10501"/>
                  <a:pt x="16983" y="10501"/>
                </a:cubicBezTo>
                <a:cubicBezTo>
                  <a:pt x="17120" y="10501"/>
                  <a:pt x="17237" y="10362"/>
                  <a:pt x="17237" y="10201"/>
                </a:cubicBezTo>
                <a:cubicBezTo>
                  <a:pt x="17237" y="10040"/>
                  <a:pt x="17120" y="9902"/>
                  <a:pt x="16983" y="9902"/>
                </a:cubicBezTo>
                <a:cubicBezTo>
                  <a:pt x="16904" y="9902"/>
                  <a:pt x="16826" y="9948"/>
                  <a:pt x="16787" y="10017"/>
                </a:cubicBezTo>
                <a:cubicBezTo>
                  <a:pt x="14498" y="8198"/>
                  <a:pt x="14498" y="8198"/>
                  <a:pt x="14498" y="8198"/>
                </a:cubicBezTo>
                <a:cubicBezTo>
                  <a:pt x="14909" y="7369"/>
                  <a:pt x="14909" y="7369"/>
                  <a:pt x="14909" y="7369"/>
                </a:cubicBezTo>
                <a:cubicBezTo>
                  <a:pt x="21130" y="10823"/>
                  <a:pt x="21130" y="10823"/>
                  <a:pt x="21130" y="10823"/>
                </a:cubicBezTo>
                <a:cubicBezTo>
                  <a:pt x="21111" y="10869"/>
                  <a:pt x="21111" y="10892"/>
                  <a:pt x="21111" y="10938"/>
                </a:cubicBezTo>
                <a:cubicBezTo>
                  <a:pt x="21111" y="10961"/>
                  <a:pt x="21111" y="10984"/>
                  <a:pt x="21111" y="11030"/>
                </a:cubicBezTo>
                <a:cubicBezTo>
                  <a:pt x="15378" y="13471"/>
                  <a:pt x="15378" y="13471"/>
                  <a:pt x="15378" y="13471"/>
                </a:cubicBezTo>
                <a:lnTo>
                  <a:pt x="11074" y="15313"/>
                </a:lnTo>
                <a:close/>
                <a:moveTo>
                  <a:pt x="16885" y="3017"/>
                </a:moveTo>
                <a:cubicBezTo>
                  <a:pt x="16904" y="3040"/>
                  <a:pt x="16943" y="3040"/>
                  <a:pt x="16983" y="3040"/>
                </a:cubicBezTo>
                <a:cubicBezTo>
                  <a:pt x="17022" y="3040"/>
                  <a:pt x="17061" y="3017"/>
                  <a:pt x="17100" y="2994"/>
                </a:cubicBezTo>
                <a:cubicBezTo>
                  <a:pt x="21209" y="10708"/>
                  <a:pt x="21209" y="10708"/>
                  <a:pt x="21209" y="10708"/>
                </a:cubicBezTo>
                <a:cubicBezTo>
                  <a:pt x="21209" y="10708"/>
                  <a:pt x="21209" y="10708"/>
                  <a:pt x="21189" y="10708"/>
                </a:cubicBezTo>
                <a:cubicBezTo>
                  <a:pt x="16337" y="4237"/>
                  <a:pt x="16337" y="4237"/>
                  <a:pt x="16337" y="4237"/>
                </a:cubicBezTo>
                <a:lnTo>
                  <a:pt x="16885" y="3017"/>
                </a:lnTo>
                <a:close/>
                <a:moveTo>
                  <a:pt x="15241" y="6632"/>
                </a:moveTo>
                <a:cubicBezTo>
                  <a:pt x="15202" y="6609"/>
                  <a:pt x="15163" y="6586"/>
                  <a:pt x="15124" y="6586"/>
                </a:cubicBezTo>
                <a:cubicBezTo>
                  <a:pt x="14987" y="6586"/>
                  <a:pt x="14889" y="6724"/>
                  <a:pt x="14889" y="6885"/>
                </a:cubicBezTo>
                <a:cubicBezTo>
                  <a:pt x="14889" y="6931"/>
                  <a:pt x="14889" y="6954"/>
                  <a:pt x="14889" y="6977"/>
                </a:cubicBezTo>
                <a:cubicBezTo>
                  <a:pt x="14557" y="7162"/>
                  <a:pt x="14557" y="7162"/>
                  <a:pt x="14557" y="7162"/>
                </a:cubicBezTo>
                <a:cubicBezTo>
                  <a:pt x="10272" y="4767"/>
                  <a:pt x="10272" y="4767"/>
                  <a:pt x="10272" y="4767"/>
                </a:cubicBezTo>
                <a:cubicBezTo>
                  <a:pt x="10291" y="4744"/>
                  <a:pt x="10291" y="4721"/>
                  <a:pt x="10291" y="4698"/>
                </a:cubicBezTo>
                <a:cubicBezTo>
                  <a:pt x="10291" y="4606"/>
                  <a:pt x="10252" y="4513"/>
                  <a:pt x="10193" y="4467"/>
                </a:cubicBezTo>
                <a:cubicBezTo>
                  <a:pt x="13167" y="46"/>
                  <a:pt x="13167" y="46"/>
                  <a:pt x="13167" y="46"/>
                </a:cubicBezTo>
                <a:cubicBezTo>
                  <a:pt x="16298" y="4237"/>
                  <a:pt x="16298" y="4237"/>
                  <a:pt x="16298" y="4237"/>
                </a:cubicBezTo>
                <a:lnTo>
                  <a:pt x="15241" y="6632"/>
                </a:lnTo>
                <a:close/>
                <a:moveTo>
                  <a:pt x="9822" y="4583"/>
                </a:moveTo>
                <a:cubicBezTo>
                  <a:pt x="9822" y="4583"/>
                  <a:pt x="9802" y="4583"/>
                  <a:pt x="9802" y="4606"/>
                </a:cubicBezTo>
                <a:cubicBezTo>
                  <a:pt x="3150" y="3201"/>
                  <a:pt x="3150" y="3201"/>
                  <a:pt x="3150" y="3201"/>
                </a:cubicBezTo>
                <a:cubicBezTo>
                  <a:pt x="3150" y="3178"/>
                  <a:pt x="3150" y="3178"/>
                  <a:pt x="3150" y="3155"/>
                </a:cubicBezTo>
                <a:cubicBezTo>
                  <a:pt x="3150" y="2994"/>
                  <a:pt x="3033" y="2855"/>
                  <a:pt x="2896" y="2855"/>
                </a:cubicBezTo>
                <a:cubicBezTo>
                  <a:pt x="2837" y="2855"/>
                  <a:pt x="2778" y="2901"/>
                  <a:pt x="2720" y="2948"/>
                </a:cubicBezTo>
                <a:cubicBezTo>
                  <a:pt x="372" y="92"/>
                  <a:pt x="372" y="92"/>
                  <a:pt x="372" y="92"/>
                </a:cubicBezTo>
                <a:lnTo>
                  <a:pt x="9822" y="4583"/>
                </a:lnTo>
                <a:close/>
                <a:moveTo>
                  <a:pt x="1193" y="11261"/>
                </a:moveTo>
                <a:cubicBezTo>
                  <a:pt x="1154" y="11214"/>
                  <a:pt x="1115" y="11168"/>
                  <a:pt x="1057" y="11145"/>
                </a:cubicBezTo>
                <a:cubicBezTo>
                  <a:pt x="2837" y="3454"/>
                  <a:pt x="2837" y="3454"/>
                  <a:pt x="2837" y="3454"/>
                </a:cubicBezTo>
                <a:cubicBezTo>
                  <a:pt x="2857" y="3454"/>
                  <a:pt x="2876" y="3454"/>
                  <a:pt x="2896" y="3454"/>
                </a:cubicBezTo>
                <a:cubicBezTo>
                  <a:pt x="3013" y="3454"/>
                  <a:pt x="3111" y="3362"/>
                  <a:pt x="3130" y="3224"/>
                </a:cubicBezTo>
                <a:cubicBezTo>
                  <a:pt x="9802" y="4629"/>
                  <a:pt x="9802" y="4629"/>
                  <a:pt x="9802" y="4629"/>
                </a:cubicBezTo>
                <a:cubicBezTo>
                  <a:pt x="9802" y="4652"/>
                  <a:pt x="9783" y="4675"/>
                  <a:pt x="9783" y="4698"/>
                </a:cubicBezTo>
                <a:cubicBezTo>
                  <a:pt x="9783" y="4744"/>
                  <a:pt x="9802" y="4790"/>
                  <a:pt x="9822" y="4813"/>
                </a:cubicBezTo>
                <a:lnTo>
                  <a:pt x="1193" y="11261"/>
                </a:lnTo>
                <a:close/>
                <a:moveTo>
                  <a:pt x="39" y="16925"/>
                </a:moveTo>
                <a:cubicBezTo>
                  <a:pt x="4676" y="12159"/>
                  <a:pt x="4676" y="12159"/>
                  <a:pt x="4676" y="12159"/>
                </a:cubicBezTo>
                <a:cubicBezTo>
                  <a:pt x="4715" y="12228"/>
                  <a:pt x="4793" y="12297"/>
                  <a:pt x="4872" y="12297"/>
                </a:cubicBezTo>
                <a:cubicBezTo>
                  <a:pt x="4930" y="17133"/>
                  <a:pt x="4930" y="17133"/>
                  <a:pt x="4930" y="17133"/>
                </a:cubicBezTo>
                <a:cubicBezTo>
                  <a:pt x="4911" y="17133"/>
                  <a:pt x="4911" y="17133"/>
                  <a:pt x="4891" y="17133"/>
                </a:cubicBezTo>
                <a:cubicBezTo>
                  <a:pt x="4774" y="17133"/>
                  <a:pt x="4657" y="17248"/>
                  <a:pt x="4637" y="17386"/>
                </a:cubicBezTo>
                <a:lnTo>
                  <a:pt x="39" y="16925"/>
                </a:lnTo>
                <a:close/>
                <a:moveTo>
                  <a:pt x="15867" y="21185"/>
                </a:moveTo>
                <a:cubicBezTo>
                  <a:pt x="15867" y="21209"/>
                  <a:pt x="15848" y="21209"/>
                  <a:pt x="15848" y="21232"/>
                </a:cubicBezTo>
                <a:cubicBezTo>
                  <a:pt x="5126" y="17478"/>
                  <a:pt x="5126" y="17478"/>
                  <a:pt x="5126" y="17478"/>
                </a:cubicBezTo>
                <a:cubicBezTo>
                  <a:pt x="5146" y="17455"/>
                  <a:pt x="5146" y="17455"/>
                  <a:pt x="5146" y="17432"/>
                </a:cubicBezTo>
                <a:cubicBezTo>
                  <a:pt x="5146" y="17294"/>
                  <a:pt x="5067" y="17179"/>
                  <a:pt x="4950" y="17133"/>
                </a:cubicBezTo>
                <a:cubicBezTo>
                  <a:pt x="4911" y="12297"/>
                  <a:pt x="4911" y="12297"/>
                  <a:pt x="4911" y="12297"/>
                </a:cubicBezTo>
                <a:cubicBezTo>
                  <a:pt x="4989" y="12297"/>
                  <a:pt x="5067" y="12228"/>
                  <a:pt x="5107" y="12136"/>
                </a:cubicBezTo>
                <a:lnTo>
                  <a:pt x="15867" y="21185"/>
                </a:lnTo>
                <a:close/>
                <a:moveTo>
                  <a:pt x="5146" y="12043"/>
                </a:moveTo>
                <a:cubicBezTo>
                  <a:pt x="5146" y="12020"/>
                  <a:pt x="5146" y="12020"/>
                  <a:pt x="5146" y="11997"/>
                </a:cubicBezTo>
                <a:cubicBezTo>
                  <a:pt x="5146" y="11974"/>
                  <a:pt x="5126" y="11928"/>
                  <a:pt x="5126" y="11905"/>
                </a:cubicBezTo>
                <a:cubicBezTo>
                  <a:pt x="13167" y="10754"/>
                  <a:pt x="13167" y="10754"/>
                  <a:pt x="13167" y="10754"/>
                </a:cubicBezTo>
                <a:cubicBezTo>
                  <a:pt x="10957" y="15152"/>
                  <a:pt x="10957" y="15152"/>
                  <a:pt x="10957" y="15152"/>
                </a:cubicBezTo>
                <a:cubicBezTo>
                  <a:pt x="10917" y="15129"/>
                  <a:pt x="10878" y="15129"/>
                  <a:pt x="10839" y="15129"/>
                </a:cubicBezTo>
                <a:cubicBezTo>
                  <a:pt x="10741" y="15129"/>
                  <a:pt x="10663" y="15198"/>
                  <a:pt x="10624" y="15267"/>
                </a:cubicBezTo>
                <a:lnTo>
                  <a:pt x="5146" y="12043"/>
                </a:lnTo>
                <a:close/>
                <a:moveTo>
                  <a:pt x="15691" y="17893"/>
                </a:moveTo>
                <a:cubicBezTo>
                  <a:pt x="15613" y="17893"/>
                  <a:pt x="15535" y="17939"/>
                  <a:pt x="15496" y="18008"/>
                </a:cubicBezTo>
                <a:cubicBezTo>
                  <a:pt x="11074" y="15544"/>
                  <a:pt x="11074" y="15544"/>
                  <a:pt x="11074" y="15544"/>
                </a:cubicBezTo>
                <a:cubicBezTo>
                  <a:pt x="11093" y="15498"/>
                  <a:pt x="11093" y="15452"/>
                  <a:pt x="11093" y="15429"/>
                </a:cubicBezTo>
                <a:cubicBezTo>
                  <a:pt x="11093" y="15383"/>
                  <a:pt x="11093" y="15359"/>
                  <a:pt x="11074" y="15336"/>
                </a:cubicBezTo>
                <a:cubicBezTo>
                  <a:pt x="15202" y="13586"/>
                  <a:pt x="15202" y="13586"/>
                  <a:pt x="15202" y="13586"/>
                </a:cubicBezTo>
                <a:cubicBezTo>
                  <a:pt x="21130" y="11053"/>
                  <a:pt x="21130" y="11053"/>
                  <a:pt x="21130" y="11053"/>
                </a:cubicBezTo>
                <a:cubicBezTo>
                  <a:pt x="21130" y="11076"/>
                  <a:pt x="21150" y="11122"/>
                  <a:pt x="21170" y="11145"/>
                </a:cubicBezTo>
                <a:cubicBezTo>
                  <a:pt x="15887" y="17985"/>
                  <a:pt x="15887" y="17985"/>
                  <a:pt x="15887" y="17985"/>
                </a:cubicBezTo>
                <a:cubicBezTo>
                  <a:pt x="15828" y="17916"/>
                  <a:pt x="15770" y="17893"/>
                  <a:pt x="15691" y="17893"/>
                </a:cubicBezTo>
                <a:close/>
              </a:path>
            </a:pathLst>
          </a:custGeom>
          <a:solidFill>
            <a:srgbClr val="878787">
              <a:alpha val="64999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Shape 131"/>
          <p:cNvSpPr/>
          <p:nvPr/>
        </p:nvSpPr>
        <p:spPr>
          <a:xfrm>
            <a:off x="11785545" y="3082909"/>
            <a:ext cx="10991327" cy="7805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51" y="21577"/>
                </a:moveTo>
                <a:cubicBezTo>
                  <a:pt x="21600" y="21577"/>
                  <a:pt x="21600" y="21577"/>
                  <a:pt x="21600" y="21577"/>
                </a:cubicBezTo>
                <a:cubicBezTo>
                  <a:pt x="21551" y="21531"/>
                  <a:pt x="21551" y="21531"/>
                  <a:pt x="21551" y="21531"/>
                </a:cubicBezTo>
                <a:cubicBezTo>
                  <a:pt x="21012" y="10432"/>
                  <a:pt x="21012" y="10432"/>
                  <a:pt x="21012" y="10432"/>
                </a:cubicBezTo>
                <a:cubicBezTo>
                  <a:pt x="21110" y="10432"/>
                  <a:pt x="21192" y="10293"/>
                  <a:pt x="21192" y="10155"/>
                </a:cubicBezTo>
                <a:cubicBezTo>
                  <a:pt x="21192" y="9994"/>
                  <a:pt x="21094" y="9856"/>
                  <a:pt x="20980" y="9856"/>
                </a:cubicBezTo>
                <a:cubicBezTo>
                  <a:pt x="20865" y="9856"/>
                  <a:pt x="20767" y="9994"/>
                  <a:pt x="20767" y="10155"/>
                </a:cubicBezTo>
                <a:cubicBezTo>
                  <a:pt x="20767" y="10201"/>
                  <a:pt x="20784" y="10247"/>
                  <a:pt x="20800" y="10293"/>
                </a:cubicBezTo>
                <a:cubicBezTo>
                  <a:pt x="13600" y="16741"/>
                  <a:pt x="13600" y="16741"/>
                  <a:pt x="13600" y="16741"/>
                </a:cubicBezTo>
                <a:cubicBezTo>
                  <a:pt x="13584" y="16718"/>
                  <a:pt x="13584" y="16695"/>
                  <a:pt x="13567" y="16695"/>
                </a:cubicBezTo>
                <a:cubicBezTo>
                  <a:pt x="13665" y="16511"/>
                  <a:pt x="13665" y="16511"/>
                  <a:pt x="13665" y="16511"/>
                </a:cubicBezTo>
                <a:cubicBezTo>
                  <a:pt x="17633" y="9833"/>
                  <a:pt x="17633" y="9833"/>
                  <a:pt x="17633" y="9833"/>
                </a:cubicBezTo>
                <a:cubicBezTo>
                  <a:pt x="17649" y="9856"/>
                  <a:pt x="17682" y="9879"/>
                  <a:pt x="17714" y="9879"/>
                </a:cubicBezTo>
                <a:cubicBezTo>
                  <a:pt x="17829" y="9879"/>
                  <a:pt x="17927" y="9741"/>
                  <a:pt x="17927" y="9580"/>
                </a:cubicBezTo>
                <a:cubicBezTo>
                  <a:pt x="17927" y="9418"/>
                  <a:pt x="17845" y="9280"/>
                  <a:pt x="17731" y="9280"/>
                </a:cubicBezTo>
                <a:cubicBezTo>
                  <a:pt x="17698" y="4444"/>
                  <a:pt x="17698" y="4444"/>
                  <a:pt x="17698" y="4444"/>
                </a:cubicBezTo>
                <a:cubicBezTo>
                  <a:pt x="17698" y="4444"/>
                  <a:pt x="17714" y="4444"/>
                  <a:pt x="17714" y="4444"/>
                </a:cubicBezTo>
                <a:cubicBezTo>
                  <a:pt x="17829" y="4444"/>
                  <a:pt x="17927" y="4306"/>
                  <a:pt x="17927" y="4145"/>
                </a:cubicBezTo>
                <a:cubicBezTo>
                  <a:pt x="17927" y="4076"/>
                  <a:pt x="17894" y="3984"/>
                  <a:pt x="17861" y="3938"/>
                </a:cubicBezTo>
                <a:cubicBezTo>
                  <a:pt x="20278" y="599"/>
                  <a:pt x="20278" y="599"/>
                  <a:pt x="20278" y="599"/>
                </a:cubicBezTo>
                <a:cubicBezTo>
                  <a:pt x="20310" y="645"/>
                  <a:pt x="20359" y="668"/>
                  <a:pt x="20408" y="668"/>
                </a:cubicBezTo>
                <a:cubicBezTo>
                  <a:pt x="20522" y="668"/>
                  <a:pt x="20620" y="553"/>
                  <a:pt x="20620" y="391"/>
                </a:cubicBezTo>
                <a:cubicBezTo>
                  <a:pt x="20620" y="230"/>
                  <a:pt x="20522" y="92"/>
                  <a:pt x="20408" y="92"/>
                </a:cubicBezTo>
                <a:cubicBezTo>
                  <a:pt x="20294" y="92"/>
                  <a:pt x="20212" y="230"/>
                  <a:pt x="20212" y="391"/>
                </a:cubicBezTo>
                <a:cubicBezTo>
                  <a:pt x="20212" y="461"/>
                  <a:pt x="20229" y="530"/>
                  <a:pt x="20261" y="576"/>
                </a:cubicBezTo>
                <a:cubicBezTo>
                  <a:pt x="17845" y="3915"/>
                  <a:pt x="17845" y="3915"/>
                  <a:pt x="17845" y="3915"/>
                </a:cubicBezTo>
                <a:cubicBezTo>
                  <a:pt x="17796" y="3869"/>
                  <a:pt x="17763" y="3869"/>
                  <a:pt x="17714" y="3869"/>
                </a:cubicBezTo>
                <a:cubicBezTo>
                  <a:pt x="17616" y="3869"/>
                  <a:pt x="17551" y="3938"/>
                  <a:pt x="17518" y="4076"/>
                </a:cubicBezTo>
                <a:cubicBezTo>
                  <a:pt x="8571" y="322"/>
                  <a:pt x="8571" y="322"/>
                  <a:pt x="8571" y="322"/>
                </a:cubicBezTo>
                <a:cubicBezTo>
                  <a:pt x="8571" y="299"/>
                  <a:pt x="8571" y="299"/>
                  <a:pt x="8571" y="276"/>
                </a:cubicBezTo>
                <a:cubicBezTo>
                  <a:pt x="8571" y="115"/>
                  <a:pt x="8490" y="0"/>
                  <a:pt x="8359" y="0"/>
                </a:cubicBezTo>
                <a:cubicBezTo>
                  <a:pt x="8245" y="0"/>
                  <a:pt x="8163" y="115"/>
                  <a:pt x="8163" y="276"/>
                </a:cubicBezTo>
                <a:cubicBezTo>
                  <a:pt x="8163" y="438"/>
                  <a:pt x="8245" y="576"/>
                  <a:pt x="8359" y="576"/>
                </a:cubicBezTo>
                <a:cubicBezTo>
                  <a:pt x="8441" y="576"/>
                  <a:pt x="8522" y="507"/>
                  <a:pt x="8555" y="414"/>
                </a:cubicBezTo>
                <a:cubicBezTo>
                  <a:pt x="17518" y="9487"/>
                  <a:pt x="17518" y="9487"/>
                  <a:pt x="17518" y="9487"/>
                </a:cubicBezTo>
                <a:cubicBezTo>
                  <a:pt x="17518" y="9487"/>
                  <a:pt x="17518" y="9487"/>
                  <a:pt x="17518" y="9510"/>
                </a:cubicBezTo>
                <a:cubicBezTo>
                  <a:pt x="12947" y="6264"/>
                  <a:pt x="12947" y="6264"/>
                  <a:pt x="12947" y="6264"/>
                </a:cubicBezTo>
                <a:cubicBezTo>
                  <a:pt x="12947" y="6241"/>
                  <a:pt x="12963" y="6194"/>
                  <a:pt x="12963" y="6148"/>
                </a:cubicBezTo>
                <a:cubicBezTo>
                  <a:pt x="12963" y="5987"/>
                  <a:pt x="12865" y="5872"/>
                  <a:pt x="12751" y="5872"/>
                </a:cubicBezTo>
                <a:cubicBezTo>
                  <a:pt x="12669" y="5872"/>
                  <a:pt x="12604" y="5918"/>
                  <a:pt x="12571" y="6010"/>
                </a:cubicBezTo>
                <a:cubicBezTo>
                  <a:pt x="8882" y="3523"/>
                  <a:pt x="8882" y="3523"/>
                  <a:pt x="8882" y="3523"/>
                </a:cubicBezTo>
                <a:cubicBezTo>
                  <a:pt x="8898" y="3500"/>
                  <a:pt x="8914" y="3454"/>
                  <a:pt x="8914" y="3408"/>
                </a:cubicBezTo>
                <a:cubicBezTo>
                  <a:pt x="8914" y="3247"/>
                  <a:pt x="8816" y="3109"/>
                  <a:pt x="8702" y="3109"/>
                </a:cubicBezTo>
                <a:cubicBezTo>
                  <a:pt x="8588" y="3109"/>
                  <a:pt x="8490" y="3247"/>
                  <a:pt x="8490" y="3408"/>
                </a:cubicBezTo>
                <a:cubicBezTo>
                  <a:pt x="8490" y="3477"/>
                  <a:pt x="8506" y="3523"/>
                  <a:pt x="8539" y="3569"/>
                </a:cubicBezTo>
                <a:cubicBezTo>
                  <a:pt x="4212" y="10270"/>
                  <a:pt x="4212" y="10270"/>
                  <a:pt x="4212" y="10270"/>
                </a:cubicBezTo>
                <a:cubicBezTo>
                  <a:pt x="8735" y="2487"/>
                  <a:pt x="8735" y="2487"/>
                  <a:pt x="8735" y="2487"/>
                </a:cubicBezTo>
                <a:cubicBezTo>
                  <a:pt x="8767" y="2533"/>
                  <a:pt x="8816" y="2556"/>
                  <a:pt x="8865" y="2556"/>
                </a:cubicBezTo>
                <a:cubicBezTo>
                  <a:pt x="8980" y="2556"/>
                  <a:pt x="9078" y="2418"/>
                  <a:pt x="9078" y="2257"/>
                </a:cubicBezTo>
                <a:cubicBezTo>
                  <a:pt x="9078" y="2096"/>
                  <a:pt x="8980" y="1980"/>
                  <a:pt x="8865" y="1980"/>
                </a:cubicBezTo>
                <a:cubicBezTo>
                  <a:pt x="8751" y="1980"/>
                  <a:pt x="8653" y="2096"/>
                  <a:pt x="8653" y="2257"/>
                </a:cubicBezTo>
                <a:cubicBezTo>
                  <a:pt x="8653" y="2280"/>
                  <a:pt x="8653" y="2280"/>
                  <a:pt x="8653" y="2280"/>
                </a:cubicBezTo>
                <a:cubicBezTo>
                  <a:pt x="4082" y="3086"/>
                  <a:pt x="4082" y="3086"/>
                  <a:pt x="4082" y="3086"/>
                </a:cubicBezTo>
                <a:cubicBezTo>
                  <a:pt x="4065" y="2948"/>
                  <a:pt x="3967" y="2832"/>
                  <a:pt x="3869" y="2832"/>
                </a:cubicBezTo>
                <a:cubicBezTo>
                  <a:pt x="3755" y="2832"/>
                  <a:pt x="3657" y="2971"/>
                  <a:pt x="3657" y="3132"/>
                </a:cubicBezTo>
                <a:cubicBezTo>
                  <a:pt x="3657" y="3201"/>
                  <a:pt x="3673" y="3247"/>
                  <a:pt x="3690" y="3293"/>
                </a:cubicBezTo>
                <a:cubicBezTo>
                  <a:pt x="82" y="7000"/>
                  <a:pt x="82" y="7000"/>
                  <a:pt x="82" y="7000"/>
                </a:cubicBezTo>
                <a:cubicBezTo>
                  <a:pt x="49" y="7023"/>
                  <a:pt x="49" y="7023"/>
                  <a:pt x="49" y="7023"/>
                </a:cubicBezTo>
                <a:cubicBezTo>
                  <a:pt x="65" y="7023"/>
                  <a:pt x="65" y="7023"/>
                  <a:pt x="65" y="7023"/>
                </a:cubicBezTo>
                <a:cubicBezTo>
                  <a:pt x="0" y="7093"/>
                  <a:pt x="0" y="7093"/>
                  <a:pt x="0" y="7093"/>
                </a:cubicBezTo>
                <a:cubicBezTo>
                  <a:pt x="82" y="7046"/>
                  <a:pt x="82" y="7046"/>
                  <a:pt x="82" y="7046"/>
                </a:cubicBezTo>
                <a:cubicBezTo>
                  <a:pt x="1208" y="8083"/>
                  <a:pt x="1208" y="8083"/>
                  <a:pt x="1208" y="8083"/>
                </a:cubicBezTo>
                <a:cubicBezTo>
                  <a:pt x="65" y="10201"/>
                  <a:pt x="65" y="10201"/>
                  <a:pt x="65" y="10201"/>
                </a:cubicBezTo>
                <a:cubicBezTo>
                  <a:pt x="98" y="10224"/>
                  <a:pt x="98" y="10224"/>
                  <a:pt x="98" y="10224"/>
                </a:cubicBezTo>
                <a:cubicBezTo>
                  <a:pt x="1224" y="8106"/>
                  <a:pt x="1224" y="8106"/>
                  <a:pt x="1224" y="8106"/>
                </a:cubicBezTo>
                <a:cubicBezTo>
                  <a:pt x="3804" y="10478"/>
                  <a:pt x="3804" y="10478"/>
                  <a:pt x="3804" y="10478"/>
                </a:cubicBezTo>
                <a:cubicBezTo>
                  <a:pt x="3788" y="10524"/>
                  <a:pt x="3771" y="10593"/>
                  <a:pt x="3771" y="10639"/>
                </a:cubicBezTo>
                <a:cubicBezTo>
                  <a:pt x="3771" y="10800"/>
                  <a:pt x="3869" y="10938"/>
                  <a:pt x="3984" y="10938"/>
                </a:cubicBezTo>
                <a:cubicBezTo>
                  <a:pt x="4016" y="10938"/>
                  <a:pt x="4049" y="10915"/>
                  <a:pt x="4082" y="10892"/>
                </a:cubicBezTo>
                <a:cubicBezTo>
                  <a:pt x="7510" y="18606"/>
                  <a:pt x="7510" y="18606"/>
                  <a:pt x="7510" y="18606"/>
                </a:cubicBezTo>
                <a:cubicBezTo>
                  <a:pt x="7445" y="18652"/>
                  <a:pt x="7412" y="18745"/>
                  <a:pt x="7412" y="18837"/>
                </a:cubicBezTo>
                <a:cubicBezTo>
                  <a:pt x="7412" y="18998"/>
                  <a:pt x="7510" y="19136"/>
                  <a:pt x="7624" y="19136"/>
                </a:cubicBezTo>
                <a:cubicBezTo>
                  <a:pt x="7739" y="19136"/>
                  <a:pt x="7837" y="18998"/>
                  <a:pt x="7837" y="18837"/>
                </a:cubicBezTo>
                <a:cubicBezTo>
                  <a:pt x="7837" y="18722"/>
                  <a:pt x="7788" y="18629"/>
                  <a:pt x="7739" y="18583"/>
                </a:cubicBezTo>
                <a:cubicBezTo>
                  <a:pt x="9078" y="14968"/>
                  <a:pt x="9078" y="14968"/>
                  <a:pt x="9078" y="14968"/>
                </a:cubicBezTo>
                <a:cubicBezTo>
                  <a:pt x="9110" y="14968"/>
                  <a:pt x="9143" y="14991"/>
                  <a:pt x="9176" y="14991"/>
                </a:cubicBezTo>
                <a:cubicBezTo>
                  <a:pt x="9290" y="14991"/>
                  <a:pt x="9371" y="14853"/>
                  <a:pt x="9371" y="14692"/>
                </a:cubicBezTo>
                <a:cubicBezTo>
                  <a:pt x="9371" y="14669"/>
                  <a:pt x="9371" y="14623"/>
                  <a:pt x="9371" y="14600"/>
                </a:cubicBezTo>
                <a:cubicBezTo>
                  <a:pt x="9649" y="14438"/>
                  <a:pt x="9649" y="14438"/>
                  <a:pt x="9649" y="14438"/>
                </a:cubicBezTo>
                <a:cubicBezTo>
                  <a:pt x="13224" y="16810"/>
                  <a:pt x="13224" y="16810"/>
                  <a:pt x="13224" y="16810"/>
                </a:cubicBezTo>
                <a:cubicBezTo>
                  <a:pt x="13208" y="16833"/>
                  <a:pt x="13208" y="16856"/>
                  <a:pt x="13208" y="16879"/>
                </a:cubicBezTo>
                <a:cubicBezTo>
                  <a:pt x="13208" y="16971"/>
                  <a:pt x="13241" y="17064"/>
                  <a:pt x="13290" y="17110"/>
                </a:cubicBezTo>
                <a:cubicBezTo>
                  <a:pt x="10808" y="21554"/>
                  <a:pt x="10808" y="21554"/>
                  <a:pt x="10808" y="21554"/>
                </a:cubicBezTo>
                <a:cubicBezTo>
                  <a:pt x="10792" y="21577"/>
                  <a:pt x="10792" y="21577"/>
                  <a:pt x="10792" y="21577"/>
                </a:cubicBezTo>
                <a:cubicBezTo>
                  <a:pt x="21535" y="21577"/>
                  <a:pt x="21535" y="21577"/>
                  <a:pt x="21535" y="21577"/>
                </a:cubicBezTo>
                <a:cubicBezTo>
                  <a:pt x="21551" y="21600"/>
                  <a:pt x="21551" y="21600"/>
                  <a:pt x="21551" y="21600"/>
                </a:cubicBezTo>
                <a:lnTo>
                  <a:pt x="21551" y="21577"/>
                </a:lnTo>
                <a:close/>
                <a:moveTo>
                  <a:pt x="21518" y="21508"/>
                </a:moveTo>
                <a:cubicBezTo>
                  <a:pt x="19543" y="18606"/>
                  <a:pt x="19543" y="18606"/>
                  <a:pt x="19543" y="18606"/>
                </a:cubicBezTo>
                <a:cubicBezTo>
                  <a:pt x="19576" y="18560"/>
                  <a:pt x="19592" y="18491"/>
                  <a:pt x="19592" y="18422"/>
                </a:cubicBezTo>
                <a:cubicBezTo>
                  <a:pt x="19592" y="18307"/>
                  <a:pt x="19543" y="18192"/>
                  <a:pt x="19461" y="18146"/>
                </a:cubicBezTo>
                <a:cubicBezTo>
                  <a:pt x="20947" y="10432"/>
                  <a:pt x="20947" y="10432"/>
                  <a:pt x="20947" y="10432"/>
                </a:cubicBezTo>
                <a:cubicBezTo>
                  <a:pt x="20947" y="10455"/>
                  <a:pt x="20963" y="10455"/>
                  <a:pt x="20980" y="10455"/>
                </a:cubicBezTo>
                <a:cubicBezTo>
                  <a:pt x="20980" y="10455"/>
                  <a:pt x="20980" y="10455"/>
                  <a:pt x="20980" y="10455"/>
                </a:cubicBezTo>
                <a:lnTo>
                  <a:pt x="21518" y="21508"/>
                </a:lnTo>
                <a:close/>
                <a:moveTo>
                  <a:pt x="20816" y="10316"/>
                </a:moveTo>
                <a:cubicBezTo>
                  <a:pt x="20833" y="10386"/>
                  <a:pt x="20865" y="10409"/>
                  <a:pt x="20914" y="10432"/>
                </a:cubicBezTo>
                <a:cubicBezTo>
                  <a:pt x="19429" y="18146"/>
                  <a:pt x="19429" y="18146"/>
                  <a:pt x="19429" y="18146"/>
                </a:cubicBezTo>
                <a:cubicBezTo>
                  <a:pt x="19412" y="18123"/>
                  <a:pt x="19396" y="18123"/>
                  <a:pt x="19380" y="18123"/>
                </a:cubicBezTo>
                <a:cubicBezTo>
                  <a:pt x="19282" y="18123"/>
                  <a:pt x="19200" y="18215"/>
                  <a:pt x="19184" y="18353"/>
                </a:cubicBezTo>
                <a:cubicBezTo>
                  <a:pt x="13616" y="16948"/>
                  <a:pt x="13616" y="16948"/>
                  <a:pt x="13616" y="16948"/>
                </a:cubicBezTo>
                <a:cubicBezTo>
                  <a:pt x="13633" y="16925"/>
                  <a:pt x="13633" y="16902"/>
                  <a:pt x="13633" y="16879"/>
                </a:cubicBezTo>
                <a:cubicBezTo>
                  <a:pt x="13633" y="16833"/>
                  <a:pt x="13616" y="16810"/>
                  <a:pt x="13616" y="16764"/>
                </a:cubicBezTo>
                <a:lnTo>
                  <a:pt x="20816" y="10316"/>
                </a:lnTo>
                <a:close/>
                <a:moveTo>
                  <a:pt x="4180" y="10570"/>
                </a:moveTo>
                <a:cubicBezTo>
                  <a:pt x="9012" y="8083"/>
                  <a:pt x="9012" y="8083"/>
                  <a:pt x="9012" y="8083"/>
                </a:cubicBezTo>
                <a:cubicBezTo>
                  <a:pt x="12555" y="6264"/>
                  <a:pt x="12555" y="6264"/>
                  <a:pt x="12555" y="6264"/>
                </a:cubicBezTo>
                <a:cubicBezTo>
                  <a:pt x="12571" y="6333"/>
                  <a:pt x="12604" y="6379"/>
                  <a:pt x="12637" y="6402"/>
                </a:cubicBezTo>
                <a:cubicBezTo>
                  <a:pt x="10776" y="10823"/>
                  <a:pt x="10776" y="10823"/>
                  <a:pt x="10776" y="10823"/>
                </a:cubicBezTo>
                <a:cubicBezTo>
                  <a:pt x="7837" y="11330"/>
                  <a:pt x="7837" y="11330"/>
                  <a:pt x="7837" y="11330"/>
                </a:cubicBezTo>
                <a:cubicBezTo>
                  <a:pt x="7820" y="11191"/>
                  <a:pt x="7722" y="11076"/>
                  <a:pt x="7624" y="11076"/>
                </a:cubicBezTo>
                <a:cubicBezTo>
                  <a:pt x="7510" y="11076"/>
                  <a:pt x="7412" y="11214"/>
                  <a:pt x="7412" y="11376"/>
                </a:cubicBezTo>
                <a:cubicBezTo>
                  <a:pt x="7412" y="11537"/>
                  <a:pt x="7510" y="11675"/>
                  <a:pt x="7624" y="11675"/>
                </a:cubicBezTo>
                <a:cubicBezTo>
                  <a:pt x="7690" y="11675"/>
                  <a:pt x="7755" y="11629"/>
                  <a:pt x="7788" y="11560"/>
                </a:cubicBezTo>
                <a:cubicBezTo>
                  <a:pt x="9698" y="13379"/>
                  <a:pt x="9698" y="13379"/>
                  <a:pt x="9698" y="13379"/>
                </a:cubicBezTo>
                <a:cubicBezTo>
                  <a:pt x="9355" y="14208"/>
                  <a:pt x="9355" y="14208"/>
                  <a:pt x="9355" y="14208"/>
                </a:cubicBezTo>
                <a:cubicBezTo>
                  <a:pt x="4180" y="10754"/>
                  <a:pt x="4180" y="10754"/>
                  <a:pt x="4180" y="10754"/>
                </a:cubicBezTo>
                <a:cubicBezTo>
                  <a:pt x="4180" y="10708"/>
                  <a:pt x="4196" y="10685"/>
                  <a:pt x="4196" y="10639"/>
                </a:cubicBezTo>
                <a:cubicBezTo>
                  <a:pt x="4196" y="10616"/>
                  <a:pt x="4180" y="10593"/>
                  <a:pt x="4180" y="10570"/>
                </a:cubicBezTo>
                <a:close/>
                <a:moveTo>
                  <a:pt x="9714" y="13356"/>
                </a:moveTo>
                <a:cubicBezTo>
                  <a:pt x="7804" y="11537"/>
                  <a:pt x="7804" y="11537"/>
                  <a:pt x="7804" y="11537"/>
                </a:cubicBezTo>
                <a:cubicBezTo>
                  <a:pt x="7820" y="11491"/>
                  <a:pt x="7837" y="11422"/>
                  <a:pt x="7837" y="11376"/>
                </a:cubicBezTo>
                <a:cubicBezTo>
                  <a:pt x="7837" y="11376"/>
                  <a:pt x="7837" y="11376"/>
                  <a:pt x="7837" y="11353"/>
                </a:cubicBezTo>
                <a:cubicBezTo>
                  <a:pt x="10759" y="10869"/>
                  <a:pt x="10759" y="10869"/>
                  <a:pt x="10759" y="10869"/>
                </a:cubicBezTo>
                <a:cubicBezTo>
                  <a:pt x="10302" y="11951"/>
                  <a:pt x="10302" y="11951"/>
                  <a:pt x="10302" y="11951"/>
                </a:cubicBezTo>
                <a:lnTo>
                  <a:pt x="9714" y="13356"/>
                </a:lnTo>
                <a:close/>
                <a:moveTo>
                  <a:pt x="9731" y="13402"/>
                </a:moveTo>
                <a:cubicBezTo>
                  <a:pt x="10335" y="13978"/>
                  <a:pt x="10335" y="13978"/>
                  <a:pt x="10335" y="13978"/>
                </a:cubicBezTo>
                <a:cubicBezTo>
                  <a:pt x="9649" y="14392"/>
                  <a:pt x="9649" y="14392"/>
                  <a:pt x="9649" y="14392"/>
                </a:cubicBezTo>
                <a:cubicBezTo>
                  <a:pt x="9388" y="14208"/>
                  <a:pt x="9388" y="14208"/>
                  <a:pt x="9388" y="14208"/>
                </a:cubicBezTo>
                <a:lnTo>
                  <a:pt x="9731" y="13402"/>
                </a:lnTo>
                <a:close/>
                <a:moveTo>
                  <a:pt x="9731" y="13379"/>
                </a:moveTo>
                <a:cubicBezTo>
                  <a:pt x="10351" y="11905"/>
                  <a:pt x="10351" y="11905"/>
                  <a:pt x="10351" y="11905"/>
                </a:cubicBezTo>
                <a:cubicBezTo>
                  <a:pt x="10792" y="10846"/>
                  <a:pt x="10792" y="10846"/>
                  <a:pt x="10792" y="10846"/>
                </a:cubicBezTo>
                <a:cubicBezTo>
                  <a:pt x="17535" y="9718"/>
                  <a:pt x="17535" y="9718"/>
                  <a:pt x="17535" y="9718"/>
                </a:cubicBezTo>
                <a:cubicBezTo>
                  <a:pt x="17535" y="9718"/>
                  <a:pt x="17535" y="9741"/>
                  <a:pt x="17551" y="9741"/>
                </a:cubicBezTo>
                <a:cubicBezTo>
                  <a:pt x="10367" y="13978"/>
                  <a:pt x="10367" y="13978"/>
                  <a:pt x="10367" y="13978"/>
                </a:cubicBezTo>
                <a:lnTo>
                  <a:pt x="9731" y="13379"/>
                </a:lnTo>
                <a:close/>
                <a:moveTo>
                  <a:pt x="17567" y="9764"/>
                </a:moveTo>
                <a:cubicBezTo>
                  <a:pt x="17567" y="9787"/>
                  <a:pt x="17584" y="9810"/>
                  <a:pt x="17600" y="9833"/>
                </a:cubicBezTo>
                <a:cubicBezTo>
                  <a:pt x="13698" y="16419"/>
                  <a:pt x="13698" y="16419"/>
                  <a:pt x="13698" y="16419"/>
                </a:cubicBezTo>
                <a:cubicBezTo>
                  <a:pt x="13551" y="16672"/>
                  <a:pt x="13551" y="16672"/>
                  <a:pt x="13551" y="16672"/>
                </a:cubicBezTo>
                <a:cubicBezTo>
                  <a:pt x="13518" y="16626"/>
                  <a:pt x="13469" y="16580"/>
                  <a:pt x="13420" y="16580"/>
                </a:cubicBezTo>
                <a:cubicBezTo>
                  <a:pt x="13339" y="16580"/>
                  <a:pt x="13273" y="16649"/>
                  <a:pt x="13241" y="16718"/>
                </a:cubicBezTo>
                <a:cubicBezTo>
                  <a:pt x="10384" y="14001"/>
                  <a:pt x="10384" y="14001"/>
                  <a:pt x="10384" y="14001"/>
                </a:cubicBezTo>
                <a:lnTo>
                  <a:pt x="17567" y="9764"/>
                </a:lnTo>
                <a:close/>
                <a:moveTo>
                  <a:pt x="8555" y="391"/>
                </a:moveTo>
                <a:cubicBezTo>
                  <a:pt x="8571" y="368"/>
                  <a:pt x="8571" y="368"/>
                  <a:pt x="8571" y="345"/>
                </a:cubicBezTo>
                <a:cubicBezTo>
                  <a:pt x="17518" y="4099"/>
                  <a:pt x="17518" y="4099"/>
                  <a:pt x="17518" y="4099"/>
                </a:cubicBezTo>
                <a:cubicBezTo>
                  <a:pt x="17518" y="4122"/>
                  <a:pt x="17502" y="4145"/>
                  <a:pt x="17502" y="4145"/>
                </a:cubicBezTo>
                <a:cubicBezTo>
                  <a:pt x="17502" y="4283"/>
                  <a:pt x="17584" y="4398"/>
                  <a:pt x="17665" y="4444"/>
                </a:cubicBezTo>
                <a:cubicBezTo>
                  <a:pt x="17698" y="9280"/>
                  <a:pt x="17698" y="9280"/>
                  <a:pt x="17698" y="9280"/>
                </a:cubicBezTo>
                <a:cubicBezTo>
                  <a:pt x="17633" y="9280"/>
                  <a:pt x="17567" y="9349"/>
                  <a:pt x="17535" y="9441"/>
                </a:cubicBezTo>
                <a:lnTo>
                  <a:pt x="8555" y="391"/>
                </a:lnTo>
                <a:close/>
                <a:moveTo>
                  <a:pt x="17518" y="9533"/>
                </a:moveTo>
                <a:cubicBezTo>
                  <a:pt x="17518" y="9557"/>
                  <a:pt x="17502" y="9557"/>
                  <a:pt x="17502" y="9580"/>
                </a:cubicBezTo>
                <a:cubicBezTo>
                  <a:pt x="17502" y="9603"/>
                  <a:pt x="17518" y="9649"/>
                  <a:pt x="17518" y="9672"/>
                </a:cubicBezTo>
                <a:cubicBezTo>
                  <a:pt x="10808" y="10823"/>
                  <a:pt x="10808" y="10823"/>
                  <a:pt x="10808" y="10823"/>
                </a:cubicBezTo>
                <a:cubicBezTo>
                  <a:pt x="12653" y="6425"/>
                  <a:pt x="12653" y="6425"/>
                  <a:pt x="12653" y="6425"/>
                </a:cubicBezTo>
                <a:cubicBezTo>
                  <a:pt x="12686" y="6448"/>
                  <a:pt x="12718" y="6448"/>
                  <a:pt x="12751" y="6448"/>
                </a:cubicBezTo>
                <a:cubicBezTo>
                  <a:pt x="12833" y="6448"/>
                  <a:pt x="12898" y="6402"/>
                  <a:pt x="12931" y="6310"/>
                </a:cubicBezTo>
                <a:lnTo>
                  <a:pt x="17518" y="9533"/>
                </a:lnTo>
                <a:close/>
                <a:moveTo>
                  <a:pt x="8702" y="3707"/>
                </a:moveTo>
                <a:cubicBezTo>
                  <a:pt x="8767" y="3707"/>
                  <a:pt x="8833" y="3638"/>
                  <a:pt x="8865" y="3569"/>
                </a:cubicBezTo>
                <a:cubicBezTo>
                  <a:pt x="12555" y="6056"/>
                  <a:pt x="12555" y="6056"/>
                  <a:pt x="12555" y="6056"/>
                </a:cubicBezTo>
                <a:cubicBezTo>
                  <a:pt x="12539" y="6079"/>
                  <a:pt x="12539" y="6125"/>
                  <a:pt x="12539" y="6148"/>
                </a:cubicBezTo>
                <a:cubicBezTo>
                  <a:pt x="12539" y="6194"/>
                  <a:pt x="12539" y="6217"/>
                  <a:pt x="12555" y="6241"/>
                </a:cubicBezTo>
                <a:cubicBezTo>
                  <a:pt x="8980" y="8060"/>
                  <a:pt x="8980" y="8060"/>
                  <a:pt x="8980" y="8060"/>
                </a:cubicBezTo>
                <a:cubicBezTo>
                  <a:pt x="4163" y="10524"/>
                  <a:pt x="4163" y="10524"/>
                  <a:pt x="4163" y="10524"/>
                </a:cubicBezTo>
                <a:cubicBezTo>
                  <a:pt x="4163" y="10501"/>
                  <a:pt x="4147" y="10455"/>
                  <a:pt x="4131" y="10432"/>
                </a:cubicBezTo>
                <a:cubicBezTo>
                  <a:pt x="8555" y="3615"/>
                  <a:pt x="8555" y="3615"/>
                  <a:pt x="8555" y="3615"/>
                </a:cubicBezTo>
                <a:cubicBezTo>
                  <a:pt x="8588" y="3661"/>
                  <a:pt x="8637" y="3707"/>
                  <a:pt x="8702" y="3707"/>
                </a:cubicBezTo>
                <a:close/>
                <a:moveTo>
                  <a:pt x="8653" y="2326"/>
                </a:moveTo>
                <a:cubicBezTo>
                  <a:pt x="8653" y="2326"/>
                  <a:pt x="8669" y="2349"/>
                  <a:pt x="8669" y="2349"/>
                </a:cubicBezTo>
                <a:cubicBezTo>
                  <a:pt x="5159" y="4260"/>
                  <a:pt x="5159" y="4260"/>
                  <a:pt x="5159" y="4260"/>
                </a:cubicBezTo>
                <a:cubicBezTo>
                  <a:pt x="2514" y="5688"/>
                  <a:pt x="2514" y="5688"/>
                  <a:pt x="2514" y="5688"/>
                </a:cubicBezTo>
                <a:cubicBezTo>
                  <a:pt x="3755" y="3385"/>
                  <a:pt x="3755" y="3385"/>
                  <a:pt x="3755" y="3385"/>
                </a:cubicBezTo>
                <a:cubicBezTo>
                  <a:pt x="3788" y="3408"/>
                  <a:pt x="3820" y="3431"/>
                  <a:pt x="3869" y="3431"/>
                </a:cubicBezTo>
                <a:cubicBezTo>
                  <a:pt x="3984" y="3431"/>
                  <a:pt x="4082" y="3293"/>
                  <a:pt x="4082" y="3132"/>
                </a:cubicBezTo>
                <a:cubicBezTo>
                  <a:pt x="4082" y="3132"/>
                  <a:pt x="4082" y="3109"/>
                  <a:pt x="4082" y="3109"/>
                </a:cubicBezTo>
                <a:lnTo>
                  <a:pt x="8653" y="2326"/>
                </a:lnTo>
                <a:close/>
                <a:moveTo>
                  <a:pt x="3706" y="3316"/>
                </a:moveTo>
                <a:cubicBezTo>
                  <a:pt x="3722" y="3339"/>
                  <a:pt x="3722" y="3339"/>
                  <a:pt x="3739" y="3362"/>
                </a:cubicBezTo>
                <a:cubicBezTo>
                  <a:pt x="2465" y="5711"/>
                  <a:pt x="2465" y="5711"/>
                  <a:pt x="2465" y="5711"/>
                </a:cubicBezTo>
                <a:cubicBezTo>
                  <a:pt x="180" y="6954"/>
                  <a:pt x="180" y="6954"/>
                  <a:pt x="180" y="6954"/>
                </a:cubicBezTo>
                <a:lnTo>
                  <a:pt x="3706" y="3316"/>
                </a:lnTo>
                <a:close/>
                <a:moveTo>
                  <a:pt x="114" y="7023"/>
                </a:moveTo>
                <a:cubicBezTo>
                  <a:pt x="2449" y="5757"/>
                  <a:pt x="2449" y="5757"/>
                  <a:pt x="2449" y="5757"/>
                </a:cubicBezTo>
                <a:cubicBezTo>
                  <a:pt x="1224" y="8060"/>
                  <a:pt x="1224" y="8060"/>
                  <a:pt x="1224" y="8060"/>
                </a:cubicBezTo>
                <a:lnTo>
                  <a:pt x="114" y="7023"/>
                </a:lnTo>
                <a:close/>
                <a:moveTo>
                  <a:pt x="1241" y="8083"/>
                </a:moveTo>
                <a:cubicBezTo>
                  <a:pt x="2482" y="5734"/>
                  <a:pt x="2482" y="5734"/>
                  <a:pt x="2482" y="5734"/>
                </a:cubicBezTo>
                <a:cubicBezTo>
                  <a:pt x="5224" y="4260"/>
                  <a:pt x="5224" y="4260"/>
                  <a:pt x="5224" y="4260"/>
                </a:cubicBezTo>
                <a:cubicBezTo>
                  <a:pt x="8669" y="2395"/>
                  <a:pt x="8669" y="2395"/>
                  <a:pt x="8669" y="2395"/>
                </a:cubicBezTo>
                <a:cubicBezTo>
                  <a:pt x="8686" y="2418"/>
                  <a:pt x="8702" y="2441"/>
                  <a:pt x="8718" y="2464"/>
                </a:cubicBezTo>
                <a:cubicBezTo>
                  <a:pt x="4098" y="10409"/>
                  <a:pt x="4098" y="10409"/>
                  <a:pt x="4098" y="10409"/>
                </a:cubicBezTo>
                <a:cubicBezTo>
                  <a:pt x="4065" y="10362"/>
                  <a:pt x="4033" y="10339"/>
                  <a:pt x="3984" y="10339"/>
                </a:cubicBezTo>
                <a:cubicBezTo>
                  <a:pt x="3918" y="10339"/>
                  <a:pt x="3853" y="10386"/>
                  <a:pt x="3820" y="10455"/>
                </a:cubicBezTo>
                <a:lnTo>
                  <a:pt x="1241" y="8083"/>
                </a:lnTo>
                <a:close/>
                <a:moveTo>
                  <a:pt x="7706" y="18560"/>
                </a:moveTo>
                <a:cubicBezTo>
                  <a:pt x="7690" y="18560"/>
                  <a:pt x="7657" y="18537"/>
                  <a:pt x="7624" y="18537"/>
                </a:cubicBezTo>
                <a:cubicBezTo>
                  <a:pt x="7592" y="18537"/>
                  <a:pt x="7559" y="18560"/>
                  <a:pt x="7527" y="18583"/>
                </a:cubicBezTo>
                <a:cubicBezTo>
                  <a:pt x="4098" y="10869"/>
                  <a:pt x="4098" y="10869"/>
                  <a:pt x="4098" y="10869"/>
                </a:cubicBezTo>
                <a:cubicBezTo>
                  <a:pt x="4131" y="10846"/>
                  <a:pt x="4147" y="10823"/>
                  <a:pt x="4163" y="10777"/>
                </a:cubicBezTo>
                <a:cubicBezTo>
                  <a:pt x="9355" y="14231"/>
                  <a:pt x="9355" y="14231"/>
                  <a:pt x="9355" y="14231"/>
                </a:cubicBezTo>
                <a:cubicBezTo>
                  <a:pt x="9257" y="14438"/>
                  <a:pt x="9257" y="14438"/>
                  <a:pt x="9257" y="14438"/>
                </a:cubicBezTo>
                <a:cubicBezTo>
                  <a:pt x="9241" y="14415"/>
                  <a:pt x="9208" y="14392"/>
                  <a:pt x="9176" y="14392"/>
                </a:cubicBezTo>
                <a:cubicBezTo>
                  <a:pt x="9061" y="14392"/>
                  <a:pt x="8963" y="14530"/>
                  <a:pt x="8963" y="14692"/>
                </a:cubicBezTo>
                <a:cubicBezTo>
                  <a:pt x="8963" y="14807"/>
                  <a:pt x="8996" y="14899"/>
                  <a:pt x="9061" y="14945"/>
                </a:cubicBezTo>
                <a:lnTo>
                  <a:pt x="7706" y="18560"/>
                </a:lnTo>
                <a:close/>
                <a:moveTo>
                  <a:pt x="9355" y="14554"/>
                </a:moveTo>
                <a:cubicBezTo>
                  <a:pt x="9339" y="14507"/>
                  <a:pt x="9322" y="14484"/>
                  <a:pt x="9290" y="14438"/>
                </a:cubicBezTo>
                <a:cubicBezTo>
                  <a:pt x="9371" y="14254"/>
                  <a:pt x="9371" y="14254"/>
                  <a:pt x="9371" y="14254"/>
                </a:cubicBezTo>
                <a:cubicBezTo>
                  <a:pt x="9616" y="14415"/>
                  <a:pt x="9616" y="14415"/>
                  <a:pt x="9616" y="14415"/>
                </a:cubicBezTo>
                <a:lnTo>
                  <a:pt x="9355" y="14554"/>
                </a:lnTo>
                <a:close/>
                <a:moveTo>
                  <a:pt x="9682" y="14415"/>
                </a:moveTo>
                <a:cubicBezTo>
                  <a:pt x="10351" y="14001"/>
                  <a:pt x="10351" y="14001"/>
                  <a:pt x="10351" y="14001"/>
                </a:cubicBezTo>
                <a:cubicBezTo>
                  <a:pt x="13224" y="16764"/>
                  <a:pt x="13224" y="16764"/>
                  <a:pt x="13224" y="16764"/>
                </a:cubicBezTo>
                <a:cubicBezTo>
                  <a:pt x="13224" y="16764"/>
                  <a:pt x="13224" y="16764"/>
                  <a:pt x="13224" y="16764"/>
                </a:cubicBezTo>
                <a:lnTo>
                  <a:pt x="9682" y="14415"/>
                </a:lnTo>
                <a:close/>
                <a:moveTo>
                  <a:pt x="10841" y="21531"/>
                </a:moveTo>
                <a:cubicBezTo>
                  <a:pt x="13306" y="17133"/>
                  <a:pt x="13306" y="17133"/>
                  <a:pt x="13306" y="17133"/>
                </a:cubicBezTo>
                <a:cubicBezTo>
                  <a:pt x="13339" y="17156"/>
                  <a:pt x="13371" y="17179"/>
                  <a:pt x="13420" y="17179"/>
                </a:cubicBezTo>
                <a:cubicBezTo>
                  <a:pt x="13502" y="17179"/>
                  <a:pt x="13567" y="17133"/>
                  <a:pt x="13600" y="17041"/>
                </a:cubicBezTo>
                <a:cubicBezTo>
                  <a:pt x="21469" y="21531"/>
                  <a:pt x="21469" y="21531"/>
                  <a:pt x="21469" y="21531"/>
                </a:cubicBezTo>
                <a:lnTo>
                  <a:pt x="10841" y="21531"/>
                </a:lnTo>
                <a:close/>
                <a:moveTo>
                  <a:pt x="13600" y="17017"/>
                </a:moveTo>
                <a:cubicBezTo>
                  <a:pt x="13616" y="16994"/>
                  <a:pt x="13616" y="16994"/>
                  <a:pt x="13616" y="16994"/>
                </a:cubicBezTo>
                <a:cubicBezTo>
                  <a:pt x="19184" y="18376"/>
                  <a:pt x="19184" y="18376"/>
                  <a:pt x="19184" y="18376"/>
                </a:cubicBezTo>
                <a:cubicBezTo>
                  <a:pt x="19184" y="18399"/>
                  <a:pt x="19167" y="18399"/>
                  <a:pt x="19167" y="18422"/>
                </a:cubicBezTo>
                <a:cubicBezTo>
                  <a:pt x="19167" y="18583"/>
                  <a:pt x="19265" y="18722"/>
                  <a:pt x="19380" y="18722"/>
                </a:cubicBezTo>
                <a:cubicBezTo>
                  <a:pt x="19445" y="18722"/>
                  <a:pt x="19478" y="18699"/>
                  <a:pt x="19527" y="18629"/>
                </a:cubicBezTo>
                <a:cubicBezTo>
                  <a:pt x="21486" y="21508"/>
                  <a:pt x="21486" y="21508"/>
                  <a:pt x="21486" y="21508"/>
                </a:cubicBezTo>
                <a:lnTo>
                  <a:pt x="13600" y="17017"/>
                </a:lnTo>
                <a:close/>
              </a:path>
            </a:pathLst>
          </a:custGeom>
          <a:solidFill>
            <a:srgbClr val="878787">
              <a:alpha val="64999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Shape 132"/>
          <p:cNvSpPr/>
          <p:nvPr/>
        </p:nvSpPr>
        <p:spPr>
          <a:xfrm>
            <a:off x="11139944" y="5375731"/>
            <a:ext cx="2113809" cy="21138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Shape 133"/>
          <p:cNvSpPr/>
          <p:nvPr/>
        </p:nvSpPr>
        <p:spPr>
          <a:xfrm>
            <a:off x="8443213" y="7777191"/>
            <a:ext cx="7497573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/>
          <a:p>
            <a:pPr lvl="0" defTabSz="914400">
              <a:defRPr sz="1800"/>
            </a:pPr>
            <a:r>
              <a:rPr sz="4000">
                <a:solidFill>
                  <a:srgbClr val="0A0A0A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Propuesta de Redes Sociales</a:t>
            </a:r>
            <a:endParaRPr sz="4000">
              <a:solidFill>
                <a:srgbClr val="0A0A0A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lvl="0" defTabSz="914400">
              <a:defRPr sz="1800"/>
            </a:pPr>
            <a:r>
              <a: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Marca X</a:t>
            </a:r>
          </a:p>
        </p:txBody>
      </p:sp>
    </p:spTree>
  </p:cSld>
  <p:clrMapOvr>
    <a:masterClrMapping/>
  </p:clrMapOvr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5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nodeType="afterEffect" presetClass="entr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" dur="7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nodeType="afterEffect" presetClass="entr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8" dur="7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3" grpId="4"/>
      <p:bldP build="whole" bldLvl="1" animBg="1" rev="0" advAuto="0" spid="131" grpId="2"/>
      <p:bldP build="whole" bldLvl="1" animBg="1" rev="0" advAuto="0" spid="130" grpId="3"/>
      <p:bldP build="whole" bldLvl="1" animBg="1" rev="0" advAuto="0" spid="13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 rot="17613237">
            <a:off x="-2109137" y="-156407"/>
            <a:ext cx="10165656" cy="72189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51" y="21577"/>
                </a:moveTo>
                <a:cubicBezTo>
                  <a:pt x="21600" y="21577"/>
                  <a:pt x="21600" y="21577"/>
                  <a:pt x="21600" y="21577"/>
                </a:cubicBezTo>
                <a:cubicBezTo>
                  <a:pt x="21551" y="21531"/>
                  <a:pt x="21551" y="21531"/>
                  <a:pt x="21551" y="21531"/>
                </a:cubicBezTo>
                <a:cubicBezTo>
                  <a:pt x="21012" y="10432"/>
                  <a:pt x="21012" y="10432"/>
                  <a:pt x="21012" y="10432"/>
                </a:cubicBezTo>
                <a:cubicBezTo>
                  <a:pt x="21110" y="10432"/>
                  <a:pt x="21192" y="10293"/>
                  <a:pt x="21192" y="10155"/>
                </a:cubicBezTo>
                <a:cubicBezTo>
                  <a:pt x="21192" y="9994"/>
                  <a:pt x="21094" y="9856"/>
                  <a:pt x="20980" y="9856"/>
                </a:cubicBezTo>
                <a:cubicBezTo>
                  <a:pt x="20865" y="9856"/>
                  <a:pt x="20767" y="9994"/>
                  <a:pt x="20767" y="10155"/>
                </a:cubicBezTo>
                <a:cubicBezTo>
                  <a:pt x="20767" y="10201"/>
                  <a:pt x="20784" y="10247"/>
                  <a:pt x="20800" y="10293"/>
                </a:cubicBezTo>
                <a:cubicBezTo>
                  <a:pt x="13600" y="16741"/>
                  <a:pt x="13600" y="16741"/>
                  <a:pt x="13600" y="16741"/>
                </a:cubicBezTo>
                <a:cubicBezTo>
                  <a:pt x="13584" y="16718"/>
                  <a:pt x="13584" y="16695"/>
                  <a:pt x="13567" y="16695"/>
                </a:cubicBezTo>
                <a:cubicBezTo>
                  <a:pt x="13665" y="16511"/>
                  <a:pt x="13665" y="16511"/>
                  <a:pt x="13665" y="16511"/>
                </a:cubicBezTo>
                <a:cubicBezTo>
                  <a:pt x="17633" y="9833"/>
                  <a:pt x="17633" y="9833"/>
                  <a:pt x="17633" y="9833"/>
                </a:cubicBezTo>
                <a:cubicBezTo>
                  <a:pt x="17649" y="9856"/>
                  <a:pt x="17682" y="9879"/>
                  <a:pt x="17714" y="9879"/>
                </a:cubicBezTo>
                <a:cubicBezTo>
                  <a:pt x="17829" y="9879"/>
                  <a:pt x="17927" y="9741"/>
                  <a:pt x="17927" y="9580"/>
                </a:cubicBezTo>
                <a:cubicBezTo>
                  <a:pt x="17927" y="9418"/>
                  <a:pt x="17845" y="9280"/>
                  <a:pt x="17731" y="9280"/>
                </a:cubicBezTo>
                <a:cubicBezTo>
                  <a:pt x="17698" y="4444"/>
                  <a:pt x="17698" y="4444"/>
                  <a:pt x="17698" y="4444"/>
                </a:cubicBezTo>
                <a:cubicBezTo>
                  <a:pt x="17698" y="4444"/>
                  <a:pt x="17714" y="4444"/>
                  <a:pt x="17714" y="4444"/>
                </a:cubicBezTo>
                <a:cubicBezTo>
                  <a:pt x="17829" y="4444"/>
                  <a:pt x="17927" y="4306"/>
                  <a:pt x="17927" y="4145"/>
                </a:cubicBezTo>
                <a:cubicBezTo>
                  <a:pt x="17927" y="4076"/>
                  <a:pt x="17894" y="3984"/>
                  <a:pt x="17861" y="3938"/>
                </a:cubicBezTo>
                <a:cubicBezTo>
                  <a:pt x="20278" y="599"/>
                  <a:pt x="20278" y="599"/>
                  <a:pt x="20278" y="599"/>
                </a:cubicBezTo>
                <a:cubicBezTo>
                  <a:pt x="20310" y="645"/>
                  <a:pt x="20359" y="668"/>
                  <a:pt x="20408" y="668"/>
                </a:cubicBezTo>
                <a:cubicBezTo>
                  <a:pt x="20522" y="668"/>
                  <a:pt x="20620" y="553"/>
                  <a:pt x="20620" y="391"/>
                </a:cubicBezTo>
                <a:cubicBezTo>
                  <a:pt x="20620" y="230"/>
                  <a:pt x="20522" y="92"/>
                  <a:pt x="20408" y="92"/>
                </a:cubicBezTo>
                <a:cubicBezTo>
                  <a:pt x="20294" y="92"/>
                  <a:pt x="20212" y="230"/>
                  <a:pt x="20212" y="391"/>
                </a:cubicBezTo>
                <a:cubicBezTo>
                  <a:pt x="20212" y="461"/>
                  <a:pt x="20229" y="530"/>
                  <a:pt x="20261" y="576"/>
                </a:cubicBezTo>
                <a:cubicBezTo>
                  <a:pt x="17845" y="3915"/>
                  <a:pt x="17845" y="3915"/>
                  <a:pt x="17845" y="3915"/>
                </a:cubicBezTo>
                <a:cubicBezTo>
                  <a:pt x="17796" y="3869"/>
                  <a:pt x="17763" y="3869"/>
                  <a:pt x="17714" y="3869"/>
                </a:cubicBezTo>
                <a:cubicBezTo>
                  <a:pt x="17616" y="3869"/>
                  <a:pt x="17551" y="3938"/>
                  <a:pt x="17518" y="4076"/>
                </a:cubicBezTo>
                <a:cubicBezTo>
                  <a:pt x="8571" y="322"/>
                  <a:pt x="8571" y="322"/>
                  <a:pt x="8571" y="322"/>
                </a:cubicBezTo>
                <a:cubicBezTo>
                  <a:pt x="8571" y="299"/>
                  <a:pt x="8571" y="299"/>
                  <a:pt x="8571" y="276"/>
                </a:cubicBezTo>
                <a:cubicBezTo>
                  <a:pt x="8571" y="115"/>
                  <a:pt x="8490" y="0"/>
                  <a:pt x="8359" y="0"/>
                </a:cubicBezTo>
                <a:cubicBezTo>
                  <a:pt x="8245" y="0"/>
                  <a:pt x="8163" y="115"/>
                  <a:pt x="8163" y="276"/>
                </a:cubicBezTo>
                <a:cubicBezTo>
                  <a:pt x="8163" y="438"/>
                  <a:pt x="8245" y="576"/>
                  <a:pt x="8359" y="576"/>
                </a:cubicBezTo>
                <a:cubicBezTo>
                  <a:pt x="8441" y="576"/>
                  <a:pt x="8522" y="507"/>
                  <a:pt x="8555" y="414"/>
                </a:cubicBezTo>
                <a:cubicBezTo>
                  <a:pt x="17518" y="9487"/>
                  <a:pt x="17518" y="9487"/>
                  <a:pt x="17518" y="9487"/>
                </a:cubicBezTo>
                <a:cubicBezTo>
                  <a:pt x="17518" y="9487"/>
                  <a:pt x="17518" y="9487"/>
                  <a:pt x="17518" y="9510"/>
                </a:cubicBezTo>
                <a:cubicBezTo>
                  <a:pt x="12947" y="6264"/>
                  <a:pt x="12947" y="6264"/>
                  <a:pt x="12947" y="6264"/>
                </a:cubicBezTo>
                <a:cubicBezTo>
                  <a:pt x="12947" y="6241"/>
                  <a:pt x="12963" y="6194"/>
                  <a:pt x="12963" y="6148"/>
                </a:cubicBezTo>
                <a:cubicBezTo>
                  <a:pt x="12963" y="5987"/>
                  <a:pt x="12865" y="5872"/>
                  <a:pt x="12751" y="5872"/>
                </a:cubicBezTo>
                <a:cubicBezTo>
                  <a:pt x="12669" y="5872"/>
                  <a:pt x="12604" y="5918"/>
                  <a:pt x="12571" y="6010"/>
                </a:cubicBezTo>
                <a:cubicBezTo>
                  <a:pt x="8882" y="3523"/>
                  <a:pt x="8882" y="3523"/>
                  <a:pt x="8882" y="3523"/>
                </a:cubicBezTo>
                <a:cubicBezTo>
                  <a:pt x="8898" y="3500"/>
                  <a:pt x="8914" y="3454"/>
                  <a:pt x="8914" y="3408"/>
                </a:cubicBezTo>
                <a:cubicBezTo>
                  <a:pt x="8914" y="3247"/>
                  <a:pt x="8816" y="3109"/>
                  <a:pt x="8702" y="3109"/>
                </a:cubicBezTo>
                <a:cubicBezTo>
                  <a:pt x="8588" y="3109"/>
                  <a:pt x="8490" y="3247"/>
                  <a:pt x="8490" y="3408"/>
                </a:cubicBezTo>
                <a:cubicBezTo>
                  <a:pt x="8490" y="3477"/>
                  <a:pt x="8506" y="3523"/>
                  <a:pt x="8539" y="3569"/>
                </a:cubicBezTo>
                <a:cubicBezTo>
                  <a:pt x="4212" y="10270"/>
                  <a:pt x="4212" y="10270"/>
                  <a:pt x="4212" y="10270"/>
                </a:cubicBezTo>
                <a:cubicBezTo>
                  <a:pt x="8735" y="2487"/>
                  <a:pt x="8735" y="2487"/>
                  <a:pt x="8735" y="2487"/>
                </a:cubicBezTo>
                <a:cubicBezTo>
                  <a:pt x="8767" y="2533"/>
                  <a:pt x="8816" y="2556"/>
                  <a:pt x="8865" y="2556"/>
                </a:cubicBezTo>
                <a:cubicBezTo>
                  <a:pt x="8980" y="2556"/>
                  <a:pt x="9078" y="2418"/>
                  <a:pt x="9078" y="2257"/>
                </a:cubicBezTo>
                <a:cubicBezTo>
                  <a:pt x="9078" y="2096"/>
                  <a:pt x="8980" y="1980"/>
                  <a:pt x="8865" y="1980"/>
                </a:cubicBezTo>
                <a:cubicBezTo>
                  <a:pt x="8751" y="1980"/>
                  <a:pt x="8653" y="2096"/>
                  <a:pt x="8653" y="2257"/>
                </a:cubicBezTo>
                <a:cubicBezTo>
                  <a:pt x="8653" y="2280"/>
                  <a:pt x="8653" y="2280"/>
                  <a:pt x="8653" y="2280"/>
                </a:cubicBezTo>
                <a:cubicBezTo>
                  <a:pt x="4082" y="3086"/>
                  <a:pt x="4082" y="3086"/>
                  <a:pt x="4082" y="3086"/>
                </a:cubicBezTo>
                <a:cubicBezTo>
                  <a:pt x="4065" y="2948"/>
                  <a:pt x="3967" y="2832"/>
                  <a:pt x="3869" y="2832"/>
                </a:cubicBezTo>
                <a:cubicBezTo>
                  <a:pt x="3755" y="2832"/>
                  <a:pt x="3657" y="2971"/>
                  <a:pt x="3657" y="3132"/>
                </a:cubicBezTo>
                <a:cubicBezTo>
                  <a:pt x="3657" y="3201"/>
                  <a:pt x="3673" y="3247"/>
                  <a:pt x="3690" y="3293"/>
                </a:cubicBezTo>
                <a:cubicBezTo>
                  <a:pt x="82" y="7000"/>
                  <a:pt x="82" y="7000"/>
                  <a:pt x="82" y="7000"/>
                </a:cubicBezTo>
                <a:cubicBezTo>
                  <a:pt x="49" y="7023"/>
                  <a:pt x="49" y="7023"/>
                  <a:pt x="49" y="7023"/>
                </a:cubicBezTo>
                <a:cubicBezTo>
                  <a:pt x="65" y="7023"/>
                  <a:pt x="65" y="7023"/>
                  <a:pt x="65" y="7023"/>
                </a:cubicBezTo>
                <a:cubicBezTo>
                  <a:pt x="0" y="7093"/>
                  <a:pt x="0" y="7093"/>
                  <a:pt x="0" y="7093"/>
                </a:cubicBezTo>
                <a:cubicBezTo>
                  <a:pt x="82" y="7046"/>
                  <a:pt x="82" y="7046"/>
                  <a:pt x="82" y="7046"/>
                </a:cubicBezTo>
                <a:cubicBezTo>
                  <a:pt x="1208" y="8083"/>
                  <a:pt x="1208" y="8083"/>
                  <a:pt x="1208" y="8083"/>
                </a:cubicBezTo>
                <a:cubicBezTo>
                  <a:pt x="65" y="10201"/>
                  <a:pt x="65" y="10201"/>
                  <a:pt x="65" y="10201"/>
                </a:cubicBezTo>
                <a:cubicBezTo>
                  <a:pt x="98" y="10224"/>
                  <a:pt x="98" y="10224"/>
                  <a:pt x="98" y="10224"/>
                </a:cubicBezTo>
                <a:cubicBezTo>
                  <a:pt x="1224" y="8106"/>
                  <a:pt x="1224" y="8106"/>
                  <a:pt x="1224" y="8106"/>
                </a:cubicBezTo>
                <a:cubicBezTo>
                  <a:pt x="3804" y="10478"/>
                  <a:pt x="3804" y="10478"/>
                  <a:pt x="3804" y="10478"/>
                </a:cubicBezTo>
                <a:cubicBezTo>
                  <a:pt x="3788" y="10524"/>
                  <a:pt x="3771" y="10593"/>
                  <a:pt x="3771" y="10639"/>
                </a:cubicBezTo>
                <a:cubicBezTo>
                  <a:pt x="3771" y="10800"/>
                  <a:pt x="3869" y="10938"/>
                  <a:pt x="3984" y="10938"/>
                </a:cubicBezTo>
                <a:cubicBezTo>
                  <a:pt x="4016" y="10938"/>
                  <a:pt x="4049" y="10915"/>
                  <a:pt x="4082" y="10892"/>
                </a:cubicBezTo>
                <a:cubicBezTo>
                  <a:pt x="7510" y="18606"/>
                  <a:pt x="7510" y="18606"/>
                  <a:pt x="7510" y="18606"/>
                </a:cubicBezTo>
                <a:cubicBezTo>
                  <a:pt x="7445" y="18652"/>
                  <a:pt x="7412" y="18745"/>
                  <a:pt x="7412" y="18837"/>
                </a:cubicBezTo>
                <a:cubicBezTo>
                  <a:pt x="7412" y="18998"/>
                  <a:pt x="7510" y="19136"/>
                  <a:pt x="7624" y="19136"/>
                </a:cubicBezTo>
                <a:cubicBezTo>
                  <a:pt x="7739" y="19136"/>
                  <a:pt x="7837" y="18998"/>
                  <a:pt x="7837" y="18837"/>
                </a:cubicBezTo>
                <a:cubicBezTo>
                  <a:pt x="7837" y="18722"/>
                  <a:pt x="7788" y="18629"/>
                  <a:pt x="7739" y="18583"/>
                </a:cubicBezTo>
                <a:cubicBezTo>
                  <a:pt x="9078" y="14968"/>
                  <a:pt x="9078" y="14968"/>
                  <a:pt x="9078" y="14968"/>
                </a:cubicBezTo>
                <a:cubicBezTo>
                  <a:pt x="9110" y="14968"/>
                  <a:pt x="9143" y="14991"/>
                  <a:pt x="9176" y="14991"/>
                </a:cubicBezTo>
                <a:cubicBezTo>
                  <a:pt x="9290" y="14991"/>
                  <a:pt x="9371" y="14853"/>
                  <a:pt x="9371" y="14692"/>
                </a:cubicBezTo>
                <a:cubicBezTo>
                  <a:pt x="9371" y="14669"/>
                  <a:pt x="9371" y="14623"/>
                  <a:pt x="9371" y="14600"/>
                </a:cubicBezTo>
                <a:cubicBezTo>
                  <a:pt x="9649" y="14438"/>
                  <a:pt x="9649" y="14438"/>
                  <a:pt x="9649" y="14438"/>
                </a:cubicBezTo>
                <a:cubicBezTo>
                  <a:pt x="13224" y="16810"/>
                  <a:pt x="13224" y="16810"/>
                  <a:pt x="13224" y="16810"/>
                </a:cubicBezTo>
                <a:cubicBezTo>
                  <a:pt x="13208" y="16833"/>
                  <a:pt x="13208" y="16856"/>
                  <a:pt x="13208" y="16879"/>
                </a:cubicBezTo>
                <a:cubicBezTo>
                  <a:pt x="13208" y="16971"/>
                  <a:pt x="13241" y="17064"/>
                  <a:pt x="13290" y="17110"/>
                </a:cubicBezTo>
                <a:cubicBezTo>
                  <a:pt x="10808" y="21554"/>
                  <a:pt x="10808" y="21554"/>
                  <a:pt x="10808" y="21554"/>
                </a:cubicBezTo>
                <a:cubicBezTo>
                  <a:pt x="10792" y="21577"/>
                  <a:pt x="10792" y="21577"/>
                  <a:pt x="10792" y="21577"/>
                </a:cubicBezTo>
                <a:cubicBezTo>
                  <a:pt x="21535" y="21577"/>
                  <a:pt x="21535" y="21577"/>
                  <a:pt x="21535" y="21577"/>
                </a:cubicBezTo>
                <a:cubicBezTo>
                  <a:pt x="21551" y="21600"/>
                  <a:pt x="21551" y="21600"/>
                  <a:pt x="21551" y="21600"/>
                </a:cubicBezTo>
                <a:lnTo>
                  <a:pt x="21551" y="21577"/>
                </a:lnTo>
                <a:close/>
                <a:moveTo>
                  <a:pt x="21518" y="21508"/>
                </a:moveTo>
                <a:cubicBezTo>
                  <a:pt x="19543" y="18606"/>
                  <a:pt x="19543" y="18606"/>
                  <a:pt x="19543" y="18606"/>
                </a:cubicBezTo>
                <a:cubicBezTo>
                  <a:pt x="19576" y="18560"/>
                  <a:pt x="19592" y="18491"/>
                  <a:pt x="19592" y="18422"/>
                </a:cubicBezTo>
                <a:cubicBezTo>
                  <a:pt x="19592" y="18307"/>
                  <a:pt x="19543" y="18192"/>
                  <a:pt x="19461" y="18146"/>
                </a:cubicBezTo>
                <a:cubicBezTo>
                  <a:pt x="20947" y="10432"/>
                  <a:pt x="20947" y="10432"/>
                  <a:pt x="20947" y="10432"/>
                </a:cubicBezTo>
                <a:cubicBezTo>
                  <a:pt x="20947" y="10455"/>
                  <a:pt x="20963" y="10455"/>
                  <a:pt x="20980" y="10455"/>
                </a:cubicBezTo>
                <a:cubicBezTo>
                  <a:pt x="20980" y="10455"/>
                  <a:pt x="20980" y="10455"/>
                  <a:pt x="20980" y="10455"/>
                </a:cubicBezTo>
                <a:lnTo>
                  <a:pt x="21518" y="21508"/>
                </a:lnTo>
                <a:close/>
                <a:moveTo>
                  <a:pt x="20816" y="10316"/>
                </a:moveTo>
                <a:cubicBezTo>
                  <a:pt x="20833" y="10386"/>
                  <a:pt x="20865" y="10409"/>
                  <a:pt x="20914" y="10432"/>
                </a:cubicBezTo>
                <a:cubicBezTo>
                  <a:pt x="19429" y="18146"/>
                  <a:pt x="19429" y="18146"/>
                  <a:pt x="19429" y="18146"/>
                </a:cubicBezTo>
                <a:cubicBezTo>
                  <a:pt x="19412" y="18123"/>
                  <a:pt x="19396" y="18123"/>
                  <a:pt x="19380" y="18123"/>
                </a:cubicBezTo>
                <a:cubicBezTo>
                  <a:pt x="19282" y="18123"/>
                  <a:pt x="19200" y="18215"/>
                  <a:pt x="19184" y="18353"/>
                </a:cubicBezTo>
                <a:cubicBezTo>
                  <a:pt x="13616" y="16948"/>
                  <a:pt x="13616" y="16948"/>
                  <a:pt x="13616" y="16948"/>
                </a:cubicBezTo>
                <a:cubicBezTo>
                  <a:pt x="13633" y="16925"/>
                  <a:pt x="13633" y="16902"/>
                  <a:pt x="13633" y="16879"/>
                </a:cubicBezTo>
                <a:cubicBezTo>
                  <a:pt x="13633" y="16833"/>
                  <a:pt x="13616" y="16810"/>
                  <a:pt x="13616" y="16764"/>
                </a:cubicBezTo>
                <a:lnTo>
                  <a:pt x="20816" y="10316"/>
                </a:lnTo>
                <a:close/>
                <a:moveTo>
                  <a:pt x="4180" y="10570"/>
                </a:moveTo>
                <a:cubicBezTo>
                  <a:pt x="9012" y="8083"/>
                  <a:pt x="9012" y="8083"/>
                  <a:pt x="9012" y="8083"/>
                </a:cubicBezTo>
                <a:cubicBezTo>
                  <a:pt x="12555" y="6264"/>
                  <a:pt x="12555" y="6264"/>
                  <a:pt x="12555" y="6264"/>
                </a:cubicBezTo>
                <a:cubicBezTo>
                  <a:pt x="12571" y="6333"/>
                  <a:pt x="12604" y="6379"/>
                  <a:pt x="12637" y="6402"/>
                </a:cubicBezTo>
                <a:cubicBezTo>
                  <a:pt x="10776" y="10823"/>
                  <a:pt x="10776" y="10823"/>
                  <a:pt x="10776" y="10823"/>
                </a:cubicBezTo>
                <a:cubicBezTo>
                  <a:pt x="7837" y="11330"/>
                  <a:pt x="7837" y="11330"/>
                  <a:pt x="7837" y="11330"/>
                </a:cubicBezTo>
                <a:cubicBezTo>
                  <a:pt x="7820" y="11191"/>
                  <a:pt x="7722" y="11076"/>
                  <a:pt x="7624" y="11076"/>
                </a:cubicBezTo>
                <a:cubicBezTo>
                  <a:pt x="7510" y="11076"/>
                  <a:pt x="7412" y="11214"/>
                  <a:pt x="7412" y="11376"/>
                </a:cubicBezTo>
                <a:cubicBezTo>
                  <a:pt x="7412" y="11537"/>
                  <a:pt x="7510" y="11675"/>
                  <a:pt x="7624" y="11675"/>
                </a:cubicBezTo>
                <a:cubicBezTo>
                  <a:pt x="7690" y="11675"/>
                  <a:pt x="7755" y="11629"/>
                  <a:pt x="7788" y="11560"/>
                </a:cubicBezTo>
                <a:cubicBezTo>
                  <a:pt x="9698" y="13379"/>
                  <a:pt x="9698" y="13379"/>
                  <a:pt x="9698" y="13379"/>
                </a:cubicBezTo>
                <a:cubicBezTo>
                  <a:pt x="9355" y="14208"/>
                  <a:pt x="9355" y="14208"/>
                  <a:pt x="9355" y="14208"/>
                </a:cubicBezTo>
                <a:cubicBezTo>
                  <a:pt x="4180" y="10754"/>
                  <a:pt x="4180" y="10754"/>
                  <a:pt x="4180" y="10754"/>
                </a:cubicBezTo>
                <a:cubicBezTo>
                  <a:pt x="4180" y="10708"/>
                  <a:pt x="4196" y="10685"/>
                  <a:pt x="4196" y="10639"/>
                </a:cubicBezTo>
                <a:cubicBezTo>
                  <a:pt x="4196" y="10616"/>
                  <a:pt x="4180" y="10593"/>
                  <a:pt x="4180" y="10570"/>
                </a:cubicBezTo>
                <a:close/>
                <a:moveTo>
                  <a:pt x="9714" y="13356"/>
                </a:moveTo>
                <a:cubicBezTo>
                  <a:pt x="7804" y="11537"/>
                  <a:pt x="7804" y="11537"/>
                  <a:pt x="7804" y="11537"/>
                </a:cubicBezTo>
                <a:cubicBezTo>
                  <a:pt x="7820" y="11491"/>
                  <a:pt x="7837" y="11422"/>
                  <a:pt x="7837" y="11376"/>
                </a:cubicBezTo>
                <a:cubicBezTo>
                  <a:pt x="7837" y="11376"/>
                  <a:pt x="7837" y="11376"/>
                  <a:pt x="7837" y="11353"/>
                </a:cubicBezTo>
                <a:cubicBezTo>
                  <a:pt x="10759" y="10869"/>
                  <a:pt x="10759" y="10869"/>
                  <a:pt x="10759" y="10869"/>
                </a:cubicBezTo>
                <a:cubicBezTo>
                  <a:pt x="10302" y="11951"/>
                  <a:pt x="10302" y="11951"/>
                  <a:pt x="10302" y="11951"/>
                </a:cubicBezTo>
                <a:lnTo>
                  <a:pt x="9714" y="13356"/>
                </a:lnTo>
                <a:close/>
                <a:moveTo>
                  <a:pt x="9731" y="13402"/>
                </a:moveTo>
                <a:cubicBezTo>
                  <a:pt x="10335" y="13978"/>
                  <a:pt x="10335" y="13978"/>
                  <a:pt x="10335" y="13978"/>
                </a:cubicBezTo>
                <a:cubicBezTo>
                  <a:pt x="9649" y="14392"/>
                  <a:pt x="9649" y="14392"/>
                  <a:pt x="9649" y="14392"/>
                </a:cubicBezTo>
                <a:cubicBezTo>
                  <a:pt x="9388" y="14208"/>
                  <a:pt x="9388" y="14208"/>
                  <a:pt x="9388" y="14208"/>
                </a:cubicBezTo>
                <a:lnTo>
                  <a:pt x="9731" y="13402"/>
                </a:lnTo>
                <a:close/>
                <a:moveTo>
                  <a:pt x="9731" y="13379"/>
                </a:moveTo>
                <a:cubicBezTo>
                  <a:pt x="10351" y="11905"/>
                  <a:pt x="10351" y="11905"/>
                  <a:pt x="10351" y="11905"/>
                </a:cubicBezTo>
                <a:cubicBezTo>
                  <a:pt x="10792" y="10846"/>
                  <a:pt x="10792" y="10846"/>
                  <a:pt x="10792" y="10846"/>
                </a:cubicBezTo>
                <a:cubicBezTo>
                  <a:pt x="17535" y="9718"/>
                  <a:pt x="17535" y="9718"/>
                  <a:pt x="17535" y="9718"/>
                </a:cubicBezTo>
                <a:cubicBezTo>
                  <a:pt x="17535" y="9718"/>
                  <a:pt x="17535" y="9741"/>
                  <a:pt x="17551" y="9741"/>
                </a:cubicBezTo>
                <a:cubicBezTo>
                  <a:pt x="10367" y="13978"/>
                  <a:pt x="10367" y="13978"/>
                  <a:pt x="10367" y="13978"/>
                </a:cubicBezTo>
                <a:lnTo>
                  <a:pt x="9731" y="13379"/>
                </a:lnTo>
                <a:close/>
                <a:moveTo>
                  <a:pt x="17567" y="9764"/>
                </a:moveTo>
                <a:cubicBezTo>
                  <a:pt x="17567" y="9787"/>
                  <a:pt x="17584" y="9810"/>
                  <a:pt x="17600" y="9833"/>
                </a:cubicBezTo>
                <a:cubicBezTo>
                  <a:pt x="13698" y="16419"/>
                  <a:pt x="13698" y="16419"/>
                  <a:pt x="13698" y="16419"/>
                </a:cubicBezTo>
                <a:cubicBezTo>
                  <a:pt x="13551" y="16672"/>
                  <a:pt x="13551" y="16672"/>
                  <a:pt x="13551" y="16672"/>
                </a:cubicBezTo>
                <a:cubicBezTo>
                  <a:pt x="13518" y="16626"/>
                  <a:pt x="13469" y="16580"/>
                  <a:pt x="13420" y="16580"/>
                </a:cubicBezTo>
                <a:cubicBezTo>
                  <a:pt x="13339" y="16580"/>
                  <a:pt x="13273" y="16649"/>
                  <a:pt x="13241" y="16718"/>
                </a:cubicBezTo>
                <a:cubicBezTo>
                  <a:pt x="10384" y="14001"/>
                  <a:pt x="10384" y="14001"/>
                  <a:pt x="10384" y="14001"/>
                </a:cubicBezTo>
                <a:lnTo>
                  <a:pt x="17567" y="9764"/>
                </a:lnTo>
                <a:close/>
                <a:moveTo>
                  <a:pt x="8555" y="391"/>
                </a:moveTo>
                <a:cubicBezTo>
                  <a:pt x="8571" y="368"/>
                  <a:pt x="8571" y="368"/>
                  <a:pt x="8571" y="345"/>
                </a:cubicBezTo>
                <a:cubicBezTo>
                  <a:pt x="17518" y="4099"/>
                  <a:pt x="17518" y="4099"/>
                  <a:pt x="17518" y="4099"/>
                </a:cubicBezTo>
                <a:cubicBezTo>
                  <a:pt x="17518" y="4122"/>
                  <a:pt x="17502" y="4145"/>
                  <a:pt x="17502" y="4145"/>
                </a:cubicBezTo>
                <a:cubicBezTo>
                  <a:pt x="17502" y="4283"/>
                  <a:pt x="17584" y="4398"/>
                  <a:pt x="17665" y="4444"/>
                </a:cubicBezTo>
                <a:cubicBezTo>
                  <a:pt x="17698" y="9280"/>
                  <a:pt x="17698" y="9280"/>
                  <a:pt x="17698" y="9280"/>
                </a:cubicBezTo>
                <a:cubicBezTo>
                  <a:pt x="17633" y="9280"/>
                  <a:pt x="17567" y="9349"/>
                  <a:pt x="17535" y="9441"/>
                </a:cubicBezTo>
                <a:lnTo>
                  <a:pt x="8555" y="391"/>
                </a:lnTo>
                <a:close/>
                <a:moveTo>
                  <a:pt x="17518" y="9533"/>
                </a:moveTo>
                <a:cubicBezTo>
                  <a:pt x="17518" y="9557"/>
                  <a:pt x="17502" y="9557"/>
                  <a:pt x="17502" y="9580"/>
                </a:cubicBezTo>
                <a:cubicBezTo>
                  <a:pt x="17502" y="9603"/>
                  <a:pt x="17518" y="9649"/>
                  <a:pt x="17518" y="9672"/>
                </a:cubicBezTo>
                <a:cubicBezTo>
                  <a:pt x="10808" y="10823"/>
                  <a:pt x="10808" y="10823"/>
                  <a:pt x="10808" y="10823"/>
                </a:cubicBezTo>
                <a:cubicBezTo>
                  <a:pt x="12653" y="6425"/>
                  <a:pt x="12653" y="6425"/>
                  <a:pt x="12653" y="6425"/>
                </a:cubicBezTo>
                <a:cubicBezTo>
                  <a:pt x="12686" y="6448"/>
                  <a:pt x="12718" y="6448"/>
                  <a:pt x="12751" y="6448"/>
                </a:cubicBezTo>
                <a:cubicBezTo>
                  <a:pt x="12833" y="6448"/>
                  <a:pt x="12898" y="6402"/>
                  <a:pt x="12931" y="6310"/>
                </a:cubicBezTo>
                <a:lnTo>
                  <a:pt x="17518" y="9533"/>
                </a:lnTo>
                <a:close/>
                <a:moveTo>
                  <a:pt x="8702" y="3707"/>
                </a:moveTo>
                <a:cubicBezTo>
                  <a:pt x="8767" y="3707"/>
                  <a:pt x="8833" y="3638"/>
                  <a:pt x="8865" y="3569"/>
                </a:cubicBezTo>
                <a:cubicBezTo>
                  <a:pt x="12555" y="6056"/>
                  <a:pt x="12555" y="6056"/>
                  <a:pt x="12555" y="6056"/>
                </a:cubicBezTo>
                <a:cubicBezTo>
                  <a:pt x="12539" y="6079"/>
                  <a:pt x="12539" y="6125"/>
                  <a:pt x="12539" y="6148"/>
                </a:cubicBezTo>
                <a:cubicBezTo>
                  <a:pt x="12539" y="6194"/>
                  <a:pt x="12539" y="6217"/>
                  <a:pt x="12555" y="6241"/>
                </a:cubicBezTo>
                <a:cubicBezTo>
                  <a:pt x="8980" y="8060"/>
                  <a:pt x="8980" y="8060"/>
                  <a:pt x="8980" y="8060"/>
                </a:cubicBezTo>
                <a:cubicBezTo>
                  <a:pt x="4163" y="10524"/>
                  <a:pt x="4163" y="10524"/>
                  <a:pt x="4163" y="10524"/>
                </a:cubicBezTo>
                <a:cubicBezTo>
                  <a:pt x="4163" y="10501"/>
                  <a:pt x="4147" y="10455"/>
                  <a:pt x="4131" y="10432"/>
                </a:cubicBezTo>
                <a:cubicBezTo>
                  <a:pt x="8555" y="3615"/>
                  <a:pt x="8555" y="3615"/>
                  <a:pt x="8555" y="3615"/>
                </a:cubicBezTo>
                <a:cubicBezTo>
                  <a:pt x="8588" y="3661"/>
                  <a:pt x="8637" y="3707"/>
                  <a:pt x="8702" y="3707"/>
                </a:cubicBezTo>
                <a:close/>
                <a:moveTo>
                  <a:pt x="8653" y="2326"/>
                </a:moveTo>
                <a:cubicBezTo>
                  <a:pt x="8653" y="2326"/>
                  <a:pt x="8669" y="2349"/>
                  <a:pt x="8669" y="2349"/>
                </a:cubicBezTo>
                <a:cubicBezTo>
                  <a:pt x="5159" y="4260"/>
                  <a:pt x="5159" y="4260"/>
                  <a:pt x="5159" y="4260"/>
                </a:cubicBezTo>
                <a:cubicBezTo>
                  <a:pt x="2514" y="5688"/>
                  <a:pt x="2514" y="5688"/>
                  <a:pt x="2514" y="5688"/>
                </a:cubicBezTo>
                <a:cubicBezTo>
                  <a:pt x="3755" y="3385"/>
                  <a:pt x="3755" y="3385"/>
                  <a:pt x="3755" y="3385"/>
                </a:cubicBezTo>
                <a:cubicBezTo>
                  <a:pt x="3788" y="3408"/>
                  <a:pt x="3820" y="3431"/>
                  <a:pt x="3869" y="3431"/>
                </a:cubicBezTo>
                <a:cubicBezTo>
                  <a:pt x="3984" y="3431"/>
                  <a:pt x="4082" y="3293"/>
                  <a:pt x="4082" y="3132"/>
                </a:cubicBezTo>
                <a:cubicBezTo>
                  <a:pt x="4082" y="3132"/>
                  <a:pt x="4082" y="3109"/>
                  <a:pt x="4082" y="3109"/>
                </a:cubicBezTo>
                <a:lnTo>
                  <a:pt x="8653" y="2326"/>
                </a:lnTo>
                <a:close/>
                <a:moveTo>
                  <a:pt x="3706" y="3316"/>
                </a:moveTo>
                <a:cubicBezTo>
                  <a:pt x="3722" y="3339"/>
                  <a:pt x="3722" y="3339"/>
                  <a:pt x="3739" y="3362"/>
                </a:cubicBezTo>
                <a:cubicBezTo>
                  <a:pt x="2465" y="5711"/>
                  <a:pt x="2465" y="5711"/>
                  <a:pt x="2465" y="5711"/>
                </a:cubicBezTo>
                <a:cubicBezTo>
                  <a:pt x="180" y="6954"/>
                  <a:pt x="180" y="6954"/>
                  <a:pt x="180" y="6954"/>
                </a:cubicBezTo>
                <a:lnTo>
                  <a:pt x="3706" y="3316"/>
                </a:lnTo>
                <a:close/>
                <a:moveTo>
                  <a:pt x="114" y="7023"/>
                </a:moveTo>
                <a:cubicBezTo>
                  <a:pt x="2449" y="5757"/>
                  <a:pt x="2449" y="5757"/>
                  <a:pt x="2449" y="5757"/>
                </a:cubicBezTo>
                <a:cubicBezTo>
                  <a:pt x="1224" y="8060"/>
                  <a:pt x="1224" y="8060"/>
                  <a:pt x="1224" y="8060"/>
                </a:cubicBezTo>
                <a:lnTo>
                  <a:pt x="114" y="7023"/>
                </a:lnTo>
                <a:close/>
                <a:moveTo>
                  <a:pt x="1241" y="8083"/>
                </a:moveTo>
                <a:cubicBezTo>
                  <a:pt x="2482" y="5734"/>
                  <a:pt x="2482" y="5734"/>
                  <a:pt x="2482" y="5734"/>
                </a:cubicBezTo>
                <a:cubicBezTo>
                  <a:pt x="5224" y="4260"/>
                  <a:pt x="5224" y="4260"/>
                  <a:pt x="5224" y="4260"/>
                </a:cubicBezTo>
                <a:cubicBezTo>
                  <a:pt x="8669" y="2395"/>
                  <a:pt x="8669" y="2395"/>
                  <a:pt x="8669" y="2395"/>
                </a:cubicBezTo>
                <a:cubicBezTo>
                  <a:pt x="8686" y="2418"/>
                  <a:pt x="8702" y="2441"/>
                  <a:pt x="8718" y="2464"/>
                </a:cubicBezTo>
                <a:cubicBezTo>
                  <a:pt x="4098" y="10409"/>
                  <a:pt x="4098" y="10409"/>
                  <a:pt x="4098" y="10409"/>
                </a:cubicBezTo>
                <a:cubicBezTo>
                  <a:pt x="4065" y="10362"/>
                  <a:pt x="4033" y="10339"/>
                  <a:pt x="3984" y="10339"/>
                </a:cubicBezTo>
                <a:cubicBezTo>
                  <a:pt x="3918" y="10339"/>
                  <a:pt x="3853" y="10386"/>
                  <a:pt x="3820" y="10455"/>
                </a:cubicBezTo>
                <a:lnTo>
                  <a:pt x="1241" y="8083"/>
                </a:lnTo>
                <a:close/>
                <a:moveTo>
                  <a:pt x="7706" y="18560"/>
                </a:moveTo>
                <a:cubicBezTo>
                  <a:pt x="7690" y="18560"/>
                  <a:pt x="7657" y="18537"/>
                  <a:pt x="7624" y="18537"/>
                </a:cubicBezTo>
                <a:cubicBezTo>
                  <a:pt x="7592" y="18537"/>
                  <a:pt x="7559" y="18560"/>
                  <a:pt x="7527" y="18583"/>
                </a:cubicBezTo>
                <a:cubicBezTo>
                  <a:pt x="4098" y="10869"/>
                  <a:pt x="4098" y="10869"/>
                  <a:pt x="4098" y="10869"/>
                </a:cubicBezTo>
                <a:cubicBezTo>
                  <a:pt x="4131" y="10846"/>
                  <a:pt x="4147" y="10823"/>
                  <a:pt x="4163" y="10777"/>
                </a:cubicBezTo>
                <a:cubicBezTo>
                  <a:pt x="9355" y="14231"/>
                  <a:pt x="9355" y="14231"/>
                  <a:pt x="9355" y="14231"/>
                </a:cubicBezTo>
                <a:cubicBezTo>
                  <a:pt x="9257" y="14438"/>
                  <a:pt x="9257" y="14438"/>
                  <a:pt x="9257" y="14438"/>
                </a:cubicBezTo>
                <a:cubicBezTo>
                  <a:pt x="9241" y="14415"/>
                  <a:pt x="9208" y="14392"/>
                  <a:pt x="9176" y="14392"/>
                </a:cubicBezTo>
                <a:cubicBezTo>
                  <a:pt x="9061" y="14392"/>
                  <a:pt x="8963" y="14530"/>
                  <a:pt x="8963" y="14692"/>
                </a:cubicBezTo>
                <a:cubicBezTo>
                  <a:pt x="8963" y="14807"/>
                  <a:pt x="8996" y="14899"/>
                  <a:pt x="9061" y="14945"/>
                </a:cubicBezTo>
                <a:lnTo>
                  <a:pt x="7706" y="18560"/>
                </a:lnTo>
                <a:close/>
                <a:moveTo>
                  <a:pt x="9355" y="14554"/>
                </a:moveTo>
                <a:cubicBezTo>
                  <a:pt x="9339" y="14507"/>
                  <a:pt x="9322" y="14484"/>
                  <a:pt x="9290" y="14438"/>
                </a:cubicBezTo>
                <a:cubicBezTo>
                  <a:pt x="9371" y="14254"/>
                  <a:pt x="9371" y="14254"/>
                  <a:pt x="9371" y="14254"/>
                </a:cubicBezTo>
                <a:cubicBezTo>
                  <a:pt x="9616" y="14415"/>
                  <a:pt x="9616" y="14415"/>
                  <a:pt x="9616" y="14415"/>
                </a:cubicBezTo>
                <a:lnTo>
                  <a:pt x="9355" y="14554"/>
                </a:lnTo>
                <a:close/>
                <a:moveTo>
                  <a:pt x="9682" y="14415"/>
                </a:moveTo>
                <a:cubicBezTo>
                  <a:pt x="10351" y="14001"/>
                  <a:pt x="10351" y="14001"/>
                  <a:pt x="10351" y="14001"/>
                </a:cubicBezTo>
                <a:cubicBezTo>
                  <a:pt x="13224" y="16764"/>
                  <a:pt x="13224" y="16764"/>
                  <a:pt x="13224" y="16764"/>
                </a:cubicBezTo>
                <a:cubicBezTo>
                  <a:pt x="13224" y="16764"/>
                  <a:pt x="13224" y="16764"/>
                  <a:pt x="13224" y="16764"/>
                </a:cubicBezTo>
                <a:lnTo>
                  <a:pt x="9682" y="14415"/>
                </a:lnTo>
                <a:close/>
                <a:moveTo>
                  <a:pt x="10841" y="21531"/>
                </a:moveTo>
                <a:cubicBezTo>
                  <a:pt x="13306" y="17133"/>
                  <a:pt x="13306" y="17133"/>
                  <a:pt x="13306" y="17133"/>
                </a:cubicBezTo>
                <a:cubicBezTo>
                  <a:pt x="13339" y="17156"/>
                  <a:pt x="13371" y="17179"/>
                  <a:pt x="13420" y="17179"/>
                </a:cubicBezTo>
                <a:cubicBezTo>
                  <a:pt x="13502" y="17179"/>
                  <a:pt x="13567" y="17133"/>
                  <a:pt x="13600" y="17041"/>
                </a:cubicBezTo>
                <a:cubicBezTo>
                  <a:pt x="21469" y="21531"/>
                  <a:pt x="21469" y="21531"/>
                  <a:pt x="21469" y="21531"/>
                </a:cubicBezTo>
                <a:lnTo>
                  <a:pt x="10841" y="21531"/>
                </a:lnTo>
                <a:close/>
                <a:moveTo>
                  <a:pt x="13600" y="17017"/>
                </a:moveTo>
                <a:cubicBezTo>
                  <a:pt x="13616" y="16994"/>
                  <a:pt x="13616" y="16994"/>
                  <a:pt x="13616" y="16994"/>
                </a:cubicBezTo>
                <a:cubicBezTo>
                  <a:pt x="19184" y="18376"/>
                  <a:pt x="19184" y="18376"/>
                  <a:pt x="19184" y="18376"/>
                </a:cubicBezTo>
                <a:cubicBezTo>
                  <a:pt x="19184" y="18399"/>
                  <a:pt x="19167" y="18399"/>
                  <a:pt x="19167" y="18422"/>
                </a:cubicBezTo>
                <a:cubicBezTo>
                  <a:pt x="19167" y="18583"/>
                  <a:pt x="19265" y="18722"/>
                  <a:pt x="19380" y="18722"/>
                </a:cubicBezTo>
                <a:cubicBezTo>
                  <a:pt x="19445" y="18722"/>
                  <a:pt x="19478" y="18699"/>
                  <a:pt x="19527" y="18629"/>
                </a:cubicBezTo>
                <a:cubicBezTo>
                  <a:pt x="21486" y="21508"/>
                  <a:pt x="21486" y="21508"/>
                  <a:pt x="21486" y="21508"/>
                </a:cubicBezTo>
                <a:lnTo>
                  <a:pt x="13600" y="17017"/>
                </a:lnTo>
                <a:close/>
              </a:path>
            </a:pathLst>
          </a:custGeom>
          <a:solidFill>
            <a:srgbClr val="878787">
              <a:alpha val="45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Shape 136"/>
          <p:cNvSpPr/>
          <p:nvPr/>
        </p:nvSpPr>
        <p:spPr>
          <a:xfrm>
            <a:off x="562676" y="4436242"/>
            <a:ext cx="10165655" cy="72189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51" y="21577"/>
                </a:moveTo>
                <a:cubicBezTo>
                  <a:pt x="21600" y="21577"/>
                  <a:pt x="21600" y="21577"/>
                  <a:pt x="21600" y="21577"/>
                </a:cubicBezTo>
                <a:cubicBezTo>
                  <a:pt x="21551" y="21531"/>
                  <a:pt x="21551" y="21531"/>
                  <a:pt x="21551" y="21531"/>
                </a:cubicBezTo>
                <a:cubicBezTo>
                  <a:pt x="21012" y="10432"/>
                  <a:pt x="21012" y="10432"/>
                  <a:pt x="21012" y="10432"/>
                </a:cubicBezTo>
                <a:cubicBezTo>
                  <a:pt x="21110" y="10432"/>
                  <a:pt x="21192" y="10293"/>
                  <a:pt x="21192" y="10155"/>
                </a:cubicBezTo>
                <a:cubicBezTo>
                  <a:pt x="21192" y="9994"/>
                  <a:pt x="21094" y="9856"/>
                  <a:pt x="20980" y="9856"/>
                </a:cubicBezTo>
                <a:cubicBezTo>
                  <a:pt x="20865" y="9856"/>
                  <a:pt x="20767" y="9994"/>
                  <a:pt x="20767" y="10155"/>
                </a:cubicBezTo>
                <a:cubicBezTo>
                  <a:pt x="20767" y="10201"/>
                  <a:pt x="20784" y="10247"/>
                  <a:pt x="20800" y="10293"/>
                </a:cubicBezTo>
                <a:cubicBezTo>
                  <a:pt x="13600" y="16741"/>
                  <a:pt x="13600" y="16741"/>
                  <a:pt x="13600" y="16741"/>
                </a:cubicBezTo>
                <a:cubicBezTo>
                  <a:pt x="13584" y="16718"/>
                  <a:pt x="13584" y="16695"/>
                  <a:pt x="13567" y="16695"/>
                </a:cubicBezTo>
                <a:cubicBezTo>
                  <a:pt x="13665" y="16511"/>
                  <a:pt x="13665" y="16511"/>
                  <a:pt x="13665" y="16511"/>
                </a:cubicBezTo>
                <a:cubicBezTo>
                  <a:pt x="17633" y="9833"/>
                  <a:pt x="17633" y="9833"/>
                  <a:pt x="17633" y="9833"/>
                </a:cubicBezTo>
                <a:cubicBezTo>
                  <a:pt x="17649" y="9856"/>
                  <a:pt x="17682" y="9879"/>
                  <a:pt x="17714" y="9879"/>
                </a:cubicBezTo>
                <a:cubicBezTo>
                  <a:pt x="17829" y="9879"/>
                  <a:pt x="17927" y="9741"/>
                  <a:pt x="17927" y="9580"/>
                </a:cubicBezTo>
                <a:cubicBezTo>
                  <a:pt x="17927" y="9418"/>
                  <a:pt x="17845" y="9280"/>
                  <a:pt x="17731" y="9280"/>
                </a:cubicBezTo>
                <a:cubicBezTo>
                  <a:pt x="17698" y="4444"/>
                  <a:pt x="17698" y="4444"/>
                  <a:pt x="17698" y="4444"/>
                </a:cubicBezTo>
                <a:cubicBezTo>
                  <a:pt x="17698" y="4444"/>
                  <a:pt x="17714" y="4444"/>
                  <a:pt x="17714" y="4444"/>
                </a:cubicBezTo>
                <a:cubicBezTo>
                  <a:pt x="17829" y="4444"/>
                  <a:pt x="17927" y="4306"/>
                  <a:pt x="17927" y="4145"/>
                </a:cubicBezTo>
                <a:cubicBezTo>
                  <a:pt x="17927" y="4076"/>
                  <a:pt x="17894" y="3984"/>
                  <a:pt x="17861" y="3938"/>
                </a:cubicBezTo>
                <a:cubicBezTo>
                  <a:pt x="20278" y="599"/>
                  <a:pt x="20278" y="599"/>
                  <a:pt x="20278" y="599"/>
                </a:cubicBezTo>
                <a:cubicBezTo>
                  <a:pt x="20310" y="645"/>
                  <a:pt x="20359" y="668"/>
                  <a:pt x="20408" y="668"/>
                </a:cubicBezTo>
                <a:cubicBezTo>
                  <a:pt x="20522" y="668"/>
                  <a:pt x="20620" y="553"/>
                  <a:pt x="20620" y="391"/>
                </a:cubicBezTo>
                <a:cubicBezTo>
                  <a:pt x="20620" y="230"/>
                  <a:pt x="20522" y="92"/>
                  <a:pt x="20408" y="92"/>
                </a:cubicBezTo>
                <a:cubicBezTo>
                  <a:pt x="20294" y="92"/>
                  <a:pt x="20212" y="230"/>
                  <a:pt x="20212" y="391"/>
                </a:cubicBezTo>
                <a:cubicBezTo>
                  <a:pt x="20212" y="461"/>
                  <a:pt x="20229" y="530"/>
                  <a:pt x="20261" y="576"/>
                </a:cubicBezTo>
                <a:cubicBezTo>
                  <a:pt x="17845" y="3915"/>
                  <a:pt x="17845" y="3915"/>
                  <a:pt x="17845" y="3915"/>
                </a:cubicBezTo>
                <a:cubicBezTo>
                  <a:pt x="17796" y="3869"/>
                  <a:pt x="17763" y="3869"/>
                  <a:pt x="17714" y="3869"/>
                </a:cubicBezTo>
                <a:cubicBezTo>
                  <a:pt x="17616" y="3869"/>
                  <a:pt x="17551" y="3938"/>
                  <a:pt x="17518" y="4076"/>
                </a:cubicBezTo>
                <a:cubicBezTo>
                  <a:pt x="8571" y="322"/>
                  <a:pt x="8571" y="322"/>
                  <a:pt x="8571" y="322"/>
                </a:cubicBezTo>
                <a:cubicBezTo>
                  <a:pt x="8571" y="299"/>
                  <a:pt x="8571" y="299"/>
                  <a:pt x="8571" y="276"/>
                </a:cubicBezTo>
                <a:cubicBezTo>
                  <a:pt x="8571" y="115"/>
                  <a:pt x="8490" y="0"/>
                  <a:pt x="8359" y="0"/>
                </a:cubicBezTo>
                <a:cubicBezTo>
                  <a:pt x="8245" y="0"/>
                  <a:pt x="8163" y="115"/>
                  <a:pt x="8163" y="276"/>
                </a:cubicBezTo>
                <a:cubicBezTo>
                  <a:pt x="8163" y="438"/>
                  <a:pt x="8245" y="576"/>
                  <a:pt x="8359" y="576"/>
                </a:cubicBezTo>
                <a:cubicBezTo>
                  <a:pt x="8441" y="576"/>
                  <a:pt x="8522" y="507"/>
                  <a:pt x="8555" y="414"/>
                </a:cubicBezTo>
                <a:cubicBezTo>
                  <a:pt x="17518" y="9487"/>
                  <a:pt x="17518" y="9487"/>
                  <a:pt x="17518" y="9487"/>
                </a:cubicBezTo>
                <a:cubicBezTo>
                  <a:pt x="17518" y="9487"/>
                  <a:pt x="17518" y="9487"/>
                  <a:pt x="17518" y="9510"/>
                </a:cubicBezTo>
                <a:cubicBezTo>
                  <a:pt x="12947" y="6264"/>
                  <a:pt x="12947" y="6264"/>
                  <a:pt x="12947" y="6264"/>
                </a:cubicBezTo>
                <a:cubicBezTo>
                  <a:pt x="12947" y="6241"/>
                  <a:pt x="12963" y="6194"/>
                  <a:pt x="12963" y="6148"/>
                </a:cubicBezTo>
                <a:cubicBezTo>
                  <a:pt x="12963" y="5987"/>
                  <a:pt x="12865" y="5872"/>
                  <a:pt x="12751" y="5872"/>
                </a:cubicBezTo>
                <a:cubicBezTo>
                  <a:pt x="12669" y="5872"/>
                  <a:pt x="12604" y="5918"/>
                  <a:pt x="12571" y="6010"/>
                </a:cubicBezTo>
                <a:cubicBezTo>
                  <a:pt x="8882" y="3523"/>
                  <a:pt x="8882" y="3523"/>
                  <a:pt x="8882" y="3523"/>
                </a:cubicBezTo>
                <a:cubicBezTo>
                  <a:pt x="8898" y="3500"/>
                  <a:pt x="8914" y="3454"/>
                  <a:pt x="8914" y="3408"/>
                </a:cubicBezTo>
                <a:cubicBezTo>
                  <a:pt x="8914" y="3247"/>
                  <a:pt x="8816" y="3109"/>
                  <a:pt x="8702" y="3109"/>
                </a:cubicBezTo>
                <a:cubicBezTo>
                  <a:pt x="8588" y="3109"/>
                  <a:pt x="8490" y="3247"/>
                  <a:pt x="8490" y="3408"/>
                </a:cubicBezTo>
                <a:cubicBezTo>
                  <a:pt x="8490" y="3477"/>
                  <a:pt x="8506" y="3523"/>
                  <a:pt x="8539" y="3569"/>
                </a:cubicBezTo>
                <a:cubicBezTo>
                  <a:pt x="4212" y="10270"/>
                  <a:pt x="4212" y="10270"/>
                  <a:pt x="4212" y="10270"/>
                </a:cubicBezTo>
                <a:cubicBezTo>
                  <a:pt x="8735" y="2487"/>
                  <a:pt x="8735" y="2487"/>
                  <a:pt x="8735" y="2487"/>
                </a:cubicBezTo>
                <a:cubicBezTo>
                  <a:pt x="8767" y="2533"/>
                  <a:pt x="8816" y="2556"/>
                  <a:pt x="8865" y="2556"/>
                </a:cubicBezTo>
                <a:cubicBezTo>
                  <a:pt x="8980" y="2556"/>
                  <a:pt x="9078" y="2418"/>
                  <a:pt x="9078" y="2257"/>
                </a:cubicBezTo>
                <a:cubicBezTo>
                  <a:pt x="9078" y="2096"/>
                  <a:pt x="8980" y="1980"/>
                  <a:pt x="8865" y="1980"/>
                </a:cubicBezTo>
                <a:cubicBezTo>
                  <a:pt x="8751" y="1980"/>
                  <a:pt x="8653" y="2096"/>
                  <a:pt x="8653" y="2257"/>
                </a:cubicBezTo>
                <a:cubicBezTo>
                  <a:pt x="8653" y="2280"/>
                  <a:pt x="8653" y="2280"/>
                  <a:pt x="8653" y="2280"/>
                </a:cubicBezTo>
                <a:cubicBezTo>
                  <a:pt x="4082" y="3086"/>
                  <a:pt x="4082" y="3086"/>
                  <a:pt x="4082" y="3086"/>
                </a:cubicBezTo>
                <a:cubicBezTo>
                  <a:pt x="4065" y="2948"/>
                  <a:pt x="3967" y="2832"/>
                  <a:pt x="3869" y="2832"/>
                </a:cubicBezTo>
                <a:cubicBezTo>
                  <a:pt x="3755" y="2832"/>
                  <a:pt x="3657" y="2971"/>
                  <a:pt x="3657" y="3132"/>
                </a:cubicBezTo>
                <a:cubicBezTo>
                  <a:pt x="3657" y="3201"/>
                  <a:pt x="3673" y="3247"/>
                  <a:pt x="3690" y="3293"/>
                </a:cubicBezTo>
                <a:cubicBezTo>
                  <a:pt x="82" y="7000"/>
                  <a:pt x="82" y="7000"/>
                  <a:pt x="82" y="7000"/>
                </a:cubicBezTo>
                <a:cubicBezTo>
                  <a:pt x="49" y="7023"/>
                  <a:pt x="49" y="7023"/>
                  <a:pt x="49" y="7023"/>
                </a:cubicBezTo>
                <a:cubicBezTo>
                  <a:pt x="65" y="7023"/>
                  <a:pt x="65" y="7023"/>
                  <a:pt x="65" y="7023"/>
                </a:cubicBezTo>
                <a:cubicBezTo>
                  <a:pt x="0" y="7093"/>
                  <a:pt x="0" y="7093"/>
                  <a:pt x="0" y="7093"/>
                </a:cubicBezTo>
                <a:cubicBezTo>
                  <a:pt x="82" y="7046"/>
                  <a:pt x="82" y="7046"/>
                  <a:pt x="82" y="7046"/>
                </a:cubicBezTo>
                <a:cubicBezTo>
                  <a:pt x="1208" y="8083"/>
                  <a:pt x="1208" y="8083"/>
                  <a:pt x="1208" y="8083"/>
                </a:cubicBezTo>
                <a:cubicBezTo>
                  <a:pt x="65" y="10201"/>
                  <a:pt x="65" y="10201"/>
                  <a:pt x="65" y="10201"/>
                </a:cubicBezTo>
                <a:cubicBezTo>
                  <a:pt x="98" y="10224"/>
                  <a:pt x="98" y="10224"/>
                  <a:pt x="98" y="10224"/>
                </a:cubicBezTo>
                <a:cubicBezTo>
                  <a:pt x="1224" y="8106"/>
                  <a:pt x="1224" y="8106"/>
                  <a:pt x="1224" y="8106"/>
                </a:cubicBezTo>
                <a:cubicBezTo>
                  <a:pt x="3804" y="10478"/>
                  <a:pt x="3804" y="10478"/>
                  <a:pt x="3804" y="10478"/>
                </a:cubicBezTo>
                <a:cubicBezTo>
                  <a:pt x="3788" y="10524"/>
                  <a:pt x="3771" y="10593"/>
                  <a:pt x="3771" y="10639"/>
                </a:cubicBezTo>
                <a:cubicBezTo>
                  <a:pt x="3771" y="10800"/>
                  <a:pt x="3869" y="10938"/>
                  <a:pt x="3984" y="10938"/>
                </a:cubicBezTo>
                <a:cubicBezTo>
                  <a:pt x="4016" y="10938"/>
                  <a:pt x="4049" y="10915"/>
                  <a:pt x="4082" y="10892"/>
                </a:cubicBezTo>
                <a:cubicBezTo>
                  <a:pt x="7510" y="18606"/>
                  <a:pt x="7510" y="18606"/>
                  <a:pt x="7510" y="18606"/>
                </a:cubicBezTo>
                <a:cubicBezTo>
                  <a:pt x="7445" y="18652"/>
                  <a:pt x="7412" y="18745"/>
                  <a:pt x="7412" y="18837"/>
                </a:cubicBezTo>
                <a:cubicBezTo>
                  <a:pt x="7412" y="18998"/>
                  <a:pt x="7510" y="19136"/>
                  <a:pt x="7624" y="19136"/>
                </a:cubicBezTo>
                <a:cubicBezTo>
                  <a:pt x="7739" y="19136"/>
                  <a:pt x="7837" y="18998"/>
                  <a:pt x="7837" y="18837"/>
                </a:cubicBezTo>
                <a:cubicBezTo>
                  <a:pt x="7837" y="18722"/>
                  <a:pt x="7788" y="18629"/>
                  <a:pt x="7739" y="18583"/>
                </a:cubicBezTo>
                <a:cubicBezTo>
                  <a:pt x="9078" y="14968"/>
                  <a:pt x="9078" y="14968"/>
                  <a:pt x="9078" y="14968"/>
                </a:cubicBezTo>
                <a:cubicBezTo>
                  <a:pt x="9110" y="14968"/>
                  <a:pt x="9143" y="14991"/>
                  <a:pt x="9176" y="14991"/>
                </a:cubicBezTo>
                <a:cubicBezTo>
                  <a:pt x="9290" y="14991"/>
                  <a:pt x="9371" y="14853"/>
                  <a:pt x="9371" y="14692"/>
                </a:cubicBezTo>
                <a:cubicBezTo>
                  <a:pt x="9371" y="14669"/>
                  <a:pt x="9371" y="14623"/>
                  <a:pt x="9371" y="14600"/>
                </a:cubicBezTo>
                <a:cubicBezTo>
                  <a:pt x="9649" y="14438"/>
                  <a:pt x="9649" y="14438"/>
                  <a:pt x="9649" y="14438"/>
                </a:cubicBezTo>
                <a:cubicBezTo>
                  <a:pt x="13224" y="16810"/>
                  <a:pt x="13224" y="16810"/>
                  <a:pt x="13224" y="16810"/>
                </a:cubicBezTo>
                <a:cubicBezTo>
                  <a:pt x="13208" y="16833"/>
                  <a:pt x="13208" y="16856"/>
                  <a:pt x="13208" y="16879"/>
                </a:cubicBezTo>
                <a:cubicBezTo>
                  <a:pt x="13208" y="16971"/>
                  <a:pt x="13241" y="17064"/>
                  <a:pt x="13290" y="17110"/>
                </a:cubicBezTo>
                <a:cubicBezTo>
                  <a:pt x="10808" y="21554"/>
                  <a:pt x="10808" y="21554"/>
                  <a:pt x="10808" y="21554"/>
                </a:cubicBezTo>
                <a:cubicBezTo>
                  <a:pt x="10792" y="21577"/>
                  <a:pt x="10792" y="21577"/>
                  <a:pt x="10792" y="21577"/>
                </a:cubicBezTo>
                <a:cubicBezTo>
                  <a:pt x="21535" y="21577"/>
                  <a:pt x="21535" y="21577"/>
                  <a:pt x="21535" y="21577"/>
                </a:cubicBezTo>
                <a:cubicBezTo>
                  <a:pt x="21551" y="21600"/>
                  <a:pt x="21551" y="21600"/>
                  <a:pt x="21551" y="21600"/>
                </a:cubicBezTo>
                <a:lnTo>
                  <a:pt x="21551" y="21577"/>
                </a:lnTo>
                <a:close/>
                <a:moveTo>
                  <a:pt x="21518" y="21508"/>
                </a:moveTo>
                <a:cubicBezTo>
                  <a:pt x="19543" y="18606"/>
                  <a:pt x="19543" y="18606"/>
                  <a:pt x="19543" y="18606"/>
                </a:cubicBezTo>
                <a:cubicBezTo>
                  <a:pt x="19576" y="18560"/>
                  <a:pt x="19592" y="18491"/>
                  <a:pt x="19592" y="18422"/>
                </a:cubicBezTo>
                <a:cubicBezTo>
                  <a:pt x="19592" y="18307"/>
                  <a:pt x="19543" y="18192"/>
                  <a:pt x="19461" y="18146"/>
                </a:cubicBezTo>
                <a:cubicBezTo>
                  <a:pt x="20947" y="10432"/>
                  <a:pt x="20947" y="10432"/>
                  <a:pt x="20947" y="10432"/>
                </a:cubicBezTo>
                <a:cubicBezTo>
                  <a:pt x="20947" y="10455"/>
                  <a:pt x="20963" y="10455"/>
                  <a:pt x="20980" y="10455"/>
                </a:cubicBezTo>
                <a:cubicBezTo>
                  <a:pt x="20980" y="10455"/>
                  <a:pt x="20980" y="10455"/>
                  <a:pt x="20980" y="10455"/>
                </a:cubicBezTo>
                <a:lnTo>
                  <a:pt x="21518" y="21508"/>
                </a:lnTo>
                <a:close/>
                <a:moveTo>
                  <a:pt x="20816" y="10316"/>
                </a:moveTo>
                <a:cubicBezTo>
                  <a:pt x="20833" y="10386"/>
                  <a:pt x="20865" y="10409"/>
                  <a:pt x="20914" y="10432"/>
                </a:cubicBezTo>
                <a:cubicBezTo>
                  <a:pt x="19429" y="18146"/>
                  <a:pt x="19429" y="18146"/>
                  <a:pt x="19429" y="18146"/>
                </a:cubicBezTo>
                <a:cubicBezTo>
                  <a:pt x="19412" y="18123"/>
                  <a:pt x="19396" y="18123"/>
                  <a:pt x="19380" y="18123"/>
                </a:cubicBezTo>
                <a:cubicBezTo>
                  <a:pt x="19282" y="18123"/>
                  <a:pt x="19200" y="18215"/>
                  <a:pt x="19184" y="18353"/>
                </a:cubicBezTo>
                <a:cubicBezTo>
                  <a:pt x="13616" y="16948"/>
                  <a:pt x="13616" y="16948"/>
                  <a:pt x="13616" y="16948"/>
                </a:cubicBezTo>
                <a:cubicBezTo>
                  <a:pt x="13633" y="16925"/>
                  <a:pt x="13633" y="16902"/>
                  <a:pt x="13633" y="16879"/>
                </a:cubicBezTo>
                <a:cubicBezTo>
                  <a:pt x="13633" y="16833"/>
                  <a:pt x="13616" y="16810"/>
                  <a:pt x="13616" y="16764"/>
                </a:cubicBezTo>
                <a:lnTo>
                  <a:pt x="20816" y="10316"/>
                </a:lnTo>
                <a:close/>
                <a:moveTo>
                  <a:pt x="4180" y="10570"/>
                </a:moveTo>
                <a:cubicBezTo>
                  <a:pt x="9012" y="8083"/>
                  <a:pt x="9012" y="8083"/>
                  <a:pt x="9012" y="8083"/>
                </a:cubicBezTo>
                <a:cubicBezTo>
                  <a:pt x="12555" y="6264"/>
                  <a:pt x="12555" y="6264"/>
                  <a:pt x="12555" y="6264"/>
                </a:cubicBezTo>
                <a:cubicBezTo>
                  <a:pt x="12571" y="6333"/>
                  <a:pt x="12604" y="6379"/>
                  <a:pt x="12637" y="6402"/>
                </a:cubicBezTo>
                <a:cubicBezTo>
                  <a:pt x="10776" y="10823"/>
                  <a:pt x="10776" y="10823"/>
                  <a:pt x="10776" y="10823"/>
                </a:cubicBezTo>
                <a:cubicBezTo>
                  <a:pt x="7837" y="11330"/>
                  <a:pt x="7837" y="11330"/>
                  <a:pt x="7837" y="11330"/>
                </a:cubicBezTo>
                <a:cubicBezTo>
                  <a:pt x="7820" y="11191"/>
                  <a:pt x="7722" y="11076"/>
                  <a:pt x="7624" y="11076"/>
                </a:cubicBezTo>
                <a:cubicBezTo>
                  <a:pt x="7510" y="11076"/>
                  <a:pt x="7412" y="11214"/>
                  <a:pt x="7412" y="11376"/>
                </a:cubicBezTo>
                <a:cubicBezTo>
                  <a:pt x="7412" y="11537"/>
                  <a:pt x="7510" y="11675"/>
                  <a:pt x="7624" y="11675"/>
                </a:cubicBezTo>
                <a:cubicBezTo>
                  <a:pt x="7690" y="11675"/>
                  <a:pt x="7755" y="11629"/>
                  <a:pt x="7788" y="11560"/>
                </a:cubicBezTo>
                <a:cubicBezTo>
                  <a:pt x="9698" y="13379"/>
                  <a:pt x="9698" y="13379"/>
                  <a:pt x="9698" y="13379"/>
                </a:cubicBezTo>
                <a:cubicBezTo>
                  <a:pt x="9355" y="14208"/>
                  <a:pt x="9355" y="14208"/>
                  <a:pt x="9355" y="14208"/>
                </a:cubicBezTo>
                <a:cubicBezTo>
                  <a:pt x="4180" y="10754"/>
                  <a:pt x="4180" y="10754"/>
                  <a:pt x="4180" y="10754"/>
                </a:cubicBezTo>
                <a:cubicBezTo>
                  <a:pt x="4180" y="10708"/>
                  <a:pt x="4196" y="10685"/>
                  <a:pt x="4196" y="10639"/>
                </a:cubicBezTo>
                <a:cubicBezTo>
                  <a:pt x="4196" y="10616"/>
                  <a:pt x="4180" y="10593"/>
                  <a:pt x="4180" y="10570"/>
                </a:cubicBezTo>
                <a:close/>
                <a:moveTo>
                  <a:pt x="9714" y="13356"/>
                </a:moveTo>
                <a:cubicBezTo>
                  <a:pt x="7804" y="11537"/>
                  <a:pt x="7804" y="11537"/>
                  <a:pt x="7804" y="11537"/>
                </a:cubicBezTo>
                <a:cubicBezTo>
                  <a:pt x="7820" y="11491"/>
                  <a:pt x="7837" y="11422"/>
                  <a:pt x="7837" y="11376"/>
                </a:cubicBezTo>
                <a:cubicBezTo>
                  <a:pt x="7837" y="11376"/>
                  <a:pt x="7837" y="11376"/>
                  <a:pt x="7837" y="11353"/>
                </a:cubicBezTo>
                <a:cubicBezTo>
                  <a:pt x="10759" y="10869"/>
                  <a:pt x="10759" y="10869"/>
                  <a:pt x="10759" y="10869"/>
                </a:cubicBezTo>
                <a:cubicBezTo>
                  <a:pt x="10302" y="11951"/>
                  <a:pt x="10302" y="11951"/>
                  <a:pt x="10302" y="11951"/>
                </a:cubicBezTo>
                <a:lnTo>
                  <a:pt x="9714" y="13356"/>
                </a:lnTo>
                <a:close/>
                <a:moveTo>
                  <a:pt x="9731" y="13402"/>
                </a:moveTo>
                <a:cubicBezTo>
                  <a:pt x="10335" y="13978"/>
                  <a:pt x="10335" y="13978"/>
                  <a:pt x="10335" y="13978"/>
                </a:cubicBezTo>
                <a:cubicBezTo>
                  <a:pt x="9649" y="14392"/>
                  <a:pt x="9649" y="14392"/>
                  <a:pt x="9649" y="14392"/>
                </a:cubicBezTo>
                <a:cubicBezTo>
                  <a:pt x="9388" y="14208"/>
                  <a:pt x="9388" y="14208"/>
                  <a:pt x="9388" y="14208"/>
                </a:cubicBezTo>
                <a:lnTo>
                  <a:pt x="9731" y="13402"/>
                </a:lnTo>
                <a:close/>
                <a:moveTo>
                  <a:pt x="9731" y="13379"/>
                </a:moveTo>
                <a:cubicBezTo>
                  <a:pt x="10351" y="11905"/>
                  <a:pt x="10351" y="11905"/>
                  <a:pt x="10351" y="11905"/>
                </a:cubicBezTo>
                <a:cubicBezTo>
                  <a:pt x="10792" y="10846"/>
                  <a:pt x="10792" y="10846"/>
                  <a:pt x="10792" y="10846"/>
                </a:cubicBezTo>
                <a:cubicBezTo>
                  <a:pt x="17535" y="9718"/>
                  <a:pt x="17535" y="9718"/>
                  <a:pt x="17535" y="9718"/>
                </a:cubicBezTo>
                <a:cubicBezTo>
                  <a:pt x="17535" y="9718"/>
                  <a:pt x="17535" y="9741"/>
                  <a:pt x="17551" y="9741"/>
                </a:cubicBezTo>
                <a:cubicBezTo>
                  <a:pt x="10367" y="13978"/>
                  <a:pt x="10367" y="13978"/>
                  <a:pt x="10367" y="13978"/>
                </a:cubicBezTo>
                <a:lnTo>
                  <a:pt x="9731" y="13379"/>
                </a:lnTo>
                <a:close/>
                <a:moveTo>
                  <a:pt x="17567" y="9764"/>
                </a:moveTo>
                <a:cubicBezTo>
                  <a:pt x="17567" y="9787"/>
                  <a:pt x="17584" y="9810"/>
                  <a:pt x="17600" y="9833"/>
                </a:cubicBezTo>
                <a:cubicBezTo>
                  <a:pt x="13698" y="16419"/>
                  <a:pt x="13698" y="16419"/>
                  <a:pt x="13698" y="16419"/>
                </a:cubicBezTo>
                <a:cubicBezTo>
                  <a:pt x="13551" y="16672"/>
                  <a:pt x="13551" y="16672"/>
                  <a:pt x="13551" y="16672"/>
                </a:cubicBezTo>
                <a:cubicBezTo>
                  <a:pt x="13518" y="16626"/>
                  <a:pt x="13469" y="16580"/>
                  <a:pt x="13420" y="16580"/>
                </a:cubicBezTo>
                <a:cubicBezTo>
                  <a:pt x="13339" y="16580"/>
                  <a:pt x="13273" y="16649"/>
                  <a:pt x="13241" y="16718"/>
                </a:cubicBezTo>
                <a:cubicBezTo>
                  <a:pt x="10384" y="14001"/>
                  <a:pt x="10384" y="14001"/>
                  <a:pt x="10384" y="14001"/>
                </a:cubicBezTo>
                <a:lnTo>
                  <a:pt x="17567" y="9764"/>
                </a:lnTo>
                <a:close/>
                <a:moveTo>
                  <a:pt x="8555" y="391"/>
                </a:moveTo>
                <a:cubicBezTo>
                  <a:pt x="8571" y="368"/>
                  <a:pt x="8571" y="368"/>
                  <a:pt x="8571" y="345"/>
                </a:cubicBezTo>
                <a:cubicBezTo>
                  <a:pt x="17518" y="4099"/>
                  <a:pt x="17518" y="4099"/>
                  <a:pt x="17518" y="4099"/>
                </a:cubicBezTo>
                <a:cubicBezTo>
                  <a:pt x="17518" y="4122"/>
                  <a:pt x="17502" y="4145"/>
                  <a:pt x="17502" y="4145"/>
                </a:cubicBezTo>
                <a:cubicBezTo>
                  <a:pt x="17502" y="4283"/>
                  <a:pt x="17584" y="4398"/>
                  <a:pt x="17665" y="4444"/>
                </a:cubicBezTo>
                <a:cubicBezTo>
                  <a:pt x="17698" y="9280"/>
                  <a:pt x="17698" y="9280"/>
                  <a:pt x="17698" y="9280"/>
                </a:cubicBezTo>
                <a:cubicBezTo>
                  <a:pt x="17633" y="9280"/>
                  <a:pt x="17567" y="9349"/>
                  <a:pt x="17535" y="9441"/>
                </a:cubicBezTo>
                <a:lnTo>
                  <a:pt x="8555" y="391"/>
                </a:lnTo>
                <a:close/>
                <a:moveTo>
                  <a:pt x="17518" y="9533"/>
                </a:moveTo>
                <a:cubicBezTo>
                  <a:pt x="17518" y="9557"/>
                  <a:pt x="17502" y="9557"/>
                  <a:pt x="17502" y="9580"/>
                </a:cubicBezTo>
                <a:cubicBezTo>
                  <a:pt x="17502" y="9603"/>
                  <a:pt x="17518" y="9649"/>
                  <a:pt x="17518" y="9672"/>
                </a:cubicBezTo>
                <a:cubicBezTo>
                  <a:pt x="10808" y="10823"/>
                  <a:pt x="10808" y="10823"/>
                  <a:pt x="10808" y="10823"/>
                </a:cubicBezTo>
                <a:cubicBezTo>
                  <a:pt x="12653" y="6425"/>
                  <a:pt x="12653" y="6425"/>
                  <a:pt x="12653" y="6425"/>
                </a:cubicBezTo>
                <a:cubicBezTo>
                  <a:pt x="12686" y="6448"/>
                  <a:pt x="12718" y="6448"/>
                  <a:pt x="12751" y="6448"/>
                </a:cubicBezTo>
                <a:cubicBezTo>
                  <a:pt x="12833" y="6448"/>
                  <a:pt x="12898" y="6402"/>
                  <a:pt x="12931" y="6310"/>
                </a:cubicBezTo>
                <a:lnTo>
                  <a:pt x="17518" y="9533"/>
                </a:lnTo>
                <a:close/>
                <a:moveTo>
                  <a:pt x="8702" y="3707"/>
                </a:moveTo>
                <a:cubicBezTo>
                  <a:pt x="8767" y="3707"/>
                  <a:pt x="8833" y="3638"/>
                  <a:pt x="8865" y="3569"/>
                </a:cubicBezTo>
                <a:cubicBezTo>
                  <a:pt x="12555" y="6056"/>
                  <a:pt x="12555" y="6056"/>
                  <a:pt x="12555" y="6056"/>
                </a:cubicBezTo>
                <a:cubicBezTo>
                  <a:pt x="12539" y="6079"/>
                  <a:pt x="12539" y="6125"/>
                  <a:pt x="12539" y="6148"/>
                </a:cubicBezTo>
                <a:cubicBezTo>
                  <a:pt x="12539" y="6194"/>
                  <a:pt x="12539" y="6217"/>
                  <a:pt x="12555" y="6241"/>
                </a:cubicBezTo>
                <a:cubicBezTo>
                  <a:pt x="8980" y="8060"/>
                  <a:pt x="8980" y="8060"/>
                  <a:pt x="8980" y="8060"/>
                </a:cubicBezTo>
                <a:cubicBezTo>
                  <a:pt x="4163" y="10524"/>
                  <a:pt x="4163" y="10524"/>
                  <a:pt x="4163" y="10524"/>
                </a:cubicBezTo>
                <a:cubicBezTo>
                  <a:pt x="4163" y="10501"/>
                  <a:pt x="4147" y="10455"/>
                  <a:pt x="4131" y="10432"/>
                </a:cubicBezTo>
                <a:cubicBezTo>
                  <a:pt x="8555" y="3615"/>
                  <a:pt x="8555" y="3615"/>
                  <a:pt x="8555" y="3615"/>
                </a:cubicBezTo>
                <a:cubicBezTo>
                  <a:pt x="8588" y="3661"/>
                  <a:pt x="8637" y="3707"/>
                  <a:pt x="8702" y="3707"/>
                </a:cubicBezTo>
                <a:close/>
                <a:moveTo>
                  <a:pt x="8653" y="2326"/>
                </a:moveTo>
                <a:cubicBezTo>
                  <a:pt x="8653" y="2326"/>
                  <a:pt x="8669" y="2349"/>
                  <a:pt x="8669" y="2349"/>
                </a:cubicBezTo>
                <a:cubicBezTo>
                  <a:pt x="5159" y="4260"/>
                  <a:pt x="5159" y="4260"/>
                  <a:pt x="5159" y="4260"/>
                </a:cubicBezTo>
                <a:cubicBezTo>
                  <a:pt x="2514" y="5688"/>
                  <a:pt x="2514" y="5688"/>
                  <a:pt x="2514" y="5688"/>
                </a:cubicBezTo>
                <a:cubicBezTo>
                  <a:pt x="3755" y="3385"/>
                  <a:pt x="3755" y="3385"/>
                  <a:pt x="3755" y="3385"/>
                </a:cubicBezTo>
                <a:cubicBezTo>
                  <a:pt x="3788" y="3408"/>
                  <a:pt x="3820" y="3431"/>
                  <a:pt x="3869" y="3431"/>
                </a:cubicBezTo>
                <a:cubicBezTo>
                  <a:pt x="3984" y="3431"/>
                  <a:pt x="4082" y="3293"/>
                  <a:pt x="4082" y="3132"/>
                </a:cubicBezTo>
                <a:cubicBezTo>
                  <a:pt x="4082" y="3132"/>
                  <a:pt x="4082" y="3109"/>
                  <a:pt x="4082" y="3109"/>
                </a:cubicBezTo>
                <a:lnTo>
                  <a:pt x="8653" y="2326"/>
                </a:lnTo>
                <a:close/>
                <a:moveTo>
                  <a:pt x="3706" y="3316"/>
                </a:moveTo>
                <a:cubicBezTo>
                  <a:pt x="3722" y="3339"/>
                  <a:pt x="3722" y="3339"/>
                  <a:pt x="3739" y="3362"/>
                </a:cubicBezTo>
                <a:cubicBezTo>
                  <a:pt x="2465" y="5711"/>
                  <a:pt x="2465" y="5711"/>
                  <a:pt x="2465" y="5711"/>
                </a:cubicBezTo>
                <a:cubicBezTo>
                  <a:pt x="180" y="6954"/>
                  <a:pt x="180" y="6954"/>
                  <a:pt x="180" y="6954"/>
                </a:cubicBezTo>
                <a:lnTo>
                  <a:pt x="3706" y="3316"/>
                </a:lnTo>
                <a:close/>
                <a:moveTo>
                  <a:pt x="114" y="7023"/>
                </a:moveTo>
                <a:cubicBezTo>
                  <a:pt x="2449" y="5757"/>
                  <a:pt x="2449" y="5757"/>
                  <a:pt x="2449" y="5757"/>
                </a:cubicBezTo>
                <a:cubicBezTo>
                  <a:pt x="1224" y="8060"/>
                  <a:pt x="1224" y="8060"/>
                  <a:pt x="1224" y="8060"/>
                </a:cubicBezTo>
                <a:lnTo>
                  <a:pt x="114" y="7023"/>
                </a:lnTo>
                <a:close/>
                <a:moveTo>
                  <a:pt x="1241" y="8083"/>
                </a:moveTo>
                <a:cubicBezTo>
                  <a:pt x="2482" y="5734"/>
                  <a:pt x="2482" y="5734"/>
                  <a:pt x="2482" y="5734"/>
                </a:cubicBezTo>
                <a:cubicBezTo>
                  <a:pt x="5224" y="4260"/>
                  <a:pt x="5224" y="4260"/>
                  <a:pt x="5224" y="4260"/>
                </a:cubicBezTo>
                <a:cubicBezTo>
                  <a:pt x="8669" y="2395"/>
                  <a:pt x="8669" y="2395"/>
                  <a:pt x="8669" y="2395"/>
                </a:cubicBezTo>
                <a:cubicBezTo>
                  <a:pt x="8686" y="2418"/>
                  <a:pt x="8702" y="2441"/>
                  <a:pt x="8718" y="2464"/>
                </a:cubicBezTo>
                <a:cubicBezTo>
                  <a:pt x="4098" y="10409"/>
                  <a:pt x="4098" y="10409"/>
                  <a:pt x="4098" y="10409"/>
                </a:cubicBezTo>
                <a:cubicBezTo>
                  <a:pt x="4065" y="10362"/>
                  <a:pt x="4033" y="10339"/>
                  <a:pt x="3984" y="10339"/>
                </a:cubicBezTo>
                <a:cubicBezTo>
                  <a:pt x="3918" y="10339"/>
                  <a:pt x="3853" y="10386"/>
                  <a:pt x="3820" y="10455"/>
                </a:cubicBezTo>
                <a:lnTo>
                  <a:pt x="1241" y="8083"/>
                </a:lnTo>
                <a:close/>
                <a:moveTo>
                  <a:pt x="7706" y="18560"/>
                </a:moveTo>
                <a:cubicBezTo>
                  <a:pt x="7690" y="18560"/>
                  <a:pt x="7657" y="18537"/>
                  <a:pt x="7624" y="18537"/>
                </a:cubicBezTo>
                <a:cubicBezTo>
                  <a:pt x="7592" y="18537"/>
                  <a:pt x="7559" y="18560"/>
                  <a:pt x="7527" y="18583"/>
                </a:cubicBezTo>
                <a:cubicBezTo>
                  <a:pt x="4098" y="10869"/>
                  <a:pt x="4098" y="10869"/>
                  <a:pt x="4098" y="10869"/>
                </a:cubicBezTo>
                <a:cubicBezTo>
                  <a:pt x="4131" y="10846"/>
                  <a:pt x="4147" y="10823"/>
                  <a:pt x="4163" y="10777"/>
                </a:cubicBezTo>
                <a:cubicBezTo>
                  <a:pt x="9355" y="14231"/>
                  <a:pt x="9355" y="14231"/>
                  <a:pt x="9355" y="14231"/>
                </a:cubicBezTo>
                <a:cubicBezTo>
                  <a:pt x="9257" y="14438"/>
                  <a:pt x="9257" y="14438"/>
                  <a:pt x="9257" y="14438"/>
                </a:cubicBezTo>
                <a:cubicBezTo>
                  <a:pt x="9241" y="14415"/>
                  <a:pt x="9208" y="14392"/>
                  <a:pt x="9176" y="14392"/>
                </a:cubicBezTo>
                <a:cubicBezTo>
                  <a:pt x="9061" y="14392"/>
                  <a:pt x="8963" y="14530"/>
                  <a:pt x="8963" y="14692"/>
                </a:cubicBezTo>
                <a:cubicBezTo>
                  <a:pt x="8963" y="14807"/>
                  <a:pt x="8996" y="14899"/>
                  <a:pt x="9061" y="14945"/>
                </a:cubicBezTo>
                <a:lnTo>
                  <a:pt x="7706" y="18560"/>
                </a:lnTo>
                <a:close/>
                <a:moveTo>
                  <a:pt x="9355" y="14554"/>
                </a:moveTo>
                <a:cubicBezTo>
                  <a:pt x="9339" y="14507"/>
                  <a:pt x="9322" y="14484"/>
                  <a:pt x="9290" y="14438"/>
                </a:cubicBezTo>
                <a:cubicBezTo>
                  <a:pt x="9371" y="14254"/>
                  <a:pt x="9371" y="14254"/>
                  <a:pt x="9371" y="14254"/>
                </a:cubicBezTo>
                <a:cubicBezTo>
                  <a:pt x="9616" y="14415"/>
                  <a:pt x="9616" y="14415"/>
                  <a:pt x="9616" y="14415"/>
                </a:cubicBezTo>
                <a:lnTo>
                  <a:pt x="9355" y="14554"/>
                </a:lnTo>
                <a:close/>
                <a:moveTo>
                  <a:pt x="9682" y="14415"/>
                </a:moveTo>
                <a:cubicBezTo>
                  <a:pt x="10351" y="14001"/>
                  <a:pt x="10351" y="14001"/>
                  <a:pt x="10351" y="14001"/>
                </a:cubicBezTo>
                <a:cubicBezTo>
                  <a:pt x="13224" y="16764"/>
                  <a:pt x="13224" y="16764"/>
                  <a:pt x="13224" y="16764"/>
                </a:cubicBezTo>
                <a:cubicBezTo>
                  <a:pt x="13224" y="16764"/>
                  <a:pt x="13224" y="16764"/>
                  <a:pt x="13224" y="16764"/>
                </a:cubicBezTo>
                <a:lnTo>
                  <a:pt x="9682" y="14415"/>
                </a:lnTo>
                <a:close/>
                <a:moveTo>
                  <a:pt x="10841" y="21531"/>
                </a:moveTo>
                <a:cubicBezTo>
                  <a:pt x="13306" y="17133"/>
                  <a:pt x="13306" y="17133"/>
                  <a:pt x="13306" y="17133"/>
                </a:cubicBezTo>
                <a:cubicBezTo>
                  <a:pt x="13339" y="17156"/>
                  <a:pt x="13371" y="17179"/>
                  <a:pt x="13420" y="17179"/>
                </a:cubicBezTo>
                <a:cubicBezTo>
                  <a:pt x="13502" y="17179"/>
                  <a:pt x="13567" y="17133"/>
                  <a:pt x="13600" y="17041"/>
                </a:cubicBezTo>
                <a:cubicBezTo>
                  <a:pt x="21469" y="21531"/>
                  <a:pt x="21469" y="21531"/>
                  <a:pt x="21469" y="21531"/>
                </a:cubicBezTo>
                <a:lnTo>
                  <a:pt x="10841" y="21531"/>
                </a:lnTo>
                <a:close/>
                <a:moveTo>
                  <a:pt x="13600" y="17017"/>
                </a:moveTo>
                <a:cubicBezTo>
                  <a:pt x="13616" y="16994"/>
                  <a:pt x="13616" y="16994"/>
                  <a:pt x="13616" y="16994"/>
                </a:cubicBezTo>
                <a:cubicBezTo>
                  <a:pt x="19184" y="18376"/>
                  <a:pt x="19184" y="18376"/>
                  <a:pt x="19184" y="18376"/>
                </a:cubicBezTo>
                <a:cubicBezTo>
                  <a:pt x="19184" y="18399"/>
                  <a:pt x="19167" y="18399"/>
                  <a:pt x="19167" y="18422"/>
                </a:cubicBezTo>
                <a:cubicBezTo>
                  <a:pt x="19167" y="18583"/>
                  <a:pt x="19265" y="18722"/>
                  <a:pt x="19380" y="18722"/>
                </a:cubicBezTo>
                <a:cubicBezTo>
                  <a:pt x="19445" y="18722"/>
                  <a:pt x="19478" y="18699"/>
                  <a:pt x="19527" y="18629"/>
                </a:cubicBezTo>
                <a:cubicBezTo>
                  <a:pt x="21486" y="21508"/>
                  <a:pt x="21486" y="21508"/>
                  <a:pt x="21486" y="21508"/>
                </a:cubicBezTo>
                <a:lnTo>
                  <a:pt x="13600" y="17017"/>
                </a:lnTo>
                <a:close/>
              </a:path>
            </a:pathLst>
          </a:custGeom>
          <a:solidFill>
            <a:srgbClr val="878787">
              <a:alpha val="45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9" name="Group 139"/>
          <p:cNvGrpSpPr/>
          <p:nvPr/>
        </p:nvGrpSpPr>
        <p:grpSpPr>
          <a:xfrm>
            <a:off x="13749498" y="2148553"/>
            <a:ext cx="6307520" cy="1312151"/>
            <a:chOff x="0" y="0"/>
            <a:chExt cx="6307518" cy="1312149"/>
          </a:xfrm>
        </p:grpSpPr>
        <p:sp>
          <p:nvSpPr>
            <p:cNvPr id="137" name="Shape 137"/>
            <p:cNvSpPr/>
            <p:nvPr/>
          </p:nvSpPr>
          <p:spPr>
            <a:xfrm>
              <a:off x="0" y="0"/>
              <a:ext cx="5786019" cy="7543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9" tIns="91439" rIns="91439" bIns="91439" numCol="1" anchor="t">
              <a:spAutoFit/>
            </a:bodyPr>
            <a:lstStyle>
              <a:lvl1pPr algn="l" defTabSz="914400">
                <a:defRPr sz="38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800">
                  <a:solidFill>
                    <a:srgbClr val="0A0A0A"/>
                  </a:solidFill>
                </a:rPr>
                <a:t>Propuesta redes sociales</a:t>
              </a:r>
            </a:p>
          </p:txBody>
        </p:sp>
        <p:sp>
          <p:nvSpPr>
            <p:cNvPr id="138" name="Shape 138"/>
            <p:cNvSpPr/>
            <p:nvPr/>
          </p:nvSpPr>
          <p:spPr>
            <a:xfrm>
              <a:off x="0" y="697469"/>
              <a:ext cx="6307519" cy="614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9" tIns="91439" rIns="91439" bIns="91439" numCol="1" anchor="t">
              <a:spAutoFit/>
            </a:bodyPr>
            <a:lstStyle>
              <a:lvl1pPr algn="l" defTabSz="914400">
                <a:defRPr sz="2900">
                  <a:solidFill>
                    <a:srgbClr val="878787"/>
                  </a:solidFill>
                  <a:latin typeface="Raleway Medium"/>
                  <a:ea typeface="Raleway Medium"/>
                  <a:cs typeface="Raleway Medium"/>
                  <a:sym typeface="Raleway Medium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900">
                  <a:solidFill>
                    <a:srgbClr val="878787"/>
                  </a:solidFill>
                </a:rPr>
                <a:t>Lo que encontrarás en la propuesta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2439949" y="2495504"/>
            <a:ext cx="800101" cy="619127"/>
            <a:chOff x="0" y="0"/>
            <a:chExt cx="800100" cy="619126"/>
          </a:xfrm>
        </p:grpSpPr>
        <p:sp>
          <p:nvSpPr>
            <p:cNvPr id="140" name="Shape 140"/>
            <p:cNvSpPr/>
            <p:nvPr/>
          </p:nvSpPr>
          <p:spPr>
            <a:xfrm>
              <a:off x="215900" y="0"/>
              <a:ext cx="584200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37" y="0"/>
                  </a:moveTo>
                  <a:cubicBezTo>
                    <a:pt x="20463" y="0"/>
                    <a:pt x="20463" y="0"/>
                    <a:pt x="20463" y="0"/>
                  </a:cubicBezTo>
                  <a:cubicBezTo>
                    <a:pt x="21032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21032" y="21600"/>
                    <a:pt x="20463" y="21600"/>
                  </a:cubicBezTo>
                  <a:cubicBezTo>
                    <a:pt x="1137" y="21600"/>
                    <a:pt x="1137" y="21600"/>
                    <a:pt x="1137" y="21600"/>
                  </a:cubicBezTo>
                  <a:cubicBezTo>
                    <a:pt x="568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568" y="0"/>
                    <a:pt x="1137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1" name="Shape 141"/>
            <p:cNvSpPr/>
            <p:nvPr/>
          </p:nvSpPr>
          <p:spPr>
            <a:xfrm>
              <a:off x="215900" y="247650"/>
              <a:ext cx="463550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0"/>
                  </a:moveTo>
                  <a:cubicBezTo>
                    <a:pt x="20160" y="0"/>
                    <a:pt x="20160" y="0"/>
                    <a:pt x="20160" y="0"/>
                  </a:cubicBezTo>
                  <a:cubicBezTo>
                    <a:pt x="20880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20880" y="21600"/>
                    <a:pt x="20160" y="21600"/>
                  </a:cubicBezTo>
                  <a:cubicBezTo>
                    <a:pt x="1440" y="21600"/>
                    <a:pt x="1440" y="21600"/>
                    <a:pt x="1440" y="21600"/>
                  </a:cubicBezTo>
                  <a:cubicBezTo>
                    <a:pt x="720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720" y="0"/>
                    <a:pt x="144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2" name="Shape 142"/>
            <p:cNvSpPr/>
            <p:nvPr/>
          </p:nvSpPr>
          <p:spPr>
            <a:xfrm>
              <a:off x="215899" y="495300"/>
              <a:ext cx="555627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0"/>
                  </a:moveTo>
                  <a:cubicBezTo>
                    <a:pt x="20400" y="0"/>
                    <a:pt x="20400" y="0"/>
                    <a:pt x="20400" y="0"/>
                  </a:cubicBezTo>
                  <a:cubicBezTo>
                    <a:pt x="21000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21000" y="21600"/>
                    <a:pt x="20400" y="21600"/>
                  </a:cubicBezTo>
                  <a:cubicBezTo>
                    <a:pt x="1200" y="21600"/>
                    <a:pt x="1200" y="21600"/>
                    <a:pt x="1200" y="21600"/>
                  </a:cubicBezTo>
                  <a:cubicBezTo>
                    <a:pt x="600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600" y="0"/>
                    <a:pt x="12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3" name="Shape 143"/>
            <p:cNvSpPr/>
            <p:nvPr/>
          </p:nvSpPr>
          <p:spPr>
            <a:xfrm>
              <a:off x="-1" y="0"/>
              <a:ext cx="120651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0"/>
                  </a:moveTo>
                  <a:cubicBezTo>
                    <a:pt x="16200" y="0"/>
                    <a:pt x="16200" y="0"/>
                    <a:pt x="16200" y="0"/>
                  </a:cubicBezTo>
                  <a:cubicBezTo>
                    <a:pt x="18900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18900" y="21600"/>
                    <a:pt x="16200" y="21600"/>
                  </a:cubicBezTo>
                  <a:cubicBezTo>
                    <a:pt x="5400" y="21600"/>
                    <a:pt x="5400" y="21600"/>
                    <a:pt x="5400" y="21600"/>
                  </a:cubicBezTo>
                  <a:cubicBezTo>
                    <a:pt x="2700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2700" y="0"/>
                    <a:pt x="5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4" name="Shape 144"/>
            <p:cNvSpPr/>
            <p:nvPr/>
          </p:nvSpPr>
          <p:spPr>
            <a:xfrm>
              <a:off x="-1" y="247650"/>
              <a:ext cx="120651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0"/>
                  </a:moveTo>
                  <a:cubicBezTo>
                    <a:pt x="16200" y="0"/>
                    <a:pt x="16200" y="0"/>
                    <a:pt x="16200" y="0"/>
                  </a:cubicBezTo>
                  <a:cubicBezTo>
                    <a:pt x="18900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18900" y="21600"/>
                    <a:pt x="16200" y="21600"/>
                  </a:cubicBezTo>
                  <a:cubicBezTo>
                    <a:pt x="5400" y="21600"/>
                    <a:pt x="5400" y="21600"/>
                    <a:pt x="5400" y="21600"/>
                  </a:cubicBezTo>
                  <a:cubicBezTo>
                    <a:pt x="2700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2700" y="0"/>
                    <a:pt x="5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5" name="Shape 145"/>
            <p:cNvSpPr/>
            <p:nvPr/>
          </p:nvSpPr>
          <p:spPr>
            <a:xfrm>
              <a:off x="-1" y="495300"/>
              <a:ext cx="120651" cy="123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0"/>
                  </a:moveTo>
                  <a:cubicBezTo>
                    <a:pt x="16200" y="0"/>
                    <a:pt x="16200" y="0"/>
                    <a:pt x="16200" y="0"/>
                  </a:cubicBezTo>
                  <a:cubicBezTo>
                    <a:pt x="18900" y="0"/>
                    <a:pt x="21600" y="2700"/>
                    <a:pt x="21600" y="540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900"/>
                    <a:pt x="18900" y="21600"/>
                    <a:pt x="16200" y="21600"/>
                  </a:cubicBezTo>
                  <a:cubicBezTo>
                    <a:pt x="5400" y="21600"/>
                    <a:pt x="5400" y="21600"/>
                    <a:pt x="5400" y="21600"/>
                  </a:cubicBezTo>
                  <a:cubicBezTo>
                    <a:pt x="2700" y="21600"/>
                    <a:pt x="0" y="18900"/>
                    <a:pt x="0" y="16200"/>
                  </a:cubicBezTo>
                  <a:cubicBezTo>
                    <a:pt x="0" y="5400"/>
                    <a:pt x="0" y="5400"/>
                    <a:pt x="0" y="5400"/>
                  </a:cubicBezTo>
                  <a:cubicBezTo>
                    <a:pt x="0" y="2700"/>
                    <a:pt x="2700" y="0"/>
                    <a:pt x="5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7" name="Shape 147"/>
          <p:cNvSpPr/>
          <p:nvPr/>
        </p:nvSpPr>
        <p:spPr>
          <a:xfrm>
            <a:off x="12192000" y="2157066"/>
            <a:ext cx="1296001" cy="129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762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Shape 148"/>
          <p:cNvSpPr/>
          <p:nvPr/>
        </p:nvSpPr>
        <p:spPr>
          <a:xfrm>
            <a:off x="12518097" y="4623742"/>
            <a:ext cx="643805" cy="618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21600"/>
                  <a:pt x="0" y="21600"/>
                  <a:pt x="0" y="21600"/>
                </a:cubicBezTo>
                <a:cubicBezTo>
                  <a:pt x="0" y="21024"/>
                  <a:pt x="0" y="21024"/>
                  <a:pt x="0" y="21024"/>
                </a:cubicBezTo>
                <a:cubicBezTo>
                  <a:pt x="0" y="17568"/>
                  <a:pt x="6369" y="14832"/>
                  <a:pt x="8031" y="14400"/>
                </a:cubicBezTo>
                <a:cubicBezTo>
                  <a:pt x="8169" y="14256"/>
                  <a:pt x="8169" y="13968"/>
                  <a:pt x="8169" y="13680"/>
                </a:cubicBezTo>
                <a:cubicBezTo>
                  <a:pt x="7754" y="13248"/>
                  <a:pt x="6923" y="11952"/>
                  <a:pt x="6508" y="10368"/>
                </a:cubicBezTo>
                <a:cubicBezTo>
                  <a:pt x="6092" y="10080"/>
                  <a:pt x="5815" y="9792"/>
                  <a:pt x="5677" y="9216"/>
                </a:cubicBezTo>
                <a:cubicBezTo>
                  <a:pt x="5400" y="8352"/>
                  <a:pt x="5400" y="7344"/>
                  <a:pt x="5815" y="6624"/>
                </a:cubicBezTo>
                <a:cubicBezTo>
                  <a:pt x="5815" y="6624"/>
                  <a:pt x="5815" y="6624"/>
                  <a:pt x="5815" y="6624"/>
                </a:cubicBezTo>
                <a:cubicBezTo>
                  <a:pt x="5815" y="5616"/>
                  <a:pt x="5538" y="3168"/>
                  <a:pt x="6923" y="1440"/>
                </a:cubicBezTo>
                <a:cubicBezTo>
                  <a:pt x="7754" y="432"/>
                  <a:pt x="9138" y="0"/>
                  <a:pt x="10800" y="0"/>
                </a:cubicBezTo>
                <a:cubicBezTo>
                  <a:pt x="12462" y="0"/>
                  <a:pt x="13846" y="432"/>
                  <a:pt x="14677" y="1440"/>
                </a:cubicBezTo>
                <a:cubicBezTo>
                  <a:pt x="16062" y="3168"/>
                  <a:pt x="15785" y="5616"/>
                  <a:pt x="15785" y="6624"/>
                </a:cubicBezTo>
                <a:cubicBezTo>
                  <a:pt x="15785" y="6624"/>
                  <a:pt x="15785" y="6624"/>
                  <a:pt x="15785" y="6624"/>
                </a:cubicBezTo>
                <a:cubicBezTo>
                  <a:pt x="16200" y="7344"/>
                  <a:pt x="16200" y="8352"/>
                  <a:pt x="15923" y="9216"/>
                </a:cubicBezTo>
                <a:cubicBezTo>
                  <a:pt x="15785" y="9792"/>
                  <a:pt x="15508" y="10080"/>
                  <a:pt x="15092" y="10368"/>
                </a:cubicBezTo>
                <a:cubicBezTo>
                  <a:pt x="14677" y="11952"/>
                  <a:pt x="13846" y="13248"/>
                  <a:pt x="13431" y="13680"/>
                </a:cubicBezTo>
                <a:cubicBezTo>
                  <a:pt x="13431" y="13968"/>
                  <a:pt x="13431" y="14256"/>
                  <a:pt x="13569" y="14400"/>
                </a:cubicBezTo>
                <a:cubicBezTo>
                  <a:pt x="15231" y="14832"/>
                  <a:pt x="21600" y="17568"/>
                  <a:pt x="21600" y="21024"/>
                </a:cubicBezTo>
                <a:lnTo>
                  <a:pt x="21600" y="21600"/>
                </a:lnTo>
                <a:close/>
                <a:moveTo>
                  <a:pt x="1246" y="20448"/>
                </a:moveTo>
                <a:cubicBezTo>
                  <a:pt x="20354" y="20448"/>
                  <a:pt x="20354" y="20448"/>
                  <a:pt x="20354" y="20448"/>
                </a:cubicBezTo>
                <a:cubicBezTo>
                  <a:pt x="20077" y="19584"/>
                  <a:pt x="19108" y="18432"/>
                  <a:pt x="17446" y="17424"/>
                </a:cubicBezTo>
                <a:cubicBezTo>
                  <a:pt x="15785" y="16416"/>
                  <a:pt x="13985" y="15696"/>
                  <a:pt x="13292" y="15552"/>
                </a:cubicBezTo>
                <a:cubicBezTo>
                  <a:pt x="12323" y="15408"/>
                  <a:pt x="12323" y="13968"/>
                  <a:pt x="12323" y="13392"/>
                </a:cubicBezTo>
                <a:cubicBezTo>
                  <a:pt x="12323" y="13248"/>
                  <a:pt x="12323" y="13248"/>
                  <a:pt x="12323" y="13248"/>
                </a:cubicBezTo>
                <a:cubicBezTo>
                  <a:pt x="12462" y="12960"/>
                  <a:pt x="12462" y="12960"/>
                  <a:pt x="12462" y="12960"/>
                </a:cubicBezTo>
                <a:cubicBezTo>
                  <a:pt x="12462" y="12960"/>
                  <a:pt x="13846" y="11520"/>
                  <a:pt x="14123" y="9792"/>
                </a:cubicBezTo>
                <a:cubicBezTo>
                  <a:pt x="14123" y="9216"/>
                  <a:pt x="14123" y="9216"/>
                  <a:pt x="14123" y="9216"/>
                </a:cubicBezTo>
                <a:cubicBezTo>
                  <a:pt x="14677" y="9216"/>
                  <a:pt x="14677" y="9216"/>
                  <a:pt x="14677" y="9216"/>
                </a:cubicBezTo>
                <a:cubicBezTo>
                  <a:pt x="14677" y="9216"/>
                  <a:pt x="14815" y="9072"/>
                  <a:pt x="14954" y="8640"/>
                </a:cubicBezTo>
                <a:cubicBezTo>
                  <a:pt x="15092" y="8064"/>
                  <a:pt x="15092" y="7488"/>
                  <a:pt x="14815" y="7344"/>
                </a:cubicBezTo>
                <a:cubicBezTo>
                  <a:pt x="14538" y="7200"/>
                  <a:pt x="14538" y="7200"/>
                  <a:pt x="14538" y="7200"/>
                </a:cubicBezTo>
                <a:cubicBezTo>
                  <a:pt x="14677" y="6912"/>
                  <a:pt x="14677" y="6912"/>
                  <a:pt x="14677" y="6912"/>
                </a:cubicBezTo>
                <a:cubicBezTo>
                  <a:pt x="14677" y="6768"/>
                  <a:pt x="14677" y="6624"/>
                  <a:pt x="14677" y="6480"/>
                </a:cubicBezTo>
                <a:cubicBezTo>
                  <a:pt x="14677" y="5616"/>
                  <a:pt x="14954" y="3456"/>
                  <a:pt x="13846" y="2160"/>
                </a:cubicBezTo>
                <a:cubicBezTo>
                  <a:pt x="13154" y="1440"/>
                  <a:pt x="12185" y="1152"/>
                  <a:pt x="10800" y="1152"/>
                </a:cubicBezTo>
                <a:cubicBezTo>
                  <a:pt x="9415" y="1152"/>
                  <a:pt x="8446" y="1440"/>
                  <a:pt x="7754" y="2160"/>
                </a:cubicBezTo>
                <a:cubicBezTo>
                  <a:pt x="6646" y="3456"/>
                  <a:pt x="6923" y="5616"/>
                  <a:pt x="6923" y="6480"/>
                </a:cubicBezTo>
                <a:cubicBezTo>
                  <a:pt x="6923" y="6624"/>
                  <a:pt x="6923" y="6768"/>
                  <a:pt x="6923" y="6912"/>
                </a:cubicBezTo>
                <a:cubicBezTo>
                  <a:pt x="7062" y="7200"/>
                  <a:pt x="7062" y="7200"/>
                  <a:pt x="7062" y="7200"/>
                </a:cubicBezTo>
                <a:cubicBezTo>
                  <a:pt x="6785" y="7344"/>
                  <a:pt x="6785" y="7344"/>
                  <a:pt x="6785" y="7344"/>
                </a:cubicBezTo>
                <a:cubicBezTo>
                  <a:pt x="6508" y="7488"/>
                  <a:pt x="6508" y="8064"/>
                  <a:pt x="6646" y="8640"/>
                </a:cubicBezTo>
                <a:cubicBezTo>
                  <a:pt x="6785" y="9072"/>
                  <a:pt x="6923" y="9216"/>
                  <a:pt x="6923" y="9216"/>
                </a:cubicBezTo>
                <a:cubicBezTo>
                  <a:pt x="7477" y="9216"/>
                  <a:pt x="7477" y="9216"/>
                  <a:pt x="7477" y="9216"/>
                </a:cubicBezTo>
                <a:cubicBezTo>
                  <a:pt x="7477" y="9792"/>
                  <a:pt x="7477" y="9792"/>
                  <a:pt x="7477" y="9792"/>
                </a:cubicBezTo>
                <a:cubicBezTo>
                  <a:pt x="7754" y="11520"/>
                  <a:pt x="9138" y="12960"/>
                  <a:pt x="9138" y="12960"/>
                </a:cubicBezTo>
                <a:cubicBezTo>
                  <a:pt x="9277" y="13248"/>
                  <a:pt x="9277" y="13248"/>
                  <a:pt x="9277" y="13248"/>
                </a:cubicBezTo>
                <a:cubicBezTo>
                  <a:pt x="9277" y="13392"/>
                  <a:pt x="9277" y="13392"/>
                  <a:pt x="9277" y="13392"/>
                </a:cubicBezTo>
                <a:cubicBezTo>
                  <a:pt x="9277" y="13968"/>
                  <a:pt x="9277" y="15408"/>
                  <a:pt x="8308" y="15552"/>
                </a:cubicBezTo>
                <a:cubicBezTo>
                  <a:pt x="7615" y="15696"/>
                  <a:pt x="5815" y="16416"/>
                  <a:pt x="4154" y="17424"/>
                </a:cubicBezTo>
                <a:cubicBezTo>
                  <a:pt x="2492" y="18432"/>
                  <a:pt x="1523" y="19584"/>
                  <a:pt x="1246" y="20448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Shape 149"/>
          <p:cNvSpPr/>
          <p:nvPr/>
        </p:nvSpPr>
        <p:spPr>
          <a:xfrm>
            <a:off x="12335999" y="4428802"/>
            <a:ext cx="1008001" cy="10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762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Shape 150"/>
          <p:cNvSpPr/>
          <p:nvPr/>
        </p:nvSpPr>
        <p:spPr>
          <a:xfrm>
            <a:off x="13618207" y="4650863"/>
            <a:ext cx="1600836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Objetivos</a:t>
            </a:r>
          </a:p>
        </p:txBody>
      </p:sp>
      <p:sp>
        <p:nvSpPr>
          <p:cNvPr id="151" name="Shape 151"/>
          <p:cNvSpPr/>
          <p:nvPr/>
        </p:nvSpPr>
        <p:spPr>
          <a:xfrm>
            <a:off x="12840000" y="3585124"/>
            <a:ext cx="1" cy="667251"/>
          </a:xfrm>
          <a:prstGeom prst="line">
            <a:avLst/>
          </a:prstGeom>
          <a:ln w="38100">
            <a:solidFill>
              <a:srgbClr val="40C0C0"/>
            </a:solidFill>
            <a:miter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2" name="Shape 152"/>
          <p:cNvSpPr/>
          <p:nvPr/>
        </p:nvSpPr>
        <p:spPr>
          <a:xfrm>
            <a:off x="12335999" y="6370359"/>
            <a:ext cx="1008001" cy="1008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762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Shape 153"/>
          <p:cNvSpPr/>
          <p:nvPr/>
        </p:nvSpPr>
        <p:spPr>
          <a:xfrm>
            <a:off x="12840000" y="5526682"/>
            <a:ext cx="1" cy="667251"/>
          </a:xfrm>
          <a:prstGeom prst="line">
            <a:avLst/>
          </a:prstGeom>
          <a:ln w="38100">
            <a:solidFill>
              <a:srgbClr val="40C0C0"/>
            </a:solidFill>
            <a:miter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4" name="Shape 154"/>
          <p:cNvSpPr/>
          <p:nvPr/>
        </p:nvSpPr>
        <p:spPr>
          <a:xfrm>
            <a:off x="12335999" y="8338884"/>
            <a:ext cx="1008001" cy="10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762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Shape 155"/>
          <p:cNvSpPr/>
          <p:nvPr/>
        </p:nvSpPr>
        <p:spPr>
          <a:xfrm>
            <a:off x="12840000" y="7495205"/>
            <a:ext cx="1" cy="667251"/>
          </a:xfrm>
          <a:prstGeom prst="line">
            <a:avLst/>
          </a:prstGeom>
          <a:ln w="38100">
            <a:solidFill>
              <a:srgbClr val="40C0C0"/>
            </a:solidFill>
            <a:miter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6" name="Shape 156"/>
          <p:cNvSpPr/>
          <p:nvPr/>
        </p:nvSpPr>
        <p:spPr>
          <a:xfrm>
            <a:off x="12335999" y="10280442"/>
            <a:ext cx="1008001" cy="10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762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Shape 157"/>
          <p:cNvSpPr/>
          <p:nvPr/>
        </p:nvSpPr>
        <p:spPr>
          <a:xfrm>
            <a:off x="12840000" y="9436764"/>
            <a:ext cx="1" cy="667251"/>
          </a:xfrm>
          <a:prstGeom prst="line">
            <a:avLst/>
          </a:prstGeom>
          <a:ln w="38100">
            <a:solidFill>
              <a:srgbClr val="40C0C0"/>
            </a:solidFill>
            <a:miter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8" name="Shape 158"/>
          <p:cNvSpPr/>
          <p:nvPr/>
        </p:nvSpPr>
        <p:spPr>
          <a:xfrm>
            <a:off x="12518672" y="6583995"/>
            <a:ext cx="637675" cy="637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3" h="21600" fill="norm" stroke="1" extrusionOk="0">
                <a:moveTo>
                  <a:pt x="7467" y="21600"/>
                </a:moveTo>
                <a:cubicBezTo>
                  <a:pt x="7467" y="21600"/>
                  <a:pt x="7467" y="21600"/>
                  <a:pt x="7467" y="21600"/>
                </a:cubicBezTo>
                <a:cubicBezTo>
                  <a:pt x="7067" y="21600"/>
                  <a:pt x="6933" y="21466"/>
                  <a:pt x="6667" y="21198"/>
                </a:cubicBezTo>
                <a:cubicBezTo>
                  <a:pt x="4000" y="17575"/>
                  <a:pt x="4000" y="17575"/>
                  <a:pt x="4000" y="17575"/>
                </a:cubicBezTo>
                <a:cubicBezTo>
                  <a:pt x="400" y="14892"/>
                  <a:pt x="400" y="14892"/>
                  <a:pt x="400" y="14892"/>
                </a:cubicBezTo>
                <a:cubicBezTo>
                  <a:pt x="133" y="14758"/>
                  <a:pt x="0" y="14489"/>
                  <a:pt x="0" y="14087"/>
                </a:cubicBezTo>
                <a:cubicBezTo>
                  <a:pt x="0" y="13819"/>
                  <a:pt x="0" y="13550"/>
                  <a:pt x="267" y="13416"/>
                </a:cubicBezTo>
                <a:cubicBezTo>
                  <a:pt x="1733" y="11940"/>
                  <a:pt x="1733" y="11940"/>
                  <a:pt x="1733" y="11940"/>
                </a:cubicBezTo>
                <a:cubicBezTo>
                  <a:pt x="1867" y="11672"/>
                  <a:pt x="2133" y="11672"/>
                  <a:pt x="2400" y="11672"/>
                </a:cubicBezTo>
                <a:cubicBezTo>
                  <a:pt x="2400" y="11672"/>
                  <a:pt x="2533" y="11672"/>
                  <a:pt x="2667" y="11672"/>
                </a:cubicBezTo>
                <a:cubicBezTo>
                  <a:pt x="5200" y="12343"/>
                  <a:pt x="5200" y="12343"/>
                  <a:pt x="5200" y="12343"/>
                </a:cubicBezTo>
                <a:cubicBezTo>
                  <a:pt x="8267" y="9257"/>
                  <a:pt x="8267" y="9257"/>
                  <a:pt x="8267" y="9257"/>
                </a:cubicBezTo>
                <a:cubicBezTo>
                  <a:pt x="1467" y="5501"/>
                  <a:pt x="1467" y="5501"/>
                  <a:pt x="1467" y="5501"/>
                </a:cubicBezTo>
                <a:cubicBezTo>
                  <a:pt x="1200" y="5366"/>
                  <a:pt x="933" y="5098"/>
                  <a:pt x="933" y="4830"/>
                </a:cubicBezTo>
                <a:cubicBezTo>
                  <a:pt x="933" y="4427"/>
                  <a:pt x="933" y="4159"/>
                  <a:pt x="1200" y="3891"/>
                </a:cubicBezTo>
                <a:cubicBezTo>
                  <a:pt x="3067" y="2012"/>
                  <a:pt x="3067" y="2012"/>
                  <a:pt x="3067" y="2012"/>
                </a:cubicBezTo>
                <a:cubicBezTo>
                  <a:pt x="3333" y="1744"/>
                  <a:pt x="3733" y="1744"/>
                  <a:pt x="4000" y="1744"/>
                </a:cubicBezTo>
                <a:cubicBezTo>
                  <a:pt x="13467" y="4025"/>
                  <a:pt x="13467" y="4025"/>
                  <a:pt x="13467" y="4025"/>
                </a:cubicBezTo>
                <a:cubicBezTo>
                  <a:pt x="15467" y="1878"/>
                  <a:pt x="15467" y="1878"/>
                  <a:pt x="15467" y="1878"/>
                </a:cubicBezTo>
                <a:cubicBezTo>
                  <a:pt x="16667" y="805"/>
                  <a:pt x="18267" y="0"/>
                  <a:pt x="19467" y="0"/>
                </a:cubicBezTo>
                <a:cubicBezTo>
                  <a:pt x="20133" y="0"/>
                  <a:pt x="20533" y="134"/>
                  <a:pt x="20933" y="537"/>
                </a:cubicBezTo>
                <a:cubicBezTo>
                  <a:pt x="21467" y="1073"/>
                  <a:pt x="21600" y="2012"/>
                  <a:pt x="21200" y="3220"/>
                </a:cubicBezTo>
                <a:cubicBezTo>
                  <a:pt x="20933" y="4159"/>
                  <a:pt x="20267" y="5232"/>
                  <a:pt x="19600" y="5903"/>
                </a:cubicBezTo>
                <a:cubicBezTo>
                  <a:pt x="17467" y="8184"/>
                  <a:pt x="17467" y="8184"/>
                  <a:pt x="17467" y="8184"/>
                </a:cubicBezTo>
                <a:cubicBezTo>
                  <a:pt x="19733" y="17978"/>
                  <a:pt x="19733" y="17978"/>
                  <a:pt x="19733" y="17978"/>
                </a:cubicBezTo>
                <a:cubicBezTo>
                  <a:pt x="19733" y="18380"/>
                  <a:pt x="19600" y="18783"/>
                  <a:pt x="19333" y="19051"/>
                </a:cubicBezTo>
                <a:cubicBezTo>
                  <a:pt x="17467" y="20527"/>
                  <a:pt x="17467" y="20527"/>
                  <a:pt x="17467" y="20527"/>
                </a:cubicBezTo>
                <a:cubicBezTo>
                  <a:pt x="17333" y="20661"/>
                  <a:pt x="17067" y="20661"/>
                  <a:pt x="16800" y="20661"/>
                </a:cubicBezTo>
                <a:cubicBezTo>
                  <a:pt x="16800" y="20661"/>
                  <a:pt x="16667" y="20661"/>
                  <a:pt x="16533" y="20661"/>
                </a:cubicBezTo>
                <a:cubicBezTo>
                  <a:pt x="16267" y="20527"/>
                  <a:pt x="16000" y="20393"/>
                  <a:pt x="16000" y="20124"/>
                </a:cubicBezTo>
                <a:cubicBezTo>
                  <a:pt x="12267" y="13282"/>
                  <a:pt x="12267" y="13282"/>
                  <a:pt x="12267" y="13282"/>
                </a:cubicBezTo>
                <a:cubicBezTo>
                  <a:pt x="9200" y="16368"/>
                  <a:pt x="9200" y="16368"/>
                  <a:pt x="9200" y="16368"/>
                </a:cubicBezTo>
                <a:cubicBezTo>
                  <a:pt x="9867" y="18917"/>
                  <a:pt x="9867" y="18917"/>
                  <a:pt x="9867" y="18917"/>
                </a:cubicBezTo>
                <a:cubicBezTo>
                  <a:pt x="10000" y="19319"/>
                  <a:pt x="9867" y="19588"/>
                  <a:pt x="9600" y="19856"/>
                </a:cubicBezTo>
                <a:cubicBezTo>
                  <a:pt x="8267" y="21332"/>
                  <a:pt x="8267" y="21332"/>
                  <a:pt x="8267" y="21332"/>
                </a:cubicBezTo>
                <a:cubicBezTo>
                  <a:pt x="8000" y="21466"/>
                  <a:pt x="7733" y="21600"/>
                  <a:pt x="7467" y="21600"/>
                </a:cubicBezTo>
                <a:close/>
                <a:moveTo>
                  <a:pt x="1067" y="14087"/>
                </a:moveTo>
                <a:cubicBezTo>
                  <a:pt x="4800" y="16904"/>
                  <a:pt x="4800" y="16904"/>
                  <a:pt x="4800" y="16904"/>
                </a:cubicBezTo>
                <a:cubicBezTo>
                  <a:pt x="7467" y="20527"/>
                  <a:pt x="7467" y="20527"/>
                  <a:pt x="7467" y="20527"/>
                </a:cubicBezTo>
                <a:cubicBezTo>
                  <a:pt x="8800" y="19185"/>
                  <a:pt x="8800" y="19185"/>
                  <a:pt x="8800" y="19185"/>
                </a:cubicBezTo>
                <a:cubicBezTo>
                  <a:pt x="8000" y="16099"/>
                  <a:pt x="8000" y="16099"/>
                  <a:pt x="8000" y="16099"/>
                </a:cubicBezTo>
                <a:cubicBezTo>
                  <a:pt x="12533" y="11538"/>
                  <a:pt x="12533" y="11538"/>
                  <a:pt x="12533" y="11538"/>
                </a:cubicBezTo>
                <a:cubicBezTo>
                  <a:pt x="16800" y="19588"/>
                  <a:pt x="16800" y="19588"/>
                  <a:pt x="16800" y="19588"/>
                </a:cubicBezTo>
                <a:cubicBezTo>
                  <a:pt x="18667" y="18246"/>
                  <a:pt x="18667" y="18246"/>
                  <a:pt x="18667" y="18246"/>
                </a:cubicBezTo>
                <a:cubicBezTo>
                  <a:pt x="16267" y="7781"/>
                  <a:pt x="16267" y="7781"/>
                  <a:pt x="16267" y="7781"/>
                </a:cubicBezTo>
                <a:cubicBezTo>
                  <a:pt x="18800" y="5232"/>
                  <a:pt x="18800" y="5232"/>
                  <a:pt x="18800" y="5232"/>
                </a:cubicBezTo>
                <a:cubicBezTo>
                  <a:pt x="19467" y="4561"/>
                  <a:pt x="20000" y="3757"/>
                  <a:pt x="20267" y="2952"/>
                </a:cubicBezTo>
                <a:cubicBezTo>
                  <a:pt x="20533" y="2147"/>
                  <a:pt x="20400" y="1610"/>
                  <a:pt x="20133" y="1342"/>
                </a:cubicBezTo>
                <a:cubicBezTo>
                  <a:pt x="20000" y="1073"/>
                  <a:pt x="19867" y="1073"/>
                  <a:pt x="19467" y="1073"/>
                </a:cubicBezTo>
                <a:cubicBezTo>
                  <a:pt x="18533" y="1073"/>
                  <a:pt x="17200" y="1744"/>
                  <a:pt x="16267" y="2683"/>
                </a:cubicBezTo>
                <a:cubicBezTo>
                  <a:pt x="13733" y="5232"/>
                  <a:pt x="13733" y="5232"/>
                  <a:pt x="13733" y="5232"/>
                </a:cubicBezTo>
                <a:cubicBezTo>
                  <a:pt x="3733" y="2817"/>
                  <a:pt x="3733" y="2817"/>
                  <a:pt x="3733" y="2817"/>
                </a:cubicBezTo>
                <a:cubicBezTo>
                  <a:pt x="2000" y="4696"/>
                  <a:pt x="2000" y="4696"/>
                  <a:pt x="2000" y="4696"/>
                </a:cubicBezTo>
                <a:cubicBezTo>
                  <a:pt x="10000" y="8989"/>
                  <a:pt x="10000" y="8989"/>
                  <a:pt x="10000" y="8989"/>
                </a:cubicBezTo>
                <a:cubicBezTo>
                  <a:pt x="5467" y="13550"/>
                  <a:pt x="5467" y="13550"/>
                  <a:pt x="5467" y="13550"/>
                </a:cubicBezTo>
                <a:cubicBezTo>
                  <a:pt x="2400" y="12745"/>
                  <a:pt x="2400" y="12745"/>
                  <a:pt x="2400" y="12745"/>
                </a:cubicBezTo>
                <a:lnTo>
                  <a:pt x="1067" y="14087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2" name="Group 162"/>
          <p:cNvGrpSpPr/>
          <p:nvPr/>
        </p:nvGrpSpPr>
        <p:grpSpPr>
          <a:xfrm>
            <a:off x="12563604" y="8651684"/>
            <a:ext cx="555422" cy="382403"/>
            <a:chOff x="0" y="0"/>
            <a:chExt cx="555421" cy="382401"/>
          </a:xfrm>
        </p:grpSpPr>
        <p:sp>
          <p:nvSpPr>
            <p:cNvPr id="159" name="Shape 159"/>
            <p:cNvSpPr/>
            <p:nvPr/>
          </p:nvSpPr>
          <p:spPr>
            <a:xfrm>
              <a:off x="594" y="0"/>
              <a:ext cx="554828" cy="243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5" h="21600" fill="norm" stroke="1" extrusionOk="0">
                  <a:moveTo>
                    <a:pt x="10759" y="3086"/>
                  </a:moveTo>
                  <a:cubicBezTo>
                    <a:pt x="20135" y="11571"/>
                    <a:pt x="20135" y="11571"/>
                    <a:pt x="20135" y="11571"/>
                  </a:cubicBezTo>
                  <a:cubicBezTo>
                    <a:pt x="10759" y="18514"/>
                    <a:pt x="10759" y="18514"/>
                    <a:pt x="10759" y="18514"/>
                  </a:cubicBezTo>
                  <a:cubicBezTo>
                    <a:pt x="1382" y="11571"/>
                    <a:pt x="1382" y="11571"/>
                    <a:pt x="1382" y="11571"/>
                  </a:cubicBezTo>
                  <a:cubicBezTo>
                    <a:pt x="10759" y="3086"/>
                    <a:pt x="10759" y="3086"/>
                    <a:pt x="10759" y="3086"/>
                  </a:cubicBezTo>
                  <a:moveTo>
                    <a:pt x="10759" y="0"/>
                  </a:moveTo>
                  <a:cubicBezTo>
                    <a:pt x="10591" y="0"/>
                    <a:pt x="10424" y="0"/>
                    <a:pt x="10256" y="0"/>
                  </a:cubicBezTo>
                  <a:cubicBezTo>
                    <a:pt x="880" y="8486"/>
                    <a:pt x="880" y="8486"/>
                    <a:pt x="880" y="8486"/>
                  </a:cubicBezTo>
                  <a:cubicBezTo>
                    <a:pt x="210" y="9257"/>
                    <a:pt x="-125" y="10414"/>
                    <a:pt x="42" y="11571"/>
                  </a:cubicBezTo>
                  <a:cubicBezTo>
                    <a:pt x="42" y="13114"/>
                    <a:pt x="377" y="13886"/>
                    <a:pt x="880" y="14657"/>
                  </a:cubicBezTo>
                  <a:cubicBezTo>
                    <a:pt x="10256" y="21600"/>
                    <a:pt x="10256" y="21600"/>
                    <a:pt x="10256" y="21600"/>
                  </a:cubicBezTo>
                  <a:cubicBezTo>
                    <a:pt x="10424" y="21600"/>
                    <a:pt x="10591" y="21600"/>
                    <a:pt x="10759" y="21600"/>
                  </a:cubicBezTo>
                  <a:cubicBezTo>
                    <a:pt x="10759" y="21600"/>
                    <a:pt x="10926" y="21600"/>
                    <a:pt x="11094" y="21600"/>
                  </a:cubicBezTo>
                  <a:cubicBezTo>
                    <a:pt x="20470" y="14657"/>
                    <a:pt x="20470" y="14657"/>
                    <a:pt x="20470" y="14657"/>
                  </a:cubicBezTo>
                  <a:cubicBezTo>
                    <a:pt x="20973" y="13886"/>
                    <a:pt x="21308" y="13114"/>
                    <a:pt x="21475" y="11571"/>
                  </a:cubicBezTo>
                  <a:cubicBezTo>
                    <a:pt x="21475" y="10414"/>
                    <a:pt x="21140" y="9257"/>
                    <a:pt x="20470" y="8486"/>
                  </a:cubicBezTo>
                  <a:cubicBezTo>
                    <a:pt x="11094" y="0"/>
                    <a:pt x="11094" y="0"/>
                    <a:pt x="11094" y="0"/>
                  </a:cubicBezTo>
                  <a:cubicBezTo>
                    <a:pt x="11094" y="0"/>
                    <a:pt x="10926" y="0"/>
                    <a:pt x="10759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0" name="Shape 160"/>
            <p:cNvSpPr/>
            <p:nvPr/>
          </p:nvSpPr>
          <p:spPr>
            <a:xfrm>
              <a:off x="-1" y="189821"/>
              <a:ext cx="552794" cy="123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6" h="21053" fill="norm" stroke="1" extrusionOk="0">
                  <a:moveTo>
                    <a:pt x="10782" y="21053"/>
                  </a:moveTo>
                  <a:cubicBezTo>
                    <a:pt x="10614" y="21053"/>
                    <a:pt x="10614" y="21053"/>
                    <a:pt x="10447" y="21053"/>
                  </a:cubicBezTo>
                  <a:cubicBezTo>
                    <a:pt x="400" y="6156"/>
                    <a:pt x="400" y="6156"/>
                    <a:pt x="400" y="6156"/>
                  </a:cubicBezTo>
                  <a:cubicBezTo>
                    <a:pt x="65" y="5412"/>
                    <a:pt x="-102" y="3922"/>
                    <a:pt x="65" y="2432"/>
                  </a:cubicBezTo>
                  <a:cubicBezTo>
                    <a:pt x="65" y="943"/>
                    <a:pt x="568" y="-547"/>
                    <a:pt x="903" y="198"/>
                  </a:cubicBezTo>
                  <a:cubicBezTo>
                    <a:pt x="10782" y="15094"/>
                    <a:pt x="10782" y="15094"/>
                    <a:pt x="10782" y="15094"/>
                  </a:cubicBezTo>
                  <a:cubicBezTo>
                    <a:pt x="20493" y="198"/>
                    <a:pt x="20493" y="198"/>
                    <a:pt x="20493" y="198"/>
                  </a:cubicBezTo>
                  <a:cubicBezTo>
                    <a:pt x="20828" y="-547"/>
                    <a:pt x="21331" y="943"/>
                    <a:pt x="21331" y="2432"/>
                  </a:cubicBezTo>
                  <a:cubicBezTo>
                    <a:pt x="21498" y="3922"/>
                    <a:pt x="21331" y="5412"/>
                    <a:pt x="20996" y="6156"/>
                  </a:cubicBezTo>
                  <a:cubicBezTo>
                    <a:pt x="10949" y="21053"/>
                    <a:pt x="10949" y="21053"/>
                    <a:pt x="10949" y="21053"/>
                  </a:cubicBezTo>
                  <a:cubicBezTo>
                    <a:pt x="10782" y="21053"/>
                    <a:pt x="10782" y="21053"/>
                    <a:pt x="10782" y="2105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1" name="Shape 161"/>
            <p:cNvSpPr/>
            <p:nvPr/>
          </p:nvSpPr>
          <p:spPr>
            <a:xfrm>
              <a:off x="-1" y="259349"/>
              <a:ext cx="552794" cy="123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6" h="21053" fill="norm" stroke="1" extrusionOk="0">
                  <a:moveTo>
                    <a:pt x="10782" y="21053"/>
                  </a:moveTo>
                  <a:cubicBezTo>
                    <a:pt x="10614" y="21053"/>
                    <a:pt x="10614" y="21053"/>
                    <a:pt x="10447" y="21053"/>
                  </a:cubicBezTo>
                  <a:cubicBezTo>
                    <a:pt x="400" y="6156"/>
                    <a:pt x="400" y="6156"/>
                    <a:pt x="400" y="6156"/>
                  </a:cubicBezTo>
                  <a:cubicBezTo>
                    <a:pt x="65" y="5412"/>
                    <a:pt x="-102" y="3922"/>
                    <a:pt x="65" y="2432"/>
                  </a:cubicBezTo>
                  <a:cubicBezTo>
                    <a:pt x="65" y="943"/>
                    <a:pt x="568" y="-547"/>
                    <a:pt x="903" y="198"/>
                  </a:cubicBezTo>
                  <a:cubicBezTo>
                    <a:pt x="10782" y="15094"/>
                    <a:pt x="10782" y="15094"/>
                    <a:pt x="10782" y="15094"/>
                  </a:cubicBezTo>
                  <a:cubicBezTo>
                    <a:pt x="20493" y="198"/>
                    <a:pt x="20493" y="198"/>
                    <a:pt x="20493" y="198"/>
                  </a:cubicBezTo>
                  <a:cubicBezTo>
                    <a:pt x="20828" y="-547"/>
                    <a:pt x="21331" y="943"/>
                    <a:pt x="21331" y="2432"/>
                  </a:cubicBezTo>
                  <a:cubicBezTo>
                    <a:pt x="21498" y="3922"/>
                    <a:pt x="21331" y="5412"/>
                    <a:pt x="20996" y="6156"/>
                  </a:cubicBezTo>
                  <a:cubicBezTo>
                    <a:pt x="10949" y="21053"/>
                    <a:pt x="10949" y="21053"/>
                    <a:pt x="10949" y="21053"/>
                  </a:cubicBezTo>
                  <a:cubicBezTo>
                    <a:pt x="10782" y="21053"/>
                    <a:pt x="10782" y="21053"/>
                    <a:pt x="10782" y="2105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12570849" y="10564315"/>
            <a:ext cx="538303" cy="440253"/>
            <a:chOff x="0" y="0"/>
            <a:chExt cx="538301" cy="440251"/>
          </a:xfrm>
        </p:grpSpPr>
        <p:sp>
          <p:nvSpPr>
            <p:cNvPr id="163" name="Shape 163"/>
            <p:cNvSpPr/>
            <p:nvPr/>
          </p:nvSpPr>
          <p:spPr>
            <a:xfrm>
              <a:off x="157645" y="328746"/>
              <a:ext cx="111506" cy="111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500" y="21600"/>
                    <a:pt x="0" y="17100"/>
                    <a:pt x="0" y="10800"/>
                  </a:cubicBezTo>
                  <a:cubicBezTo>
                    <a:pt x="0" y="4500"/>
                    <a:pt x="4500" y="0"/>
                    <a:pt x="10800" y="0"/>
                  </a:cubicBezTo>
                  <a:cubicBezTo>
                    <a:pt x="17100" y="0"/>
                    <a:pt x="21600" y="4500"/>
                    <a:pt x="21600" y="10800"/>
                  </a:cubicBezTo>
                  <a:cubicBezTo>
                    <a:pt x="21600" y="17100"/>
                    <a:pt x="17100" y="21600"/>
                    <a:pt x="10800" y="21600"/>
                  </a:cubicBezTo>
                  <a:close/>
                  <a:moveTo>
                    <a:pt x="10800" y="7200"/>
                  </a:moveTo>
                  <a:cubicBezTo>
                    <a:pt x="9000" y="7200"/>
                    <a:pt x="7200" y="9000"/>
                    <a:pt x="7200" y="10800"/>
                  </a:cubicBezTo>
                  <a:cubicBezTo>
                    <a:pt x="7200" y="12600"/>
                    <a:pt x="9000" y="14400"/>
                    <a:pt x="10800" y="14400"/>
                  </a:cubicBezTo>
                  <a:cubicBezTo>
                    <a:pt x="12600" y="14400"/>
                    <a:pt x="14400" y="12600"/>
                    <a:pt x="14400" y="10800"/>
                  </a:cubicBezTo>
                  <a:cubicBezTo>
                    <a:pt x="14400" y="9000"/>
                    <a:pt x="12600" y="7200"/>
                    <a:pt x="10800" y="72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4" name="Shape 164"/>
            <p:cNvSpPr/>
            <p:nvPr/>
          </p:nvSpPr>
          <p:spPr>
            <a:xfrm>
              <a:off x="344128" y="328746"/>
              <a:ext cx="111506" cy="111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7200"/>
                  </a:moveTo>
                  <a:cubicBezTo>
                    <a:pt x="12600" y="7200"/>
                    <a:pt x="14400" y="9000"/>
                    <a:pt x="14400" y="10800"/>
                  </a:cubicBezTo>
                  <a:cubicBezTo>
                    <a:pt x="14400" y="12600"/>
                    <a:pt x="12600" y="14400"/>
                    <a:pt x="10800" y="14400"/>
                  </a:cubicBezTo>
                  <a:cubicBezTo>
                    <a:pt x="9000" y="14400"/>
                    <a:pt x="7200" y="12600"/>
                    <a:pt x="7200" y="10800"/>
                  </a:cubicBezTo>
                  <a:cubicBezTo>
                    <a:pt x="7200" y="9000"/>
                    <a:pt x="9000" y="7200"/>
                    <a:pt x="10800" y="7200"/>
                  </a:cubicBezTo>
                  <a:moveTo>
                    <a:pt x="10800" y="0"/>
                  </a:moveTo>
                  <a:cubicBezTo>
                    <a:pt x="4500" y="0"/>
                    <a:pt x="0" y="4500"/>
                    <a:pt x="0" y="10800"/>
                  </a:cubicBezTo>
                  <a:cubicBezTo>
                    <a:pt x="0" y="17100"/>
                    <a:pt x="4500" y="21600"/>
                    <a:pt x="10800" y="21600"/>
                  </a:cubicBezTo>
                  <a:cubicBezTo>
                    <a:pt x="17100" y="21600"/>
                    <a:pt x="21600" y="17100"/>
                    <a:pt x="21600" y="10800"/>
                  </a:cubicBezTo>
                  <a:cubicBezTo>
                    <a:pt x="21600" y="4500"/>
                    <a:pt x="17100" y="0"/>
                    <a:pt x="108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5" name="Shape 165"/>
            <p:cNvSpPr/>
            <p:nvPr/>
          </p:nvSpPr>
          <p:spPr>
            <a:xfrm>
              <a:off x="0" y="0"/>
              <a:ext cx="501774" cy="299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00" y="18900"/>
                  </a:moveTo>
                  <a:cubicBezTo>
                    <a:pt x="5200" y="0"/>
                    <a:pt x="5200" y="0"/>
                    <a:pt x="5200" y="0"/>
                  </a:cubicBezTo>
                  <a:cubicBezTo>
                    <a:pt x="3200" y="0"/>
                    <a:pt x="3200" y="0"/>
                    <a:pt x="3200" y="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400" y="0"/>
                    <a:pt x="0" y="675"/>
                    <a:pt x="0" y="1350"/>
                  </a:cubicBezTo>
                  <a:cubicBezTo>
                    <a:pt x="0" y="2025"/>
                    <a:pt x="400" y="2700"/>
                    <a:pt x="800" y="2700"/>
                  </a:cubicBezTo>
                  <a:cubicBezTo>
                    <a:pt x="800" y="2700"/>
                    <a:pt x="800" y="2700"/>
                    <a:pt x="800" y="2700"/>
                  </a:cubicBezTo>
                  <a:cubicBezTo>
                    <a:pt x="3800" y="2700"/>
                    <a:pt x="3800" y="2700"/>
                    <a:pt x="3800" y="2700"/>
                  </a:cubicBezTo>
                  <a:cubicBezTo>
                    <a:pt x="6000" y="21600"/>
                    <a:pt x="6000" y="21600"/>
                    <a:pt x="6000" y="21600"/>
                  </a:cubicBezTo>
                  <a:cubicBezTo>
                    <a:pt x="8400" y="21600"/>
                    <a:pt x="8400" y="21600"/>
                    <a:pt x="8400" y="21600"/>
                  </a:cubicBezTo>
                  <a:cubicBezTo>
                    <a:pt x="20800" y="21600"/>
                    <a:pt x="20800" y="21600"/>
                    <a:pt x="20800" y="21600"/>
                  </a:cubicBezTo>
                  <a:cubicBezTo>
                    <a:pt x="20800" y="21600"/>
                    <a:pt x="20800" y="21600"/>
                    <a:pt x="20800" y="21600"/>
                  </a:cubicBezTo>
                  <a:cubicBezTo>
                    <a:pt x="20800" y="21600"/>
                    <a:pt x="20800" y="21600"/>
                    <a:pt x="20800" y="21600"/>
                  </a:cubicBezTo>
                  <a:cubicBezTo>
                    <a:pt x="20800" y="21600"/>
                    <a:pt x="20800" y="21600"/>
                    <a:pt x="20800" y="21600"/>
                  </a:cubicBezTo>
                  <a:cubicBezTo>
                    <a:pt x="20800" y="21600"/>
                    <a:pt x="20800" y="21600"/>
                    <a:pt x="20800" y="21600"/>
                  </a:cubicBezTo>
                  <a:cubicBezTo>
                    <a:pt x="21200" y="21600"/>
                    <a:pt x="21600" y="20925"/>
                    <a:pt x="21600" y="20250"/>
                  </a:cubicBezTo>
                  <a:cubicBezTo>
                    <a:pt x="21600" y="19575"/>
                    <a:pt x="21200" y="18900"/>
                    <a:pt x="20800" y="18900"/>
                  </a:cubicBezTo>
                  <a:lnTo>
                    <a:pt x="740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6" name="Shape 166"/>
            <p:cNvSpPr/>
            <p:nvPr/>
          </p:nvSpPr>
          <p:spPr>
            <a:xfrm>
              <a:off x="167258" y="38450"/>
              <a:ext cx="371044" cy="186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360" y="17280"/>
                  </a:moveTo>
                  <a:cubicBezTo>
                    <a:pt x="3240" y="17280"/>
                    <a:pt x="3240" y="17280"/>
                    <a:pt x="3240" y="17280"/>
                  </a:cubicBezTo>
                  <a:cubicBezTo>
                    <a:pt x="2700" y="17280"/>
                    <a:pt x="2160" y="18360"/>
                    <a:pt x="2160" y="19440"/>
                  </a:cubicBezTo>
                  <a:cubicBezTo>
                    <a:pt x="2160" y="20520"/>
                    <a:pt x="2700" y="21600"/>
                    <a:pt x="3240" y="21600"/>
                  </a:cubicBezTo>
                  <a:cubicBezTo>
                    <a:pt x="18360" y="21600"/>
                    <a:pt x="18360" y="21600"/>
                    <a:pt x="18360" y="21600"/>
                  </a:cubicBezTo>
                  <a:cubicBezTo>
                    <a:pt x="18900" y="21600"/>
                    <a:pt x="19440" y="20520"/>
                    <a:pt x="19440" y="19440"/>
                  </a:cubicBezTo>
                  <a:cubicBezTo>
                    <a:pt x="19440" y="18360"/>
                    <a:pt x="18900" y="17280"/>
                    <a:pt x="18360" y="17280"/>
                  </a:cubicBezTo>
                  <a:close/>
                  <a:moveTo>
                    <a:pt x="19440" y="8640"/>
                  </a:moveTo>
                  <a:cubicBezTo>
                    <a:pt x="2160" y="8640"/>
                    <a:pt x="2160" y="8640"/>
                    <a:pt x="2160" y="8640"/>
                  </a:cubicBezTo>
                  <a:cubicBezTo>
                    <a:pt x="1620" y="8640"/>
                    <a:pt x="1080" y="9720"/>
                    <a:pt x="1080" y="10800"/>
                  </a:cubicBezTo>
                  <a:cubicBezTo>
                    <a:pt x="1080" y="11880"/>
                    <a:pt x="1620" y="12960"/>
                    <a:pt x="2160" y="12960"/>
                  </a:cubicBezTo>
                  <a:cubicBezTo>
                    <a:pt x="19440" y="12960"/>
                    <a:pt x="19440" y="12960"/>
                    <a:pt x="19440" y="12960"/>
                  </a:cubicBezTo>
                  <a:cubicBezTo>
                    <a:pt x="19980" y="12960"/>
                    <a:pt x="20520" y="11880"/>
                    <a:pt x="20520" y="10800"/>
                  </a:cubicBezTo>
                  <a:cubicBezTo>
                    <a:pt x="20520" y="9720"/>
                    <a:pt x="19980" y="8640"/>
                    <a:pt x="19440" y="8640"/>
                  </a:cubicBezTo>
                  <a:close/>
                  <a:moveTo>
                    <a:pt x="20520" y="0"/>
                  </a:moveTo>
                  <a:cubicBezTo>
                    <a:pt x="1080" y="0"/>
                    <a:pt x="1080" y="0"/>
                    <a:pt x="1080" y="0"/>
                  </a:cubicBezTo>
                  <a:cubicBezTo>
                    <a:pt x="540" y="0"/>
                    <a:pt x="0" y="1080"/>
                    <a:pt x="0" y="2160"/>
                  </a:cubicBezTo>
                  <a:cubicBezTo>
                    <a:pt x="0" y="3240"/>
                    <a:pt x="540" y="4320"/>
                    <a:pt x="1080" y="4320"/>
                  </a:cubicBezTo>
                  <a:cubicBezTo>
                    <a:pt x="20520" y="4320"/>
                    <a:pt x="20520" y="4320"/>
                    <a:pt x="20520" y="4320"/>
                  </a:cubicBezTo>
                  <a:cubicBezTo>
                    <a:pt x="21060" y="4320"/>
                    <a:pt x="21600" y="3240"/>
                    <a:pt x="21600" y="2160"/>
                  </a:cubicBezTo>
                  <a:cubicBezTo>
                    <a:pt x="21600" y="1080"/>
                    <a:pt x="21060" y="0"/>
                    <a:pt x="2052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68" name="Shape 168"/>
          <p:cNvSpPr/>
          <p:nvPr/>
        </p:nvSpPr>
        <p:spPr>
          <a:xfrm>
            <a:off x="13578489" y="6576059"/>
            <a:ext cx="1100616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Propuesta (Estrategias, canales, recomendaciones, necesidades)</a:t>
            </a:r>
          </a:p>
        </p:txBody>
      </p:sp>
      <p:sp>
        <p:nvSpPr>
          <p:cNvPr id="169" name="Shape 169"/>
          <p:cNvSpPr/>
          <p:nvPr/>
        </p:nvSpPr>
        <p:spPr>
          <a:xfrm>
            <a:off x="13578489" y="8560944"/>
            <a:ext cx="1100616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Planning y KPIs propuesta</a:t>
            </a:r>
          </a:p>
        </p:txBody>
      </p:sp>
      <p:sp>
        <p:nvSpPr>
          <p:cNvPr id="170" name="Shape 170"/>
          <p:cNvSpPr/>
          <p:nvPr/>
        </p:nvSpPr>
        <p:spPr>
          <a:xfrm>
            <a:off x="13578489" y="10502502"/>
            <a:ext cx="1100616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Recursos y presupuesto</a:t>
            </a: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7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nodeType="afterEffect" presetClass="entr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7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nodeType="afterEffect" presetClass="entr" presetSubtype="2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nodeType="afterEffect" presetClass="entr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nodeType="afterEffect" presetClass="entr" presetSubtype="4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nodeType="afterEffect" presetClass="entr" presetSubtype="2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nodeType="afterEffect" presetClass="entr" presetSubtype="1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nodeType="afterEffect" presetClass="entr" presetSubtype="4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5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nodeType="afterEffect" presetClass="entr" presetSubtype="1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nodeType="afterEffect" presetClass="entr" presetSubtype="4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6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0"/>
                            </p:stCondLst>
                            <p:childTnLst>
                              <p:par>
                                <p:cTn id="67" nodeType="afterEffect" presetClass="entr" presetSubtype="1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71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3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500"/>
                            </p:stCondLst>
                            <p:childTnLst>
                              <p:par>
                                <p:cTn id="75" nodeType="afterEffect" presetClass="entr" presetSubtype="4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000"/>
                            </p:stCondLst>
                            <p:childTnLst>
                              <p:par>
                                <p:cTn id="79" nodeType="afterEffect" presetClass="entr" presetSubtype="2" presetID="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500"/>
                            </p:stCondLst>
                            <p:childTnLst>
                              <p:par>
                                <p:cTn id="84" nodeType="afterEffect" presetClass="entr" presetSubtype="2" presetID="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000"/>
                            </p:stCondLst>
                            <p:childTnLst>
                              <p:par>
                                <p:cTn id="89" nodeType="afterEffect" presetClass="entr" presetSubtype="2" presetID="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2" grpId="15"/>
      <p:bldP build="whole" bldLvl="1" animBg="1" rev="0" advAuto="0" spid="154" grpId="14"/>
      <p:bldP build="whole" bldLvl="1" animBg="1" rev="0" advAuto="0" spid="147" grpId="3"/>
      <p:bldP build="whole" bldLvl="1" animBg="1" rev="0" advAuto="0" spid="155" grpId="13"/>
      <p:bldP build="whole" bldLvl="1" animBg="1" rev="0" advAuto="0" spid="170" grpId="21"/>
      <p:bldP build="whole" bldLvl="1" animBg="1" rev="0" advAuto="0" spid="156" grpId="17"/>
      <p:bldP build="whole" bldLvl="1" animBg="1" rev="0" advAuto="0" spid="149" grpId="7"/>
      <p:bldP build="whole" bldLvl="1" animBg="1" rev="0" advAuto="0" spid="157" grpId="16"/>
      <p:bldP build="whole" bldLvl="1" animBg="1" rev="0" advAuto="0" spid="146" grpId="4"/>
      <p:bldP build="whole" bldLvl="1" animBg="1" rev="0" advAuto="0" spid="139" grpId="5"/>
      <p:bldP build="whole" bldLvl="1" animBg="1" rev="0" advAuto="0" spid="158" grpId="12"/>
      <p:bldP build="whole" bldLvl="1" animBg="1" rev="0" advAuto="0" spid="153" grpId="10"/>
      <p:bldP build="whole" bldLvl="1" animBg="1" rev="0" advAuto="0" spid="167" grpId="18"/>
      <p:bldP build="whole" bldLvl="1" animBg="1" rev="0" advAuto="0" spid="148" grpId="8"/>
      <p:bldP build="whole" bldLvl="1" animBg="1" rev="0" advAuto="0" spid="135" grpId="2"/>
      <p:bldP build="whole" bldLvl="1" animBg="1" rev="0" advAuto="0" spid="152" grpId="11"/>
      <p:bldP build="whole" bldLvl="1" animBg="1" rev="0" advAuto="0" spid="151" grpId="6"/>
      <p:bldP build="whole" bldLvl="1" animBg="1" rev="0" advAuto="0" spid="168" grpId="19"/>
      <p:bldP build="whole" bldLvl="1" animBg="1" rev="0" advAuto="0" spid="136" grpId="1"/>
      <p:bldP build="whole" bldLvl="1" animBg="1" rev="0" advAuto="0" spid="169" grpId="20"/>
      <p:bldP build="whole" bldLvl="1" animBg="1" rev="0" advAuto="0" spid="150" grpId="9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40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/>
        </p:nvSpPr>
        <p:spPr>
          <a:xfrm>
            <a:off x="10054690" y="5573097"/>
            <a:ext cx="4303980" cy="126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72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173" name="Shape 173"/>
          <p:cNvSpPr/>
          <p:nvPr/>
        </p:nvSpPr>
        <p:spPr>
          <a:xfrm>
            <a:off x="6086680" y="6994514"/>
            <a:ext cx="12240001" cy="1"/>
          </a:xfrm>
          <a:prstGeom prst="line">
            <a:avLst/>
          </a:prstGeom>
          <a:ln w="762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376" name="Group 376"/>
          <p:cNvGrpSpPr/>
          <p:nvPr/>
        </p:nvGrpSpPr>
        <p:grpSpPr>
          <a:xfrm>
            <a:off x="-3169185" y="-9741485"/>
            <a:ext cx="31956311" cy="32180406"/>
            <a:chOff x="0" y="0"/>
            <a:chExt cx="31956309" cy="32180404"/>
          </a:xfrm>
        </p:grpSpPr>
        <p:grpSp>
          <p:nvGrpSpPr>
            <p:cNvPr id="374" name="Group 374"/>
            <p:cNvGrpSpPr/>
            <p:nvPr/>
          </p:nvGrpSpPr>
          <p:grpSpPr>
            <a:xfrm>
              <a:off x="0" y="0"/>
              <a:ext cx="31956311" cy="32180404"/>
              <a:chOff x="0" y="0"/>
              <a:chExt cx="31956310" cy="32180403"/>
            </a:xfrm>
          </p:grpSpPr>
          <p:sp>
            <p:nvSpPr>
              <p:cNvPr id="174" name="Shape 174"/>
              <p:cNvSpPr/>
              <p:nvPr/>
            </p:nvSpPr>
            <p:spPr>
              <a:xfrm rot="14400000">
                <a:off x="11178826" y="6743365"/>
                <a:ext cx="1995782" cy="634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350"/>
                    </a:lnTo>
                    <a:lnTo>
                      <a:pt x="21600" y="0"/>
                    </a:lnTo>
                    <a:lnTo>
                      <a:pt x="21600" y="375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" name="Shape 175"/>
              <p:cNvSpPr/>
              <p:nvPr/>
            </p:nvSpPr>
            <p:spPr>
              <a:xfrm rot="14400000">
                <a:off x="11283979" y="6244660"/>
                <a:ext cx="267356" cy="264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65" h="19238" fill="norm" stroke="1" extrusionOk="0">
                    <a:moveTo>
                      <a:pt x="17984" y="5807"/>
                    </a:moveTo>
                    <a:cubicBezTo>
                      <a:pt x="20453" y="10254"/>
                      <a:pt x="17984" y="15972"/>
                      <a:pt x="13664" y="18513"/>
                    </a:cubicBezTo>
                    <a:cubicBezTo>
                      <a:pt x="8727" y="20419"/>
                      <a:pt x="3173" y="18513"/>
                      <a:pt x="704" y="13431"/>
                    </a:cubicBezTo>
                    <a:cubicBezTo>
                      <a:pt x="-1147" y="8984"/>
                      <a:pt x="704" y="3266"/>
                      <a:pt x="5642" y="725"/>
                    </a:cubicBezTo>
                    <a:cubicBezTo>
                      <a:pt x="10579" y="-1181"/>
                      <a:pt x="16133" y="725"/>
                      <a:pt x="17984" y="580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" name="Shape 176"/>
              <p:cNvSpPr/>
              <p:nvPr/>
            </p:nvSpPr>
            <p:spPr>
              <a:xfrm rot="14400000">
                <a:off x="23490031" y="16107649"/>
                <a:ext cx="8206916" cy="50224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68"/>
                    </a:lnTo>
                    <a:lnTo>
                      <a:pt x="21581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" name="Shape 177"/>
              <p:cNvSpPr/>
              <p:nvPr/>
            </p:nvSpPr>
            <p:spPr>
              <a:xfrm rot="14400000">
                <a:off x="26280715" y="17615366"/>
                <a:ext cx="4703294" cy="455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48"/>
                    </a:lnTo>
                    <a:lnTo>
                      <a:pt x="21566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" name="Shape 178"/>
              <p:cNvSpPr/>
              <p:nvPr/>
            </p:nvSpPr>
            <p:spPr>
              <a:xfrm rot="14400000">
                <a:off x="26125068" y="17411926"/>
                <a:ext cx="3004679" cy="81445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581"/>
                    </a:lnTo>
                    <a:lnTo>
                      <a:pt x="21521" y="0"/>
                    </a:lnTo>
                    <a:lnTo>
                      <a:pt x="21600" y="0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" name="Shape 179"/>
              <p:cNvSpPr/>
              <p:nvPr/>
            </p:nvSpPr>
            <p:spPr>
              <a:xfrm rot="14400000">
                <a:off x="24288607" y="16351645"/>
                <a:ext cx="2744200" cy="12836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7" y="21600"/>
                    </a:moveTo>
                    <a:lnTo>
                      <a:pt x="0" y="21600"/>
                    </a:lnTo>
                    <a:lnTo>
                      <a:pt x="21513" y="0"/>
                    </a:lnTo>
                    <a:lnTo>
                      <a:pt x="21600" y="0"/>
                    </a:lnTo>
                    <a:lnTo>
                      <a:pt x="8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" name="Shape 180"/>
              <p:cNvSpPr/>
              <p:nvPr/>
            </p:nvSpPr>
            <p:spPr>
              <a:xfrm rot="14400000">
                <a:off x="24775117" y="16746109"/>
                <a:ext cx="4651931" cy="8122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71"/>
                    </a:lnTo>
                    <a:lnTo>
                      <a:pt x="21566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1" name="Shape 181"/>
              <p:cNvSpPr/>
              <p:nvPr/>
            </p:nvSpPr>
            <p:spPr>
              <a:xfrm rot="14400000">
                <a:off x="23071948" y="15762783"/>
                <a:ext cx="9839494" cy="3070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23"/>
                    </a:lnTo>
                    <a:lnTo>
                      <a:pt x="21584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2" name="Shape 182"/>
              <p:cNvSpPr/>
              <p:nvPr/>
            </p:nvSpPr>
            <p:spPr>
              <a:xfrm rot="14400000">
                <a:off x="31643277" y="20657272"/>
                <a:ext cx="264607" cy="264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3" h="19973" fill="norm" stroke="1" extrusionOk="0">
                    <a:moveTo>
                      <a:pt x="11864" y="254"/>
                    </a:moveTo>
                    <a:cubicBezTo>
                      <a:pt x="17101" y="909"/>
                      <a:pt x="21028" y="6145"/>
                      <a:pt x="19719" y="12036"/>
                    </a:cubicBezTo>
                    <a:cubicBezTo>
                      <a:pt x="18410" y="17272"/>
                      <a:pt x="13173" y="20545"/>
                      <a:pt x="7937" y="19890"/>
                    </a:cubicBezTo>
                    <a:cubicBezTo>
                      <a:pt x="2701" y="18581"/>
                      <a:pt x="-572" y="13345"/>
                      <a:pt x="83" y="8109"/>
                    </a:cubicBezTo>
                    <a:cubicBezTo>
                      <a:pt x="1392" y="2872"/>
                      <a:pt x="6628" y="-1055"/>
                      <a:pt x="11864" y="25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3" name="Shape 183"/>
              <p:cNvSpPr/>
              <p:nvPr/>
            </p:nvSpPr>
            <p:spPr>
              <a:xfrm rot="14400000">
                <a:off x="17449443" y="26476740"/>
                <a:ext cx="2300285" cy="1650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5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4" name="Shape 184"/>
              <p:cNvSpPr/>
              <p:nvPr/>
            </p:nvSpPr>
            <p:spPr>
              <a:xfrm rot="14400000">
                <a:off x="17146646" y="28257850"/>
                <a:ext cx="535633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04" y="21600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21600" y="21600"/>
                    </a:lnTo>
                    <a:lnTo>
                      <a:pt x="213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" name="Shape 185"/>
              <p:cNvSpPr/>
              <p:nvPr/>
            </p:nvSpPr>
            <p:spPr>
              <a:xfrm rot="14400000">
                <a:off x="18328609" y="28572615"/>
                <a:ext cx="262333" cy="2704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60" fill="norm" stroke="1" extrusionOk="0">
                    <a:moveTo>
                      <a:pt x="6912" y="321"/>
                    </a:moveTo>
                    <a:cubicBezTo>
                      <a:pt x="11994" y="-950"/>
                      <a:pt x="17077" y="1591"/>
                      <a:pt x="18982" y="7309"/>
                    </a:cubicBezTo>
                    <a:cubicBezTo>
                      <a:pt x="20253" y="12391"/>
                      <a:pt x="17712" y="17474"/>
                      <a:pt x="12629" y="19379"/>
                    </a:cubicBezTo>
                    <a:cubicBezTo>
                      <a:pt x="7547" y="20650"/>
                      <a:pt x="1829" y="17474"/>
                      <a:pt x="559" y="12391"/>
                    </a:cubicBezTo>
                    <a:cubicBezTo>
                      <a:pt x="-1347" y="7309"/>
                      <a:pt x="1829" y="2226"/>
                      <a:pt x="6912" y="32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6" name="Shape 186"/>
              <p:cNvSpPr/>
              <p:nvPr/>
            </p:nvSpPr>
            <p:spPr>
              <a:xfrm rot="14400000">
                <a:off x="16216523" y="30351449"/>
                <a:ext cx="262333" cy="265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306" fill="norm" stroke="1" extrusionOk="0">
                    <a:moveTo>
                      <a:pt x="6677" y="324"/>
                    </a:moveTo>
                    <a:cubicBezTo>
                      <a:pt x="11759" y="-947"/>
                      <a:pt x="17477" y="1594"/>
                      <a:pt x="18747" y="6677"/>
                    </a:cubicBezTo>
                    <a:cubicBezTo>
                      <a:pt x="20653" y="11759"/>
                      <a:pt x="17477" y="17477"/>
                      <a:pt x="12394" y="18747"/>
                    </a:cubicBezTo>
                    <a:cubicBezTo>
                      <a:pt x="7312" y="20653"/>
                      <a:pt x="2229" y="17477"/>
                      <a:pt x="324" y="12394"/>
                    </a:cubicBezTo>
                    <a:cubicBezTo>
                      <a:pt x="-947" y="7312"/>
                      <a:pt x="1594" y="1594"/>
                      <a:pt x="6677" y="32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7" name="Shape 187"/>
              <p:cNvSpPr/>
              <p:nvPr/>
            </p:nvSpPr>
            <p:spPr>
              <a:xfrm rot="14400000">
                <a:off x="8712800" y="23888895"/>
                <a:ext cx="539302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59" y="21600"/>
                    </a:moveTo>
                    <a:lnTo>
                      <a:pt x="0" y="0"/>
                    </a:lnTo>
                    <a:lnTo>
                      <a:pt x="441" y="0"/>
                    </a:lnTo>
                    <a:lnTo>
                      <a:pt x="21600" y="21600"/>
                    </a:lnTo>
                    <a:lnTo>
                      <a:pt x="2115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8" name="Shape 188"/>
              <p:cNvSpPr/>
              <p:nvPr/>
            </p:nvSpPr>
            <p:spPr>
              <a:xfrm rot="14400000">
                <a:off x="7783684" y="25981578"/>
                <a:ext cx="265612" cy="266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19" fill="norm" stroke="1" extrusionOk="0">
                    <a:moveTo>
                      <a:pt x="6677" y="281"/>
                    </a:moveTo>
                    <a:cubicBezTo>
                      <a:pt x="11759" y="-990"/>
                      <a:pt x="17477" y="2186"/>
                      <a:pt x="18747" y="7269"/>
                    </a:cubicBezTo>
                    <a:cubicBezTo>
                      <a:pt x="20653" y="12351"/>
                      <a:pt x="17477" y="17434"/>
                      <a:pt x="12394" y="19339"/>
                    </a:cubicBezTo>
                    <a:cubicBezTo>
                      <a:pt x="7312" y="20610"/>
                      <a:pt x="1594" y="17434"/>
                      <a:pt x="324" y="12351"/>
                    </a:cubicBezTo>
                    <a:cubicBezTo>
                      <a:pt x="-947" y="7269"/>
                      <a:pt x="1594" y="2186"/>
                      <a:pt x="6677" y="28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9" name="Shape 189"/>
              <p:cNvSpPr/>
              <p:nvPr/>
            </p:nvSpPr>
            <p:spPr>
              <a:xfrm rot="14400000">
                <a:off x="18174374" y="20830241"/>
                <a:ext cx="1214346" cy="2083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09" y="0"/>
                    </a:moveTo>
                    <a:cubicBezTo>
                      <a:pt x="154" y="0"/>
                      <a:pt x="154" y="0"/>
                      <a:pt x="0" y="0"/>
                    </a:cubicBezTo>
                    <a:cubicBezTo>
                      <a:pt x="21446" y="21600"/>
                      <a:pt x="21446" y="21600"/>
                      <a:pt x="21446" y="21600"/>
                    </a:cubicBezTo>
                    <a:cubicBezTo>
                      <a:pt x="21446" y="21600"/>
                      <a:pt x="21600" y="21600"/>
                      <a:pt x="21600" y="21600"/>
                    </a:cubicBez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0" name="Shape 190"/>
              <p:cNvSpPr/>
              <p:nvPr/>
            </p:nvSpPr>
            <p:spPr>
              <a:xfrm rot="14400000">
                <a:off x="20525126" y="19161292"/>
                <a:ext cx="3712741" cy="4310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57"/>
                    </a:moveTo>
                    <a:cubicBezTo>
                      <a:pt x="0" y="21600"/>
                      <a:pt x="50" y="21600"/>
                      <a:pt x="5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50" y="0"/>
                      <a:pt x="21550" y="0"/>
                      <a:pt x="21550" y="0"/>
                    </a:cubicBezTo>
                    <a:lnTo>
                      <a:pt x="0" y="21557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1" name="Shape 191"/>
              <p:cNvSpPr/>
              <p:nvPr/>
            </p:nvSpPr>
            <p:spPr>
              <a:xfrm rot="14400000">
                <a:off x="24688970" y="21006660"/>
                <a:ext cx="1078603" cy="399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21600" y="21600"/>
                      <a:pt x="21600" y="21600"/>
                      <a:pt x="21600" y="2113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470"/>
                      <a:pt x="174" y="470"/>
                      <a:pt x="0" y="93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2" name="Shape 192"/>
              <p:cNvSpPr/>
              <p:nvPr/>
            </p:nvSpPr>
            <p:spPr>
              <a:xfrm rot="14400000">
                <a:off x="26491161" y="18280025"/>
                <a:ext cx="997891" cy="3547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24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88" y="21600"/>
                      <a:pt x="376" y="21600"/>
                      <a:pt x="376" y="21547"/>
                    </a:cubicBezTo>
                    <a:cubicBezTo>
                      <a:pt x="21600" y="53"/>
                      <a:pt x="21600" y="53"/>
                      <a:pt x="21600" y="53"/>
                    </a:cubicBezTo>
                    <a:cubicBezTo>
                      <a:pt x="21600" y="53"/>
                      <a:pt x="21600" y="53"/>
                      <a:pt x="21412" y="53"/>
                    </a:cubicBezTo>
                    <a:cubicBezTo>
                      <a:pt x="21412" y="53"/>
                      <a:pt x="21412" y="53"/>
                      <a:pt x="21224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3" name="Shape 193"/>
              <p:cNvSpPr/>
              <p:nvPr/>
            </p:nvSpPr>
            <p:spPr>
              <a:xfrm rot="14400000">
                <a:off x="17961892" y="22854318"/>
                <a:ext cx="231098" cy="2357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116" fill="norm" stroke="1" extrusionOk="0">
                    <a:moveTo>
                      <a:pt x="18438" y="13413"/>
                    </a:moveTo>
                    <a:cubicBezTo>
                      <a:pt x="20598" y="8199"/>
                      <a:pt x="17718" y="2240"/>
                      <a:pt x="12678" y="750"/>
                    </a:cubicBezTo>
                    <a:cubicBezTo>
                      <a:pt x="7638" y="-1484"/>
                      <a:pt x="2598" y="1495"/>
                      <a:pt x="438" y="6709"/>
                    </a:cubicBezTo>
                    <a:cubicBezTo>
                      <a:pt x="-1002" y="11923"/>
                      <a:pt x="1158" y="17137"/>
                      <a:pt x="6198" y="19371"/>
                    </a:cubicBezTo>
                    <a:cubicBezTo>
                      <a:pt x="7638" y="19371"/>
                      <a:pt x="8358" y="20116"/>
                      <a:pt x="9078" y="20116"/>
                    </a:cubicBezTo>
                    <a:cubicBezTo>
                      <a:pt x="9798" y="20116"/>
                      <a:pt x="9798" y="20116"/>
                      <a:pt x="10518" y="20116"/>
                    </a:cubicBezTo>
                    <a:cubicBezTo>
                      <a:pt x="14118" y="19371"/>
                      <a:pt x="16998" y="17137"/>
                      <a:pt x="18438" y="1341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4" name="Shape 194"/>
              <p:cNvSpPr/>
              <p:nvPr/>
            </p:nvSpPr>
            <p:spPr>
              <a:xfrm rot="14400000">
                <a:off x="19363962" y="20661202"/>
                <a:ext cx="232629" cy="224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91" h="20063" fill="norm" stroke="1" extrusionOk="0">
                    <a:moveTo>
                      <a:pt x="12805" y="0"/>
                    </a:moveTo>
                    <a:cubicBezTo>
                      <a:pt x="12085" y="0"/>
                      <a:pt x="11365" y="0"/>
                      <a:pt x="9925" y="0"/>
                    </a:cubicBezTo>
                    <a:cubicBezTo>
                      <a:pt x="9925" y="0"/>
                      <a:pt x="9205" y="0"/>
                      <a:pt x="9205" y="0"/>
                    </a:cubicBezTo>
                    <a:cubicBezTo>
                      <a:pt x="5605" y="0"/>
                      <a:pt x="2005" y="2314"/>
                      <a:pt x="565" y="6171"/>
                    </a:cubicBezTo>
                    <a:cubicBezTo>
                      <a:pt x="-875" y="10029"/>
                      <a:pt x="565" y="14657"/>
                      <a:pt x="3445" y="17743"/>
                    </a:cubicBezTo>
                    <a:cubicBezTo>
                      <a:pt x="3445" y="17743"/>
                      <a:pt x="3445" y="17743"/>
                      <a:pt x="4165" y="17743"/>
                    </a:cubicBezTo>
                    <a:cubicBezTo>
                      <a:pt x="4885" y="18514"/>
                      <a:pt x="5605" y="19286"/>
                      <a:pt x="6325" y="19286"/>
                    </a:cubicBezTo>
                    <a:cubicBezTo>
                      <a:pt x="11365" y="21600"/>
                      <a:pt x="17125" y="18514"/>
                      <a:pt x="18565" y="13114"/>
                    </a:cubicBezTo>
                    <a:cubicBezTo>
                      <a:pt x="20725" y="8486"/>
                      <a:pt x="17845" y="2314"/>
                      <a:pt x="12805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5" name="Shape 195"/>
              <p:cNvSpPr/>
              <p:nvPr/>
            </p:nvSpPr>
            <p:spPr>
              <a:xfrm rot="14400000">
                <a:off x="25170900" y="21753103"/>
                <a:ext cx="232807" cy="233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5" h="19886" fill="norm" stroke="1" extrusionOk="0">
                    <a:moveTo>
                      <a:pt x="12966" y="453"/>
                    </a:moveTo>
                    <a:cubicBezTo>
                      <a:pt x="7926" y="-1037"/>
                      <a:pt x="2166" y="1197"/>
                      <a:pt x="726" y="6411"/>
                    </a:cubicBezTo>
                    <a:cubicBezTo>
                      <a:pt x="-1434" y="11625"/>
                      <a:pt x="1446" y="17584"/>
                      <a:pt x="6486" y="19073"/>
                    </a:cubicBezTo>
                    <a:cubicBezTo>
                      <a:pt x="9366" y="20563"/>
                      <a:pt x="12966" y="19818"/>
                      <a:pt x="15126" y="18329"/>
                    </a:cubicBezTo>
                    <a:cubicBezTo>
                      <a:pt x="15846" y="17584"/>
                      <a:pt x="15846" y="17584"/>
                      <a:pt x="15846" y="16839"/>
                    </a:cubicBezTo>
                    <a:cubicBezTo>
                      <a:pt x="17286" y="16094"/>
                      <a:pt x="18006" y="14604"/>
                      <a:pt x="18726" y="13115"/>
                    </a:cubicBezTo>
                    <a:cubicBezTo>
                      <a:pt x="20166" y="9391"/>
                      <a:pt x="18726" y="5666"/>
                      <a:pt x="16566" y="2687"/>
                    </a:cubicBezTo>
                    <a:cubicBezTo>
                      <a:pt x="16566" y="2687"/>
                      <a:pt x="15846" y="2687"/>
                      <a:pt x="15846" y="1942"/>
                    </a:cubicBezTo>
                    <a:cubicBezTo>
                      <a:pt x="15126" y="1197"/>
                      <a:pt x="13686" y="1197"/>
                      <a:pt x="12966" y="4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6" name="Shape 196"/>
              <p:cNvSpPr/>
              <p:nvPr/>
            </p:nvSpPr>
            <p:spPr>
              <a:xfrm rot="14400000">
                <a:off x="24981210" y="20412932"/>
                <a:ext cx="233937" cy="231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61" h="19164" fill="norm" stroke="1" extrusionOk="0">
                    <a:moveTo>
                      <a:pt x="5357" y="18006"/>
                    </a:moveTo>
                    <a:cubicBezTo>
                      <a:pt x="6101" y="18726"/>
                      <a:pt x="6101" y="18726"/>
                      <a:pt x="6101" y="18726"/>
                    </a:cubicBezTo>
                    <a:cubicBezTo>
                      <a:pt x="6846" y="18726"/>
                      <a:pt x="6846" y="18726"/>
                      <a:pt x="6846" y="18726"/>
                    </a:cubicBezTo>
                    <a:cubicBezTo>
                      <a:pt x="12060" y="20166"/>
                      <a:pt x="17274" y="18006"/>
                      <a:pt x="19508" y="12966"/>
                    </a:cubicBezTo>
                    <a:cubicBezTo>
                      <a:pt x="20998" y="7926"/>
                      <a:pt x="18764" y="2166"/>
                      <a:pt x="13550" y="726"/>
                    </a:cubicBezTo>
                    <a:cubicBezTo>
                      <a:pt x="8336" y="-1434"/>
                      <a:pt x="2377" y="1446"/>
                      <a:pt x="143" y="6486"/>
                    </a:cubicBezTo>
                    <a:cubicBezTo>
                      <a:pt x="143" y="6486"/>
                      <a:pt x="143" y="6486"/>
                      <a:pt x="143" y="6486"/>
                    </a:cubicBezTo>
                    <a:cubicBezTo>
                      <a:pt x="143" y="7206"/>
                      <a:pt x="143" y="7206"/>
                      <a:pt x="143" y="7206"/>
                    </a:cubicBezTo>
                    <a:cubicBezTo>
                      <a:pt x="-602" y="12246"/>
                      <a:pt x="1632" y="16566"/>
                      <a:pt x="5357" y="1800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7" name="Shape 197"/>
              <p:cNvSpPr/>
              <p:nvPr/>
            </p:nvSpPr>
            <p:spPr>
              <a:xfrm rot="14400000">
                <a:off x="28723040" y="19381026"/>
                <a:ext cx="231098" cy="234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312" fill="norm" stroke="1" extrusionOk="0">
                    <a:moveTo>
                      <a:pt x="5046" y="1304"/>
                    </a:moveTo>
                    <a:cubicBezTo>
                      <a:pt x="2886" y="2048"/>
                      <a:pt x="1446" y="4283"/>
                      <a:pt x="726" y="6517"/>
                    </a:cubicBezTo>
                    <a:cubicBezTo>
                      <a:pt x="-1434" y="11731"/>
                      <a:pt x="1446" y="17690"/>
                      <a:pt x="6486" y="19924"/>
                    </a:cubicBezTo>
                    <a:cubicBezTo>
                      <a:pt x="11526" y="21414"/>
                      <a:pt x="16566" y="18435"/>
                      <a:pt x="18726" y="13966"/>
                    </a:cubicBezTo>
                    <a:cubicBezTo>
                      <a:pt x="20166" y="8752"/>
                      <a:pt x="18006" y="2793"/>
                      <a:pt x="12966" y="559"/>
                    </a:cubicBezTo>
                    <a:cubicBezTo>
                      <a:pt x="10806" y="-186"/>
                      <a:pt x="8646" y="-186"/>
                      <a:pt x="6486" y="559"/>
                    </a:cubicBezTo>
                    <a:cubicBezTo>
                      <a:pt x="6486" y="1304"/>
                      <a:pt x="5766" y="1304"/>
                      <a:pt x="5046" y="130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8" name="Shape 198"/>
              <p:cNvSpPr/>
              <p:nvPr/>
            </p:nvSpPr>
            <p:spPr>
              <a:xfrm rot="14400000">
                <a:off x="6372657" y="7235719"/>
                <a:ext cx="304504" cy="2384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34" y="0"/>
                    </a:moveTo>
                    <a:cubicBezTo>
                      <a:pt x="617" y="0"/>
                      <a:pt x="617" y="0"/>
                      <a:pt x="0" y="0"/>
                    </a:cubicBezTo>
                    <a:cubicBezTo>
                      <a:pt x="20983" y="21600"/>
                      <a:pt x="20983" y="21600"/>
                      <a:pt x="20983" y="21600"/>
                    </a:cubicBezTo>
                    <a:cubicBezTo>
                      <a:pt x="20983" y="21600"/>
                      <a:pt x="21600" y="21600"/>
                      <a:pt x="21600" y="21600"/>
                    </a:cubicBezTo>
                    <a:lnTo>
                      <a:pt x="1234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9" name="Shape 199"/>
              <p:cNvSpPr/>
              <p:nvPr/>
            </p:nvSpPr>
            <p:spPr>
              <a:xfrm rot="14400000">
                <a:off x="7508529" y="8064928"/>
                <a:ext cx="5103183" cy="25240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52"/>
                    </a:moveTo>
                    <a:cubicBezTo>
                      <a:pt x="0" y="21526"/>
                      <a:pt x="0" y="21526"/>
                      <a:pt x="0" y="21600"/>
                    </a:cubicBezTo>
                    <a:cubicBezTo>
                      <a:pt x="21600" y="74"/>
                      <a:pt x="21600" y="74"/>
                      <a:pt x="21600" y="74"/>
                    </a:cubicBezTo>
                    <a:cubicBezTo>
                      <a:pt x="21600" y="74"/>
                      <a:pt x="21600" y="0"/>
                      <a:pt x="21563" y="0"/>
                    </a:cubicBezTo>
                    <a:lnTo>
                      <a:pt x="0" y="2145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0" name="Shape 200"/>
              <p:cNvSpPr/>
              <p:nvPr/>
            </p:nvSpPr>
            <p:spPr>
              <a:xfrm rot="14400000">
                <a:off x="12303177" y="9942079"/>
                <a:ext cx="843806" cy="788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77" y="21600"/>
                    </a:moveTo>
                    <a:cubicBezTo>
                      <a:pt x="21600" y="21363"/>
                      <a:pt x="21600" y="21363"/>
                      <a:pt x="21600" y="21125"/>
                    </a:cubicBezTo>
                    <a:cubicBezTo>
                      <a:pt x="445" y="0"/>
                      <a:pt x="445" y="0"/>
                      <a:pt x="445" y="0"/>
                    </a:cubicBezTo>
                    <a:cubicBezTo>
                      <a:pt x="223" y="0"/>
                      <a:pt x="0" y="0"/>
                      <a:pt x="0" y="237"/>
                    </a:cubicBezTo>
                    <a:lnTo>
                      <a:pt x="2137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1" name="Shape 201"/>
              <p:cNvSpPr/>
              <p:nvPr/>
            </p:nvSpPr>
            <p:spPr>
              <a:xfrm rot="14400000">
                <a:off x="13644723" y="8533931"/>
                <a:ext cx="2300285" cy="287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82" y="21600"/>
                      <a:pt x="82" y="21600"/>
                      <a:pt x="163" y="21600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518" y="0"/>
                      <a:pt x="2151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2" name="Shape 202"/>
              <p:cNvSpPr/>
              <p:nvPr/>
            </p:nvSpPr>
            <p:spPr>
              <a:xfrm rot="14400000">
                <a:off x="5331881" y="9045772"/>
                <a:ext cx="233744" cy="23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3" h="19837" fill="norm" stroke="1" extrusionOk="0">
                    <a:moveTo>
                      <a:pt x="16767" y="16858"/>
                    </a:moveTo>
                    <a:cubicBezTo>
                      <a:pt x="20367" y="13134"/>
                      <a:pt x="20367" y="6430"/>
                      <a:pt x="16047" y="2706"/>
                    </a:cubicBezTo>
                    <a:cubicBezTo>
                      <a:pt x="12447" y="-1018"/>
                      <a:pt x="5967" y="-1018"/>
                      <a:pt x="2367" y="3451"/>
                    </a:cubicBezTo>
                    <a:cubicBezTo>
                      <a:pt x="-1233" y="7175"/>
                      <a:pt x="-513" y="13879"/>
                      <a:pt x="3087" y="17603"/>
                    </a:cubicBezTo>
                    <a:cubicBezTo>
                      <a:pt x="3807" y="18348"/>
                      <a:pt x="4527" y="18348"/>
                      <a:pt x="5247" y="19092"/>
                    </a:cubicBezTo>
                    <a:cubicBezTo>
                      <a:pt x="5967" y="19092"/>
                      <a:pt x="5967" y="19092"/>
                      <a:pt x="6687" y="19092"/>
                    </a:cubicBezTo>
                    <a:cubicBezTo>
                      <a:pt x="10287" y="20582"/>
                      <a:pt x="13887" y="19837"/>
                      <a:pt x="16767" y="1685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" name="Shape 203"/>
              <p:cNvSpPr/>
              <p:nvPr/>
            </p:nvSpPr>
            <p:spPr>
              <a:xfrm rot="14400000">
                <a:off x="7485084" y="7572715"/>
                <a:ext cx="230118" cy="230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24" h="19924" fill="norm" stroke="1" extrusionOk="0">
                    <a:moveTo>
                      <a:pt x="17131" y="2979"/>
                    </a:moveTo>
                    <a:cubicBezTo>
                      <a:pt x="16386" y="2234"/>
                      <a:pt x="14896" y="1489"/>
                      <a:pt x="14152" y="745"/>
                    </a:cubicBezTo>
                    <a:cubicBezTo>
                      <a:pt x="14152" y="745"/>
                      <a:pt x="13407" y="745"/>
                      <a:pt x="13407" y="745"/>
                    </a:cubicBezTo>
                    <a:cubicBezTo>
                      <a:pt x="9683" y="-745"/>
                      <a:pt x="5958" y="0"/>
                      <a:pt x="2979" y="2979"/>
                    </a:cubicBezTo>
                    <a:cubicBezTo>
                      <a:pt x="0" y="5958"/>
                      <a:pt x="-745" y="10427"/>
                      <a:pt x="745" y="14152"/>
                    </a:cubicBezTo>
                    <a:cubicBezTo>
                      <a:pt x="1489" y="14152"/>
                      <a:pt x="1489" y="14896"/>
                      <a:pt x="1489" y="14896"/>
                    </a:cubicBezTo>
                    <a:cubicBezTo>
                      <a:pt x="2234" y="15641"/>
                      <a:pt x="2234" y="16386"/>
                      <a:pt x="2979" y="17131"/>
                    </a:cubicBezTo>
                    <a:cubicBezTo>
                      <a:pt x="7448" y="20855"/>
                      <a:pt x="13407" y="20855"/>
                      <a:pt x="17131" y="17131"/>
                    </a:cubicBezTo>
                    <a:cubicBezTo>
                      <a:pt x="20855" y="12662"/>
                      <a:pt x="20855" y="6703"/>
                      <a:pt x="17131" y="29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" name="Shape 204"/>
              <p:cNvSpPr/>
              <p:nvPr/>
            </p:nvSpPr>
            <p:spPr>
              <a:xfrm rot="14400000">
                <a:off x="12402495" y="10856763"/>
                <a:ext cx="226486" cy="235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10" h="20118" fill="norm" stroke="1" extrusionOk="0">
                    <a:moveTo>
                      <a:pt x="16600" y="2793"/>
                    </a:moveTo>
                    <a:cubicBezTo>
                      <a:pt x="12876" y="-931"/>
                      <a:pt x="6172" y="-931"/>
                      <a:pt x="2448" y="2793"/>
                    </a:cubicBezTo>
                    <a:cubicBezTo>
                      <a:pt x="-1276" y="7262"/>
                      <a:pt x="-531" y="13221"/>
                      <a:pt x="3193" y="16945"/>
                    </a:cubicBezTo>
                    <a:cubicBezTo>
                      <a:pt x="5427" y="19179"/>
                      <a:pt x="9152" y="20669"/>
                      <a:pt x="12131" y="19924"/>
                    </a:cubicBezTo>
                    <a:cubicBezTo>
                      <a:pt x="12131" y="19179"/>
                      <a:pt x="12876" y="19179"/>
                      <a:pt x="13621" y="19179"/>
                    </a:cubicBezTo>
                    <a:cubicBezTo>
                      <a:pt x="14365" y="18435"/>
                      <a:pt x="15855" y="17690"/>
                      <a:pt x="17345" y="16945"/>
                    </a:cubicBezTo>
                    <a:cubicBezTo>
                      <a:pt x="19579" y="13966"/>
                      <a:pt x="20324" y="9497"/>
                      <a:pt x="18834" y="6517"/>
                    </a:cubicBezTo>
                    <a:cubicBezTo>
                      <a:pt x="18834" y="5772"/>
                      <a:pt x="18834" y="5772"/>
                      <a:pt x="18834" y="5028"/>
                    </a:cubicBezTo>
                    <a:cubicBezTo>
                      <a:pt x="18090" y="4283"/>
                      <a:pt x="17345" y="3538"/>
                      <a:pt x="16600" y="27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" name="Shape 205"/>
              <p:cNvSpPr/>
              <p:nvPr/>
            </p:nvSpPr>
            <p:spPr>
              <a:xfrm rot="14400000">
                <a:off x="12751747" y="9551711"/>
                <a:ext cx="233694" cy="226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41" h="19651" fill="norm" stroke="1" extrusionOk="0">
                    <a:moveTo>
                      <a:pt x="2337" y="16200"/>
                    </a:moveTo>
                    <a:cubicBezTo>
                      <a:pt x="2337" y="16200"/>
                      <a:pt x="3082" y="16945"/>
                      <a:pt x="3082" y="16945"/>
                    </a:cubicBezTo>
                    <a:cubicBezTo>
                      <a:pt x="3082" y="16945"/>
                      <a:pt x="3082" y="16945"/>
                      <a:pt x="3082" y="16945"/>
                    </a:cubicBezTo>
                    <a:cubicBezTo>
                      <a:pt x="7551" y="20669"/>
                      <a:pt x="13510" y="20669"/>
                      <a:pt x="17234" y="16200"/>
                    </a:cubicBezTo>
                    <a:cubicBezTo>
                      <a:pt x="20958" y="12476"/>
                      <a:pt x="20958" y="6517"/>
                      <a:pt x="16489" y="2793"/>
                    </a:cubicBezTo>
                    <a:cubicBezTo>
                      <a:pt x="12765" y="-931"/>
                      <a:pt x="6061" y="-931"/>
                      <a:pt x="2337" y="2793"/>
                    </a:cubicBezTo>
                    <a:cubicBezTo>
                      <a:pt x="2337" y="2793"/>
                      <a:pt x="2337" y="2793"/>
                      <a:pt x="2337" y="2793"/>
                    </a:cubicBezTo>
                    <a:cubicBezTo>
                      <a:pt x="2337" y="3538"/>
                      <a:pt x="2337" y="3538"/>
                      <a:pt x="1592" y="4283"/>
                    </a:cubicBezTo>
                    <a:cubicBezTo>
                      <a:pt x="-642" y="8007"/>
                      <a:pt x="-642" y="13221"/>
                      <a:pt x="2337" y="162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" name="Shape 206"/>
              <p:cNvSpPr/>
              <p:nvPr/>
            </p:nvSpPr>
            <p:spPr>
              <a:xfrm rot="14400000">
                <a:off x="16598501" y="10072126"/>
                <a:ext cx="231320" cy="230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279" fill="norm" stroke="1" extrusionOk="0">
                    <a:moveTo>
                      <a:pt x="9497" y="0"/>
                    </a:moveTo>
                    <a:cubicBezTo>
                      <a:pt x="7262" y="0"/>
                      <a:pt x="4283" y="771"/>
                      <a:pt x="2793" y="3086"/>
                    </a:cubicBezTo>
                    <a:cubicBezTo>
                      <a:pt x="-931" y="6943"/>
                      <a:pt x="-931" y="13886"/>
                      <a:pt x="2793" y="17743"/>
                    </a:cubicBezTo>
                    <a:cubicBezTo>
                      <a:pt x="7262" y="21600"/>
                      <a:pt x="13221" y="20829"/>
                      <a:pt x="16945" y="16971"/>
                    </a:cubicBezTo>
                    <a:cubicBezTo>
                      <a:pt x="20669" y="13114"/>
                      <a:pt x="20669" y="6171"/>
                      <a:pt x="16945" y="2314"/>
                    </a:cubicBezTo>
                    <a:cubicBezTo>
                      <a:pt x="14710" y="771"/>
                      <a:pt x="13221" y="0"/>
                      <a:pt x="10986" y="0"/>
                    </a:cubicBezTo>
                    <a:cubicBezTo>
                      <a:pt x="10241" y="0"/>
                      <a:pt x="10241" y="0"/>
                      <a:pt x="9497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" name="Shape 207"/>
              <p:cNvSpPr/>
              <p:nvPr/>
            </p:nvSpPr>
            <p:spPr>
              <a:xfrm rot="14400000">
                <a:off x="17291480" y="5738581"/>
                <a:ext cx="2454372" cy="3408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45"/>
                    </a:moveTo>
                    <a:cubicBezTo>
                      <a:pt x="0" y="21545"/>
                      <a:pt x="76" y="21545"/>
                      <a:pt x="76" y="21545"/>
                    </a:cubicBezTo>
                    <a:cubicBezTo>
                      <a:pt x="76" y="21600"/>
                      <a:pt x="76" y="21600"/>
                      <a:pt x="76" y="21600"/>
                    </a:cubicBezTo>
                    <a:cubicBezTo>
                      <a:pt x="21600" y="55"/>
                      <a:pt x="21600" y="55"/>
                      <a:pt x="21600" y="55"/>
                    </a:cubicBezTo>
                    <a:cubicBezTo>
                      <a:pt x="21600" y="55"/>
                      <a:pt x="21600" y="0"/>
                      <a:pt x="21524" y="0"/>
                    </a:cubicBezTo>
                    <a:lnTo>
                      <a:pt x="0" y="21545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" name="Shape 208"/>
              <p:cNvSpPr/>
              <p:nvPr/>
            </p:nvSpPr>
            <p:spPr>
              <a:xfrm rot="14400000">
                <a:off x="18865564" y="7766737"/>
                <a:ext cx="1819684" cy="3081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0"/>
                    </a:moveTo>
                    <a:cubicBezTo>
                      <a:pt x="103" y="0"/>
                      <a:pt x="0" y="61"/>
                      <a:pt x="0" y="61"/>
                    </a:cubicBezTo>
                    <a:cubicBezTo>
                      <a:pt x="21497" y="21600"/>
                      <a:pt x="21497" y="21600"/>
                      <a:pt x="21497" y="21600"/>
                    </a:cubicBezTo>
                    <a:cubicBezTo>
                      <a:pt x="21497" y="21600"/>
                      <a:pt x="21600" y="21539"/>
                      <a:pt x="21600" y="21539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" name="Shape 209"/>
              <p:cNvSpPr/>
              <p:nvPr/>
            </p:nvSpPr>
            <p:spPr>
              <a:xfrm rot="14400000">
                <a:off x="15254630" y="4018951"/>
                <a:ext cx="2854261" cy="2516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74"/>
                      <a:pt x="0" y="74"/>
                      <a:pt x="0" y="149"/>
                    </a:cubicBezTo>
                    <a:cubicBezTo>
                      <a:pt x="21534" y="21600"/>
                      <a:pt x="21534" y="21600"/>
                      <a:pt x="21534" y="21600"/>
                    </a:cubicBezTo>
                    <a:cubicBezTo>
                      <a:pt x="21534" y="21600"/>
                      <a:pt x="21534" y="21600"/>
                      <a:pt x="2160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" name="Shape 210"/>
              <p:cNvSpPr/>
              <p:nvPr/>
            </p:nvSpPr>
            <p:spPr>
              <a:xfrm rot="14400000">
                <a:off x="15515625" y="2466657"/>
                <a:ext cx="1151977" cy="145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38" y="0"/>
                    </a:moveTo>
                    <a:cubicBezTo>
                      <a:pt x="0" y="21471"/>
                      <a:pt x="0" y="21471"/>
                      <a:pt x="0" y="21471"/>
                    </a:cubicBezTo>
                    <a:cubicBezTo>
                      <a:pt x="0" y="21471"/>
                      <a:pt x="162" y="21471"/>
                      <a:pt x="162" y="21600"/>
                    </a:cubicBezTo>
                    <a:cubicBezTo>
                      <a:pt x="21600" y="257"/>
                      <a:pt x="21600" y="257"/>
                      <a:pt x="21600" y="257"/>
                    </a:cubicBezTo>
                    <a:cubicBezTo>
                      <a:pt x="21600" y="129"/>
                      <a:pt x="21438" y="129"/>
                      <a:pt x="2143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" name="Shape 211"/>
              <p:cNvSpPr/>
              <p:nvPr/>
            </p:nvSpPr>
            <p:spPr>
              <a:xfrm rot="14400000">
                <a:off x="21021718" y="7304402"/>
                <a:ext cx="887830" cy="1012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88" y="0"/>
                    </a:moveTo>
                    <a:cubicBezTo>
                      <a:pt x="0" y="21415"/>
                      <a:pt x="0" y="21415"/>
                      <a:pt x="0" y="21415"/>
                    </a:cubicBezTo>
                    <a:cubicBezTo>
                      <a:pt x="0" y="21415"/>
                      <a:pt x="212" y="21600"/>
                      <a:pt x="212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388" y="0"/>
                      <a:pt x="2138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" name="Shape 212"/>
              <p:cNvSpPr/>
              <p:nvPr/>
            </p:nvSpPr>
            <p:spPr>
              <a:xfrm rot="14400000">
                <a:off x="18731720" y="10836765"/>
                <a:ext cx="205959" cy="205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3" h="20550" fill="norm" stroke="1" extrusionOk="0">
                    <a:moveTo>
                      <a:pt x="18825" y="16755"/>
                    </a:moveTo>
                    <a:cubicBezTo>
                      <a:pt x="20553" y="14163"/>
                      <a:pt x="20553" y="11571"/>
                      <a:pt x="20553" y="8979"/>
                    </a:cubicBezTo>
                    <a:cubicBezTo>
                      <a:pt x="20553" y="8115"/>
                      <a:pt x="20553" y="8115"/>
                      <a:pt x="20553" y="8115"/>
                    </a:cubicBezTo>
                    <a:cubicBezTo>
                      <a:pt x="19689" y="5523"/>
                      <a:pt x="18825" y="3795"/>
                      <a:pt x="17097" y="2067"/>
                    </a:cubicBezTo>
                    <a:cubicBezTo>
                      <a:pt x="14505" y="339"/>
                      <a:pt x="11049" y="-525"/>
                      <a:pt x="8457" y="339"/>
                    </a:cubicBezTo>
                    <a:cubicBezTo>
                      <a:pt x="7593" y="339"/>
                      <a:pt x="7593" y="339"/>
                      <a:pt x="6729" y="339"/>
                    </a:cubicBezTo>
                    <a:cubicBezTo>
                      <a:pt x="5001" y="1203"/>
                      <a:pt x="3273" y="2067"/>
                      <a:pt x="2409" y="3795"/>
                    </a:cubicBezTo>
                    <a:cubicBezTo>
                      <a:pt x="-1047" y="8115"/>
                      <a:pt x="-1047" y="15027"/>
                      <a:pt x="4137" y="18483"/>
                    </a:cubicBezTo>
                    <a:cubicBezTo>
                      <a:pt x="6729" y="20211"/>
                      <a:pt x="10185" y="21075"/>
                      <a:pt x="13641" y="20211"/>
                    </a:cubicBezTo>
                    <a:cubicBezTo>
                      <a:pt x="13641" y="20211"/>
                      <a:pt x="14505" y="19347"/>
                      <a:pt x="14505" y="19347"/>
                    </a:cubicBezTo>
                    <a:cubicBezTo>
                      <a:pt x="16233" y="18483"/>
                      <a:pt x="17097" y="17619"/>
                      <a:pt x="18825" y="1675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" name="Shape 213"/>
              <p:cNvSpPr/>
              <p:nvPr/>
            </p:nvSpPr>
            <p:spPr>
              <a:xfrm rot="14400000">
                <a:off x="20599220" y="7562339"/>
                <a:ext cx="208837" cy="2081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12" h="20089" fill="norm" stroke="1" extrusionOk="0">
                    <a:moveTo>
                      <a:pt x="14837" y="1988"/>
                    </a:moveTo>
                    <a:cubicBezTo>
                      <a:pt x="11637" y="-504"/>
                      <a:pt x="8437" y="-504"/>
                      <a:pt x="5237" y="1158"/>
                    </a:cubicBezTo>
                    <a:cubicBezTo>
                      <a:pt x="5237" y="1158"/>
                      <a:pt x="4437" y="1988"/>
                      <a:pt x="4437" y="1988"/>
                    </a:cubicBezTo>
                    <a:cubicBezTo>
                      <a:pt x="3637" y="2819"/>
                      <a:pt x="2837" y="2819"/>
                      <a:pt x="2037" y="3650"/>
                    </a:cubicBezTo>
                    <a:cubicBezTo>
                      <a:pt x="-1163" y="7804"/>
                      <a:pt x="-363" y="13619"/>
                      <a:pt x="2837" y="17773"/>
                    </a:cubicBezTo>
                    <a:cubicBezTo>
                      <a:pt x="2837" y="17773"/>
                      <a:pt x="3637" y="17773"/>
                      <a:pt x="3637" y="17773"/>
                    </a:cubicBezTo>
                    <a:cubicBezTo>
                      <a:pt x="3637" y="17773"/>
                      <a:pt x="3637" y="17773"/>
                      <a:pt x="3637" y="17773"/>
                    </a:cubicBezTo>
                    <a:cubicBezTo>
                      <a:pt x="7637" y="21096"/>
                      <a:pt x="14037" y="21096"/>
                      <a:pt x="17237" y="16111"/>
                    </a:cubicBezTo>
                    <a:cubicBezTo>
                      <a:pt x="20437" y="11958"/>
                      <a:pt x="19637" y="6142"/>
                      <a:pt x="15637" y="2819"/>
                    </a:cubicBezTo>
                    <a:cubicBezTo>
                      <a:pt x="15637" y="2819"/>
                      <a:pt x="15637" y="2819"/>
                      <a:pt x="15637" y="1988"/>
                    </a:cubicBezTo>
                    <a:cubicBezTo>
                      <a:pt x="15637" y="1988"/>
                      <a:pt x="14837" y="1988"/>
                      <a:pt x="14837" y="198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" name="Shape 214"/>
              <p:cNvSpPr/>
              <p:nvPr/>
            </p:nvSpPr>
            <p:spPr>
              <a:xfrm rot="14400000">
                <a:off x="22112098" y="7870071"/>
                <a:ext cx="210295" cy="21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0" h="18891" fill="norm" stroke="1" extrusionOk="0">
                    <a:moveTo>
                      <a:pt x="16439" y="2536"/>
                    </a:moveTo>
                    <a:cubicBezTo>
                      <a:pt x="11455" y="-1321"/>
                      <a:pt x="5639" y="-550"/>
                      <a:pt x="2316" y="3308"/>
                    </a:cubicBezTo>
                    <a:cubicBezTo>
                      <a:pt x="-1007" y="7936"/>
                      <a:pt x="-1007" y="13336"/>
                      <a:pt x="3978" y="16422"/>
                    </a:cubicBezTo>
                    <a:cubicBezTo>
                      <a:pt x="8131" y="20279"/>
                      <a:pt x="13947" y="19508"/>
                      <a:pt x="18101" y="14879"/>
                    </a:cubicBezTo>
                    <a:cubicBezTo>
                      <a:pt x="20593" y="11793"/>
                      <a:pt x="20593" y="7165"/>
                      <a:pt x="18101" y="4079"/>
                    </a:cubicBezTo>
                    <a:cubicBezTo>
                      <a:pt x="18101" y="4079"/>
                      <a:pt x="17270" y="3308"/>
                      <a:pt x="17270" y="3308"/>
                    </a:cubicBezTo>
                    <a:cubicBezTo>
                      <a:pt x="17270" y="2536"/>
                      <a:pt x="16439" y="2536"/>
                      <a:pt x="16439" y="25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" name="Shape 215"/>
              <p:cNvSpPr/>
              <p:nvPr/>
            </p:nvSpPr>
            <p:spPr>
              <a:xfrm rot="14400000">
                <a:off x="16225142" y="7135033"/>
                <a:ext cx="209423" cy="210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0" h="19402" fill="norm" stroke="1" extrusionOk="0">
                    <a:moveTo>
                      <a:pt x="16416" y="1975"/>
                    </a:moveTo>
                    <a:cubicBezTo>
                      <a:pt x="12096" y="-1225"/>
                      <a:pt x="6048" y="-425"/>
                      <a:pt x="1728" y="3575"/>
                    </a:cubicBezTo>
                    <a:cubicBezTo>
                      <a:pt x="864" y="5175"/>
                      <a:pt x="0" y="6775"/>
                      <a:pt x="0" y="8375"/>
                    </a:cubicBezTo>
                    <a:cubicBezTo>
                      <a:pt x="0" y="9175"/>
                      <a:pt x="0" y="9175"/>
                      <a:pt x="0" y="9175"/>
                    </a:cubicBezTo>
                    <a:cubicBezTo>
                      <a:pt x="0" y="12375"/>
                      <a:pt x="864" y="15575"/>
                      <a:pt x="3456" y="17175"/>
                    </a:cubicBezTo>
                    <a:cubicBezTo>
                      <a:pt x="4320" y="17975"/>
                      <a:pt x="5184" y="17975"/>
                      <a:pt x="5184" y="17975"/>
                    </a:cubicBezTo>
                    <a:cubicBezTo>
                      <a:pt x="6048" y="17975"/>
                      <a:pt x="6048" y="18775"/>
                      <a:pt x="6048" y="18775"/>
                    </a:cubicBezTo>
                    <a:cubicBezTo>
                      <a:pt x="10368" y="20375"/>
                      <a:pt x="15552" y="18775"/>
                      <a:pt x="18144" y="15575"/>
                    </a:cubicBezTo>
                    <a:cubicBezTo>
                      <a:pt x="19008" y="14775"/>
                      <a:pt x="19008" y="13975"/>
                      <a:pt x="19872" y="13975"/>
                    </a:cubicBezTo>
                    <a:cubicBezTo>
                      <a:pt x="19872" y="13175"/>
                      <a:pt x="19872" y="13175"/>
                      <a:pt x="19872" y="12375"/>
                    </a:cubicBezTo>
                    <a:cubicBezTo>
                      <a:pt x="21600" y="9175"/>
                      <a:pt x="19872" y="4375"/>
                      <a:pt x="16416" y="19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" name="Shape 216"/>
              <p:cNvSpPr/>
              <p:nvPr/>
            </p:nvSpPr>
            <p:spPr>
              <a:xfrm rot="14400000">
                <a:off x="17001503" y="3224478"/>
                <a:ext cx="210936" cy="205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05" h="19837" fill="norm" stroke="1" extrusionOk="0">
                    <a:moveTo>
                      <a:pt x="5175" y="1736"/>
                    </a:moveTo>
                    <a:cubicBezTo>
                      <a:pt x="4375" y="1736"/>
                      <a:pt x="4375" y="1736"/>
                      <a:pt x="4375" y="1736"/>
                    </a:cubicBezTo>
                    <a:cubicBezTo>
                      <a:pt x="3575" y="2567"/>
                      <a:pt x="2775" y="3398"/>
                      <a:pt x="1975" y="3398"/>
                    </a:cubicBezTo>
                    <a:cubicBezTo>
                      <a:pt x="-1225" y="8382"/>
                      <a:pt x="-425" y="14198"/>
                      <a:pt x="3575" y="17521"/>
                    </a:cubicBezTo>
                    <a:cubicBezTo>
                      <a:pt x="8375" y="20844"/>
                      <a:pt x="13975" y="20844"/>
                      <a:pt x="17175" y="15859"/>
                    </a:cubicBezTo>
                    <a:cubicBezTo>
                      <a:pt x="20375" y="11706"/>
                      <a:pt x="20375" y="5890"/>
                      <a:pt x="15575" y="1736"/>
                    </a:cubicBezTo>
                    <a:cubicBezTo>
                      <a:pt x="15575" y="1736"/>
                      <a:pt x="14775" y="1736"/>
                      <a:pt x="14775" y="1736"/>
                    </a:cubicBezTo>
                    <a:cubicBezTo>
                      <a:pt x="14775" y="906"/>
                      <a:pt x="13975" y="906"/>
                      <a:pt x="13975" y="906"/>
                    </a:cubicBezTo>
                    <a:cubicBezTo>
                      <a:pt x="10775" y="-756"/>
                      <a:pt x="7575" y="75"/>
                      <a:pt x="5175" y="17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" name="Shape 217"/>
              <p:cNvSpPr/>
              <p:nvPr/>
            </p:nvSpPr>
            <p:spPr>
              <a:xfrm rot="14400000">
                <a:off x="14986466" y="2905135"/>
                <a:ext cx="208758" cy="210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24" h="19405" fill="norm" stroke="1" extrusionOk="0">
                    <a:moveTo>
                      <a:pt x="3650" y="17175"/>
                    </a:moveTo>
                    <a:cubicBezTo>
                      <a:pt x="7804" y="20375"/>
                      <a:pt x="14450" y="20375"/>
                      <a:pt x="17773" y="15575"/>
                    </a:cubicBezTo>
                    <a:cubicBezTo>
                      <a:pt x="21096" y="11575"/>
                      <a:pt x="20265" y="5975"/>
                      <a:pt x="16111" y="1975"/>
                    </a:cubicBezTo>
                    <a:cubicBezTo>
                      <a:pt x="11958" y="-1225"/>
                      <a:pt x="5311" y="-425"/>
                      <a:pt x="1988" y="3575"/>
                    </a:cubicBezTo>
                    <a:cubicBezTo>
                      <a:pt x="-504" y="6775"/>
                      <a:pt x="-504" y="10775"/>
                      <a:pt x="1158" y="13975"/>
                    </a:cubicBezTo>
                    <a:cubicBezTo>
                      <a:pt x="1158" y="14775"/>
                      <a:pt x="1988" y="14775"/>
                      <a:pt x="1988" y="15575"/>
                    </a:cubicBezTo>
                    <a:cubicBezTo>
                      <a:pt x="1988" y="16375"/>
                      <a:pt x="2819" y="16375"/>
                      <a:pt x="3650" y="171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" name="Shape 218"/>
              <p:cNvSpPr/>
              <p:nvPr/>
            </p:nvSpPr>
            <p:spPr>
              <a:xfrm rot="14400000">
                <a:off x="769489" y="11980687"/>
                <a:ext cx="2065488" cy="28469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889" y="11854"/>
                    </a:moveTo>
                    <a:cubicBezTo>
                      <a:pt x="16881" y="0"/>
                      <a:pt x="16881" y="0"/>
                      <a:pt x="16881" y="0"/>
                    </a:cubicBezTo>
                    <a:cubicBezTo>
                      <a:pt x="16790" y="0"/>
                      <a:pt x="16790" y="0"/>
                      <a:pt x="16699" y="0"/>
                    </a:cubicBezTo>
                    <a:cubicBezTo>
                      <a:pt x="11708" y="11788"/>
                      <a:pt x="11708" y="11788"/>
                      <a:pt x="11708" y="11788"/>
                    </a:cubicBezTo>
                    <a:cubicBezTo>
                      <a:pt x="0" y="10141"/>
                      <a:pt x="0" y="10141"/>
                      <a:pt x="0" y="10141"/>
                    </a:cubicBezTo>
                    <a:cubicBezTo>
                      <a:pt x="0" y="10141"/>
                      <a:pt x="0" y="10207"/>
                      <a:pt x="0" y="10207"/>
                    </a:cubicBezTo>
                    <a:cubicBezTo>
                      <a:pt x="11708" y="11920"/>
                      <a:pt x="11708" y="11920"/>
                      <a:pt x="11708" y="11920"/>
                    </a:cubicBezTo>
                    <a:cubicBezTo>
                      <a:pt x="7624" y="21600"/>
                      <a:pt x="7624" y="21600"/>
                      <a:pt x="7624" y="21600"/>
                    </a:cubicBezTo>
                    <a:cubicBezTo>
                      <a:pt x="7624" y="21600"/>
                      <a:pt x="7714" y="21600"/>
                      <a:pt x="7714" y="21600"/>
                    </a:cubicBezTo>
                    <a:cubicBezTo>
                      <a:pt x="11798" y="11920"/>
                      <a:pt x="11798" y="11920"/>
                      <a:pt x="11798" y="11920"/>
                    </a:cubicBezTo>
                    <a:cubicBezTo>
                      <a:pt x="21600" y="13368"/>
                      <a:pt x="21600" y="13368"/>
                      <a:pt x="21600" y="13368"/>
                    </a:cubicBezTo>
                    <a:cubicBezTo>
                      <a:pt x="21600" y="13302"/>
                      <a:pt x="21600" y="13302"/>
                      <a:pt x="21600" y="13237"/>
                    </a:cubicBezTo>
                    <a:lnTo>
                      <a:pt x="11889" y="11854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" name="Shape 219"/>
              <p:cNvSpPr/>
              <p:nvPr/>
            </p:nvSpPr>
            <p:spPr>
              <a:xfrm rot="14400000">
                <a:off x="5177968" y="11621393"/>
                <a:ext cx="3235807" cy="4640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09" y="3472"/>
                    </a:moveTo>
                    <a:cubicBezTo>
                      <a:pt x="16157" y="40"/>
                      <a:pt x="16157" y="40"/>
                      <a:pt x="16157" y="40"/>
                    </a:cubicBezTo>
                    <a:cubicBezTo>
                      <a:pt x="16157" y="40"/>
                      <a:pt x="16099" y="40"/>
                      <a:pt x="16099" y="0"/>
                    </a:cubicBezTo>
                    <a:cubicBezTo>
                      <a:pt x="13551" y="3432"/>
                      <a:pt x="13551" y="3432"/>
                      <a:pt x="13551" y="3432"/>
                    </a:cubicBezTo>
                    <a:cubicBezTo>
                      <a:pt x="6833" y="606"/>
                      <a:pt x="6833" y="606"/>
                      <a:pt x="6833" y="606"/>
                    </a:cubicBezTo>
                    <a:cubicBezTo>
                      <a:pt x="6833" y="606"/>
                      <a:pt x="6833" y="646"/>
                      <a:pt x="6833" y="646"/>
                    </a:cubicBezTo>
                    <a:cubicBezTo>
                      <a:pt x="13493" y="3472"/>
                      <a:pt x="13493" y="3472"/>
                      <a:pt x="13493" y="3472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21600"/>
                      <a:pt x="58" y="21600"/>
                      <a:pt x="58" y="21600"/>
                    </a:cubicBezTo>
                    <a:cubicBezTo>
                      <a:pt x="13551" y="3513"/>
                      <a:pt x="13551" y="3513"/>
                      <a:pt x="13551" y="3513"/>
                    </a:cubicBezTo>
                    <a:cubicBezTo>
                      <a:pt x="21542" y="6864"/>
                      <a:pt x="21542" y="6864"/>
                      <a:pt x="21542" y="6864"/>
                    </a:cubicBezTo>
                    <a:cubicBezTo>
                      <a:pt x="21600" y="6864"/>
                      <a:pt x="21600" y="6823"/>
                      <a:pt x="21600" y="6823"/>
                    </a:cubicBezTo>
                    <a:lnTo>
                      <a:pt x="13609" y="347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" name="Shape 220"/>
              <p:cNvSpPr/>
              <p:nvPr/>
            </p:nvSpPr>
            <p:spPr>
              <a:xfrm rot="14400000">
                <a:off x="3008642" y="12099881"/>
                <a:ext cx="1562874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10588"/>
                    </a:moveTo>
                    <a:cubicBezTo>
                      <a:pt x="11280" y="0"/>
                      <a:pt x="11280" y="0"/>
                      <a:pt x="11280" y="0"/>
                    </a:cubicBezTo>
                    <a:cubicBezTo>
                      <a:pt x="11160" y="0"/>
                      <a:pt x="11160" y="0"/>
                      <a:pt x="11040" y="0"/>
                    </a:cubicBezTo>
                    <a:cubicBezTo>
                      <a:pt x="10680" y="10588"/>
                      <a:pt x="10680" y="10588"/>
                      <a:pt x="10680" y="10588"/>
                    </a:cubicBezTo>
                    <a:cubicBezTo>
                      <a:pt x="0" y="10951"/>
                      <a:pt x="0" y="10951"/>
                      <a:pt x="0" y="10951"/>
                    </a:cubicBezTo>
                    <a:cubicBezTo>
                      <a:pt x="0" y="10951"/>
                      <a:pt x="0" y="11012"/>
                      <a:pt x="0" y="11012"/>
                    </a:cubicBezTo>
                    <a:cubicBezTo>
                      <a:pt x="10680" y="10649"/>
                      <a:pt x="10680" y="10649"/>
                      <a:pt x="10680" y="10649"/>
                    </a:cubicBezTo>
                    <a:cubicBezTo>
                      <a:pt x="10200" y="21600"/>
                      <a:pt x="10200" y="21600"/>
                      <a:pt x="10200" y="21600"/>
                    </a:cubicBezTo>
                    <a:cubicBezTo>
                      <a:pt x="10320" y="21600"/>
                      <a:pt x="10320" y="21600"/>
                      <a:pt x="10440" y="21600"/>
                    </a:cubicBezTo>
                    <a:cubicBezTo>
                      <a:pt x="10800" y="10649"/>
                      <a:pt x="10800" y="10649"/>
                      <a:pt x="10800" y="10649"/>
                    </a:cubicBezTo>
                    <a:cubicBezTo>
                      <a:pt x="21480" y="10286"/>
                      <a:pt x="21480" y="10286"/>
                      <a:pt x="21480" y="10286"/>
                    </a:cubicBezTo>
                    <a:cubicBezTo>
                      <a:pt x="21480" y="10286"/>
                      <a:pt x="21600" y="10225"/>
                      <a:pt x="21600" y="10225"/>
                    </a:cubicBezTo>
                    <a:lnTo>
                      <a:pt x="10800" y="10588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" name="Shape 221"/>
              <p:cNvSpPr/>
              <p:nvPr/>
            </p:nvSpPr>
            <p:spPr>
              <a:xfrm rot="14400000">
                <a:off x="43276" y="13537897"/>
                <a:ext cx="245482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20040" fill="norm" stroke="1" extrusionOk="0">
                    <a:moveTo>
                      <a:pt x="15079" y="18600"/>
                    </a:moveTo>
                    <a:cubicBezTo>
                      <a:pt x="19129" y="15000"/>
                      <a:pt x="20479" y="8520"/>
                      <a:pt x="17104" y="4200"/>
                    </a:cubicBezTo>
                    <a:cubicBezTo>
                      <a:pt x="14404" y="-120"/>
                      <a:pt x="8329" y="-1560"/>
                      <a:pt x="4279" y="2040"/>
                    </a:cubicBezTo>
                    <a:cubicBezTo>
                      <a:pt x="-446" y="4920"/>
                      <a:pt x="-1121" y="11400"/>
                      <a:pt x="1579" y="15720"/>
                    </a:cubicBezTo>
                    <a:cubicBezTo>
                      <a:pt x="2929" y="17880"/>
                      <a:pt x="4954" y="19320"/>
                      <a:pt x="6979" y="20040"/>
                    </a:cubicBezTo>
                    <a:cubicBezTo>
                      <a:pt x="7654" y="20040"/>
                      <a:pt x="7654" y="20040"/>
                      <a:pt x="8329" y="20040"/>
                    </a:cubicBezTo>
                    <a:cubicBezTo>
                      <a:pt x="10354" y="20040"/>
                      <a:pt x="13054" y="20040"/>
                      <a:pt x="15079" y="18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" name="Shape 222"/>
              <p:cNvSpPr/>
              <p:nvPr/>
            </p:nvSpPr>
            <p:spPr>
              <a:xfrm rot="14400000">
                <a:off x="1410296" y="12106412"/>
                <a:ext cx="243853" cy="245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7" h="19017" fill="norm" stroke="1" extrusionOk="0">
                    <a:moveTo>
                      <a:pt x="17693" y="4279"/>
                    </a:moveTo>
                    <a:cubicBezTo>
                      <a:pt x="14906" y="-446"/>
                      <a:pt x="8635" y="-1121"/>
                      <a:pt x="4454" y="1579"/>
                    </a:cubicBezTo>
                    <a:cubicBezTo>
                      <a:pt x="2364" y="2929"/>
                      <a:pt x="971" y="4954"/>
                      <a:pt x="274" y="6979"/>
                    </a:cubicBezTo>
                    <a:cubicBezTo>
                      <a:pt x="274" y="7654"/>
                      <a:pt x="274" y="7654"/>
                      <a:pt x="274" y="8329"/>
                    </a:cubicBezTo>
                    <a:cubicBezTo>
                      <a:pt x="-423" y="10354"/>
                      <a:pt x="274" y="13054"/>
                      <a:pt x="1667" y="15079"/>
                    </a:cubicBezTo>
                    <a:cubicBezTo>
                      <a:pt x="5151" y="19129"/>
                      <a:pt x="10725" y="20479"/>
                      <a:pt x="15603" y="17104"/>
                    </a:cubicBezTo>
                    <a:cubicBezTo>
                      <a:pt x="19783" y="14404"/>
                      <a:pt x="21177" y="8329"/>
                      <a:pt x="17693" y="42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3" name="Shape 223"/>
              <p:cNvSpPr/>
              <p:nvPr/>
            </p:nvSpPr>
            <p:spPr>
              <a:xfrm rot="14400000">
                <a:off x="2197786" y="14317391"/>
                <a:ext cx="246063" cy="2438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7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2426"/>
                      <a:pt x="20404" y="8943"/>
                    </a:cubicBezTo>
                    <a:cubicBezTo>
                      <a:pt x="20404" y="8943"/>
                      <a:pt x="20404" y="8246"/>
                      <a:pt x="20404" y="8246"/>
                    </a:cubicBezTo>
                    <a:cubicBezTo>
                      <a:pt x="19684" y="6852"/>
                      <a:pt x="1896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910"/>
                    </a:cubicBezTo>
                    <a:cubicBezTo>
                      <a:pt x="3124" y="17304"/>
                      <a:pt x="5284" y="18697"/>
                      <a:pt x="7444" y="19394"/>
                    </a:cubicBezTo>
                    <a:cubicBezTo>
                      <a:pt x="8164" y="19394"/>
                      <a:pt x="8164" y="19394"/>
                      <a:pt x="8884" y="19394"/>
                    </a:cubicBezTo>
                    <a:cubicBezTo>
                      <a:pt x="11044" y="20091"/>
                      <a:pt x="13924" y="19394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4" name="Shape 224"/>
              <p:cNvSpPr/>
              <p:nvPr/>
            </p:nvSpPr>
            <p:spPr>
              <a:xfrm rot="14400000">
                <a:off x="3170623" y="12777937"/>
                <a:ext cx="246063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20040" fill="norm" stroke="1" extrusionOk="0">
                    <a:moveTo>
                      <a:pt x="4320" y="1440"/>
                    </a:moveTo>
                    <a:cubicBezTo>
                      <a:pt x="2160" y="2880"/>
                      <a:pt x="720" y="5040"/>
                      <a:pt x="720" y="7920"/>
                    </a:cubicBezTo>
                    <a:cubicBezTo>
                      <a:pt x="720" y="7920"/>
                      <a:pt x="0" y="8640"/>
                      <a:pt x="0" y="8640"/>
                    </a:cubicBezTo>
                    <a:cubicBezTo>
                      <a:pt x="0" y="11520"/>
                      <a:pt x="720" y="13680"/>
                      <a:pt x="2160" y="15840"/>
                    </a:cubicBezTo>
                    <a:cubicBezTo>
                      <a:pt x="5040" y="20160"/>
                      <a:pt x="11520" y="21600"/>
                      <a:pt x="15840" y="18000"/>
                    </a:cubicBezTo>
                    <a:cubicBezTo>
                      <a:pt x="20880" y="15120"/>
                      <a:pt x="21600" y="8640"/>
                      <a:pt x="18720" y="4320"/>
                    </a:cubicBezTo>
                    <a:cubicBezTo>
                      <a:pt x="17280" y="1440"/>
                      <a:pt x="14400" y="0"/>
                      <a:pt x="11520" y="0"/>
                    </a:cubicBezTo>
                    <a:cubicBezTo>
                      <a:pt x="11520" y="0"/>
                      <a:pt x="10800" y="0"/>
                      <a:pt x="10800" y="0"/>
                    </a:cubicBezTo>
                    <a:cubicBezTo>
                      <a:pt x="8640" y="0"/>
                      <a:pt x="6480" y="720"/>
                      <a:pt x="4320" y="144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5" name="Shape 225"/>
              <p:cNvSpPr/>
              <p:nvPr/>
            </p:nvSpPr>
            <p:spPr>
              <a:xfrm rot="14400000">
                <a:off x="4147437" y="14291510"/>
                <a:ext cx="246063" cy="247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8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3123"/>
                      <a:pt x="20404" y="9639"/>
                    </a:cubicBezTo>
                    <a:cubicBezTo>
                      <a:pt x="20404" y="9639"/>
                      <a:pt x="20404" y="8943"/>
                      <a:pt x="20404" y="8943"/>
                    </a:cubicBezTo>
                    <a:cubicBezTo>
                      <a:pt x="20404" y="6852"/>
                      <a:pt x="1968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214"/>
                    </a:cubicBezTo>
                    <a:cubicBezTo>
                      <a:pt x="3124" y="16607"/>
                      <a:pt x="3844" y="17304"/>
                      <a:pt x="5284" y="18001"/>
                    </a:cubicBezTo>
                    <a:cubicBezTo>
                      <a:pt x="5284" y="18697"/>
                      <a:pt x="6004" y="18697"/>
                      <a:pt x="6004" y="18697"/>
                    </a:cubicBezTo>
                    <a:cubicBezTo>
                      <a:pt x="9604" y="20091"/>
                      <a:pt x="13204" y="20091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6" name="Shape 226"/>
              <p:cNvSpPr/>
              <p:nvPr/>
            </p:nvSpPr>
            <p:spPr>
              <a:xfrm rot="14400000">
                <a:off x="5129990" y="12724060"/>
                <a:ext cx="247208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040" fill="norm" stroke="1" extrusionOk="0">
                    <a:moveTo>
                      <a:pt x="9333" y="0"/>
                    </a:moveTo>
                    <a:cubicBezTo>
                      <a:pt x="7939" y="0"/>
                      <a:pt x="5849" y="720"/>
                      <a:pt x="4455" y="1440"/>
                    </a:cubicBezTo>
                    <a:cubicBezTo>
                      <a:pt x="3062" y="2160"/>
                      <a:pt x="2365" y="2880"/>
                      <a:pt x="1668" y="4320"/>
                    </a:cubicBezTo>
                    <a:cubicBezTo>
                      <a:pt x="1668" y="4320"/>
                      <a:pt x="1668" y="5040"/>
                      <a:pt x="972" y="5040"/>
                    </a:cubicBezTo>
                    <a:cubicBezTo>
                      <a:pt x="-422" y="8640"/>
                      <a:pt x="-422" y="12240"/>
                      <a:pt x="1668" y="15840"/>
                    </a:cubicBezTo>
                    <a:cubicBezTo>
                      <a:pt x="5152" y="20160"/>
                      <a:pt x="11423" y="21600"/>
                      <a:pt x="15604" y="18000"/>
                    </a:cubicBezTo>
                    <a:cubicBezTo>
                      <a:pt x="19784" y="15120"/>
                      <a:pt x="21178" y="8640"/>
                      <a:pt x="17694" y="4320"/>
                    </a:cubicBezTo>
                    <a:cubicBezTo>
                      <a:pt x="16301" y="1440"/>
                      <a:pt x="13513" y="0"/>
                      <a:pt x="10726" y="0"/>
                    </a:cubicBezTo>
                    <a:cubicBezTo>
                      <a:pt x="10030" y="0"/>
                      <a:pt x="10030" y="0"/>
                      <a:pt x="9333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7" name="Shape 227"/>
              <p:cNvSpPr/>
              <p:nvPr/>
            </p:nvSpPr>
            <p:spPr>
              <a:xfrm rot="14400000">
                <a:off x="5087324" y="15550246"/>
                <a:ext cx="243867" cy="2391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115" fill="norm" stroke="1" extrusionOk="0">
                    <a:moveTo>
                      <a:pt x="15214" y="18244"/>
                    </a:moveTo>
                    <a:cubicBezTo>
                      <a:pt x="16607" y="17524"/>
                      <a:pt x="18001" y="16084"/>
                      <a:pt x="18697" y="14644"/>
                    </a:cubicBezTo>
                    <a:cubicBezTo>
                      <a:pt x="18697" y="14644"/>
                      <a:pt x="18697" y="13924"/>
                      <a:pt x="18697" y="13924"/>
                    </a:cubicBezTo>
                    <a:cubicBezTo>
                      <a:pt x="20091" y="11044"/>
                      <a:pt x="20091" y="7444"/>
                      <a:pt x="18001" y="4564"/>
                    </a:cubicBezTo>
                    <a:cubicBezTo>
                      <a:pt x="14517" y="-476"/>
                      <a:pt x="8943" y="-1196"/>
                      <a:pt x="4065" y="1684"/>
                    </a:cubicBezTo>
                    <a:cubicBezTo>
                      <a:pt x="-115" y="5284"/>
                      <a:pt x="-1509" y="11044"/>
                      <a:pt x="1975" y="16084"/>
                    </a:cubicBezTo>
                    <a:cubicBezTo>
                      <a:pt x="2672" y="17524"/>
                      <a:pt x="4065" y="18244"/>
                      <a:pt x="5459" y="18964"/>
                    </a:cubicBezTo>
                    <a:cubicBezTo>
                      <a:pt x="5459" y="18964"/>
                      <a:pt x="6156" y="19684"/>
                      <a:pt x="6156" y="19684"/>
                    </a:cubicBezTo>
                    <a:cubicBezTo>
                      <a:pt x="8943" y="20404"/>
                      <a:pt x="12426" y="20404"/>
                      <a:pt x="15214" y="1824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8" name="Shape 228"/>
              <p:cNvSpPr/>
              <p:nvPr/>
            </p:nvSpPr>
            <p:spPr>
              <a:xfrm rot="14400000">
                <a:off x="9609022" y="14077909"/>
                <a:ext cx="245481" cy="24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19655" fill="norm" stroke="1" extrusionOk="0">
                    <a:moveTo>
                      <a:pt x="15413" y="2352"/>
                    </a:moveTo>
                    <a:cubicBezTo>
                      <a:pt x="12713" y="262"/>
                      <a:pt x="10013" y="-435"/>
                      <a:pt x="7313" y="262"/>
                    </a:cubicBezTo>
                    <a:cubicBezTo>
                      <a:pt x="6638" y="262"/>
                      <a:pt x="6638" y="262"/>
                      <a:pt x="5963" y="959"/>
                    </a:cubicBezTo>
                    <a:cubicBezTo>
                      <a:pt x="5288" y="959"/>
                      <a:pt x="4613" y="959"/>
                      <a:pt x="3938" y="1655"/>
                    </a:cubicBezTo>
                    <a:cubicBezTo>
                      <a:pt x="-112" y="5139"/>
                      <a:pt x="-1462" y="10713"/>
                      <a:pt x="1913" y="15591"/>
                    </a:cubicBezTo>
                    <a:cubicBezTo>
                      <a:pt x="4613" y="19771"/>
                      <a:pt x="10688" y="21165"/>
                      <a:pt x="14738" y="17681"/>
                    </a:cubicBezTo>
                    <a:cubicBezTo>
                      <a:pt x="19463" y="14894"/>
                      <a:pt x="20138" y="8623"/>
                      <a:pt x="17438" y="4442"/>
                    </a:cubicBezTo>
                    <a:cubicBezTo>
                      <a:pt x="16763" y="3746"/>
                      <a:pt x="16763" y="3049"/>
                      <a:pt x="16088" y="2352"/>
                    </a:cubicBezTo>
                    <a:cubicBezTo>
                      <a:pt x="16088" y="2352"/>
                      <a:pt x="15413" y="2352"/>
                      <a:pt x="15413" y="235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9" name="Shape 229"/>
              <p:cNvSpPr/>
              <p:nvPr/>
            </p:nvSpPr>
            <p:spPr>
              <a:xfrm rot="14400000">
                <a:off x="17559796" y="21043971"/>
                <a:ext cx="25682" cy="95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7200" y="21600"/>
                      <a:pt x="14400" y="21600"/>
                      <a:pt x="21600" y="21600"/>
                    </a:cubicBezTo>
                    <a:cubicBezTo>
                      <a:pt x="14400" y="0"/>
                      <a:pt x="14400" y="0"/>
                      <a:pt x="14400" y="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0" name="Shape 230"/>
              <p:cNvSpPr/>
              <p:nvPr/>
            </p:nvSpPr>
            <p:spPr>
              <a:xfrm rot="14400000">
                <a:off x="12421803" y="22561830"/>
                <a:ext cx="7763003" cy="78070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2" y="21600"/>
                    </a:moveTo>
                    <a:cubicBezTo>
                      <a:pt x="21576" y="21600"/>
                      <a:pt x="21576" y="21576"/>
                      <a:pt x="21600" y="2157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4" y="24"/>
                      <a:pt x="24" y="48"/>
                      <a:pt x="0" y="48"/>
                    </a:cubicBezTo>
                    <a:lnTo>
                      <a:pt x="2155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1" name="Shape 231"/>
              <p:cNvSpPr/>
              <p:nvPr/>
            </p:nvSpPr>
            <p:spPr>
              <a:xfrm rot="14400000">
                <a:off x="11541674" y="20398818"/>
                <a:ext cx="4875723" cy="1129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7" y="0"/>
                      <a:pt x="38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6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2" name="Shape 232"/>
              <p:cNvSpPr/>
              <p:nvPr/>
            </p:nvSpPr>
            <p:spPr>
              <a:xfrm rot="14400000">
                <a:off x="13347329" y="19103308"/>
                <a:ext cx="2003120" cy="73814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51" y="21321"/>
                    </a:moveTo>
                    <a:cubicBezTo>
                      <a:pt x="9444" y="21600"/>
                      <a:pt x="9444" y="21600"/>
                      <a:pt x="9444" y="21600"/>
                    </a:cubicBezTo>
                    <a:cubicBezTo>
                      <a:pt x="9538" y="21600"/>
                      <a:pt x="9631" y="21600"/>
                      <a:pt x="9631" y="21600"/>
                    </a:cubicBezTo>
                    <a:cubicBezTo>
                      <a:pt x="9444" y="21118"/>
                      <a:pt x="9444" y="21118"/>
                      <a:pt x="9444" y="21118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06" y="0"/>
                      <a:pt x="21506" y="0"/>
                      <a:pt x="21413" y="0"/>
                    </a:cubicBezTo>
                    <a:cubicBezTo>
                      <a:pt x="9351" y="20915"/>
                      <a:pt x="9351" y="20915"/>
                      <a:pt x="9351" y="20915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94" y="25"/>
                      <a:pt x="0" y="25"/>
                      <a:pt x="0" y="25"/>
                    </a:cubicBezTo>
                    <a:cubicBezTo>
                      <a:pt x="9257" y="21118"/>
                      <a:pt x="9257" y="21118"/>
                      <a:pt x="9257" y="21118"/>
                    </a:cubicBezTo>
                    <a:cubicBezTo>
                      <a:pt x="8977" y="21600"/>
                      <a:pt x="8977" y="21600"/>
                      <a:pt x="8977" y="21600"/>
                    </a:cubicBezTo>
                    <a:cubicBezTo>
                      <a:pt x="9070" y="21600"/>
                      <a:pt x="9070" y="21600"/>
                      <a:pt x="9164" y="21600"/>
                    </a:cubicBezTo>
                    <a:lnTo>
                      <a:pt x="9351" y="21321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3" name="Shape 233"/>
              <p:cNvSpPr/>
              <p:nvPr/>
            </p:nvSpPr>
            <p:spPr>
              <a:xfrm rot="14400000">
                <a:off x="17595713" y="20806900"/>
                <a:ext cx="356503" cy="358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1" h="20308" fill="norm" stroke="1" extrusionOk="0">
                    <a:moveTo>
                      <a:pt x="480" y="13745"/>
                    </a:moveTo>
                    <a:cubicBezTo>
                      <a:pt x="2400" y="19145"/>
                      <a:pt x="8160" y="21600"/>
                      <a:pt x="13440" y="19636"/>
                    </a:cubicBezTo>
                    <a:cubicBezTo>
                      <a:pt x="18240" y="17182"/>
                      <a:pt x="21120" y="11291"/>
                      <a:pt x="19200" y="5891"/>
                    </a:cubicBezTo>
                    <a:cubicBezTo>
                      <a:pt x="17760" y="2945"/>
                      <a:pt x="15360" y="982"/>
                      <a:pt x="12000" y="0"/>
                    </a:cubicBezTo>
                    <a:cubicBezTo>
                      <a:pt x="12000" y="0"/>
                      <a:pt x="11520" y="0"/>
                      <a:pt x="11040" y="0"/>
                    </a:cubicBezTo>
                    <a:cubicBezTo>
                      <a:pt x="10560" y="0"/>
                      <a:pt x="10080" y="0"/>
                      <a:pt x="9600" y="0"/>
                    </a:cubicBezTo>
                    <a:cubicBezTo>
                      <a:pt x="9120" y="0"/>
                      <a:pt x="9120" y="0"/>
                      <a:pt x="8640" y="0"/>
                    </a:cubicBezTo>
                    <a:cubicBezTo>
                      <a:pt x="8160" y="0"/>
                      <a:pt x="7680" y="0"/>
                      <a:pt x="7200" y="491"/>
                    </a:cubicBezTo>
                    <a:cubicBezTo>
                      <a:pt x="7200" y="491"/>
                      <a:pt x="6720" y="491"/>
                      <a:pt x="6240" y="491"/>
                    </a:cubicBezTo>
                    <a:cubicBezTo>
                      <a:pt x="6240" y="491"/>
                      <a:pt x="6240" y="491"/>
                      <a:pt x="6240" y="491"/>
                    </a:cubicBezTo>
                    <a:cubicBezTo>
                      <a:pt x="4800" y="982"/>
                      <a:pt x="3840" y="1964"/>
                      <a:pt x="2880" y="3436"/>
                    </a:cubicBezTo>
                    <a:cubicBezTo>
                      <a:pt x="2400" y="3436"/>
                      <a:pt x="2400" y="3927"/>
                      <a:pt x="1920" y="3927"/>
                    </a:cubicBezTo>
                    <a:cubicBezTo>
                      <a:pt x="0" y="6873"/>
                      <a:pt x="-480" y="10800"/>
                      <a:pt x="480" y="1374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4" name="Shape 234"/>
              <p:cNvSpPr/>
              <p:nvPr/>
            </p:nvSpPr>
            <p:spPr>
              <a:xfrm rot="14400000">
                <a:off x="14643912" y="31756756"/>
                <a:ext cx="358222" cy="358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49" h="18991" fill="norm" stroke="1" extrusionOk="0">
                    <a:moveTo>
                      <a:pt x="844" y="13301"/>
                    </a:moveTo>
                    <a:cubicBezTo>
                      <a:pt x="2722" y="17897"/>
                      <a:pt x="7887" y="20195"/>
                      <a:pt x="13053" y="18357"/>
                    </a:cubicBezTo>
                    <a:cubicBezTo>
                      <a:pt x="13992" y="17897"/>
                      <a:pt x="14931" y="17438"/>
                      <a:pt x="15870" y="16518"/>
                    </a:cubicBezTo>
                    <a:cubicBezTo>
                      <a:pt x="16339" y="16518"/>
                      <a:pt x="16339" y="16059"/>
                      <a:pt x="16809" y="15599"/>
                    </a:cubicBezTo>
                    <a:cubicBezTo>
                      <a:pt x="19157" y="13301"/>
                      <a:pt x="20096" y="9165"/>
                      <a:pt x="18687" y="5948"/>
                    </a:cubicBezTo>
                    <a:cubicBezTo>
                      <a:pt x="16809" y="893"/>
                      <a:pt x="11174" y="-1405"/>
                      <a:pt x="6009" y="893"/>
                    </a:cubicBezTo>
                    <a:cubicBezTo>
                      <a:pt x="1313" y="2731"/>
                      <a:pt x="-1504" y="8246"/>
                      <a:pt x="844" y="133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5" name="Shape 235"/>
              <p:cNvSpPr/>
              <p:nvPr/>
            </p:nvSpPr>
            <p:spPr>
              <a:xfrm rot="14400000">
                <a:off x="10023636" y="30934428"/>
                <a:ext cx="352303" cy="361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19181" fill="norm" stroke="1" extrusionOk="0">
                    <a:moveTo>
                      <a:pt x="13790" y="18093"/>
                    </a:moveTo>
                    <a:cubicBezTo>
                      <a:pt x="18486" y="15795"/>
                      <a:pt x="20364" y="10740"/>
                      <a:pt x="18486" y="6144"/>
                    </a:cubicBezTo>
                    <a:cubicBezTo>
                      <a:pt x="16607" y="1089"/>
                      <a:pt x="10973" y="-1209"/>
                      <a:pt x="6277" y="629"/>
                    </a:cubicBezTo>
                    <a:cubicBezTo>
                      <a:pt x="1112" y="2927"/>
                      <a:pt x="-1236" y="8442"/>
                      <a:pt x="642" y="13038"/>
                    </a:cubicBezTo>
                    <a:cubicBezTo>
                      <a:pt x="2521" y="18093"/>
                      <a:pt x="8155" y="20391"/>
                      <a:pt x="12851" y="18553"/>
                    </a:cubicBezTo>
                    <a:cubicBezTo>
                      <a:pt x="12851" y="18553"/>
                      <a:pt x="12851" y="18553"/>
                      <a:pt x="12851" y="18553"/>
                    </a:cubicBezTo>
                    <a:cubicBezTo>
                      <a:pt x="13321" y="18093"/>
                      <a:pt x="13790" y="18093"/>
                      <a:pt x="13790" y="180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6" name="Shape 236"/>
              <p:cNvSpPr/>
              <p:nvPr/>
            </p:nvSpPr>
            <p:spPr>
              <a:xfrm rot="14400000">
                <a:off x="11341208" y="25427685"/>
                <a:ext cx="350993" cy="35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34" h="19713" fill="norm" stroke="1" extrusionOk="0">
                    <a:moveTo>
                      <a:pt x="11442" y="19653"/>
                    </a:moveTo>
                    <a:cubicBezTo>
                      <a:pt x="11912" y="19653"/>
                      <a:pt x="12381" y="19173"/>
                      <a:pt x="13321" y="19173"/>
                    </a:cubicBezTo>
                    <a:cubicBezTo>
                      <a:pt x="18016" y="17253"/>
                      <a:pt x="20364" y="11013"/>
                      <a:pt x="18486" y="6213"/>
                    </a:cubicBezTo>
                    <a:cubicBezTo>
                      <a:pt x="16607" y="933"/>
                      <a:pt x="10973" y="-1467"/>
                      <a:pt x="6277" y="933"/>
                    </a:cubicBezTo>
                    <a:cubicBezTo>
                      <a:pt x="1112" y="2853"/>
                      <a:pt x="-1236" y="8613"/>
                      <a:pt x="642" y="13893"/>
                    </a:cubicBezTo>
                    <a:cubicBezTo>
                      <a:pt x="2051" y="17733"/>
                      <a:pt x="6277" y="20133"/>
                      <a:pt x="10503" y="19653"/>
                    </a:cubicBezTo>
                    <a:cubicBezTo>
                      <a:pt x="10503" y="19653"/>
                      <a:pt x="10973" y="19653"/>
                      <a:pt x="11442" y="196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7" name="Shape 237"/>
              <p:cNvSpPr/>
              <p:nvPr/>
            </p:nvSpPr>
            <p:spPr>
              <a:xfrm rot="14400000">
                <a:off x="10333787" y="23704720"/>
                <a:ext cx="350884" cy="35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28" h="19918" fill="norm" stroke="1" extrusionOk="0">
                    <a:moveTo>
                      <a:pt x="12851" y="19377"/>
                    </a:moveTo>
                    <a:cubicBezTo>
                      <a:pt x="18016" y="16977"/>
                      <a:pt x="20364" y="11217"/>
                      <a:pt x="18486" y="6417"/>
                    </a:cubicBezTo>
                    <a:cubicBezTo>
                      <a:pt x="16607" y="1137"/>
                      <a:pt x="10973" y="-1263"/>
                      <a:pt x="6277" y="657"/>
                    </a:cubicBezTo>
                    <a:cubicBezTo>
                      <a:pt x="1112" y="3057"/>
                      <a:pt x="-1236" y="8817"/>
                      <a:pt x="642" y="14097"/>
                    </a:cubicBezTo>
                    <a:cubicBezTo>
                      <a:pt x="2051" y="17937"/>
                      <a:pt x="5807" y="20337"/>
                      <a:pt x="10034" y="19857"/>
                    </a:cubicBezTo>
                    <a:cubicBezTo>
                      <a:pt x="10503" y="19857"/>
                      <a:pt x="10503" y="19857"/>
                      <a:pt x="10973" y="19857"/>
                    </a:cubicBezTo>
                    <a:cubicBezTo>
                      <a:pt x="11912" y="19857"/>
                      <a:pt x="12381" y="19377"/>
                      <a:pt x="12851" y="1937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8" name="Shape 238"/>
              <p:cNvSpPr/>
              <p:nvPr/>
            </p:nvSpPr>
            <p:spPr>
              <a:xfrm rot="14400000">
                <a:off x="14060555" y="24185188"/>
                <a:ext cx="1606898" cy="3756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8" y="21600"/>
                    </a:moveTo>
                    <a:lnTo>
                      <a:pt x="0" y="21600"/>
                    </a:lnTo>
                    <a:lnTo>
                      <a:pt x="21452" y="0"/>
                    </a:lnTo>
                    <a:lnTo>
                      <a:pt x="21600" y="63"/>
                    </a:lnTo>
                    <a:lnTo>
                      <a:pt x="1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39" name="Shape 239"/>
              <p:cNvSpPr/>
              <p:nvPr/>
            </p:nvSpPr>
            <p:spPr>
              <a:xfrm rot="14400000">
                <a:off x="14104334" y="24199457"/>
                <a:ext cx="3202789" cy="913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0"/>
                    </a:lnTo>
                    <a:lnTo>
                      <a:pt x="21600" y="0"/>
                    </a:lnTo>
                    <a:lnTo>
                      <a:pt x="21600" y="26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0" name="Shape 240"/>
              <p:cNvSpPr/>
              <p:nvPr/>
            </p:nvSpPr>
            <p:spPr>
              <a:xfrm rot="14400000">
                <a:off x="11551339" y="21731732"/>
                <a:ext cx="1500505" cy="4365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6" y="21600"/>
                    </a:moveTo>
                    <a:lnTo>
                      <a:pt x="0" y="21600"/>
                    </a:lnTo>
                    <a:lnTo>
                      <a:pt x="21442" y="0"/>
                    </a:lnTo>
                    <a:lnTo>
                      <a:pt x="21600" y="0"/>
                    </a:lnTo>
                    <a:lnTo>
                      <a:pt x="10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1" name="Shape 241"/>
              <p:cNvSpPr/>
              <p:nvPr/>
            </p:nvSpPr>
            <p:spPr>
              <a:xfrm rot="14400000">
                <a:off x="9926504" y="24531764"/>
                <a:ext cx="4024581" cy="40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3927"/>
                    </a:lnTo>
                    <a:lnTo>
                      <a:pt x="0" y="0"/>
                    </a:lnTo>
                    <a:lnTo>
                      <a:pt x="21600" y="1767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2" name="Shape 242"/>
              <p:cNvSpPr/>
              <p:nvPr/>
            </p:nvSpPr>
            <p:spPr>
              <a:xfrm rot="14400000">
                <a:off x="7658430" y="20898699"/>
                <a:ext cx="2846923" cy="2670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" y="21600"/>
                    </a:moveTo>
                    <a:lnTo>
                      <a:pt x="0" y="21541"/>
                    </a:lnTo>
                    <a:lnTo>
                      <a:pt x="21544" y="0"/>
                    </a:lnTo>
                    <a:lnTo>
                      <a:pt x="21600" y="59"/>
                    </a:lnTo>
                    <a:lnTo>
                      <a:pt x="8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3" name="Shape 243"/>
              <p:cNvSpPr/>
              <p:nvPr/>
            </p:nvSpPr>
            <p:spPr>
              <a:xfrm rot="14400000">
                <a:off x="5458023" y="18851157"/>
                <a:ext cx="3415575" cy="182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21600" y="2147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4" name="Shape 244"/>
              <p:cNvSpPr/>
              <p:nvPr/>
            </p:nvSpPr>
            <p:spPr>
              <a:xfrm rot="14400000">
                <a:off x="6485336" y="15319326"/>
                <a:ext cx="2065487" cy="21682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5" y="21600"/>
                    </a:moveTo>
                    <a:lnTo>
                      <a:pt x="0" y="110"/>
                    </a:lnTo>
                    <a:lnTo>
                      <a:pt x="77" y="0"/>
                    </a:lnTo>
                    <a:lnTo>
                      <a:pt x="21600" y="21600"/>
                    </a:lnTo>
                    <a:lnTo>
                      <a:pt x="214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5" name="Shape 245"/>
              <p:cNvSpPr/>
              <p:nvPr/>
            </p:nvSpPr>
            <p:spPr>
              <a:xfrm rot="14400000">
                <a:off x="5408334" y="13511364"/>
                <a:ext cx="2663488" cy="1247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73"/>
                    </a:lnTo>
                    <a:lnTo>
                      <a:pt x="21600" y="0"/>
                    </a:lnTo>
                    <a:lnTo>
                      <a:pt x="21600" y="1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6" name="Shape 246"/>
              <p:cNvSpPr/>
              <p:nvPr/>
            </p:nvSpPr>
            <p:spPr>
              <a:xfrm rot="14400000">
                <a:off x="6577945" y="11383605"/>
                <a:ext cx="737412" cy="293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22" y="21600"/>
                    </a:moveTo>
                    <a:lnTo>
                      <a:pt x="0" y="21600"/>
                    </a:lnTo>
                    <a:lnTo>
                      <a:pt x="21385" y="0"/>
                    </a:lnTo>
                    <a:lnTo>
                      <a:pt x="21600" y="0"/>
                    </a:lnTo>
                    <a:lnTo>
                      <a:pt x="32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7" name="Shape 247"/>
              <p:cNvSpPr/>
              <p:nvPr/>
            </p:nvSpPr>
            <p:spPr>
              <a:xfrm rot="14400000">
                <a:off x="7393351" y="9179887"/>
                <a:ext cx="2890948" cy="2674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21600"/>
                    </a:moveTo>
                    <a:lnTo>
                      <a:pt x="0" y="0"/>
                    </a:lnTo>
                    <a:lnTo>
                      <a:pt x="82" y="0"/>
                    </a:lnTo>
                    <a:lnTo>
                      <a:pt x="21600" y="21511"/>
                    </a:lnTo>
                    <a:lnTo>
                      <a:pt x="215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8" name="Shape 248"/>
              <p:cNvSpPr/>
              <p:nvPr/>
            </p:nvSpPr>
            <p:spPr>
              <a:xfrm rot="14400000">
                <a:off x="9386596" y="8390973"/>
                <a:ext cx="3331194" cy="2204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8" y="21600"/>
                    </a:moveTo>
                    <a:lnTo>
                      <a:pt x="0" y="21528"/>
                    </a:lnTo>
                    <a:lnTo>
                      <a:pt x="21529" y="0"/>
                    </a:lnTo>
                    <a:lnTo>
                      <a:pt x="21600" y="108"/>
                    </a:lnTo>
                    <a:lnTo>
                      <a:pt x="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49" name="Shape 249"/>
              <p:cNvSpPr/>
              <p:nvPr/>
            </p:nvSpPr>
            <p:spPr>
              <a:xfrm rot="14400000">
                <a:off x="12510525" y="7498068"/>
                <a:ext cx="1995782" cy="26965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1" y="21600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21600" y="21600"/>
                    </a:lnTo>
                    <a:lnTo>
                      <a:pt x="2148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0" name="Shape 250"/>
              <p:cNvSpPr/>
              <p:nvPr/>
            </p:nvSpPr>
            <p:spPr>
              <a:xfrm rot="14400000">
                <a:off x="14106638" y="7366410"/>
                <a:ext cx="2377328" cy="13794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7" y="21600"/>
                    </a:moveTo>
                    <a:lnTo>
                      <a:pt x="0" y="21600"/>
                    </a:lnTo>
                    <a:lnTo>
                      <a:pt x="21500" y="0"/>
                    </a:lnTo>
                    <a:lnTo>
                      <a:pt x="21600" y="172"/>
                    </a:lnTo>
                    <a:lnTo>
                      <a:pt x="6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1" name="Shape 251"/>
              <p:cNvSpPr/>
              <p:nvPr/>
            </p:nvSpPr>
            <p:spPr>
              <a:xfrm rot="14400000">
                <a:off x="17488393" y="6993421"/>
                <a:ext cx="891498" cy="2835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" y="21600"/>
                    </a:moveTo>
                    <a:lnTo>
                      <a:pt x="0" y="21600"/>
                    </a:lnTo>
                    <a:lnTo>
                      <a:pt x="21422" y="0"/>
                    </a:lnTo>
                    <a:lnTo>
                      <a:pt x="21600" y="0"/>
                    </a:lnTo>
                    <a:lnTo>
                      <a:pt x="17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2" name="Shape 252"/>
              <p:cNvSpPr/>
              <p:nvPr/>
            </p:nvSpPr>
            <p:spPr>
              <a:xfrm rot="14400000">
                <a:off x="18309762" y="9752690"/>
                <a:ext cx="3976889" cy="209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58"/>
                    </a:lnTo>
                    <a:lnTo>
                      <a:pt x="0" y="0"/>
                    </a:lnTo>
                    <a:lnTo>
                      <a:pt x="21600" y="2046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3" name="Shape 253"/>
              <p:cNvSpPr/>
              <p:nvPr/>
            </p:nvSpPr>
            <p:spPr>
              <a:xfrm rot="14400000">
                <a:off x="21023288" y="11915214"/>
                <a:ext cx="3268826" cy="1526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96"/>
                    </a:lnTo>
                    <a:lnTo>
                      <a:pt x="21600" y="0"/>
                    </a:lnTo>
                    <a:lnTo>
                      <a:pt x="21600" y="10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4" name="Shape 254"/>
              <p:cNvSpPr/>
              <p:nvPr/>
            </p:nvSpPr>
            <p:spPr>
              <a:xfrm rot="14400000">
                <a:off x="22812175" y="14034630"/>
                <a:ext cx="1882051" cy="1970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84" y="0"/>
                    </a:lnTo>
                    <a:lnTo>
                      <a:pt x="21600" y="2152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5" name="Shape 255"/>
              <p:cNvSpPr/>
              <p:nvPr/>
            </p:nvSpPr>
            <p:spPr>
              <a:xfrm rot="14400000">
                <a:off x="22652276" y="17354813"/>
                <a:ext cx="3470605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174"/>
                    </a:lnTo>
                    <a:lnTo>
                      <a:pt x="21600" y="0"/>
                    </a:lnTo>
                    <a:lnTo>
                      <a:pt x="21600" y="42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6" name="Shape 256"/>
              <p:cNvSpPr/>
              <p:nvPr/>
            </p:nvSpPr>
            <p:spPr>
              <a:xfrm rot="14400000">
                <a:off x="23878878" y="18088410"/>
                <a:ext cx="51363" cy="36980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514" y="21600"/>
                    </a:moveTo>
                    <a:lnTo>
                      <a:pt x="0" y="0"/>
                    </a:lnTo>
                    <a:lnTo>
                      <a:pt x="3086" y="0"/>
                    </a:lnTo>
                    <a:lnTo>
                      <a:pt x="21600" y="21600"/>
                    </a:lnTo>
                    <a:lnTo>
                      <a:pt x="18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7" name="Shape 257"/>
              <p:cNvSpPr/>
              <p:nvPr/>
            </p:nvSpPr>
            <p:spPr>
              <a:xfrm rot="14400000">
                <a:off x="21177625" y="21507960"/>
                <a:ext cx="2245254" cy="1346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29" y="21600"/>
                    </a:moveTo>
                    <a:lnTo>
                      <a:pt x="0" y="118"/>
                    </a:lnTo>
                    <a:lnTo>
                      <a:pt x="71" y="0"/>
                    </a:lnTo>
                    <a:lnTo>
                      <a:pt x="21600" y="21423"/>
                    </a:lnTo>
                    <a:lnTo>
                      <a:pt x="2152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8" name="Shape 258"/>
              <p:cNvSpPr/>
              <p:nvPr/>
            </p:nvSpPr>
            <p:spPr>
              <a:xfrm rot="14400000">
                <a:off x="19710812" y="22000178"/>
                <a:ext cx="1665597" cy="30597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5" y="21600"/>
                    </a:moveTo>
                    <a:lnTo>
                      <a:pt x="0" y="21600"/>
                    </a:lnTo>
                    <a:lnTo>
                      <a:pt x="21505" y="0"/>
                    </a:lnTo>
                    <a:lnTo>
                      <a:pt x="21600" y="52"/>
                    </a:lnTo>
                    <a:lnTo>
                      <a:pt x="9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59" name="Shape 259"/>
              <p:cNvSpPr/>
              <p:nvPr/>
            </p:nvSpPr>
            <p:spPr>
              <a:xfrm rot="14400000">
                <a:off x="17352111" y="23308352"/>
                <a:ext cx="990554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0" y="21600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1600" y="21600"/>
                    </a:lnTo>
                    <a:lnTo>
                      <a:pt x="2144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0" name="Shape 260"/>
              <p:cNvSpPr/>
              <p:nvPr/>
            </p:nvSpPr>
            <p:spPr>
              <a:xfrm rot="14400000">
                <a:off x="15204312" y="22358311"/>
                <a:ext cx="3576998" cy="35586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55"/>
                    </a:lnTo>
                    <a:lnTo>
                      <a:pt x="21600" y="0"/>
                    </a:lnTo>
                    <a:lnTo>
                      <a:pt x="21600" y="6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1" name="Shape 261"/>
              <p:cNvSpPr/>
              <p:nvPr/>
            </p:nvSpPr>
            <p:spPr>
              <a:xfrm rot="14400000">
                <a:off x="19076508" y="22392695"/>
                <a:ext cx="1735303" cy="22085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2" name="Shape 262"/>
              <p:cNvSpPr/>
              <p:nvPr/>
            </p:nvSpPr>
            <p:spPr>
              <a:xfrm rot="14400000">
                <a:off x="21173448" y="20969256"/>
                <a:ext cx="1474825" cy="2483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1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1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3" name="Shape 263"/>
              <p:cNvSpPr/>
              <p:nvPr/>
            </p:nvSpPr>
            <p:spPr>
              <a:xfrm rot="14400000">
                <a:off x="20673235" y="20641085"/>
                <a:ext cx="3536642" cy="1210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309"/>
                    </a:lnTo>
                    <a:lnTo>
                      <a:pt x="45" y="0"/>
                    </a:lnTo>
                    <a:lnTo>
                      <a:pt x="21600" y="20291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4" name="Shape 264"/>
              <p:cNvSpPr/>
              <p:nvPr/>
            </p:nvSpPr>
            <p:spPr>
              <a:xfrm rot="14400000">
                <a:off x="21767900" y="14906363"/>
                <a:ext cx="2289279" cy="4336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1" y="21600"/>
                    </a:moveTo>
                    <a:lnTo>
                      <a:pt x="0" y="37"/>
                    </a:lnTo>
                    <a:lnTo>
                      <a:pt x="69" y="0"/>
                    </a:lnTo>
                    <a:lnTo>
                      <a:pt x="21600" y="21600"/>
                    </a:lnTo>
                    <a:lnTo>
                      <a:pt x="2153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5" name="Shape 265"/>
              <p:cNvSpPr/>
              <p:nvPr/>
            </p:nvSpPr>
            <p:spPr>
              <a:xfrm rot="14400000">
                <a:off x="22660072" y="14100726"/>
                <a:ext cx="1544530" cy="89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21600"/>
                    </a:moveTo>
                    <a:lnTo>
                      <a:pt x="0" y="21334"/>
                    </a:lnTo>
                    <a:lnTo>
                      <a:pt x="21600" y="0"/>
                    </a:lnTo>
                    <a:lnTo>
                      <a:pt x="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6" name="Shape 266"/>
              <p:cNvSpPr/>
              <p:nvPr/>
            </p:nvSpPr>
            <p:spPr>
              <a:xfrm rot="14400000">
                <a:off x="21647895" y="11755278"/>
                <a:ext cx="2392003" cy="17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4" y="21600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21600" y="21511"/>
                    </a:lnTo>
                    <a:lnTo>
                      <a:pt x="2153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7" name="Shape 267"/>
              <p:cNvSpPr/>
              <p:nvPr/>
            </p:nvSpPr>
            <p:spPr>
              <a:xfrm rot="14400000">
                <a:off x="20525016" y="9740787"/>
                <a:ext cx="1665598" cy="28982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" y="21600"/>
                    </a:moveTo>
                    <a:lnTo>
                      <a:pt x="0" y="21545"/>
                    </a:lnTo>
                    <a:lnTo>
                      <a:pt x="21505" y="0"/>
                    </a:lnTo>
                    <a:lnTo>
                      <a:pt x="21600" y="82"/>
                    </a:lnTo>
                    <a:lnTo>
                      <a:pt x="1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8" name="Shape 268"/>
              <p:cNvSpPr/>
              <p:nvPr/>
            </p:nvSpPr>
            <p:spPr>
              <a:xfrm rot="14400000">
                <a:off x="17681037" y="9093175"/>
                <a:ext cx="3235807" cy="928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29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69" name="Shape 269"/>
              <p:cNvSpPr/>
              <p:nvPr/>
            </p:nvSpPr>
            <p:spPr>
              <a:xfrm rot="14400000">
                <a:off x="16638928" y="6627555"/>
                <a:ext cx="1170321" cy="31844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" y="21600"/>
                    </a:moveTo>
                    <a:lnTo>
                      <a:pt x="0" y="21550"/>
                    </a:lnTo>
                    <a:lnTo>
                      <a:pt x="21465" y="0"/>
                    </a:lnTo>
                    <a:lnTo>
                      <a:pt x="21600" y="0"/>
                    </a:lnTo>
                    <a:lnTo>
                      <a:pt x="13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0" name="Shape 270"/>
              <p:cNvSpPr/>
              <p:nvPr/>
            </p:nvSpPr>
            <p:spPr>
              <a:xfrm rot="14400000">
                <a:off x="13277420" y="7192447"/>
                <a:ext cx="1992113" cy="1827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0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1" name="Shape 271"/>
              <p:cNvSpPr/>
              <p:nvPr/>
            </p:nvSpPr>
            <p:spPr>
              <a:xfrm rot="14400000">
                <a:off x="11441415" y="7602619"/>
                <a:ext cx="1386775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6" y="21600"/>
                    </a:moveTo>
                    <a:lnTo>
                      <a:pt x="0" y="86"/>
                    </a:lnTo>
                    <a:lnTo>
                      <a:pt x="114" y="0"/>
                    </a:lnTo>
                    <a:lnTo>
                      <a:pt x="21600" y="21543"/>
                    </a:lnTo>
                    <a:lnTo>
                      <a:pt x="2148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2" name="Shape 272"/>
              <p:cNvSpPr/>
              <p:nvPr/>
            </p:nvSpPr>
            <p:spPr>
              <a:xfrm rot="14400000">
                <a:off x="8338263" y="8577226"/>
                <a:ext cx="1614236" cy="4017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8" y="21600"/>
                    </a:moveTo>
                    <a:lnTo>
                      <a:pt x="0" y="21541"/>
                    </a:lnTo>
                    <a:lnTo>
                      <a:pt x="21502" y="0"/>
                    </a:lnTo>
                    <a:lnTo>
                      <a:pt x="21600" y="0"/>
                    </a:lnTo>
                    <a:lnTo>
                      <a:pt x="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3" name="Shape 273"/>
              <p:cNvSpPr/>
              <p:nvPr/>
            </p:nvSpPr>
            <p:spPr>
              <a:xfrm rot="14400000">
                <a:off x="6380217" y="11772254"/>
                <a:ext cx="2153537" cy="216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32"/>
                    </a:lnTo>
                    <a:lnTo>
                      <a:pt x="0" y="0"/>
                    </a:lnTo>
                    <a:lnTo>
                      <a:pt x="21600" y="20868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4" name="Shape 274"/>
              <p:cNvSpPr/>
              <p:nvPr/>
            </p:nvSpPr>
            <p:spPr>
              <a:xfrm rot="14400000">
                <a:off x="6483754" y="12221189"/>
                <a:ext cx="319179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03" y="21600"/>
                    </a:moveTo>
                    <a:lnTo>
                      <a:pt x="0" y="0"/>
                    </a:lnTo>
                    <a:lnTo>
                      <a:pt x="497" y="0"/>
                    </a:lnTo>
                    <a:lnTo>
                      <a:pt x="21600" y="21600"/>
                    </a:lnTo>
                    <a:lnTo>
                      <a:pt x="21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5" name="Shape 275"/>
              <p:cNvSpPr/>
              <p:nvPr/>
            </p:nvSpPr>
            <p:spPr>
              <a:xfrm rot="14400000">
                <a:off x="4855748" y="15573765"/>
                <a:ext cx="3565992" cy="865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17"/>
                    </a:lnTo>
                    <a:lnTo>
                      <a:pt x="21556" y="0"/>
                    </a:lnTo>
                    <a:lnTo>
                      <a:pt x="21600" y="18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6" name="Shape 276"/>
              <p:cNvSpPr/>
              <p:nvPr/>
            </p:nvSpPr>
            <p:spPr>
              <a:xfrm rot="14400000">
                <a:off x="6342226" y="17242966"/>
                <a:ext cx="1493168" cy="2747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4" y="21600"/>
                    </a:moveTo>
                    <a:lnTo>
                      <a:pt x="0" y="0"/>
                    </a:lnTo>
                    <a:lnTo>
                      <a:pt x="159" y="0"/>
                    </a:lnTo>
                    <a:lnTo>
                      <a:pt x="21600" y="21600"/>
                    </a:lnTo>
                    <a:lnTo>
                      <a:pt x="2149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7" name="Shape 277"/>
              <p:cNvSpPr/>
              <p:nvPr/>
            </p:nvSpPr>
            <p:spPr>
              <a:xfrm rot="14400000">
                <a:off x="6320944" y="19847004"/>
                <a:ext cx="2579107" cy="1614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2" y="21600"/>
                    </a:moveTo>
                    <a:lnTo>
                      <a:pt x="0" y="21453"/>
                    </a:lnTo>
                    <a:lnTo>
                      <a:pt x="21508" y="0"/>
                    </a:lnTo>
                    <a:lnTo>
                      <a:pt x="21600" y="98"/>
                    </a:lnTo>
                    <a:lnTo>
                      <a:pt x="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8" name="Shape 278"/>
              <p:cNvSpPr/>
              <p:nvPr/>
            </p:nvSpPr>
            <p:spPr>
              <a:xfrm rot="14400000">
                <a:off x="7927685" y="22587779"/>
                <a:ext cx="3140422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426"/>
                    </a:lnTo>
                    <a:lnTo>
                      <a:pt x="76" y="0"/>
                    </a:lnTo>
                    <a:lnTo>
                      <a:pt x="21600" y="2117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79" name="Shape 279"/>
              <p:cNvSpPr/>
              <p:nvPr/>
            </p:nvSpPr>
            <p:spPr>
              <a:xfrm rot="14400000">
                <a:off x="11850065" y="23767234"/>
                <a:ext cx="2300286" cy="1775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11"/>
                    </a:lnTo>
                    <a:lnTo>
                      <a:pt x="21600" y="0"/>
                    </a:lnTo>
                    <a:lnTo>
                      <a:pt x="21600" y="89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0" name="Shape 280"/>
              <p:cNvSpPr/>
              <p:nvPr/>
            </p:nvSpPr>
            <p:spPr>
              <a:xfrm rot="14400000">
                <a:off x="13509668" y="24865203"/>
                <a:ext cx="253142" cy="176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661" y="21600"/>
                    </a:moveTo>
                    <a:lnTo>
                      <a:pt x="0" y="0"/>
                    </a:lnTo>
                    <a:lnTo>
                      <a:pt x="626" y="0"/>
                    </a:lnTo>
                    <a:lnTo>
                      <a:pt x="21600" y="21510"/>
                    </a:lnTo>
                    <a:lnTo>
                      <a:pt x="206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1" name="Shape 281"/>
              <p:cNvSpPr/>
              <p:nvPr/>
            </p:nvSpPr>
            <p:spPr>
              <a:xfrm rot="14400000">
                <a:off x="8425589" y="23426534"/>
                <a:ext cx="1482162" cy="11519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62"/>
                    </a:lnTo>
                    <a:lnTo>
                      <a:pt x="21493" y="0"/>
                    </a:lnTo>
                    <a:lnTo>
                      <a:pt x="21600" y="13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2" name="Shape 282"/>
              <p:cNvSpPr/>
              <p:nvPr/>
            </p:nvSpPr>
            <p:spPr>
              <a:xfrm rot="14400000">
                <a:off x="8516954" y="21534518"/>
                <a:ext cx="1012566" cy="22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3" y="21600"/>
                    </a:moveTo>
                    <a:lnTo>
                      <a:pt x="0" y="0"/>
                    </a:lnTo>
                    <a:lnTo>
                      <a:pt x="157" y="0"/>
                    </a:lnTo>
                    <a:lnTo>
                      <a:pt x="21600" y="21600"/>
                    </a:lnTo>
                    <a:lnTo>
                      <a:pt x="214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3" name="Shape 283"/>
              <p:cNvSpPr/>
              <p:nvPr/>
            </p:nvSpPr>
            <p:spPr>
              <a:xfrm rot="14400000">
                <a:off x="14712627" y="24561661"/>
                <a:ext cx="1805009" cy="1907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83"/>
                    </a:lnTo>
                    <a:lnTo>
                      <a:pt x="13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4" name="Shape 284"/>
              <p:cNvSpPr/>
              <p:nvPr/>
            </p:nvSpPr>
            <p:spPr>
              <a:xfrm rot="14400000">
                <a:off x="17629562" y="25083747"/>
                <a:ext cx="1526187" cy="1981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00"/>
                    </a:lnTo>
                    <a:lnTo>
                      <a:pt x="0" y="0"/>
                    </a:lnTo>
                    <a:lnTo>
                      <a:pt x="21600" y="208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5" name="Shape 285"/>
              <p:cNvSpPr/>
              <p:nvPr/>
            </p:nvSpPr>
            <p:spPr>
              <a:xfrm rot="14400000">
                <a:off x="18760127" y="24753264"/>
                <a:ext cx="590664" cy="1173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8" y="21600"/>
                    </a:moveTo>
                    <a:lnTo>
                      <a:pt x="0" y="0"/>
                    </a:lnTo>
                    <a:lnTo>
                      <a:pt x="21600" y="21600"/>
                    </a:lnTo>
                    <a:lnTo>
                      <a:pt x="211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6" name="Shape 286"/>
              <p:cNvSpPr/>
              <p:nvPr/>
            </p:nvSpPr>
            <p:spPr>
              <a:xfrm rot="14400000">
                <a:off x="23495967" y="18813877"/>
                <a:ext cx="1830690" cy="349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3" y="21600"/>
                    </a:moveTo>
                    <a:lnTo>
                      <a:pt x="0" y="0"/>
                    </a:lnTo>
                    <a:lnTo>
                      <a:pt x="130" y="0"/>
                    </a:lnTo>
                    <a:lnTo>
                      <a:pt x="21600" y="21600"/>
                    </a:lnTo>
                    <a:lnTo>
                      <a:pt x="2151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7" name="Shape 287"/>
              <p:cNvSpPr/>
              <p:nvPr/>
            </p:nvSpPr>
            <p:spPr>
              <a:xfrm rot="14400000">
                <a:off x="23597198" y="14072710"/>
                <a:ext cx="1162984" cy="572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32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8" name="Shape 288"/>
              <p:cNvSpPr/>
              <p:nvPr/>
            </p:nvSpPr>
            <p:spPr>
              <a:xfrm rot="14400000">
                <a:off x="10586527" y="6312631"/>
                <a:ext cx="1085941" cy="3679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6" y="21600"/>
                    </a:moveTo>
                    <a:lnTo>
                      <a:pt x="0" y="21557"/>
                    </a:lnTo>
                    <a:lnTo>
                      <a:pt x="21381" y="0"/>
                    </a:lnTo>
                    <a:lnTo>
                      <a:pt x="21600" y="0"/>
                    </a:lnTo>
                    <a:lnTo>
                      <a:pt x="14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9" name="Shape 289"/>
              <p:cNvSpPr/>
              <p:nvPr/>
            </p:nvSpPr>
            <p:spPr>
              <a:xfrm rot="14400000">
                <a:off x="3317898" y="16381029"/>
                <a:ext cx="5015135" cy="1863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8" y="21600"/>
                    </a:moveTo>
                    <a:lnTo>
                      <a:pt x="0" y="85"/>
                    </a:lnTo>
                    <a:lnTo>
                      <a:pt x="0" y="0"/>
                    </a:lnTo>
                    <a:lnTo>
                      <a:pt x="21600" y="21515"/>
                    </a:lnTo>
                    <a:lnTo>
                      <a:pt x="2156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0" name="Shape 290"/>
              <p:cNvSpPr/>
              <p:nvPr/>
            </p:nvSpPr>
            <p:spPr>
              <a:xfrm rot="14400000">
                <a:off x="7183056" y="12859398"/>
                <a:ext cx="1981107" cy="1683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0" y="21600"/>
                    </a:moveTo>
                    <a:lnTo>
                      <a:pt x="0" y="94"/>
                    </a:lnTo>
                    <a:lnTo>
                      <a:pt x="120" y="0"/>
                    </a:lnTo>
                    <a:lnTo>
                      <a:pt x="21600" y="21459"/>
                    </a:lnTo>
                    <a:lnTo>
                      <a:pt x="214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1" name="Shape 291"/>
              <p:cNvSpPr/>
              <p:nvPr/>
            </p:nvSpPr>
            <p:spPr>
              <a:xfrm rot="14400000">
                <a:off x="6479831" y="19762773"/>
                <a:ext cx="3947539" cy="711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266"/>
                    </a:lnTo>
                    <a:lnTo>
                      <a:pt x="21600" y="0"/>
                    </a:lnTo>
                    <a:lnTo>
                      <a:pt x="21600" y="22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2" name="Shape 292"/>
              <p:cNvSpPr/>
              <p:nvPr/>
            </p:nvSpPr>
            <p:spPr>
              <a:xfrm rot="14400000">
                <a:off x="7179574" y="9878797"/>
                <a:ext cx="414565" cy="1118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18" y="21600"/>
                    </a:moveTo>
                    <a:lnTo>
                      <a:pt x="0" y="0"/>
                    </a:lnTo>
                    <a:lnTo>
                      <a:pt x="382" y="0"/>
                    </a:lnTo>
                    <a:lnTo>
                      <a:pt x="21600" y="21600"/>
                    </a:lnTo>
                    <a:lnTo>
                      <a:pt x="212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3" name="Shape 293"/>
              <p:cNvSpPr/>
              <p:nvPr/>
            </p:nvSpPr>
            <p:spPr>
              <a:xfrm rot="14400000">
                <a:off x="7605452" y="10260112"/>
                <a:ext cx="2663488" cy="1162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96"/>
                    </a:lnTo>
                    <a:lnTo>
                      <a:pt x="21600" y="0"/>
                    </a:lnTo>
                    <a:lnTo>
                      <a:pt x="21600" y="13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4" name="Shape 294"/>
              <p:cNvSpPr/>
              <p:nvPr/>
            </p:nvSpPr>
            <p:spPr>
              <a:xfrm rot="14400000">
                <a:off x="10366274" y="10118771"/>
                <a:ext cx="649363" cy="1746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56" y="21600"/>
                    </a:moveTo>
                    <a:lnTo>
                      <a:pt x="0" y="136"/>
                    </a:lnTo>
                    <a:lnTo>
                      <a:pt x="244" y="0"/>
                    </a:lnTo>
                    <a:lnTo>
                      <a:pt x="21600" y="21464"/>
                    </a:lnTo>
                    <a:lnTo>
                      <a:pt x="2135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5" name="Shape 295"/>
              <p:cNvSpPr/>
              <p:nvPr/>
            </p:nvSpPr>
            <p:spPr>
              <a:xfrm rot="14400000">
                <a:off x="22598119" y="11532641"/>
                <a:ext cx="2769881" cy="1379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4" y="21600"/>
                    </a:moveTo>
                    <a:lnTo>
                      <a:pt x="0" y="115"/>
                    </a:lnTo>
                    <a:lnTo>
                      <a:pt x="86" y="0"/>
                    </a:lnTo>
                    <a:lnTo>
                      <a:pt x="21600" y="21428"/>
                    </a:lnTo>
                    <a:lnTo>
                      <a:pt x="21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6" name="Shape 296"/>
              <p:cNvSpPr/>
              <p:nvPr/>
            </p:nvSpPr>
            <p:spPr>
              <a:xfrm rot="14400000">
                <a:off x="21001622" y="9018064"/>
                <a:ext cx="2281941" cy="2725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4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1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7" name="Shape 297"/>
              <p:cNvSpPr/>
              <p:nvPr/>
            </p:nvSpPr>
            <p:spPr>
              <a:xfrm rot="14400000">
                <a:off x="9144351" y="22159845"/>
                <a:ext cx="263298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8" name="Shape 298"/>
              <p:cNvSpPr/>
              <p:nvPr/>
            </p:nvSpPr>
            <p:spPr>
              <a:xfrm rot="14400000">
                <a:off x="10825250" y="22680004"/>
                <a:ext cx="25997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433" fill="norm" stroke="1" extrusionOk="0">
                    <a:moveTo>
                      <a:pt x="20335" y="11199"/>
                    </a:moveTo>
                    <a:cubicBezTo>
                      <a:pt x="19660" y="17090"/>
                      <a:pt x="14260" y="21017"/>
                      <a:pt x="8860" y="20362"/>
                    </a:cubicBezTo>
                    <a:cubicBezTo>
                      <a:pt x="2785" y="19708"/>
                      <a:pt x="-590" y="14472"/>
                      <a:pt x="85" y="9235"/>
                    </a:cubicBezTo>
                    <a:cubicBezTo>
                      <a:pt x="760" y="3344"/>
                      <a:pt x="5485" y="-583"/>
                      <a:pt x="10885" y="72"/>
                    </a:cubicBezTo>
                    <a:cubicBezTo>
                      <a:pt x="16960" y="726"/>
                      <a:pt x="21010" y="5962"/>
                      <a:pt x="20335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9" name="Shape 299"/>
              <p:cNvSpPr/>
              <p:nvPr/>
            </p:nvSpPr>
            <p:spPr>
              <a:xfrm rot="14400000">
                <a:off x="14165178" y="25093291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0" name="Shape 300"/>
              <p:cNvSpPr/>
              <p:nvPr/>
            </p:nvSpPr>
            <p:spPr>
              <a:xfrm rot="14400000">
                <a:off x="14422434" y="2336999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1" name="Shape 301"/>
              <p:cNvSpPr/>
              <p:nvPr/>
            </p:nvSpPr>
            <p:spPr>
              <a:xfrm rot="14400000">
                <a:off x="17955942" y="2429160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2" name="Shape 302"/>
              <p:cNvSpPr/>
              <p:nvPr/>
            </p:nvSpPr>
            <p:spPr>
              <a:xfrm rot="14400000">
                <a:off x="19288411" y="2467152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3" name="Shape 303"/>
              <p:cNvSpPr/>
              <p:nvPr/>
            </p:nvSpPr>
            <p:spPr>
              <a:xfrm rot="14400000">
                <a:off x="18676990" y="23450029"/>
                <a:ext cx="25983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4" name="Shape 304"/>
              <p:cNvSpPr/>
              <p:nvPr/>
            </p:nvSpPr>
            <p:spPr>
              <a:xfrm rot="14400000">
                <a:off x="19806321" y="23419720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5" name="Shape 305"/>
              <p:cNvSpPr/>
              <p:nvPr/>
            </p:nvSpPr>
            <p:spPr>
              <a:xfrm rot="14400000">
                <a:off x="22154843" y="23355495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6" name="Shape 306"/>
              <p:cNvSpPr/>
              <p:nvPr/>
            </p:nvSpPr>
            <p:spPr>
              <a:xfrm rot="14400000">
                <a:off x="20336612" y="22062595"/>
                <a:ext cx="263298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7" name="Shape 307"/>
              <p:cNvSpPr/>
              <p:nvPr/>
            </p:nvSpPr>
            <p:spPr>
              <a:xfrm rot="14400000">
                <a:off x="22163444" y="22076314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8" name="Shape 308"/>
              <p:cNvSpPr/>
              <p:nvPr/>
            </p:nvSpPr>
            <p:spPr>
              <a:xfrm rot="14400000">
                <a:off x="23166438" y="2207550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09" name="Shape 309"/>
              <p:cNvSpPr/>
              <p:nvPr/>
            </p:nvSpPr>
            <p:spPr>
              <a:xfrm rot="14400000">
                <a:off x="22166231" y="20745099"/>
                <a:ext cx="27417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0" name="Shape 310"/>
              <p:cNvSpPr/>
              <p:nvPr/>
            </p:nvSpPr>
            <p:spPr>
              <a:xfrm rot="14400000">
                <a:off x="21500755" y="19037213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1" name="Shape 311"/>
              <p:cNvSpPr/>
              <p:nvPr/>
            </p:nvSpPr>
            <p:spPr>
              <a:xfrm rot="14400000">
                <a:off x="25320435" y="188614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2" name="Shape 312"/>
              <p:cNvSpPr/>
              <p:nvPr/>
            </p:nvSpPr>
            <p:spPr>
              <a:xfrm rot="14400000">
                <a:off x="23217072" y="1619331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3" name="Shape 313"/>
              <p:cNvSpPr/>
              <p:nvPr/>
            </p:nvSpPr>
            <p:spPr>
              <a:xfrm rot="14400000">
                <a:off x="22550598" y="13941660"/>
                <a:ext cx="259833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4" name="Shape 314"/>
              <p:cNvSpPr/>
              <p:nvPr/>
            </p:nvSpPr>
            <p:spPr>
              <a:xfrm rot="14400000">
                <a:off x="22875679" y="1104268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5" name="Shape 315"/>
              <p:cNvSpPr/>
              <p:nvPr/>
            </p:nvSpPr>
            <p:spPr>
              <a:xfrm rot="14400000">
                <a:off x="23745873" y="1056516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6" name="Shape 316"/>
              <p:cNvSpPr/>
              <p:nvPr/>
            </p:nvSpPr>
            <p:spPr>
              <a:xfrm rot="14400000">
                <a:off x="21086739" y="1152851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7" name="Shape 317"/>
              <p:cNvSpPr/>
              <p:nvPr/>
            </p:nvSpPr>
            <p:spPr>
              <a:xfrm rot="14400000">
                <a:off x="19608786" y="11030444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8" name="Shape 318"/>
              <p:cNvSpPr/>
              <p:nvPr/>
            </p:nvSpPr>
            <p:spPr>
              <a:xfrm rot="14400000">
                <a:off x="18748105" y="7807843"/>
                <a:ext cx="263297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1548"/>
                    </a:moveTo>
                    <a:cubicBezTo>
                      <a:pt x="19649" y="17623"/>
                      <a:pt x="14249" y="20998"/>
                      <a:pt x="8849" y="20323"/>
                    </a:cubicBezTo>
                    <a:cubicBezTo>
                      <a:pt x="3449" y="19648"/>
                      <a:pt x="-601" y="14923"/>
                      <a:pt x="74" y="9523"/>
                    </a:cubicBezTo>
                    <a:cubicBezTo>
                      <a:pt x="749" y="3448"/>
                      <a:pt x="5474" y="-602"/>
                      <a:pt x="11549" y="73"/>
                    </a:cubicBezTo>
                    <a:cubicBezTo>
                      <a:pt x="16949" y="748"/>
                      <a:pt x="20999" y="6148"/>
                      <a:pt x="20324" y="1154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19" name="Shape 319"/>
              <p:cNvSpPr/>
              <p:nvPr/>
            </p:nvSpPr>
            <p:spPr>
              <a:xfrm rot="14400000">
                <a:off x="19235044" y="7960907"/>
                <a:ext cx="270702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09" fill="norm" stroke="1" extrusionOk="0">
                    <a:moveTo>
                      <a:pt x="20362" y="10885"/>
                    </a:moveTo>
                    <a:cubicBezTo>
                      <a:pt x="19708" y="16960"/>
                      <a:pt x="14472" y="21010"/>
                      <a:pt x="9235" y="20335"/>
                    </a:cubicBezTo>
                    <a:cubicBezTo>
                      <a:pt x="3344" y="19660"/>
                      <a:pt x="-583" y="14260"/>
                      <a:pt x="72" y="8860"/>
                    </a:cubicBezTo>
                    <a:cubicBezTo>
                      <a:pt x="726" y="2785"/>
                      <a:pt x="5962" y="-590"/>
                      <a:pt x="11199" y="85"/>
                    </a:cubicBezTo>
                    <a:cubicBezTo>
                      <a:pt x="17090" y="760"/>
                      <a:pt x="21017" y="5485"/>
                      <a:pt x="20362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0" name="Shape 320"/>
              <p:cNvSpPr/>
              <p:nvPr/>
            </p:nvSpPr>
            <p:spPr>
              <a:xfrm rot="14400000">
                <a:off x="15884831" y="8329872"/>
                <a:ext cx="263298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0885"/>
                    </a:moveTo>
                    <a:cubicBezTo>
                      <a:pt x="19649" y="16960"/>
                      <a:pt x="14924" y="21010"/>
                      <a:pt x="8849" y="20335"/>
                    </a:cubicBezTo>
                    <a:cubicBezTo>
                      <a:pt x="3449" y="19660"/>
                      <a:pt x="-601" y="14260"/>
                      <a:pt x="74" y="8860"/>
                    </a:cubicBezTo>
                    <a:cubicBezTo>
                      <a:pt x="749" y="2785"/>
                      <a:pt x="6149" y="-590"/>
                      <a:pt x="11549" y="85"/>
                    </a:cubicBezTo>
                    <a:cubicBezTo>
                      <a:pt x="16949" y="760"/>
                      <a:pt x="20999" y="5485"/>
                      <a:pt x="20324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1" name="Shape 321"/>
              <p:cNvSpPr/>
              <p:nvPr/>
            </p:nvSpPr>
            <p:spPr>
              <a:xfrm rot="14400000">
                <a:off x="14013276" y="7223990"/>
                <a:ext cx="259833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2" name="Shape 322"/>
              <p:cNvSpPr/>
              <p:nvPr/>
            </p:nvSpPr>
            <p:spPr>
              <a:xfrm rot="14400000">
                <a:off x="12761745" y="10243203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3" name="Shape 323"/>
              <p:cNvSpPr/>
              <p:nvPr/>
            </p:nvSpPr>
            <p:spPr>
              <a:xfrm rot="14400000">
                <a:off x="12830648" y="7593475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4" name="Shape 324"/>
              <p:cNvSpPr/>
              <p:nvPr/>
            </p:nvSpPr>
            <p:spPr>
              <a:xfrm rot="14400000">
                <a:off x="11157264" y="10168673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5" name="Shape 325"/>
              <p:cNvSpPr/>
              <p:nvPr/>
            </p:nvSpPr>
            <p:spPr>
              <a:xfrm rot="14400000">
                <a:off x="9167228" y="8493149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6" name="Shape 326"/>
              <p:cNvSpPr/>
              <p:nvPr/>
            </p:nvSpPr>
            <p:spPr>
              <a:xfrm rot="14400000">
                <a:off x="9986450" y="11558068"/>
                <a:ext cx="25983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7" name="Shape 327"/>
              <p:cNvSpPr/>
              <p:nvPr/>
            </p:nvSpPr>
            <p:spPr>
              <a:xfrm rot="14400000">
                <a:off x="7647533" y="9832912"/>
                <a:ext cx="259833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8" name="Shape 328"/>
              <p:cNvSpPr/>
              <p:nvPr/>
            </p:nvSpPr>
            <p:spPr>
              <a:xfrm rot="14400000">
                <a:off x="6889852" y="10778097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29" name="Shape 329"/>
              <p:cNvSpPr/>
              <p:nvPr/>
            </p:nvSpPr>
            <p:spPr>
              <a:xfrm rot="14400000">
                <a:off x="8278996" y="12291709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0" name="Shape 330"/>
              <p:cNvSpPr/>
              <p:nvPr/>
            </p:nvSpPr>
            <p:spPr>
              <a:xfrm rot="14400000">
                <a:off x="8632022" y="1053688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1" name="Shape 331"/>
              <p:cNvSpPr/>
              <p:nvPr/>
            </p:nvSpPr>
            <p:spPr>
              <a:xfrm rot="14400000">
                <a:off x="7772400" y="12729424"/>
                <a:ext cx="270702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2" name="Shape 332"/>
              <p:cNvSpPr/>
              <p:nvPr/>
            </p:nvSpPr>
            <p:spPr>
              <a:xfrm rot="14400000">
                <a:off x="7795721" y="1483079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3" name="Shape 333"/>
              <p:cNvSpPr/>
              <p:nvPr/>
            </p:nvSpPr>
            <p:spPr>
              <a:xfrm rot="14400000">
                <a:off x="5274540" y="14538021"/>
                <a:ext cx="263297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4" name="Shape 334"/>
              <p:cNvSpPr/>
              <p:nvPr/>
            </p:nvSpPr>
            <p:spPr>
              <a:xfrm rot="14400000">
                <a:off x="7746937" y="1717776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5" name="Shape 335"/>
              <p:cNvSpPr/>
              <p:nvPr/>
            </p:nvSpPr>
            <p:spPr>
              <a:xfrm rot="14400000">
                <a:off x="7011222" y="184137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6" name="Shape 336"/>
              <p:cNvSpPr/>
              <p:nvPr/>
            </p:nvSpPr>
            <p:spPr>
              <a:xfrm rot="14400000">
                <a:off x="6153660" y="1979005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7" name="Shape 337"/>
              <p:cNvSpPr/>
              <p:nvPr/>
            </p:nvSpPr>
            <p:spPr>
              <a:xfrm rot="14400000">
                <a:off x="9586431" y="2150850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8" name="Shape 338"/>
              <p:cNvSpPr/>
              <p:nvPr/>
            </p:nvSpPr>
            <p:spPr>
              <a:xfrm rot="14400000">
                <a:off x="8826602" y="21228575"/>
                <a:ext cx="25983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39" name="Shape 339"/>
              <p:cNvSpPr/>
              <p:nvPr/>
            </p:nvSpPr>
            <p:spPr>
              <a:xfrm rot="14400000">
                <a:off x="23959636" y="1360623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0" name="Shape 340"/>
              <p:cNvSpPr/>
              <p:nvPr/>
            </p:nvSpPr>
            <p:spPr>
              <a:xfrm rot="14400000">
                <a:off x="24099366" y="1483880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1" name="Shape 341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2" name="Shape 342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3" name="Shape 343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4" name="Shape 344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5" name="Shape 345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6" name="Shape 346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7" name="Shape 347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8" name="Shape 348"/>
              <p:cNvSpPr/>
              <p:nvPr/>
            </p:nvSpPr>
            <p:spPr>
              <a:xfrm rot="14400000">
                <a:off x="16388314" y="1904470"/>
                <a:ext cx="6567001" cy="4453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4" y="21600"/>
                    </a:moveTo>
                    <a:lnTo>
                      <a:pt x="0" y="53"/>
                    </a:lnTo>
                    <a:lnTo>
                      <a:pt x="24" y="0"/>
                    </a:lnTo>
                    <a:lnTo>
                      <a:pt x="21600" y="21547"/>
                    </a:lnTo>
                    <a:lnTo>
                      <a:pt x="2156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49" name="Shape 349"/>
              <p:cNvSpPr/>
              <p:nvPr/>
            </p:nvSpPr>
            <p:spPr>
              <a:xfrm rot="14400000">
                <a:off x="15425208" y="-483805"/>
                <a:ext cx="3261489" cy="8518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1" y="2160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21600" y="21600"/>
                    </a:lnTo>
                    <a:lnTo>
                      <a:pt x="2155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0" name="Shape 350"/>
              <p:cNvSpPr/>
              <p:nvPr/>
            </p:nvSpPr>
            <p:spPr>
              <a:xfrm rot="14400000">
                <a:off x="15376689" y="545587"/>
                <a:ext cx="5205907" cy="7553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21"/>
                    </a:lnTo>
                    <a:lnTo>
                      <a:pt x="30" y="0"/>
                    </a:lnTo>
                    <a:lnTo>
                      <a:pt x="21600" y="2160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1" name="Shape 351"/>
              <p:cNvSpPr/>
              <p:nvPr/>
            </p:nvSpPr>
            <p:spPr>
              <a:xfrm rot="14400000">
                <a:off x="16385159" y="4503717"/>
                <a:ext cx="11072181" cy="18600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28"/>
                    </a:lnTo>
                    <a:lnTo>
                      <a:pt x="21" y="0"/>
                    </a:lnTo>
                    <a:lnTo>
                      <a:pt x="21600" y="2147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2" name="Shape 352"/>
              <p:cNvSpPr/>
              <p:nvPr/>
            </p:nvSpPr>
            <p:spPr>
              <a:xfrm rot="14400000">
                <a:off x="15399419" y="3647933"/>
                <a:ext cx="10411815" cy="4633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85" y="21600"/>
                    </a:moveTo>
                    <a:lnTo>
                      <a:pt x="0" y="34"/>
                    </a:lnTo>
                    <a:lnTo>
                      <a:pt x="0" y="0"/>
                    </a:lnTo>
                    <a:lnTo>
                      <a:pt x="21600" y="21549"/>
                    </a:lnTo>
                    <a:lnTo>
                      <a:pt x="215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3" name="Shape 353"/>
              <p:cNvSpPr/>
              <p:nvPr/>
            </p:nvSpPr>
            <p:spPr>
              <a:xfrm rot="14400000">
                <a:off x="19817444" y="4818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4" name="Shape 354"/>
              <p:cNvSpPr/>
              <p:nvPr/>
            </p:nvSpPr>
            <p:spPr>
              <a:xfrm rot="14400000">
                <a:off x="22458522" y="23260077"/>
                <a:ext cx="2509402" cy="616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257"/>
                    </a:lnTo>
                    <a:lnTo>
                      <a:pt x="63" y="0"/>
                    </a:lnTo>
                    <a:lnTo>
                      <a:pt x="21600" y="2121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5" name="Shape 355"/>
              <p:cNvSpPr/>
              <p:nvPr/>
            </p:nvSpPr>
            <p:spPr>
              <a:xfrm rot="14400000">
                <a:off x="25091198" y="22571679"/>
                <a:ext cx="388885" cy="2905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2" y="21600"/>
                    </a:moveTo>
                    <a:lnTo>
                      <a:pt x="0" y="0"/>
                    </a:lnTo>
                    <a:lnTo>
                      <a:pt x="408" y="0"/>
                    </a:lnTo>
                    <a:lnTo>
                      <a:pt x="21600" y="21600"/>
                    </a:lnTo>
                    <a:lnTo>
                      <a:pt x="211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6" name="Shape 356"/>
              <p:cNvSpPr/>
              <p:nvPr/>
            </p:nvSpPr>
            <p:spPr>
              <a:xfrm rot="14400000">
                <a:off x="26179267" y="23585378"/>
                <a:ext cx="1056589" cy="7337"/>
              </a:xfrm>
              <a:prstGeom prst="rect">
                <a:avLst/>
              </a:pr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7" name="Shape 357"/>
              <p:cNvSpPr/>
              <p:nvPr/>
            </p:nvSpPr>
            <p:spPr>
              <a:xfrm rot="14400000">
                <a:off x="4550770" y="18807213"/>
                <a:ext cx="1995782" cy="631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9"/>
                    </a:lnTo>
                    <a:lnTo>
                      <a:pt x="21600" y="0"/>
                    </a:lnTo>
                    <a:lnTo>
                      <a:pt x="21600" y="251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8" name="Shape 358"/>
              <p:cNvSpPr/>
              <p:nvPr/>
            </p:nvSpPr>
            <p:spPr>
              <a:xfrm rot="14400000">
                <a:off x="3798201" y="18235987"/>
                <a:ext cx="678713" cy="1882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4"/>
                    </a:lnTo>
                    <a:lnTo>
                      <a:pt x="0" y="0"/>
                    </a:lnTo>
                    <a:lnTo>
                      <a:pt x="21600" y="2151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59" name="Shape 359"/>
              <p:cNvSpPr/>
              <p:nvPr/>
            </p:nvSpPr>
            <p:spPr>
              <a:xfrm rot="14400000">
                <a:off x="4248030" y="18632425"/>
                <a:ext cx="1317069" cy="2505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21537"/>
                    </a:lnTo>
                    <a:lnTo>
                      <a:pt x="21600" y="0"/>
                    </a:lnTo>
                    <a:lnTo>
                      <a:pt x="21600" y="63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0" name="Shape 360"/>
              <p:cNvSpPr/>
              <p:nvPr/>
            </p:nvSpPr>
            <p:spPr>
              <a:xfrm rot="14400000">
                <a:off x="1139756" y="18575847"/>
                <a:ext cx="2630470" cy="891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22"/>
                    </a:lnTo>
                    <a:lnTo>
                      <a:pt x="21510" y="0"/>
                    </a:lnTo>
                    <a:lnTo>
                      <a:pt x="21600" y="17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1" name="Shape 361"/>
              <p:cNvSpPr/>
              <p:nvPr/>
            </p:nvSpPr>
            <p:spPr>
              <a:xfrm rot="14400000">
                <a:off x="26836882" y="2391674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2" name="Shape 362"/>
              <p:cNvSpPr/>
              <p:nvPr/>
            </p:nvSpPr>
            <p:spPr>
              <a:xfrm rot="14400000">
                <a:off x="26317345" y="22997275"/>
                <a:ext cx="259833" cy="259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0874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087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3" name="Shape 363"/>
              <p:cNvSpPr/>
              <p:nvPr/>
            </p:nvSpPr>
            <p:spPr>
              <a:xfrm rot="14400000">
                <a:off x="23989338" y="24781352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35" y="11549"/>
                    </a:moveTo>
                    <a:cubicBezTo>
                      <a:pt x="19660" y="16949"/>
                      <a:pt x="14260" y="20999"/>
                      <a:pt x="8860" y="20324"/>
                    </a:cubicBezTo>
                    <a:cubicBezTo>
                      <a:pt x="2785" y="19649"/>
                      <a:pt x="-590" y="14924"/>
                      <a:pt x="85" y="8849"/>
                    </a:cubicBezTo>
                    <a:cubicBezTo>
                      <a:pt x="760" y="3449"/>
                      <a:pt x="5485" y="-601"/>
                      <a:pt x="10885" y="74"/>
                    </a:cubicBezTo>
                    <a:cubicBezTo>
                      <a:pt x="16960" y="749"/>
                      <a:pt x="21010" y="6149"/>
                      <a:pt x="20335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4" name="Shape 364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5" name="Shape 365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6" name="Shape 366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7" name="Shape 367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8" name="Shape 368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69" name="Shape 369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0" name="Shape 370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1" name="Shape 371"/>
              <p:cNvSpPr/>
              <p:nvPr/>
            </p:nvSpPr>
            <p:spPr>
              <a:xfrm rot="14400000">
                <a:off x="5396762" y="13134418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2" name="Shape 372"/>
              <p:cNvSpPr/>
              <p:nvPr/>
            </p:nvSpPr>
            <p:spPr>
              <a:xfrm rot="14400000">
                <a:off x="4657406" y="18306713"/>
                <a:ext cx="264674" cy="26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6607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73" name="Shape 373"/>
              <p:cNvSpPr/>
              <p:nvPr/>
            </p:nvSpPr>
            <p:spPr>
              <a:xfrm rot="14400000">
                <a:off x="1304004" y="17959889"/>
                <a:ext cx="261405" cy="264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5972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375" name="Shape 375"/>
            <p:cNvSpPr/>
            <p:nvPr/>
          </p:nvSpPr>
          <p:spPr>
            <a:xfrm rot="14400000">
              <a:off x="3367006" y="19806246"/>
              <a:ext cx="261406" cy="264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8" h="18732" fill="norm" stroke="1" extrusionOk="0">
                  <a:moveTo>
                    <a:pt x="18513" y="5301"/>
                  </a:moveTo>
                  <a:cubicBezTo>
                    <a:pt x="20419" y="10238"/>
                    <a:pt x="18513" y="15792"/>
                    <a:pt x="13431" y="17643"/>
                  </a:cubicBezTo>
                  <a:cubicBezTo>
                    <a:pt x="8984" y="20112"/>
                    <a:pt x="3266" y="18261"/>
                    <a:pt x="725" y="13323"/>
                  </a:cubicBezTo>
                  <a:cubicBezTo>
                    <a:pt x="-1181" y="8386"/>
                    <a:pt x="725" y="2832"/>
                    <a:pt x="5807" y="981"/>
                  </a:cubicBezTo>
                  <a:cubicBezTo>
                    <a:pt x="10254" y="-1488"/>
                    <a:pt x="15972" y="981"/>
                    <a:pt x="18513" y="5301"/>
                  </a:cubicBez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3" grpId="3"/>
      <p:bldP build="whole" bldLvl="1" animBg="1" rev="0" advAuto="0" spid="376" grpId="1"/>
      <p:bldP build="whole" bldLvl="1" animBg="1" rev="0" advAuto="0" spid="172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/>
          <p:nvPr/>
        </p:nvSpPr>
        <p:spPr>
          <a:xfrm>
            <a:off x="10561980" y="1338722"/>
            <a:ext cx="3258719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Objetivos</a:t>
            </a:r>
          </a:p>
        </p:txBody>
      </p:sp>
      <p:grpSp>
        <p:nvGrpSpPr>
          <p:cNvPr id="387" name="Group 387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382" name="Group 38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379" name="Shape 37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80" name="Shape 38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81" name="Shape 38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386" name="Group 38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383" name="Shape 38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84" name="Shape 38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385" name="Shape 38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388" name="Shape 388"/>
          <p:cNvSpPr/>
          <p:nvPr/>
        </p:nvSpPr>
        <p:spPr>
          <a:xfrm>
            <a:off x="4345086" y="4470545"/>
            <a:ext cx="3816001" cy="38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Shape 389"/>
          <p:cNvSpPr/>
          <p:nvPr/>
        </p:nvSpPr>
        <p:spPr>
          <a:xfrm>
            <a:off x="4245044" y="4363127"/>
            <a:ext cx="2159001" cy="21621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38" y="21600"/>
                </a:moveTo>
                <a:cubicBezTo>
                  <a:pt x="0" y="21600"/>
                  <a:pt x="0" y="21600"/>
                  <a:pt x="0" y="21600"/>
                </a:cubicBezTo>
                <a:cubicBezTo>
                  <a:pt x="0" y="15828"/>
                  <a:pt x="2261" y="10405"/>
                  <a:pt x="6324" y="6324"/>
                </a:cubicBezTo>
                <a:cubicBezTo>
                  <a:pt x="10405" y="2243"/>
                  <a:pt x="15828" y="0"/>
                  <a:pt x="21600" y="0"/>
                </a:cubicBezTo>
                <a:cubicBezTo>
                  <a:pt x="21600" y="1838"/>
                  <a:pt x="21600" y="1838"/>
                  <a:pt x="21600" y="1838"/>
                </a:cubicBezTo>
                <a:cubicBezTo>
                  <a:pt x="10717" y="1838"/>
                  <a:pt x="1838" y="10699"/>
                  <a:pt x="1838" y="21600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Shape 390"/>
          <p:cNvSpPr/>
          <p:nvPr/>
        </p:nvSpPr>
        <p:spPr>
          <a:xfrm>
            <a:off x="3535310" y="8833345"/>
            <a:ext cx="5335525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40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A0A0A"/>
                </a:solidFill>
              </a:rPr>
              <a:t>OBJETIVO PRINCIPAL</a:t>
            </a:r>
          </a:p>
        </p:txBody>
      </p:sp>
      <p:sp>
        <p:nvSpPr>
          <p:cNvPr id="391" name="Shape 391"/>
          <p:cNvSpPr/>
          <p:nvPr/>
        </p:nvSpPr>
        <p:spPr>
          <a:xfrm>
            <a:off x="3987764" y="9700943"/>
            <a:ext cx="443060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8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Captación de leads</a:t>
            </a:r>
          </a:p>
        </p:txBody>
      </p:sp>
      <p:sp>
        <p:nvSpPr>
          <p:cNvPr id="392" name="Shape 392"/>
          <p:cNvSpPr/>
          <p:nvPr/>
        </p:nvSpPr>
        <p:spPr>
          <a:xfrm>
            <a:off x="4763064" y="9651897"/>
            <a:ext cx="2880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395" name="Group 395"/>
          <p:cNvGrpSpPr/>
          <p:nvPr/>
        </p:nvGrpSpPr>
        <p:grpSpPr>
          <a:xfrm>
            <a:off x="5500611" y="5699178"/>
            <a:ext cx="1504951" cy="1381127"/>
            <a:chOff x="0" y="0"/>
            <a:chExt cx="1504950" cy="1381126"/>
          </a:xfrm>
        </p:grpSpPr>
        <p:sp>
          <p:nvSpPr>
            <p:cNvPr id="393" name="Shape 393"/>
            <p:cNvSpPr/>
            <p:nvPr/>
          </p:nvSpPr>
          <p:spPr>
            <a:xfrm>
              <a:off x="187326" y="200025"/>
              <a:ext cx="358776" cy="50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83" y="21600"/>
                  </a:moveTo>
                  <a:cubicBezTo>
                    <a:pt x="8938" y="21600"/>
                    <a:pt x="8938" y="21600"/>
                    <a:pt x="8938" y="21600"/>
                  </a:cubicBezTo>
                  <a:cubicBezTo>
                    <a:pt x="2979" y="19493"/>
                    <a:pt x="0" y="15805"/>
                    <a:pt x="0" y="11590"/>
                  </a:cubicBezTo>
                  <a:cubicBezTo>
                    <a:pt x="0" y="5268"/>
                    <a:pt x="7448" y="0"/>
                    <a:pt x="15641" y="0"/>
                  </a:cubicBezTo>
                  <a:cubicBezTo>
                    <a:pt x="17131" y="0"/>
                    <a:pt x="18621" y="0"/>
                    <a:pt x="20855" y="527"/>
                  </a:cubicBezTo>
                  <a:cubicBezTo>
                    <a:pt x="21600" y="527"/>
                    <a:pt x="21600" y="1054"/>
                    <a:pt x="21600" y="1580"/>
                  </a:cubicBezTo>
                  <a:cubicBezTo>
                    <a:pt x="21600" y="2107"/>
                    <a:pt x="20110" y="2634"/>
                    <a:pt x="19366" y="2634"/>
                  </a:cubicBezTo>
                  <a:cubicBezTo>
                    <a:pt x="18621" y="2107"/>
                    <a:pt x="17131" y="2107"/>
                    <a:pt x="15641" y="2107"/>
                  </a:cubicBezTo>
                  <a:cubicBezTo>
                    <a:pt x="8938" y="2107"/>
                    <a:pt x="2979" y="6322"/>
                    <a:pt x="2979" y="11590"/>
                  </a:cubicBezTo>
                  <a:cubicBezTo>
                    <a:pt x="2979" y="14751"/>
                    <a:pt x="5959" y="17912"/>
                    <a:pt x="10428" y="19493"/>
                  </a:cubicBezTo>
                  <a:cubicBezTo>
                    <a:pt x="10428" y="20020"/>
                    <a:pt x="11172" y="20546"/>
                    <a:pt x="10428" y="21073"/>
                  </a:cubicBezTo>
                  <a:cubicBezTo>
                    <a:pt x="10428" y="21600"/>
                    <a:pt x="9683" y="21600"/>
                    <a:pt x="9683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94" name="Shape 394"/>
            <p:cNvSpPr/>
            <p:nvPr/>
          </p:nvSpPr>
          <p:spPr>
            <a:xfrm>
              <a:off x="0" y="-1"/>
              <a:ext cx="1504951" cy="13811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174" y="0"/>
                  </a:moveTo>
                  <a:cubicBezTo>
                    <a:pt x="13388" y="0"/>
                    <a:pt x="11960" y="973"/>
                    <a:pt x="10889" y="2141"/>
                  </a:cubicBezTo>
                  <a:cubicBezTo>
                    <a:pt x="9818" y="973"/>
                    <a:pt x="8390" y="0"/>
                    <a:pt x="6605" y="0"/>
                  </a:cubicBezTo>
                  <a:cubicBezTo>
                    <a:pt x="3035" y="0"/>
                    <a:pt x="0" y="3114"/>
                    <a:pt x="0" y="7200"/>
                  </a:cubicBezTo>
                  <a:cubicBezTo>
                    <a:pt x="0" y="8951"/>
                    <a:pt x="714" y="10703"/>
                    <a:pt x="1785" y="12065"/>
                  </a:cubicBezTo>
                  <a:cubicBezTo>
                    <a:pt x="10354" y="21211"/>
                    <a:pt x="10354" y="21211"/>
                    <a:pt x="10354" y="21211"/>
                  </a:cubicBezTo>
                  <a:cubicBezTo>
                    <a:pt x="10532" y="21405"/>
                    <a:pt x="10711" y="21600"/>
                    <a:pt x="10889" y="21600"/>
                  </a:cubicBezTo>
                  <a:cubicBezTo>
                    <a:pt x="11068" y="21600"/>
                    <a:pt x="11246" y="21405"/>
                    <a:pt x="11246" y="21211"/>
                  </a:cubicBezTo>
                  <a:cubicBezTo>
                    <a:pt x="19993" y="12065"/>
                    <a:pt x="19993" y="12065"/>
                    <a:pt x="19993" y="12065"/>
                  </a:cubicBezTo>
                  <a:cubicBezTo>
                    <a:pt x="21064" y="10703"/>
                    <a:pt x="21600" y="8951"/>
                    <a:pt x="21600" y="7200"/>
                  </a:cubicBezTo>
                  <a:cubicBezTo>
                    <a:pt x="21600" y="3114"/>
                    <a:pt x="18744" y="0"/>
                    <a:pt x="15174" y="0"/>
                  </a:cubicBezTo>
                  <a:close/>
                  <a:moveTo>
                    <a:pt x="18922" y="11092"/>
                  </a:moveTo>
                  <a:cubicBezTo>
                    <a:pt x="10889" y="19654"/>
                    <a:pt x="10889" y="19654"/>
                    <a:pt x="10889" y="19654"/>
                  </a:cubicBezTo>
                  <a:cubicBezTo>
                    <a:pt x="2856" y="11092"/>
                    <a:pt x="2856" y="11092"/>
                    <a:pt x="2856" y="11092"/>
                  </a:cubicBezTo>
                  <a:cubicBezTo>
                    <a:pt x="1964" y="9924"/>
                    <a:pt x="1428" y="8562"/>
                    <a:pt x="1428" y="7200"/>
                  </a:cubicBezTo>
                  <a:cubicBezTo>
                    <a:pt x="1428" y="4086"/>
                    <a:pt x="3749" y="1557"/>
                    <a:pt x="6605" y="1557"/>
                  </a:cubicBezTo>
                  <a:cubicBezTo>
                    <a:pt x="8212" y="1557"/>
                    <a:pt x="9640" y="2919"/>
                    <a:pt x="10354" y="3697"/>
                  </a:cubicBezTo>
                  <a:cubicBezTo>
                    <a:pt x="10532" y="3892"/>
                    <a:pt x="10711" y="4086"/>
                    <a:pt x="10889" y="4086"/>
                  </a:cubicBezTo>
                  <a:cubicBezTo>
                    <a:pt x="11068" y="4086"/>
                    <a:pt x="11246" y="3892"/>
                    <a:pt x="11425" y="3697"/>
                  </a:cubicBezTo>
                  <a:cubicBezTo>
                    <a:pt x="12139" y="2919"/>
                    <a:pt x="13567" y="1557"/>
                    <a:pt x="15174" y="1557"/>
                  </a:cubicBezTo>
                  <a:cubicBezTo>
                    <a:pt x="18030" y="1557"/>
                    <a:pt x="20172" y="4086"/>
                    <a:pt x="20172" y="7200"/>
                  </a:cubicBezTo>
                  <a:cubicBezTo>
                    <a:pt x="20172" y="8562"/>
                    <a:pt x="19815" y="9924"/>
                    <a:pt x="18922" y="1109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96" name="Shape 396"/>
          <p:cNvSpPr/>
          <p:nvPr/>
        </p:nvSpPr>
        <p:spPr>
          <a:xfrm>
            <a:off x="10836310" y="4070791"/>
            <a:ext cx="6664961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40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A0A0A"/>
                </a:solidFill>
              </a:rPr>
              <a:t>OBJETIVOS SECUNDARIOS</a:t>
            </a:r>
          </a:p>
        </p:txBody>
      </p:sp>
      <p:sp>
        <p:nvSpPr>
          <p:cNvPr id="397" name="Shape 397"/>
          <p:cNvSpPr/>
          <p:nvPr/>
        </p:nvSpPr>
        <p:spPr>
          <a:xfrm>
            <a:off x="12728783" y="4889344"/>
            <a:ext cx="2880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98" name="Shape 398"/>
          <p:cNvSpPr/>
          <p:nvPr/>
        </p:nvSpPr>
        <p:spPr>
          <a:xfrm>
            <a:off x="10991043" y="5693224"/>
            <a:ext cx="498473" cy="498473"/>
          </a:xfrm>
          <a:prstGeom prst="rect">
            <a:avLst/>
          </a:prstGeom>
          <a:solidFill>
            <a:srgbClr val="00808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Shape 399"/>
          <p:cNvSpPr/>
          <p:nvPr/>
        </p:nvSpPr>
        <p:spPr>
          <a:xfrm>
            <a:off x="10991043" y="7942864"/>
            <a:ext cx="498473" cy="498473"/>
          </a:xfrm>
          <a:prstGeom prst="rect">
            <a:avLst/>
          </a:pr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Shape 400"/>
          <p:cNvSpPr/>
          <p:nvPr/>
        </p:nvSpPr>
        <p:spPr>
          <a:xfrm>
            <a:off x="10991043" y="10173446"/>
            <a:ext cx="498473" cy="498473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Shape 401"/>
          <p:cNvSpPr/>
          <p:nvPr/>
        </p:nvSpPr>
        <p:spPr>
          <a:xfrm>
            <a:off x="12919161" y="5261626"/>
            <a:ext cx="7304126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Posicionamiento como referentes</a:t>
            </a:r>
          </a:p>
        </p:txBody>
      </p:sp>
      <p:sp>
        <p:nvSpPr>
          <p:cNvPr id="402" name="Shape 402"/>
          <p:cNvSpPr/>
          <p:nvPr/>
        </p:nvSpPr>
        <p:spPr>
          <a:xfrm>
            <a:off x="12919161" y="5827380"/>
            <a:ext cx="7198635" cy="1173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32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78787"/>
                </a:solidFill>
              </a:rPr>
              <a:t>Mejorar el posicionamiento de la marca frente a competidores y público general.</a:t>
            </a:r>
          </a:p>
        </p:txBody>
      </p:sp>
      <p:sp>
        <p:nvSpPr>
          <p:cNvPr id="403" name="Shape 403"/>
          <p:cNvSpPr/>
          <p:nvPr/>
        </p:nvSpPr>
        <p:spPr>
          <a:xfrm>
            <a:off x="12919161" y="7327310"/>
            <a:ext cx="5178603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Aumentar la notoriedad</a:t>
            </a:r>
          </a:p>
        </p:txBody>
      </p:sp>
      <p:sp>
        <p:nvSpPr>
          <p:cNvPr id="404" name="Shape 404"/>
          <p:cNvSpPr/>
          <p:nvPr/>
        </p:nvSpPr>
        <p:spPr>
          <a:xfrm>
            <a:off x="12919161" y="7931976"/>
            <a:ext cx="7198635" cy="1173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32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78787"/>
                </a:solidFill>
              </a:rPr>
              <a:t>Ser más reconocidos en el territorio de marca.</a:t>
            </a:r>
          </a:p>
        </p:txBody>
      </p:sp>
      <p:sp>
        <p:nvSpPr>
          <p:cNvPr id="405" name="Shape 405"/>
          <p:cNvSpPr/>
          <p:nvPr/>
        </p:nvSpPr>
        <p:spPr>
          <a:xfrm>
            <a:off x="12919161" y="9596278"/>
            <a:ext cx="4488689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Aumentar las ventas</a:t>
            </a:r>
          </a:p>
        </p:txBody>
      </p:sp>
      <p:sp>
        <p:nvSpPr>
          <p:cNvPr id="406" name="Shape 406"/>
          <p:cNvSpPr/>
          <p:nvPr/>
        </p:nvSpPr>
        <p:spPr>
          <a:xfrm>
            <a:off x="12919161" y="10200944"/>
            <a:ext cx="7198635" cy="1173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32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78787"/>
                </a:solidFill>
              </a:rPr>
              <a:t>Conseguir más ingresos a través de la captación de leads más cualificados.</a:t>
            </a:r>
          </a:p>
        </p:txBody>
      </p:sp>
      <p:grpSp>
        <p:nvGrpSpPr>
          <p:cNvPr id="409" name="Group 409"/>
          <p:cNvGrpSpPr/>
          <p:nvPr/>
        </p:nvGrpSpPr>
        <p:grpSpPr>
          <a:xfrm>
            <a:off x="11937020" y="5439168"/>
            <a:ext cx="718234" cy="1032249"/>
            <a:chOff x="0" y="0"/>
            <a:chExt cx="718232" cy="1032248"/>
          </a:xfrm>
        </p:grpSpPr>
        <p:sp>
          <p:nvSpPr>
            <p:cNvPr id="407" name="Shape 407"/>
            <p:cNvSpPr/>
            <p:nvPr/>
          </p:nvSpPr>
          <p:spPr>
            <a:xfrm>
              <a:off x="-1" y="0"/>
              <a:ext cx="718234" cy="10322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09" y="0"/>
                    <a:pt x="0" y="3375"/>
                    <a:pt x="0" y="7425"/>
                  </a:cubicBezTo>
                  <a:cubicBezTo>
                    <a:pt x="0" y="10125"/>
                    <a:pt x="3682" y="12994"/>
                    <a:pt x="4909" y="15525"/>
                  </a:cubicBezTo>
                  <a:cubicBezTo>
                    <a:pt x="6873" y="19406"/>
                    <a:pt x="6627" y="21600"/>
                    <a:pt x="10800" y="21600"/>
                  </a:cubicBezTo>
                  <a:cubicBezTo>
                    <a:pt x="14973" y="21600"/>
                    <a:pt x="14727" y="19406"/>
                    <a:pt x="16691" y="15525"/>
                  </a:cubicBezTo>
                  <a:cubicBezTo>
                    <a:pt x="17918" y="12994"/>
                    <a:pt x="21600" y="10125"/>
                    <a:pt x="21600" y="7425"/>
                  </a:cubicBezTo>
                  <a:cubicBezTo>
                    <a:pt x="21600" y="3375"/>
                    <a:pt x="16691" y="0"/>
                    <a:pt x="10800" y="0"/>
                  </a:cubicBezTo>
                  <a:close/>
                  <a:moveTo>
                    <a:pt x="13255" y="18394"/>
                  </a:moveTo>
                  <a:cubicBezTo>
                    <a:pt x="8591" y="18731"/>
                    <a:pt x="8591" y="18731"/>
                    <a:pt x="8591" y="18731"/>
                  </a:cubicBezTo>
                  <a:cubicBezTo>
                    <a:pt x="8345" y="18394"/>
                    <a:pt x="8100" y="18056"/>
                    <a:pt x="7855" y="17550"/>
                  </a:cubicBezTo>
                  <a:cubicBezTo>
                    <a:pt x="7855" y="17550"/>
                    <a:pt x="7855" y="17550"/>
                    <a:pt x="7855" y="17381"/>
                  </a:cubicBezTo>
                  <a:cubicBezTo>
                    <a:pt x="13991" y="16875"/>
                    <a:pt x="13991" y="16875"/>
                    <a:pt x="13991" y="16875"/>
                  </a:cubicBezTo>
                  <a:cubicBezTo>
                    <a:pt x="13991" y="17213"/>
                    <a:pt x="13745" y="17381"/>
                    <a:pt x="13745" y="17550"/>
                  </a:cubicBezTo>
                  <a:cubicBezTo>
                    <a:pt x="13500" y="17888"/>
                    <a:pt x="13500" y="18056"/>
                    <a:pt x="13255" y="18394"/>
                  </a:cubicBezTo>
                  <a:close/>
                  <a:moveTo>
                    <a:pt x="7609" y="16875"/>
                  </a:moveTo>
                  <a:cubicBezTo>
                    <a:pt x="7364" y="16369"/>
                    <a:pt x="7118" y="16031"/>
                    <a:pt x="6873" y="15525"/>
                  </a:cubicBezTo>
                  <a:cubicBezTo>
                    <a:pt x="14727" y="15525"/>
                    <a:pt x="14727" y="15525"/>
                    <a:pt x="14727" y="15525"/>
                  </a:cubicBezTo>
                  <a:cubicBezTo>
                    <a:pt x="14482" y="15694"/>
                    <a:pt x="14482" y="16031"/>
                    <a:pt x="14236" y="16200"/>
                  </a:cubicBezTo>
                  <a:lnTo>
                    <a:pt x="7609" y="16875"/>
                  </a:lnTo>
                  <a:close/>
                  <a:moveTo>
                    <a:pt x="10800" y="20250"/>
                  </a:moveTo>
                  <a:cubicBezTo>
                    <a:pt x="9818" y="20250"/>
                    <a:pt x="9327" y="20250"/>
                    <a:pt x="8836" y="19406"/>
                  </a:cubicBezTo>
                  <a:cubicBezTo>
                    <a:pt x="13009" y="19069"/>
                    <a:pt x="13009" y="19069"/>
                    <a:pt x="13009" y="19069"/>
                  </a:cubicBezTo>
                  <a:cubicBezTo>
                    <a:pt x="12518" y="20081"/>
                    <a:pt x="12027" y="20250"/>
                    <a:pt x="10800" y="20250"/>
                  </a:cubicBezTo>
                  <a:close/>
                  <a:moveTo>
                    <a:pt x="15464" y="14175"/>
                  </a:moveTo>
                  <a:cubicBezTo>
                    <a:pt x="6136" y="14175"/>
                    <a:pt x="6136" y="14175"/>
                    <a:pt x="6136" y="14175"/>
                  </a:cubicBezTo>
                  <a:cubicBezTo>
                    <a:pt x="5645" y="13500"/>
                    <a:pt x="5155" y="12656"/>
                    <a:pt x="4664" y="11981"/>
                  </a:cubicBezTo>
                  <a:cubicBezTo>
                    <a:pt x="3191" y="10463"/>
                    <a:pt x="1964" y="8775"/>
                    <a:pt x="1964" y="7425"/>
                  </a:cubicBezTo>
                  <a:cubicBezTo>
                    <a:pt x="1964" y="4050"/>
                    <a:pt x="5891" y="1350"/>
                    <a:pt x="10800" y="1350"/>
                  </a:cubicBezTo>
                  <a:cubicBezTo>
                    <a:pt x="15709" y="1350"/>
                    <a:pt x="19636" y="4050"/>
                    <a:pt x="19636" y="7425"/>
                  </a:cubicBezTo>
                  <a:cubicBezTo>
                    <a:pt x="19636" y="8775"/>
                    <a:pt x="18409" y="10463"/>
                    <a:pt x="16936" y="11981"/>
                  </a:cubicBezTo>
                  <a:cubicBezTo>
                    <a:pt x="16445" y="12656"/>
                    <a:pt x="15955" y="13500"/>
                    <a:pt x="15464" y="14175"/>
                  </a:cubicBezTo>
                  <a:close/>
                </a:path>
              </a:pathLst>
            </a:custGeom>
            <a:solidFill>
              <a:srgbClr val="00808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08" name="Shape 408"/>
            <p:cNvSpPr/>
            <p:nvPr/>
          </p:nvSpPr>
          <p:spPr>
            <a:xfrm>
              <a:off x="160349" y="160349"/>
              <a:ext cx="213800" cy="210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38" y="0"/>
                  </a:moveTo>
                  <a:cubicBezTo>
                    <a:pt x="9138" y="0"/>
                    <a:pt x="0" y="9138"/>
                    <a:pt x="0" y="19938"/>
                  </a:cubicBezTo>
                  <a:cubicBezTo>
                    <a:pt x="0" y="20769"/>
                    <a:pt x="831" y="21600"/>
                    <a:pt x="1662" y="21600"/>
                  </a:cubicBezTo>
                  <a:cubicBezTo>
                    <a:pt x="2492" y="21600"/>
                    <a:pt x="3323" y="20769"/>
                    <a:pt x="3323" y="19938"/>
                  </a:cubicBezTo>
                  <a:cubicBezTo>
                    <a:pt x="3323" y="10800"/>
                    <a:pt x="10800" y="3323"/>
                    <a:pt x="19938" y="3323"/>
                  </a:cubicBezTo>
                  <a:cubicBezTo>
                    <a:pt x="20769" y="3323"/>
                    <a:pt x="21600" y="2492"/>
                    <a:pt x="21600" y="1662"/>
                  </a:cubicBezTo>
                  <a:cubicBezTo>
                    <a:pt x="21600" y="831"/>
                    <a:pt x="20769" y="0"/>
                    <a:pt x="19938" y="0"/>
                  </a:cubicBezTo>
                  <a:close/>
                </a:path>
              </a:pathLst>
            </a:custGeom>
            <a:solidFill>
              <a:srgbClr val="00808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410" name="Shape 410"/>
          <p:cNvSpPr/>
          <p:nvPr/>
        </p:nvSpPr>
        <p:spPr>
          <a:xfrm>
            <a:off x="11754218" y="7662056"/>
            <a:ext cx="1083840" cy="1083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6" h="21366" fill="norm" stroke="1" extrusionOk="0">
                <a:moveTo>
                  <a:pt x="21290" y="8562"/>
                </a:moveTo>
                <a:cubicBezTo>
                  <a:pt x="20904" y="7212"/>
                  <a:pt x="20904" y="7212"/>
                  <a:pt x="20904" y="7212"/>
                </a:cubicBezTo>
                <a:cubicBezTo>
                  <a:pt x="20904" y="6826"/>
                  <a:pt x="20326" y="6440"/>
                  <a:pt x="19940" y="6633"/>
                </a:cubicBezTo>
                <a:cubicBezTo>
                  <a:pt x="19940" y="6633"/>
                  <a:pt x="19940" y="6633"/>
                  <a:pt x="19940" y="6633"/>
                </a:cubicBezTo>
                <a:cubicBezTo>
                  <a:pt x="18204" y="3162"/>
                  <a:pt x="14733" y="654"/>
                  <a:pt x="10683" y="654"/>
                </a:cubicBezTo>
                <a:cubicBezTo>
                  <a:pt x="10297" y="654"/>
                  <a:pt x="9912" y="654"/>
                  <a:pt x="9526" y="654"/>
                </a:cubicBezTo>
                <a:cubicBezTo>
                  <a:pt x="9526" y="462"/>
                  <a:pt x="9526" y="462"/>
                  <a:pt x="9526" y="462"/>
                </a:cubicBezTo>
                <a:cubicBezTo>
                  <a:pt x="9526" y="76"/>
                  <a:pt x="9140" y="-117"/>
                  <a:pt x="8562" y="76"/>
                </a:cubicBezTo>
                <a:cubicBezTo>
                  <a:pt x="7212" y="462"/>
                  <a:pt x="7212" y="462"/>
                  <a:pt x="7212" y="462"/>
                </a:cubicBezTo>
                <a:cubicBezTo>
                  <a:pt x="6826" y="462"/>
                  <a:pt x="6440" y="1040"/>
                  <a:pt x="6633" y="1426"/>
                </a:cubicBezTo>
                <a:cubicBezTo>
                  <a:pt x="6633" y="1426"/>
                  <a:pt x="6633" y="1426"/>
                  <a:pt x="6633" y="1426"/>
                </a:cubicBezTo>
                <a:cubicBezTo>
                  <a:pt x="3162" y="3162"/>
                  <a:pt x="654" y="6633"/>
                  <a:pt x="654" y="10683"/>
                </a:cubicBezTo>
                <a:cubicBezTo>
                  <a:pt x="654" y="11069"/>
                  <a:pt x="654" y="11454"/>
                  <a:pt x="654" y="11840"/>
                </a:cubicBezTo>
                <a:cubicBezTo>
                  <a:pt x="462" y="11840"/>
                  <a:pt x="462" y="11840"/>
                  <a:pt x="462" y="11840"/>
                </a:cubicBezTo>
                <a:cubicBezTo>
                  <a:pt x="76" y="11840"/>
                  <a:pt x="-117" y="12419"/>
                  <a:pt x="76" y="12804"/>
                </a:cubicBezTo>
                <a:cubicBezTo>
                  <a:pt x="462" y="14154"/>
                  <a:pt x="462" y="14154"/>
                  <a:pt x="462" y="14154"/>
                </a:cubicBezTo>
                <a:cubicBezTo>
                  <a:pt x="462" y="14540"/>
                  <a:pt x="1040" y="14926"/>
                  <a:pt x="1426" y="14733"/>
                </a:cubicBezTo>
                <a:cubicBezTo>
                  <a:pt x="1426" y="14733"/>
                  <a:pt x="1426" y="14733"/>
                  <a:pt x="1426" y="14733"/>
                </a:cubicBezTo>
                <a:cubicBezTo>
                  <a:pt x="3162" y="18204"/>
                  <a:pt x="6633" y="20712"/>
                  <a:pt x="10683" y="20712"/>
                </a:cubicBezTo>
                <a:cubicBezTo>
                  <a:pt x="11069" y="20712"/>
                  <a:pt x="11454" y="20712"/>
                  <a:pt x="11840" y="20712"/>
                </a:cubicBezTo>
                <a:cubicBezTo>
                  <a:pt x="11840" y="20904"/>
                  <a:pt x="11840" y="20904"/>
                  <a:pt x="11840" y="20904"/>
                </a:cubicBezTo>
                <a:cubicBezTo>
                  <a:pt x="11840" y="21290"/>
                  <a:pt x="12419" y="21483"/>
                  <a:pt x="12804" y="21290"/>
                </a:cubicBezTo>
                <a:cubicBezTo>
                  <a:pt x="14154" y="20904"/>
                  <a:pt x="14154" y="20904"/>
                  <a:pt x="14154" y="20904"/>
                </a:cubicBezTo>
                <a:cubicBezTo>
                  <a:pt x="14733" y="20904"/>
                  <a:pt x="14926" y="20326"/>
                  <a:pt x="14733" y="19940"/>
                </a:cubicBezTo>
                <a:cubicBezTo>
                  <a:pt x="14733" y="19940"/>
                  <a:pt x="14733" y="19940"/>
                  <a:pt x="14733" y="19940"/>
                </a:cubicBezTo>
                <a:cubicBezTo>
                  <a:pt x="18204" y="18204"/>
                  <a:pt x="20712" y="14733"/>
                  <a:pt x="20712" y="10683"/>
                </a:cubicBezTo>
                <a:cubicBezTo>
                  <a:pt x="20712" y="10297"/>
                  <a:pt x="20712" y="9912"/>
                  <a:pt x="20712" y="9526"/>
                </a:cubicBezTo>
                <a:cubicBezTo>
                  <a:pt x="20904" y="9526"/>
                  <a:pt x="20904" y="9526"/>
                  <a:pt x="20904" y="9526"/>
                </a:cubicBezTo>
                <a:cubicBezTo>
                  <a:pt x="21290" y="9526"/>
                  <a:pt x="21483" y="9140"/>
                  <a:pt x="21290" y="8562"/>
                </a:cubicBezTo>
                <a:close/>
                <a:moveTo>
                  <a:pt x="10683" y="2197"/>
                </a:moveTo>
                <a:cubicBezTo>
                  <a:pt x="14154" y="2197"/>
                  <a:pt x="17047" y="4126"/>
                  <a:pt x="18397" y="7019"/>
                </a:cubicBezTo>
                <a:cubicBezTo>
                  <a:pt x="14540" y="7983"/>
                  <a:pt x="14540" y="7983"/>
                  <a:pt x="14540" y="7983"/>
                </a:cubicBezTo>
                <a:cubicBezTo>
                  <a:pt x="13769" y="7019"/>
                  <a:pt x="12419" y="6247"/>
                  <a:pt x="11069" y="6054"/>
                </a:cubicBezTo>
                <a:cubicBezTo>
                  <a:pt x="10104" y="2197"/>
                  <a:pt x="10104" y="2197"/>
                  <a:pt x="10104" y="2197"/>
                </a:cubicBezTo>
                <a:cubicBezTo>
                  <a:pt x="10297" y="2197"/>
                  <a:pt x="10490" y="2197"/>
                  <a:pt x="10683" y="2197"/>
                </a:cubicBezTo>
                <a:close/>
                <a:moveTo>
                  <a:pt x="13769" y="10683"/>
                </a:moveTo>
                <a:cubicBezTo>
                  <a:pt x="13769" y="12419"/>
                  <a:pt x="12419" y="13769"/>
                  <a:pt x="10683" y="13769"/>
                </a:cubicBezTo>
                <a:cubicBezTo>
                  <a:pt x="8947" y="13769"/>
                  <a:pt x="7597" y="12419"/>
                  <a:pt x="7597" y="10683"/>
                </a:cubicBezTo>
                <a:cubicBezTo>
                  <a:pt x="7597" y="9140"/>
                  <a:pt x="8562" y="7983"/>
                  <a:pt x="9912" y="7597"/>
                </a:cubicBezTo>
                <a:cubicBezTo>
                  <a:pt x="10104" y="7597"/>
                  <a:pt x="10104" y="7597"/>
                  <a:pt x="10104" y="7597"/>
                </a:cubicBezTo>
                <a:cubicBezTo>
                  <a:pt x="10297" y="7597"/>
                  <a:pt x="10490" y="7597"/>
                  <a:pt x="10683" y="7597"/>
                </a:cubicBezTo>
                <a:cubicBezTo>
                  <a:pt x="12226" y="7597"/>
                  <a:pt x="13383" y="8562"/>
                  <a:pt x="13769" y="10104"/>
                </a:cubicBezTo>
                <a:cubicBezTo>
                  <a:pt x="13769" y="10104"/>
                  <a:pt x="13769" y="10104"/>
                  <a:pt x="13769" y="10104"/>
                </a:cubicBezTo>
                <a:cubicBezTo>
                  <a:pt x="13769" y="10297"/>
                  <a:pt x="13769" y="10490"/>
                  <a:pt x="13769" y="10683"/>
                </a:cubicBezTo>
                <a:close/>
                <a:moveTo>
                  <a:pt x="2197" y="10683"/>
                </a:moveTo>
                <a:cubicBezTo>
                  <a:pt x="2197" y="7212"/>
                  <a:pt x="4126" y="4319"/>
                  <a:pt x="7019" y="2969"/>
                </a:cubicBezTo>
                <a:cubicBezTo>
                  <a:pt x="7983" y="6826"/>
                  <a:pt x="7983" y="6826"/>
                  <a:pt x="7983" y="6826"/>
                </a:cubicBezTo>
                <a:cubicBezTo>
                  <a:pt x="7019" y="7597"/>
                  <a:pt x="6247" y="8947"/>
                  <a:pt x="6054" y="10297"/>
                </a:cubicBezTo>
                <a:cubicBezTo>
                  <a:pt x="2197" y="11454"/>
                  <a:pt x="2197" y="11454"/>
                  <a:pt x="2197" y="11454"/>
                </a:cubicBezTo>
                <a:cubicBezTo>
                  <a:pt x="2197" y="11069"/>
                  <a:pt x="2197" y="10876"/>
                  <a:pt x="2197" y="10683"/>
                </a:cubicBezTo>
                <a:close/>
                <a:moveTo>
                  <a:pt x="10683" y="19169"/>
                </a:moveTo>
                <a:cubicBezTo>
                  <a:pt x="7212" y="19169"/>
                  <a:pt x="4319" y="17240"/>
                  <a:pt x="2969" y="14347"/>
                </a:cubicBezTo>
                <a:cubicBezTo>
                  <a:pt x="6826" y="13383"/>
                  <a:pt x="6826" y="13383"/>
                  <a:pt x="6826" y="13383"/>
                </a:cubicBezTo>
                <a:cubicBezTo>
                  <a:pt x="7597" y="14347"/>
                  <a:pt x="8947" y="15119"/>
                  <a:pt x="10297" y="15312"/>
                </a:cubicBezTo>
                <a:cubicBezTo>
                  <a:pt x="11454" y="19169"/>
                  <a:pt x="11454" y="19169"/>
                  <a:pt x="11454" y="19169"/>
                </a:cubicBezTo>
                <a:cubicBezTo>
                  <a:pt x="11069" y="19169"/>
                  <a:pt x="10876" y="19169"/>
                  <a:pt x="10683" y="19169"/>
                </a:cubicBezTo>
                <a:close/>
                <a:moveTo>
                  <a:pt x="19169" y="10683"/>
                </a:moveTo>
                <a:cubicBezTo>
                  <a:pt x="19169" y="14154"/>
                  <a:pt x="17240" y="17047"/>
                  <a:pt x="14347" y="18397"/>
                </a:cubicBezTo>
                <a:cubicBezTo>
                  <a:pt x="13383" y="14540"/>
                  <a:pt x="13383" y="14540"/>
                  <a:pt x="13383" y="14540"/>
                </a:cubicBezTo>
                <a:cubicBezTo>
                  <a:pt x="14347" y="13769"/>
                  <a:pt x="15119" y="12419"/>
                  <a:pt x="15312" y="11069"/>
                </a:cubicBezTo>
                <a:cubicBezTo>
                  <a:pt x="19169" y="10104"/>
                  <a:pt x="19169" y="10104"/>
                  <a:pt x="19169" y="10104"/>
                </a:cubicBezTo>
                <a:cubicBezTo>
                  <a:pt x="19169" y="10297"/>
                  <a:pt x="19169" y="10490"/>
                  <a:pt x="19169" y="10683"/>
                </a:cubicBez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13" name="Group 413"/>
          <p:cNvGrpSpPr/>
          <p:nvPr/>
        </p:nvGrpSpPr>
        <p:grpSpPr>
          <a:xfrm>
            <a:off x="11743165" y="10000232"/>
            <a:ext cx="1105947" cy="1014953"/>
            <a:chOff x="0" y="0"/>
            <a:chExt cx="1105945" cy="1014952"/>
          </a:xfrm>
        </p:grpSpPr>
        <p:sp>
          <p:nvSpPr>
            <p:cNvPr id="411" name="Shape 411"/>
            <p:cNvSpPr/>
            <p:nvPr/>
          </p:nvSpPr>
          <p:spPr>
            <a:xfrm>
              <a:off x="137660" y="146993"/>
              <a:ext cx="263656" cy="373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83" y="21600"/>
                  </a:moveTo>
                  <a:cubicBezTo>
                    <a:pt x="8938" y="21600"/>
                    <a:pt x="8938" y="21600"/>
                    <a:pt x="8938" y="21600"/>
                  </a:cubicBezTo>
                  <a:cubicBezTo>
                    <a:pt x="2979" y="19493"/>
                    <a:pt x="0" y="15805"/>
                    <a:pt x="0" y="11590"/>
                  </a:cubicBezTo>
                  <a:cubicBezTo>
                    <a:pt x="0" y="5268"/>
                    <a:pt x="7448" y="0"/>
                    <a:pt x="15641" y="0"/>
                  </a:cubicBezTo>
                  <a:cubicBezTo>
                    <a:pt x="17131" y="0"/>
                    <a:pt x="18621" y="0"/>
                    <a:pt x="20855" y="527"/>
                  </a:cubicBezTo>
                  <a:cubicBezTo>
                    <a:pt x="21600" y="527"/>
                    <a:pt x="21600" y="1054"/>
                    <a:pt x="21600" y="1580"/>
                  </a:cubicBezTo>
                  <a:cubicBezTo>
                    <a:pt x="21600" y="2107"/>
                    <a:pt x="20110" y="2634"/>
                    <a:pt x="19366" y="2634"/>
                  </a:cubicBezTo>
                  <a:cubicBezTo>
                    <a:pt x="18621" y="2107"/>
                    <a:pt x="17131" y="2107"/>
                    <a:pt x="15641" y="2107"/>
                  </a:cubicBezTo>
                  <a:cubicBezTo>
                    <a:pt x="8938" y="2107"/>
                    <a:pt x="2979" y="6322"/>
                    <a:pt x="2979" y="11590"/>
                  </a:cubicBezTo>
                  <a:cubicBezTo>
                    <a:pt x="2979" y="14751"/>
                    <a:pt x="5959" y="17912"/>
                    <a:pt x="10428" y="19493"/>
                  </a:cubicBezTo>
                  <a:cubicBezTo>
                    <a:pt x="10428" y="20020"/>
                    <a:pt x="11172" y="20546"/>
                    <a:pt x="10428" y="21073"/>
                  </a:cubicBezTo>
                  <a:cubicBezTo>
                    <a:pt x="10428" y="21600"/>
                    <a:pt x="9683" y="21600"/>
                    <a:pt x="9683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12" name="Shape 412"/>
            <p:cNvSpPr/>
            <p:nvPr/>
          </p:nvSpPr>
          <p:spPr>
            <a:xfrm>
              <a:off x="0" y="0"/>
              <a:ext cx="1105946" cy="1014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174" y="0"/>
                  </a:moveTo>
                  <a:cubicBezTo>
                    <a:pt x="13388" y="0"/>
                    <a:pt x="11960" y="973"/>
                    <a:pt x="10889" y="2141"/>
                  </a:cubicBezTo>
                  <a:cubicBezTo>
                    <a:pt x="9818" y="973"/>
                    <a:pt x="8390" y="0"/>
                    <a:pt x="6605" y="0"/>
                  </a:cubicBezTo>
                  <a:cubicBezTo>
                    <a:pt x="3035" y="0"/>
                    <a:pt x="0" y="3114"/>
                    <a:pt x="0" y="7200"/>
                  </a:cubicBezTo>
                  <a:cubicBezTo>
                    <a:pt x="0" y="8951"/>
                    <a:pt x="714" y="10703"/>
                    <a:pt x="1785" y="12065"/>
                  </a:cubicBezTo>
                  <a:cubicBezTo>
                    <a:pt x="10354" y="21211"/>
                    <a:pt x="10354" y="21211"/>
                    <a:pt x="10354" y="21211"/>
                  </a:cubicBezTo>
                  <a:cubicBezTo>
                    <a:pt x="10532" y="21405"/>
                    <a:pt x="10711" y="21600"/>
                    <a:pt x="10889" y="21600"/>
                  </a:cubicBezTo>
                  <a:cubicBezTo>
                    <a:pt x="11068" y="21600"/>
                    <a:pt x="11246" y="21405"/>
                    <a:pt x="11246" y="21211"/>
                  </a:cubicBezTo>
                  <a:cubicBezTo>
                    <a:pt x="19993" y="12065"/>
                    <a:pt x="19993" y="12065"/>
                    <a:pt x="19993" y="12065"/>
                  </a:cubicBezTo>
                  <a:cubicBezTo>
                    <a:pt x="21064" y="10703"/>
                    <a:pt x="21600" y="8951"/>
                    <a:pt x="21600" y="7200"/>
                  </a:cubicBezTo>
                  <a:cubicBezTo>
                    <a:pt x="21600" y="3114"/>
                    <a:pt x="18744" y="0"/>
                    <a:pt x="15174" y="0"/>
                  </a:cubicBezTo>
                  <a:close/>
                  <a:moveTo>
                    <a:pt x="18922" y="11092"/>
                  </a:moveTo>
                  <a:cubicBezTo>
                    <a:pt x="10889" y="19654"/>
                    <a:pt x="10889" y="19654"/>
                    <a:pt x="10889" y="19654"/>
                  </a:cubicBezTo>
                  <a:cubicBezTo>
                    <a:pt x="2856" y="11092"/>
                    <a:pt x="2856" y="11092"/>
                    <a:pt x="2856" y="11092"/>
                  </a:cubicBezTo>
                  <a:cubicBezTo>
                    <a:pt x="1964" y="9924"/>
                    <a:pt x="1428" y="8562"/>
                    <a:pt x="1428" y="7200"/>
                  </a:cubicBezTo>
                  <a:cubicBezTo>
                    <a:pt x="1428" y="4086"/>
                    <a:pt x="3749" y="1557"/>
                    <a:pt x="6605" y="1557"/>
                  </a:cubicBezTo>
                  <a:cubicBezTo>
                    <a:pt x="8212" y="1557"/>
                    <a:pt x="9640" y="2919"/>
                    <a:pt x="10354" y="3697"/>
                  </a:cubicBezTo>
                  <a:cubicBezTo>
                    <a:pt x="10532" y="3892"/>
                    <a:pt x="10711" y="4086"/>
                    <a:pt x="10889" y="4086"/>
                  </a:cubicBezTo>
                  <a:cubicBezTo>
                    <a:pt x="11068" y="4086"/>
                    <a:pt x="11246" y="3892"/>
                    <a:pt x="11425" y="3697"/>
                  </a:cubicBezTo>
                  <a:cubicBezTo>
                    <a:pt x="12139" y="2919"/>
                    <a:pt x="13567" y="1557"/>
                    <a:pt x="15174" y="1557"/>
                  </a:cubicBezTo>
                  <a:cubicBezTo>
                    <a:pt x="18030" y="1557"/>
                    <a:pt x="20172" y="4086"/>
                    <a:pt x="20172" y="7200"/>
                  </a:cubicBezTo>
                  <a:cubicBezTo>
                    <a:pt x="20172" y="8562"/>
                    <a:pt x="19815" y="9924"/>
                    <a:pt x="18922" y="1109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6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1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nodeType="afterEffect" presetClass="entr" presetSubtype="1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nodeType="afterEffect" presetClass="entr" presetSubtype="1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nodeType="afterEffect" presetClass="entr" presetSubtype="32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nodeType="afterEffect" presetClass="entr" presetSubtype="32" presetID="23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nodeType="afterEffect" presetClass="entr" presetSubtype="32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500"/>
                            </p:stCondLst>
                            <p:childTnLst>
                              <p:par>
                                <p:cTn id="72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4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000"/>
                            </p:stCondLst>
                            <p:childTnLst>
                              <p:par>
                                <p:cTn id="76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8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nodeType="afterEffect" presetClass="entr" presetSubtype="32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nodeType="afterEffect" presetClass="entr" presetSubtype="32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500"/>
                            </p:stCondLst>
                            <p:childTnLst>
                              <p:par>
                                <p:cTn id="90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1000"/>
                            </p:stCondLst>
                            <p:childTnLst>
                              <p:par>
                                <p:cTn id="94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500"/>
                            </p:stCondLst>
                            <p:childTnLst>
                              <p:par>
                                <p:cTn id="98" nodeType="afterEffect" presetClass="entr" presetSubtype="32" presetID="23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3" grpId="22"/>
      <p:bldP build="whole" bldLvl="1" animBg="1" rev="0" advAuto="0" spid="390" grpId="6"/>
      <p:bldP build="whole" bldLvl="1" animBg="1" rev="0" advAuto="0" spid="396" grpId="9"/>
      <p:bldP build="whole" bldLvl="1" animBg="1" rev="0" advAuto="0" spid="388" grpId="3"/>
      <p:bldP build="whole" bldLvl="1" animBg="1" rev="0" advAuto="0" spid="395" grpId="5"/>
      <p:bldP build="whole" bldLvl="1" animBg="1" rev="0" advAuto="0" spid="402" grpId="14"/>
      <p:bldP build="whole" bldLvl="1" animBg="1" rev="0" advAuto="0" spid="406" grpId="21"/>
      <p:bldP build="whole" bldLvl="1" animBg="1" rev="0" advAuto="0" spid="400" grpId="19"/>
      <p:bldP build="whole" bldLvl="1" animBg="1" rev="0" advAuto="0" spid="405" grpId="20"/>
      <p:bldP build="whole" bldLvl="1" animBg="1" rev="0" advAuto="0" spid="387" grpId="2"/>
      <p:bldP build="whole" bldLvl="1" animBg="1" rev="0" advAuto="0" spid="392" grpId="7"/>
      <p:bldP build="whole" bldLvl="1" animBg="1" rev="0" advAuto="0" spid="389" grpId="4"/>
      <p:bldP build="whole" bldLvl="1" animBg="1" rev="0" advAuto="0" spid="397" grpId="10"/>
      <p:bldP build="whole" bldLvl="1" animBg="1" rev="0" advAuto="0" spid="410" grpId="18"/>
      <p:bldP build="whole" bldLvl="1" animBg="1" rev="0" advAuto="0" spid="409" grpId="13"/>
      <p:bldP build="whole" bldLvl="1" animBg="1" rev="0" advAuto="0" spid="378" grpId="1"/>
      <p:bldP build="whole" bldLvl="1" animBg="1" rev="0" advAuto="0" spid="404" grpId="17"/>
      <p:bldP build="whole" bldLvl="1" animBg="1" rev="0" advAuto="0" spid="399" grpId="15"/>
      <p:bldP build="whole" bldLvl="1" animBg="1" rev="0" advAuto="0" spid="391" grpId="8"/>
      <p:bldP build="whole" bldLvl="1" animBg="1" rev="0" advAuto="0" spid="398" grpId="11"/>
      <p:bldP build="whole" bldLvl="1" animBg="1" rev="0" advAuto="0" spid="401" grpId="12"/>
      <p:bldP build="whole" bldLvl="1" animBg="1" rev="0" advAuto="0" spid="403" grpId="16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40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/>
          <p:nvPr/>
        </p:nvSpPr>
        <p:spPr>
          <a:xfrm>
            <a:off x="9860380" y="5573097"/>
            <a:ext cx="4692600" cy="126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7200">
                <a:solidFill>
                  <a:srgbClr val="FFFFFF"/>
                </a:solidFill>
              </a:rPr>
              <a:t>Propuesta</a:t>
            </a:r>
          </a:p>
        </p:txBody>
      </p:sp>
      <p:sp>
        <p:nvSpPr>
          <p:cNvPr id="416" name="Shape 416"/>
          <p:cNvSpPr/>
          <p:nvPr/>
        </p:nvSpPr>
        <p:spPr>
          <a:xfrm>
            <a:off x="6086680" y="6994514"/>
            <a:ext cx="12240001" cy="1"/>
          </a:xfrm>
          <a:prstGeom prst="line">
            <a:avLst/>
          </a:prstGeom>
          <a:ln w="762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619" name="Group 619"/>
          <p:cNvGrpSpPr/>
          <p:nvPr/>
        </p:nvGrpSpPr>
        <p:grpSpPr>
          <a:xfrm>
            <a:off x="-3169185" y="-9741485"/>
            <a:ext cx="31956311" cy="32180406"/>
            <a:chOff x="0" y="0"/>
            <a:chExt cx="31956309" cy="32180404"/>
          </a:xfrm>
        </p:grpSpPr>
        <p:grpSp>
          <p:nvGrpSpPr>
            <p:cNvPr id="617" name="Group 617"/>
            <p:cNvGrpSpPr/>
            <p:nvPr/>
          </p:nvGrpSpPr>
          <p:grpSpPr>
            <a:xfrm>
              <a:off x="0" y="0"/>
              <a:ext cx="31956311" cy="32180404"/>
              <a:chOff x="0" y="0"/>
              <a:chExt cx="31956310" cy="32180403"/>
            </a:xfrm>
          </p:grpSpPr>
          <p:sp>
            <p:nvSpPr>
              <p:cNvPr id="417" name="Shape 417"/>
              <p:cNvSpPr/>
              <p:nvPr/>
            </p:nvSpPr>
            <p:spPr>
              <a:xfrm rot="14400000">
                <a:off x="11178826" y="6743365"/>
                <a:ext cx="1995782" cy="634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350"/>
                    </a:lnTo>
                    <a:lnTo>
                      <a:pt x="21600" y="0"/>
                    </a:lnTo>
                    <a:lnTo>
                      <a:pt x="21600" y="375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18" name="Shape 418"/>
              <p:cNvSpPr/>
              <p:nvPr/>
            </p:nvSpPr>
            <p:spPr>
              <a:xfrm rot="14400000">
                <a:off x="11283979" y="6244660"/>
                <a:ext cx="267356" cy="264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65" h="19238" fill="norm" stroke="1" extrusionOk="0">
                    <a:moveTo>
                      <a:pt x="17984" y="5807"/>
                    </a:moveTo>
                    <a:cubicBezTo>
                      <a:pt x="20453" y="10254"/>
                      <a:pt x="17984" y="15972"/>
                      <a:pt x="13664" y="18513"/>
                    </a:cubicBezTo>
                    <a:cubicBezTo>
                      <a:pt x="8727" y="20419"/>
                      <a:pt x="3173" y="18513"/>
                      <a:pt x="704" y="13431"/>
                    </a:cubicBezTo>
                    <a:cubicBezTo>
                      <a:pt x="-1147" y="8984"/>
                      <a:pt x="704" y="3266"/>
                      <a:pt x="5642" y="725"/>
                    </a:cubicBezTo>
                    <a:cubicBezTo>
                      <a:pt x="10579" y="-1181"/>
                      <a:pt x="16133" y="725"/>
                      <a:pt x="17984" y="580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19" name="Shape 419"/>
              <p:cNvSpPr/>
              <p:nvPr/>
            </p:nvSpPr>
            <p:spPr>
              <a:xfrm rot="14400000">
                <a:off x="23490031" y="16107649"/>
                <a:ext cx="8206916" cy="50224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68"/>
                    </a:lnTo>
                    <a:lnTo>
                      <a:pt x="21581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0" name="Shape 420"/>
              <p:cNvSpPr/>
              <p:nvPr/>
            </p:nvSpPr>
            <p:spPr>
              <a:xfrm rot="14400000">
                <a:off x="26280715" y="17615366"/>
                <a:ext cx="4703294" cy="455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48"/>
                    </a:lnTo>
                    <a:lnTo>
                      <a:pt x="21566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1" name="Shape 421"/>
              <p:cNvSpPr/>
              <p:nvPr/>
            </p:nvSpPr>
            <p:spPr>
              <a:xfrm rot="14400000">
                <a:off x="26125068" y="17411926"/>
                <a:ext cx="3004679" cy="81445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581"/>
                    </a:lnTo>
                    <a:lnTo>
                      <a:pt x="21521" y="0"/>
                    </a:lnTo>
                    <a:lnTo>
                      <a:pt x="21600" y="0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2" name="Shape 422"/>
              <p:cNvSpPr/>
              <p:nvPr/>
            </p:nvSpPr>
            <p:spPr>
              <a:xfrm rot="14400000">
                <a:off x="24288607" y="16351645"/>
                <a:ext cx="2744200" cy="12836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7" y="21600"/>
                    </a:moveTo>
                    <a:lnTo>
                      <a:pt x="0" y="21600"/>
                    </a:lnTo>
                    <a:lnTo>
                      <a:pt x="21513" y="0"/>
                    </a:lnTo>
                    <a:lnTo>
                      <a:pt x="21600" y="0"/>
                    </a:lnTo>
                    <a:lnTo>
                      <a:pt x="8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3" name="Shape 423"/>
              <p:cNvSpPr/>
              <p:nvPr/>
            </p:nvSpPr>
            <p:spPr>
              <a:xfrm rot="14400000">
                <a:off x="24775117" y="16746109"/>
                <a:ext cx="4651931" cy="8122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71"/>
                    </a:lnTo>
                    <a:lnTo>
                      <a:pt x="21566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4" name="Shape 424"/>
              <p:cNvSpPr/>
              <p:nvPr/>
            </p:nvSpPr>
            <p:spPr>
              <a:xfrm rot="14400000">
                <a:off x="23071948" y="15762783"/>
                <a:ext cx="9839494" cy="3070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23"/>
                    </a:lnTo>
                    <a:lnTo>
                      <a:pt x="21584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5" name="Shape 425"/>
              <p:cNvSpPr/>
              <p:nvPr/>
            </p:nvSpPr>
            <p:spPr>
              <a:xfrm rot="14400000">
                <a:off x="31643277" y="20657272"/>
                <a:ext cx="264607" cy="264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3" h="19973" fill="norm" stroke="1" extrusionOk="0">
                    <a:moveTo>
                      <a:pt x="11864" y="254"/>
                    </a:moveTo>
                    <a:cubicBezTo>
                      <a:pt x="17101" y="909"/>
                      <a:pt x="21028" y="6145"/>
                      <a:pt x="19719" y="12036"/>
                    </a:cubicBezTo>
                    <a:cubicBezTo>
                      <a:pt x="18410" y="17272"/>
                      <a:pt x="13173" y="20545"/>
                      <a:pt x="7937" y="19890"/>
                    </a:cubicBezTo>
                    <a:cubicBezTo>
                      <a:pt x="2701" y="18581"/>
                      <a:pt x="-572" y="13345"/>
                      <a:pt x="83" y="8109"/>
                    </a:cubicBezTo>
                    <a:cubicBezTo>
                      <a:pt x="1392" y="2872"/>
                      <a:pt x="6628" y="-1055"/>
                      <a:pt x="11864" y="25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6" name="Shape 426"/>
              <p:cNvSpPr/>
              <p:nvPr/>
            </p:nvSpPr>
            <p:spPr>
              <a:xfrm rot="14400000">
                <a:off x="17449443" y="26476740"/>
                <a:ext cx="2300285" cy="1650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5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7" name="Shape 427"/>
              <p:cNvSpPr/>
              <p:nvPr/>
            </p:nvSpPr>
            <p:spPr>
              <a:xfrm rot="14400000">
                <a:off x="17146646" y="28257850"/>
                <a:ext cx="535633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04" y="21600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21600" y="21600"/>
                    </a:lnTo>
                    <a:lnTo>
                      <a:pt x="213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8" name="Shape 428"/>
              <p:cNvSpPr/>
              <p:nvPr/>
            </p:nvSpPr>
            <p:spPr>
              <a:xfrm rot="14400000">
                <a:off x="18328609" y="28572615"/>
                <a:ext cx="262333" cy="2704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60" fill="norm" stroke="1" extrusionOk="0">
                    <a:moveTo>
                      <a:pt x="6912" y="321"/>
                    </a:moveTo>
                    <a:cubicBezTo>
                      <a:pt x="11994" y="-950"/>
                      <a:pt x="17077" y="1591"/>
                      <a:pt x="18982" y="7309"/>
                    </a:cubicBezTo>
                    <a:cubicBezTo>
                      <a:pt x="20253" y="12391"/>
                      <a:pt x="17712" y="17474"/>
                      <a:pt x="12629" y="19379"/>
                    </a:cubicBezTo>
                    <a:cubicBezTo>
                      <a:pt x="7547" y="20650"/>
                      <a:pt x="1829" y="17474"/>
                      <a:pt x="559" y="12391"/>
                    </a:cubicBezTo>
                    <a:cubicBezTo>
                      <a:pt x="-1347" y="7309"/>
                      <a:pt x="1829" y="2226"/>
                      <a:pt x="6912" y="32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29" name="Shape 429"/>
              <p:cNvSpPr/>
              <p:nvPr/>
            </p:nvSpPr>
            <p:spPr>
              <a:xfrm rot="14400000">
                <a:off x="16216523" y="30351449"/>
                <a:ext cx="262333" cy="265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306" fill="norm" stroke="1" extrusionOk="0">
                    <a:moveTo>
                      <a:pt x="6677" y="324"/>
                    </a:moveTo>
                    <a:cubicBezTo>
                      <a:pt x="11759" y="-947"/>
                      <a:pt x="17477" y="1594"/>
                      <a:pt x="18747" y="6677"/>
                    </a:cubicBezTo>
                    <a:cubicBezTo>
                      <a:pt x="20653" y="11759"/>
                      <a:pt x="17477" y="17477"/>
                      <a:pt x="12394" y="18747"/>
                    </a:cubicBezTo>
                    <a:cubicBezTo>
                      <a:pt x="7312" y="20653"/>
                      <a:pt x="2229" y="17477"/>
                      <a:pt x="324" y="12394"/>
                    </a:cubicBezTo>
                    <a:cubicBezTo>
                      <a:pt x="-947" y="7312"/>
                      <a:pt x="1594" y="1594"/>
                      <a:pt x="6677" y="32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0" name="Shape 430"/>
              <p:cNvSpPr/>
              <p:nvPr/>
            </p:nvSpPr>
            <p:spPr>
              <a:xfrm rot="14400000">
                <a:off x="8712800" y="23888895"/>
                <a:ext cx="539302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59" y="21600"/>
                    </a:moveTo>
                    <a:lnTo>
                      <a:pt x="0" y="0"/>
                    </a:lnTo>
                    <a:lnTo>
                      <a:pt x="441" y="0"/>
                    </a:lnTo>
                    <a:lnTo>
                      <a:pt x="21600" y="21600"/>
                    </a:lnTo>
                    <a:lnTo>
                      <a:pt x="2115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1" name="Shape 431"/>
              <p:cNvSpPr/>
              <p:nvPr/>
            </p:nvSpPr>
            <p:spPr>
              <a:xfrm rot="14400000">
                <a:off x="7783684" y="25981578"/>
                <a:ext cx="265612" cy="266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19" fill="norm" stroke="1" extrusionOk="0">
                    <a:moveTo>
                      <a:pt x="6677" y="281"/>
                    </a:moveTo>
                    <a:cubicBezTo>
                      <a:pt x="11759" y="-990"/>
                      <a:pt x="17477" y="2186"/>
                      <a:pt x="18747" y="7269"/>
                    </a:cubicBezTo>
                    <a:cubicBezTo>
                      <a:pt x="20653" y="12351"/>
                      <a:pt x="17477" y="17434"/>
                      <a:pt x="12394" y="19339"/>
                    </a:cubicBezTo>
                    <a:cubicBezTo>
                      <a:pt x="7312" y="20610"/>
                      <a:pt x="1594" y="17434"/>
                      <a:pt x="324" y="12351"/>
                    </a:cubicBezTo>
                    <a:cubicBezTo>
                      <a:pt x="-947" y="7269"/>
                      <a:pt x="1594" y="2186"/>
                      <a:pt x="6677" y="28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2" name="Shape 432"/>
              <p:cNvSpPr/>
              <p:nvPr/>
            </p:nvSpPr>
            <p:spPr>
              <a:xfrm rot="14400000">
                <a:off x="18174374" y="20830241"/>
                <a:ext cx="1214346" cy="2083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09" y="0"/>
                    </a:moveTo>
                    <a:cubicBezTo>
                      <a:pt x="154" y="0"/>
                      <a:pt x="154" y="0"/>
                      <a:pt x="0" y="0"/>
                    </a:cubicBezTo>
                    <a:cubicBezTo>
                      <a:pt x="21446" y="21600"/>
                      <a:pt x="21446" y="21600"/>
                      <a:pt x="21446" y="21600"/>
                    </a:cubicBezTo>
                    <a:cubicBezTo>
                      <a:pt x="21446" y="21600"/>
                      <a:pt x="21600" y="21600"/>
                      <a:pt x="21600" y="21600"/>
                    </a:cubicBez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3" name="Shape 433"/>
              <p:cNvSpPr/>
              <p:nvPr/>
            </p:nvSpPr>
            <p:spPr>
              <a:xfrm rot="14400000">
                <a:off x="20525126" y="19161292"/>
                <a:ext cx="3712741" cy="4310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57"/>
                    </a:moveTo>
                    <a:cubicBezTo>
                      <a:pt x="0" y="21600"/>
                      <a:pt x="50" y="21600"/>
                      <a:pt x="5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50" y="0"/>
                      <a:pt x="21550" y="0"/>
                      <a:pt x="21550" y="0"/>
                    </a:cubicBezTo>
                    <a:lnTo>
                      <a:pt x="0" y="21557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4" name="Shape 434"/>
              <p:cNvSpPr/>
              <p:nvPr/>
            </p:nvSpPr>
            <p:spPr>
              <a:xfrm rot="14400000">
                <a:off x="24688970" y="21006660"/>
                <a:ext cx="1078603" cy="399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21600" y="21600"/>
                      <a:pt x="21600" y="21600"/>
                      <a:pt x="21600" y="2113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470"/>
                      <a:pt x="174" y="470"/>
                      <a:pt x="0" y="93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5" name="Shape 435"/>
              <p:cNvSpPr/>
              <p:nvPr/>
            </p:nvSpPr>
            <p:spPr>
              <a:xfrm rot="14400000">
                <a:off x="26491161" y="18280025"/>
                <a:ext cx="997891" cy="3547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24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88" y="21600"/>
                      <a:pt x="376" y="21600"/>
                      <a:pt x="376" y="21547"/>
                    </a:cubicBezTo>
                    <a:cubicBezTo>
                      <a:pt x="21600" y="53"/>
                      <a:pt x="21600" y="53"/>
                      <a:pt x="21600" y="53"/>
                    </a:cubicBezTo>
                    <a:cubicBezTo>
                      <a:pt x="21600" y="53"/>
                      <a:pt x="21600" y="53"/>
                      <a:pt x="21412" y="53"/>
                    </a:cubicBezTo>
                    <a:cubicBezTo>
                      <a:pt x="21412" y="53"/>
                      <a:pt x="21412" y="53"/>
                      <a:pt x="21224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6" name="Shape 436"/>
              <p:cNvSpPr/>
              <p:nvPr/>
            </p:nvSpPr>
            <p:spPr>
              <a:xfrm rot="14400000">
                <a:off x="17961892" y="22854318"/>
                <a:ext cx="231098" cy="2357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116" fill="norm" stroke="1" extrusionOk="0">
                    <a:moveTo>
                      <a:pt x="18438" y="13413"/>
                    </a:moveTo>
                    <a:cubicBezTo>
                      <a:pt x="20598" y="8199"/>
                      <a:pt x="17718" y="2240"/>
                      <a:pt x="12678" y="750"/>
                    </a:cubicBezTo>
                    <a:cubicBezTo>
                      <a:pt x="7638" y="-1484"/>
                      <a:pt x="2598" y="1495"/>
                      <a:pt x="438" y="6709"/>
                    </a:cubicBezTo>
                    <a:cubicBezTo>
                      <a:pt x="-1002" y="11923"/>
                      <a:pt x="1158" y="17137"/>
                      <a:pt x="6198" y="19371"/>
                    </a:cubicBezTo>
                    <a:cubicBezTo>
                      <a:pt x="7638" y="19371"/>
                      <a:pt x="8358" y="20116"/>
                      <a:pt x="9078" y="20116"/>
                    </a:cubicBezTo>
                    <a:cubicBezTo>
                      <a:pt x="9798" y="20116"/>
                      <a:pt x="9798" y="20116"/>
                      <a:pt x="10518" y="20116"/>
                    </a:cubicBezTo>
                    <a:cubicBezTo>
                      <a:pt x="14118" y="19371"/>
                      <a:pt x="16998" y="17137"/>
                      <a:pt x="18438" y="1341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7" name="Shape 437"/>
              <p:cNvSpPr/>
              <p:nvPr/>
            </p:nvSpPr>
            <p:spPr>
              <a:xfrm rot="14400000">
                <a:off x="19363962" y="20661202"/>
                <a:ext cx="232629" cy="224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91" h="20063" fill="norm" stroke="1" extrusionOk="0">
                    <a:moveTo>
                      <a:pt x="12805" y="0"/>
                    </a:moveTo>
                    <a:cubicBezTo>
                      <a:pt x="12085" y="0"/>
                      <a:pt x="11365" y="0"/>
                      <a:pt x="9925" y="0"/>
                    </a:cubicBezTo>
                    <a:cubicBezTo>
                      <a:pt x="9925" y="0"/>
                      <a:pt x="9205" y="0"/>
                      <a:pt x="9205" y="0"/>
                    </a:cubicBezTo>
                    <a:cubicBezTo>
                      <a:pt x="5605" y="0"/>
                      <a:pt x="2005" y="2314"/>
                      <a:pt x="565" y="6171"/>
                    </a:cubicBezTo>
                    <a:cubicBezTo>
                      <a:pt x="-875" y="10029"/>
                      <a:pt x="565" y="14657"/>
                      <a:pt x="3445" y="17743"/>
                    </a:cubicBezTo>
                    <a:cubicBezTo>
                      <a:pt x="3445" y="17743"/>
                      <a:pt x="3445" y="17743"/>
                      <a:pt x="4165" y="17743"/>
                    </a:cubicBezTo>
                    <a:cubicBezTo>
                      <a:pt x="4885" y="18514"/>
                      <a:pt x="5605" y="19286"/>
                      <a:pt x="6325" y="19286"/>
                    </a:cubicBezTo>
                    <a:cubicBezTo>
                      <a:pt x="11365" y="21600"/>
                      <a:pt x="17125" y="18514"/>
                      <a:pt x="18565" y="13114"/>
                    </a:cubicBezTo>
                    <a:cubicBezTo>
                      <a:pt x="20725" y="8486"/>
                      <a:pt x="17845" y="2314"/>
                      <a:pt x="12805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8" name="Shape 438"/>
              <p:cNvSpPr/>
              <p:nvPr/>
            </p:nvSpPr>
            <p:spPr>
              <a:xfrm rot="14400000">
                <a:off x="25170900" y="21753103"/>
                <a:ext cx="232807" cy="233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5" h="19886" fill="norm" stroke="1" extrusionOk="0">
                    <a:moveTo>
                      <a:pt x="12966" y="453"/>
                    </a:moveTo>
                    <a:cubicBezTo>
                      <a:pt x="7926" y="-1037"/>
                      <a:pt x="2166" y="1197"/>
                      <a:pt x="726" y="6411"/>
                    </a:cubicBezTo>
                    <a:cubicBezTo>
                      <a:pt x="-1434" y="11625"/>
                      <a:pt x="1446" y="17584"/>
                      <a:pt x="6486" y="19073"/>
                    </a:cubicBezTo>
                    <a:cubicBezTo>
                      <a:pt x="9366" y="20563"/>
                      <a:pt x="12966" y="19818"/>
                      <a:pt x="15126" y="18329"/>
                    </a:cubicBezTo>
                    <a:cubicBezTo>
                      <a:pt x="15846" y="17584"/>
                      <a:pt x="15846" y="17584"/>
                      <a:pt x="15846" y="16839"/>
                    </a:cubicBezTo>
                    <a:cubicBezTo>
                      <a:pt x="17286" y="16094"/>
                      <a:pt x="18006" y="14604"/>
                      <a:pt x="18726" y="13115"/>
                    </a:cubicBezTo>
                    <a:cubicBezTo>
                      <a:pt x="20166" y="9391"/>
                      <a:pt x="18726" y="5666"/>
                      <a:pt x="16566" y="2687"/>
                    </a:cubicBezTo>
                    <a:cubicBezTo>
                      <a:pt x="16566" y="2687"/>
                      <a:pt x="15846" y="2687"/>
                      <a:pt x="15846" y="1942"/>
                    </a:cubicBezTo>
                    <a:cubicBezTo>
                      <a:pt x="15126" y="1197"/>
                      <a:pt x="13686" y="1197"/>
                      <a:pt x="12966" y="4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39" name="Shape 439"/>
              <p:cNvSpPr/>
              <p:nvPr/>
            </p:nvSpPr>
            <p:spPr>
              <a:xfrm rot="14400000">
                <a:off x="24981210" y="20412932"/>
                <a:ext cx="233937" cy="231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61" h="19164" fill="norm" stroke="1" extrusionOk="0">
                    <a:moveTo>
                      <a:pt x="5357" y="18006"/>
                    </a:moveTo>
                    <a:cubicBezTo>
                      <a:pt x="6101" y="18726"/>
                      <a:pt x="6101" y="18726"/>
                      <a:pt x="6101" y="18726"/>
                    </a:cubicBezTo>
                    <a:cubicBezTo>
                      <a:pt x="6846" y="18726"/>
                      <a:pt x="6846" y="18726"/>
                      <a:pt x="6846" y="18726"/>
                    </a:cubicBezTo>
                    <a:cubicBezTo>
                      <a:pt x="12060" y="20166"/>
                      <a:pt x="17274" y="18006"/>
                      <a:pt x="19508" y="12966"/>
                    </a:cubicBezTo>
                    <a:cubicBezTo>
                      <a:pt x="20998" y="7926"/>
                      <a:pt x="18764" y="2166"/>
                      <a:pt x="13550" y="726"/>
                    </a:cubicBezTo>
                    <a:cubicBezTo>
                      <a:pt x="8336" y="-1434"/>
                      <a:pt x="2377" y="1446"/>
                      <a:pt x="143" y="6486"/>
                    </a:cubicBezTo>
                    <a:cubicBezTo>
                      <a:pt x="143" y="6486"/>
                      <a:pt x="143" y="6486"/>
                      <a:pt x="143" y="6486"/>
                    </a:cubicBezTo>
                    <a:cubicBezTo>
                      <a:pt x="143" y="7206"/>
                      <a:pt x="143" y="7206"/>
                      <a:pt x="143" y="7206"/>
                    </a:cubicBezTo>
                    <a:cubicBezTo>
                      <a:pt x="-602" y="12246"/>
                      <a:pt x="1632" y="16566"/>
                      <a:pt x="5357" y="1800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0" name="Shape 440"/>
              <p:cNvSpPr/>
              <p:nvPr/>
            </p:nvSpPr>
            <p:spPr>
              <a:xfrm rot="14400000">
                <a:off x="28723040" y="19381026"/>
                <a:ext cx="231098" cy="234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312" fill="norm" stroke="1" extrusionOk="0">
                    <a:moveTo>
                      <a:pt x="5046" y="1304"/>
                    </a:moveTo>
                    <a:cubicBezTo>
                      <a:pt x="2886" y="2048"/>
                      <a:pt x="1446" y="4283"/>
                      <a:pt x="726" y="6517"/>
                    </a:cubicBezTo>
                    <a:cubicBezTo>
                      <a:pt x="-1434" y="11731"/>
                      <a:pt x="1446" y="17690"/>
                      <a:pt x="6486" y="19924"/>
                    </a:cubicBezTo>
                    <a:cubicBezTo>
                      <a:pt x="11526" y="21414"/>
                      <a:pt x="16566" y="18435"/>
                      <a:pt x="18726" y="13966"/>
                    </a:cubicBezTo>
                    <a:cubicBezTo>
                      <a:pt x="20166" y="8752"/>
                      <a:pt x="18006" y="2793"/>
                      <a:pt x="12966" y="559"/>
                    </a:cubicBezTo>
                    <a:cubicBezTo>
                      <a:pt x="10806" y="-186"/>
                      <a:pt x="8646" y="-186"/>
                      <a:pt x="6486" y="559"/>
                    </a:cubicBezTo>
                    <a:cubicBezTo>
                      <a:pt x="6486" y="1304"/>
                      <a:pt x="5766" y="1304"/>
                      <a:pt x="5046" y="130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1" name="Shape 441"/>
              <p:cNvSpPr/>
              <p:nvPr/>
            </p:nvSpPr>
            <p:spPr>
              <a:xfrm rot="14400000">
                <a:off x="6372657" y="7235719"/>
                <a:ext cx="304504" cy="2384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34" y="0"/>
                    </a:moveTo>
                    <a:cubicBezTo>
                      <a:pt x="617" y="0"/>
                      <a:pt x="617" y="0"/>
                      <a:pt x="0" y="0"/>
                    </a:cubicBezTo>
                    <a:cubicBezTo>
                      <a:pt x="20983" y="21600"/>
                      <a:pt x="20983" y="21600"/>
                      <a:pt x="20983" y="21600"/>
                    </a:cubicBezTo>
                    <a:cubicBezTo>
                      <a:pt x="20983" y="21600"/>
                      <a:pt x="21600" y="21600"/>
                      <a:pt x="21600" y="21600"/>
                    </a:cubicBezTo>
                    <a:lnTo>
                      <a:pt x="1234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2" name="Shape 442"/>
              <p:cNvSpPr/>
              <p:nvPr/>
            </p:nvSpPr>
            <p:spPr>
              <a:xfrm rot="14400000">
                <a:off x="7508529" y="8064928"/>
                <a:ext cx="5103183" cy="25240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52"/>
                    </a:moveTo>
                    <a:cubicBezTo>
                      <a:pt x="0" y="21526"/>
                      <a:pt x="0" y="21526"/>
                      <a:pt x="0" y="21600"/>
                    </a:cubicBezTo>
                    <a:cubicBezTo>
                      <a:pt x="21600" y="74"/>
                      <a:pt x="21600" y="74"/>
                      <a:pt x="21600" y="74"/>
                    </a:cubicBezTo>
                    <a:cubicBezTo>
                      <a:pt x="21600" y="74"/>
                      <a:pt x="21600" y="0"/>
                      <a:pt x="21563" y="0"/>
                    </a:cubicBezTo>
                    <a:lnTo>
                      <a:pt x="0" y="2145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3" name="Shape 443"/>
              <p:cNvSpPr/>
              <p:nvPr/>
            </p:nvSpPr>
            <p:spPr>
              <a:xfrm rot="14400000">
                <a:off x="12303177" y="9942079"/>
                <a:ext cx="843806" cy="788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77" y="21600"/>
                    </a:moveTo>
                    <a:cubicBezTo>
                      <a:pt x="21600" y="21363"/>
                      <a:pt x="21600" y="21363"/>
                      <a:pt x="21600" y="21125"/>
                    </a:cubicBezTo>
                    <a:cubicBezTo>
                      <a:pt x="445" y="0"/>
                      <a:pt x="445" y="0"/>
                      <a:pt x="445" y="0"/>
                    </a:cubicBezTo>
                    <a:cubicBezTo>
                      <a:pt x="223" y="0"/>
                      <a:pt x="0" y="0"/>
                      <a:pt x="0" y="237"/>
                    </a:cubicBezTo>
                    <a:lnTo>
                      <a:pt x="2137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4" name="Shape 444"/>
              <p:cNvSpPr/>
              <p:nvPr/>
            </p:nvSpPr>
            <p:spPr>
              <a:xfrm rot="14400000">
                <a:off x="13644723" y="8533931"/>
                <a:ext cx="2300285" cy="287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82" y="21600"/>
                      <a:pt x="82" y="21600"/>
                      <a:pt x="163" y="21600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518" y="0"/>
                      <a:pt x="2151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5" name="Shape 445"/>
              <p:cNvSpPr/>
              <p:nvPr/>
            </p:nvSpPr>
            <p:spPr>
              <a:xfrm rot="14400000">
                <a:off x="5331881" y="9045772"/>
                <a:ext cx="233744" cy="23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3" h="19837" fill="norm" stroke="1" extrusionOk="0">
                    <a:moveTo>
                      <a:pt x="16767" y="16858"/>
                    </a:moveTo>
                    <a:cubicBezTo>
                      <a:pt x="20367" y="13134"/>
                      <a:pt x="20367" y="6430"/>
                      <a:pt x="16047" y="2706"/>
                    </a:cubicBezTo>
                    <a:cubicBezTo>
                      <a:pt x="12447" y="-1018"/>
                      <a:pt x="5967" y="-1018"/>
                      <a:pt x="2367" y="3451"/>
                    </a:cubicBezTo>
                    <a:cubicBezTo>
                      <a:pt x="-1233" y="7175"/>
                      <a:pt x="-513" y="13879"/>
                      <a:pt x="3087" y="17603"/>
                    </a:cubicBezTo>
                    <a:cubicBezTo>
                      <a:pt x="3807" y="18348"/>
                      <a:pt x="4527" y="18348"/>
                      <a:pt x="5247" y="19092"/>
                    </a:cubicBezTo>
                    <a:cubicBezTo>
                      <a:pt x="5967" y="19092"/>
                      <a:pt x="5967" y="19092"/>
                      <a:pt x="6687" y="19092"/>
                    </a:cubicBezTo>
                    <a:cubicBezTo>
                      <a:pt x="10287" y="20582"/>
                      <a:pt x="13887" y="19837"/>
                      <a:pt x="16767" y="1685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6" name="Shape 446"/>
              <p:cNvSpPr/>
              <p:nvPr/>
            </p:nvSpPr>
            <p:spPr>
              <a:xfrm rot="14400000">
                <a:off x="7485084" y="7572715"/>
                <a:ext cx="230118" cy="230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24" h="19924" fill="norm" stroke="1" extrusionOk="0">
                    <a:moveTo>
                      <a:pt x="17131" y="2979"/>
                    </a:moveTo>
                    <a:cubicBezTo>
                      <a:pt x="16386" y="2234"/>
                      <a:pt x="14896" y="1489"/>
                      <a:pt x="14152" y="745"/>
                    </a:cubicBezTo>
                    <a:cubicBezTo>
                      <a:pt x="14152" y="745"/>
                      <a:pt x="13407" y="745"/>
                      <a:pt x="13407" y="745"/>
                    </a:cubicBezTo>
                    <a:cubicBezTo>
                      <a:pt x="9683" y="-745"/>
                      <a:pt x="5958" y="0"/>
                      <a:pt x="2979" y="2979"/>
                    </a:cubicBezTo>
                    <a:cubicBezTo>
                      <a:pt x="0" y="5958"/>
                      <a:pt x="-745" y="10427"/>
                      <a:pt x="745" y="14152"/>
                    </a:cubicBezTo>
                    <a:cubicBezTo>
                      <a:pt x="1489" y="14152"/>
                      <a:pt x="1489" y="14896"/>
                      <a:pt x="1489" y="14896"/>
                    </a:cubicBezTo>
                    <a:cubicBezTo>
                      <a:pt x="2234" y="15641"/>
                      <a:pt x="2234" y="16386"/>
                      <a:pt x="2979" y="17131"/>
                    </a:cubicBezTo>
                    <a:cubicBezTo>
                      <a:pt x="7448" y="20855"/>
                      <a:pt x="13407" y="20855"/>
                      <a:pt x="17131" y="17131"/>
                    </a:cubicBezTo>
                    <a:cubicBezTo>
                      <a:pt x="20855" y="12662"/>
                      <a:pt x="20855" y="6703"/>
                      <a:pt x="17131" y="29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7" name="Shape 447"/>
              <p:cNvSpPr/>
              <p:nvPr/>
            </p:nvSpPr>
            <p:spPr>
              <a:xfrm rot="14400000">
                <a:off x="12402495" y="10856763"/>
                <a:ext cx="226486" cy="235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10" h="20118" fill="norm" stroke="1" extrusionOk="0">
                    <a:moveTo>
                      <a:pt x="16600" y="2793"/>
                    </a:moveTo>
                    <a:cubicBezTo>
                      <a:pt x="12876" y="-931"/>
                      <a:pt x="6172" y="-931"/>
                      <a:pt x="2448" y="2793"/>
                    </a:cubicBezTo>
                    <a:cubicBezTo>
                      <a:pt x="-1276" y="7262"/>
                      <a:pt x="-531" y="13221"/>
                      <a:pt x="3193" y="16945"/>
                    </a:cubicBezTo>
                    <a:cubicBezTo>
                      <a:pt x="5427" y="19179"/>
                      <a:pt x="9152" y="20669"/>
                      <a:pt x="12131" y="19924"/>
                    </a:cubicBezTo>
                    <a:cubicBezTo>
                      <a:pt x="12131" y="19179"/>
                      <a:pt x="12876" y="19179"/>
                      <a:pt x="13621" y="19179"/>
                    </a:cubicBezTo>
                    <a:cubicBezTo>
                      <a:pt x="14365" y="18435"/>
                      <a:pt x="15855" y="17690"/>
                      <a:pt x="17345" y="16945"/>
                    </a:cubicBezTo>
                    <a:cubicBezTo>
                      <a:pt x="19579" y="13966"/>
                      <a:pt x="20324" y="9497"/>
                      <a:pt x="18834" y="6517"/>
                    </a:cubicBezTo>
                    <a:cubicBezTo>
                      <a:pt x="18834" y="5772"/>
                      <a:pt x="18834" y="5772"/>
                      <a:pt x="18834" y="5028"/>
                    </a:cubicBezTo>
                    <a:cubicBezTo>
                      <a:pt x="18090" y="4283"/>
                      <a:pt x="17345" y="3538"/>
                      <a:pt x="16600" y="27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8" name="Shape 448"/>
              <p:cNvSpPr/>
              <p:nvPr/>
            </p:nvSpPr>
            <p:spPr>
              <a:xfrm rot="14400000">
                <a:off x="12751747" y="9551711"/>
                <a:ext cx="233694" cy="226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41" h="19651" fill="norm" stroke="1" extrusionOk="0">
                    <a:moveTo>
                      <a:pt x="2337" y="16200"/>
                    </a:moveTo>
                    <a:cubicBezTo>
                      <a:pt x="2337" y="16200"/>
                      <a:pt x="3082" y="16945"/>
                      <a:pt x="3082" y="16945"/>
                    </a:cubicBezTo>
                    <a:cubicBezTo>
                      <a:pt x="3082" y="16945"/>
                      <a:pt x="3082" y="16945"/>
                      <a:pt x="3082" y="16945"/>
                    </a:cubicBezTo>
                    <a:cubicBezTo>
                      <a:pt x="7551" y="20669"/>
                      <a:pt x="13510" y="20669"/>
                      <a:pt x="17234" y="16200"/>
                    </a:cubicBezTo>
                    <a:cubicBezTo>
                      <a:pt x="20958" y="12476"/>
                      <a:pt x="20958" y="6517"/>
                      <a:pt x="16489" y="2793"/>
                    </a:cubicBezTo>
                    <a:cubicBezTo>
                      <a:pt x="12765" y="-931"/>
                      <a:pt x="6061" y="-931"/>
                      <a:pt x="2337" y="2793"/>
                    </a:cubicBezTo>
                    <a:cubicBezTo>
                      <a:pt x="2337" y="2793"/>
                      <a:pt x="2337" y="2793"/>
                      <a:pt x="2337" y="2793"/>
                    </a:cubicBezTo>
                    <a:cubicBezTo>
                      <a:pt x="2337" y="3538"/>
                      <a:pt x="2337" y="3538"/>
                      <a:pt x="1592" y="4283"/>
                    </a:cubicBezTo>
                    <a:cubicBezTo>
                      <a:pt x="-642" y="8007"/>
                      <a:pt x="-642" y="13221"/>
                      <a:pt x="2337" y="162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49" name="Shape 449"/>
              <p:cNvSpPr/>
              <p:nvPr/>
            </p:nvSpPr>
            <p:spPr>
              <a:xfrm rot="14400000">
                <a:off x="16598501" y="10072126"/>
                <a:ext cx="231320" cy="230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279" fill="norm" stroke="1" extrusionOk="0">
                    <a:moveTo>
                      <a:pt x="9497" y="0"/>
                    </a:moveTo>
                    <a:cubicBezTo>
                      <a:pt x="7262" y="0"/>
                      <a:pt x="4283" y="771"/>
                      <a:pt x="2793" y="3086"/>
                    </a:cubicBezTo>
                    <a:cubicBezTo>
                      <a:pt x="-931" y="6943"/>
                      <a:pt x="-931" y="13886"/>
                      <a:pt x="2793" y="17743"/>
                    </a:cubicBezTo>
                    <a:cubicBezTo>
                      <a:pt x="7262" y="21600"/>
                      <a:pt x="13221" y="20829"/>
                      <a:pt x="16945" y="16971"/>
                    </a:cubicBezTo>
                    <a:cubicBezTo>
                      <a:pt x="20669" y="13114"/>
                      <a:pt x="20669" y="6171"/>
                      <a:pt x="16945" y="2314"/>
                    </a:cubicBezTo>
                    <a:cubicBezTo>
                      <a:pt x="14710" y="771"/>
                      <a:pt x="13221" y="0"/>
                      <a:pt x="10986" y="0"/>
                    </a:cubicBezTo>
                    <a:cubicBezTo>
                      <a:pt x="10241" y="0"/>
                      <a:pt x="10241" y="0"/>
                      <a:pt x="9497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0" name="Shape 450"/>
              <p:cNvSpPr/>
              <p:nvPr/>
            </p:nvSpPr>
            <p:spPr>
              <a:xfrm rot="14400000">
                <a:off x="17291480" y="5738581"/>
                <a:ext cx="2454372" cy="3408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45"/>
                    </a:moveTo>
                    <a:cubicBezTo>
                      <a:pt x="0" y="21545"/>
                      <a:pt x="76" y="21545"/>
                      <a:pt x="76" y="21545"/>
                    </a:cubicBezTo>
                    <a:cubicBezTo>
                      <a:pt x="76" y="21600"/>
                      <a:pt x="76" y="21600"/>
                      <a:pt x="76" y="21600"/>
                    </a:cubicBezTo>
                    <a:cubicBezTo>
                      <a:pt x="21600" y="55"/>
                      <a:pt x="21600" y="55"/>
                      <a:pt x="21600" y="55"/>
                    </a:cubicBezTo>
                    <a:cubicBezTo>
                      <a:pt x="21600" y="55"/>
                      <a:pt x="21600" y="0"/>
                      <a:pt x="21524" y="0"/>
                    </a:cubicBezTo>
                    <a:lnTo>
                      <a:pt x="0" y="21545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1" name="Shape 451"/>
              <p:cNvSpPr/>
              <p:nvPr/>
            </p:nvSpPr>
            <p:spPr>
              <a:xfrm rot="14400000">
                <a:off x="18865564" y="7766737"/>
                <a:ext cx="1819684" cy="3081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0"/>
                    </a:moveTo>
                    <a:cubicBezTo>
                      <a:pt x="103" y="0"/>
                      <a:pt x="0" y="61"/>
                      <a:pt x="0" y="61"/>
                    </a:cubicBezTo>
                    <a:cubicBezTo>
                      <a:pt x="21497" y="21600"/>
                      <a:pt x="21497" y="21600"/>
                      <a:pt x="21497" y="21600"/>
                    </a:cubicBezTo>
                    <a:cubicBezTo>
                      <a:pt x="21497" y="21600"/>
                      <a:pt x="21600" y="21539"/>
                      <a:pt x="21600" y="21539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2" name="Shape 452"/>
              <p:cNvSpPr/>
              <p:nvPr/>
            </p:nvSpPr>
            <p:spPr>
              <a:xfrm rot="14400000">
                <a:off x="15254630" y="4018951"/>
                <a:ext cx="2854261" cy="2516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74"/>
                      <a:pt x="0" y="74"/>
                      <a:pt x="0" y="149"/>
                    </a:cubicBezTo>
                    <a:cubicBezTo>
                      <a:pt x="21534" y="21600"/>
                      <a:pt x="21534" y="21600"/>
                      <a:pt x="21534" y="21600"/>
                    </a:cubicBezTo>
                    <a:cubicBezTo>
                      <a:pt x="21534" y="21600"/>
                      <a:pt x="21534" y="21600"/>
                      <a:pt x="2160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3" name="Shape 453"/>
              <p:cNvSpPr/>
              <p:nvPr/>
            </p:nvSpPr>
            <p:spPr>
              <a:xfrm rot="14400000">
                <a:off x="15515625" y="2466657"/>
                <a:ext cx="1151977" cy="145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38" y="0"/>
                    </a:moveTo>
                    <a:cubicBezTo>
                      <a:pt x="0" y="21471"/>
                      <a:pt x="0" y="21471"/>
                      <a:pt x="0" y="21471"/>
                    </a:cubicBezTo>
                    <a:cubicBezTo>
                      <a:pt x="0" y="21471"/>
                      <a:pt x="162" y="21471"/>
                      <a:pt x="162" y="21600"/>
                    </a:cubicBezTo>
                    <a:cubicBezTo>
                      <a:pt x="21600" y="257"/>
                      <a:pt x="21600" y="257"/>
                      <a:pt x="21600" y="257"/>
                    </a:cubicBezTo>
                    <a:cubicBezTo>
                      <a:pt x="21600" y="129"/>
                      <a:pt x="21438" y="129"/>
                      <a:pt x="2143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4" name="Shape 454"/>
              <p:cNvSpPr/>
              <p:nvPr/>
            </p:nvSpPr>
            <p:spPr>
              <a:xfrm rot="14400000">
                <a:off x="21021718" y="7304402"/>
                <a:ext cx="887830" cy="1012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88" y="0"/>
                    </a:moveTo>
                    <a:cubicBezTo>
                      <a:pt x="0" y="21415"/>
                      <a:pt x="0" y="21415"/>
                      <a:pt x="0" y="21415"/>
                    </a:cubicBezTo>
                    <a:cubicBezTo>
                      <a:pt x="0" y="21415"/>
                      <a:pt x="212" y="21600"/>
                      <a:pt x="212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388" y="0"/>
                      <a:pt x="2138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5" name="Shape 455"/>
              <p:cNvSpPr/>
              <p:nvPr/>
            </p:nvSpPr>
            <p:spPr>
              <a:xfrm rot="14400000">
                <a:off x="18731720" y="10836765"/>
                <a:ext cx="205959" cy="205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3" h="20550" fill="norm" stroke="1" extrusionOk="0">
                    <a:moveTo>
                      <a:pt x="18825" y="16755"/>
                    </a:moveTo>
                    <a:cubicBezTo>
                      <a:pt x="20553" y="14163"/>
                      <a:pt x="20553" y="11571"/>
                      <a:pt x="20553" y="8979"/>
                    </a:cubicBezTo>
                    <a:cubicBezTo>
                      <a:pt x="20553" y="8115"/>
                      <a:pt x="20553" y="8115"/>
                      <a:pt x="20553" y="8115"/>
                    </a:cubicBezTo>
                    <a:cubicBezTo>
                      <a:pt x="19689" y="5523"/>
                      <a:pt x="18825" y="3795"/>
                      <a:pt x="17097" y="2067"/>
                    </a:cubicBezTo>
                    <a:cubicBezTo>
                      <a:pt x="14505" y="339"/>
                      <a:pt x="11049" y="-525"/>
                      <a:pt x="8457" y="339"/>
                    </a:cubicBezTo>
                    <a:cubicBezTo>
                      <a:pt x="7593" y="339"/>
                      <a:pt x="7593" y="339"/>
                      <a:pt x="6729" y="339"/>
                    </a:cubicBezTo>
                    <a:cubicBezTo>
                      <a:pt x="5001" y="1203"/>
                      <a:pt x="3273" y="2067"/>
                      <a:pt x="2409" y="3795"/>
                    </a:cubicBezTo>
                    <a:cubicBezTo>
                      <a:pt x="-1047" y="8115"/>
                      <a:pt x="-1047" y="15027"/>
                      <a:pt x="4137" y="18483"/>
                    </a:cubicBezTo>
                    <a:cubicBezTo>
                      <a:pt x="6729" y="20211"/>
                      <a:pt x="10185" y="21075"/>
                      <a:pt x="13641" y="20211"/>
                    </a:cubicBezTo>
                    <a:cubicBezTo>
                      <a:pt x="13641" y="20211"/>
                      <a:pt x="14505" y="19347"/>
                      <a:pt x="14505" y="19347"/>
                    </a:cubicBezTo>
                    <a:cubicBezTo>
                      <a:pt x="16233" y="18483"/>
                      <a:pt x="17097" y="17619"/>
                      <a:pt x="18825" y="1675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6" name="Shape 456"/>
              <p:cNvSpPr/>
              <p:nvPr/>
            </p:nvSpPr>
            <p:spPr>
              <a:xfrm rot="14400000">
                <a:off x="20599220" y="7562339"/>
                <a:ext cx="208837" cy="2081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12" h="20089" fill="norm" stroke="1" extrusionOk="0">
                    <a:moveTo>
                      <a:pt x="14837" y="1988"/>
                    </a:moveTo>
                    <a:cubicBezTo>
                      <a:pt x="11637" y="-504"/>
                      <a:pt x="8437" y="-504"/>
                      <a:pt x="5237" y="1158"/>
                    </a:cubicBezTo>
                    <a:cubicBezTo>
                      <a:pt x="5237" y="1158"/>
                      <a:pt x="4437" y="1988"/>
                      <a:pt x="4437" y="1988"/>
                    </a:cubicBezTo>
                    <a:cubicBezTo>
                      <a:pt x="3637" y="2819"/>
                      <a:pt x="2837" y="2819"/>
                      <a:pt x="2037" y="3650"/>
                    </a:cubicBezTo>
                    <a:cubicBezTo>
                      <a:pt x="-1163" y="7804"/>
                      <a:pt x="-363" y="13619"/>
                      <a:pt x="2837" y="17773"/>
                    </a:cubicBezTo>
                    <a:cubicBezTo>
                      <a:pt x="2837" y="17773"/>
                      <a:pt x="3637" y="17773"/>
                      <a:pt x="3637" y="17773"/>
                    </a:cubicBezTo>
                    <a:cubicBezTo>
                      <a:pt x="3637" y="17773"/>
                      <a:pt x="3637" y="17773"/>
                      <a:pt x="3637" y="17773"/>
                    </a:cubicBezTo>
                    <a:cubicBezTo>
                      <a:pt x="7637" y="21096"/>
                      <a:pt x="14037" y="21096"/>
                      <a:pt x="17237" y="16111"/>
                    </a:cubicBezTo>
                    <a:cubicBezTo>
                      <a:pt x="20437" y="11958"/>
                      <a:pt x="19637" y="6142"/>
                      <a:pt x="15637" y="2819"/>
                    </a:cubicBezTo>
                    <a:cubicBezTo>
                      <a:pt x="15637" y="2819"/>
                      <a:pt x="15637" y="2819"/>
                      <a:pt x="15637" y="1988"/>
                    </a:cubicBezTo>
                    <a:cubicBezTo>
                      <a:pt x="15637" y="1988"/>
                      <a:pt x="14837" y="1988"/>
                      <a:pt x="14837" y="198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7" name="Shape 457"/>
              <p:cNvSpPr/>
              <p:nvPr/>
            </p:nvSpPr>
            <p:spPr>
              <a:xfrm rot="14400000">
                <a:off x="22112098" y="7870071"/>
                <a:ext cx="210295" cy="21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0" h="18891" fill="norm" stroke="1" extrusionOk="0">
                    <a:moveTo>
                      <a:pt x="16439" y="2536"/>
                    </a:moveTo>
                    <a:cubicBezTo>
                      <a:pt x="11455" y="-1321"/>
                      <a:pt x="5639" y="-550"/>
                      <a:pt x="2316" y="3308"/>
                    </a:cubicBezTo>
                    <a:cubicBezTo>
                      <a:pt x="-1007" y="7936"/>
                      <a:pt x="-1007" y="13336"/>
                      <a:pt x="3978" y="16422"/>
                    </a:cubicBezTo>
                    <a:cubicBezTo>
                      <a:pt x="8131" y="20279"/>
                      <a:pt x="13947" y="19508"/>
                      <a:pt x="18101" y="14879"/>
                    </a:cubicBezTo>
                    <a:cubicBezTo>
                      <a:pt x="20593" y="11793"/>
                      <a:pt x="20593" y="7165"/>
                      <a:pt x="18101" y="4079"/>
                    </a:cubicBezTo>
                    <a:cubicBezTo>
                      <a:pt x="18101" y="4079"/>
                      <a:pt x="17270" y="3308"/>
                      <a:pt x="17270" y="3308"/>
                    </a:cubicBezTo>
                    <a:cubicBezTo>
                      <a:pt x="17270" y="2536"/>
                      <a:pt x="16439" y="2536"/>
                      <a:pt x="16439" y="25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8" name="Shape 458"/>
              <p:cNvSpPr/>
              <p:nvPr/>
            </p:nvSpPr>
            <p:spPr>
              <a:xfrm rot="14400000">
                <a:off x="16225142" y="7135033"/>
                <a:ext cx="209423" cy="210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0" h="19402" fill="norm" stroke="1" extrusionOk="0">
                    <a:moveTo>
                      <a:pt x="16416" y="1975"/>
                    </a:moveTo>
                    <a:cubicBezTo>
                      <a:pt x="12096" y="-1225"/>
                      <a:pt x="6048" y="-425"/>
                      <a:pt x="1728" y="3575"/>
                    </a:cubicBezTo>
                    <a:cubicBezTo>
                      <a:pt x="864" y="5175"/>
                      <a:pt x="0" y="6775"/>
                      <a:pt x="0" y="8375"/>
                    </a:cubicBezTo>
                    <a:cubicBezTo>
                      <a:pt x="0" y="9175"/>
                      <a:pt x="0" y="9175"/>
                      <a:pt x="0" y="9175"/>
                    </a:cubicBezTo>
                    <a:cubicBezTo>
                      <a:pt x="0" y="12375"/>
                      <a:pt x="864" y="15575"/>
                      <a:pt x="3456" y="17175"/>
                    </a:cubicBezTo>
                    <a:cubicBezTo>
                      <a:pt x="4320" y="17975"/>
                      <a:pt x="5184" y="17975"/>
                      <a:pt x="5184" y="17975"/>
                    </a:cubicBezTo>
                    <a:cubicBezTo>
                      <a:pt x="6048" y="17975"/>
                      <a:pt x="6048" y="18775"/>
                      <a:pt x="6048" y="18775"/>
                    </a:cubicBezTo>
                    <a:cubicBezTo>
                      <a:pt x="10368" y="20375"/>
                      <a:pt x="15552" y="18775"/>
                      <a:pt x="18144" y="15575"/>
                    </a:cubicBezTo>
                    <a:cubicBezTo>
                      <a:pt x="19008" y="14775"/>
                      <a:pt x="19008" y="13975"/>
                      <a:pt x="19872" y="13975"/>
                    </a:cubicBezTo>
                    <a:cubicBezTo>
                      <a:pt x="19872" y="13175"/>
                      <a:pt x="19872" y="13175"/>
                      <a:pt x="19872" y="12375"/>
                    </a:cubicBezTo>
                    <a:cubicBezTo>
                      <a:pt x="21600" y="9175"/>
                      <a:pt x="19872" y="4375"/>
                      <a:pt x="16416" y="19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59" name="Shape 459"/>
              <p:cNvSpPr/>
              <p:nvPr/>
            </p:nvSpPr>
            <p:spPr>
              <a:xfrm rot="14400000">
                <a:off x="17001503" y="3224478"/>
                <a:ext cx="210936" cy="205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05" h="19837" fill="norm" stroke="1" extrusionOk="0">
                    <a:moveTo>
                      <a:pt x="5175" y="1736"/>
                    </a:moveTo>
                    <a:cubicBezTo>
                      <a:pt x="4375" y="1736"/>
                      <a:pt x="4375" y="1736"/>
                      <a:pt x="4375" y="1736"/>
                    </a:cubicBezTo>
                    <a:cubicBezTo>
                      <a:pt x="3575" y="2567"/>
                      <a:pt x="2775" y="3398"/>
                      <a:pt x="1975" y="3398"/>
                    </a:cubicBezTo>
                    <a:cubicBezTo>
                      <a:pt x="-1225" y="8382"/>
                      <a:pt x="-425" y="14198"/>
                      <a:pt x="3575" y="17521"/>
                    </a:cubicBezTo>
                    <a:cubicBezTo>
                      <a:pt x="8375" y="20844"/>
                      <a:pt x="13975" y="20844"/>
                      <a:pt x="17175" y="15859"/>
                    </a:cubicBezTo>
                    <a:cubicBezTo>
                      <a:pt x="20375" y="11706"/>
                      <a:pt x="20375" y="5890"/>
                      <a:pt x="15575" y="1736"/>
                    </a:cubicBezTo>
                    <a:cubicBezTo>
                      <a:pt x="15575" y="1736"/>
                      <a:pt x="14775" y="1736"/>
                      <a:pt x="14775" y="1736"/>
                    </a:cubicBezTo>
                    <a:cubicBezTo>
                      <a:pt x="14775" y="906"/>
                      <a:pt x="13975" y="906"/>
                      <a:pt x="13975" y="906"/>
                    </a:cubicBezTo>
                    <a:cubicBezTo>
                      <a:pt x="10775" y="-756"/>
                      <a:pt x="7575" y="75"/>
                      <a:pt x="5175" y="17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0" name="Shape 460"/>
              <p:cNvSpPr/>
              <p:nvPr/>
            </p:nvSpPr>
            <p:spPr>
              <a:xfrm rot="14400000">
                <a:off x="14986466" y="2905135"/>
                <a:ext cx="208758" cy="210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24" h="19405" fill="norm" stroke="1" extrusionOk="0">
                    <a:moveTo>
                      <a:pt x="3650" y="17175"/>
                    </a:moveTo>
                    <a:cubicBezTo>
                      <a:pt x="7804" y="20375"/>
                      <a:pt x="14450" y="20375"/>
                      <a:pt x="17773" y="15575"/>
                    </a:cubicBezTo>
                    <a:cubicBezTo>
                      <a:pt x="21096" y="11575"/>
                      <a:pt x="20265" y="5975"/>
                      <a:pt x="16111" y="1975"/>
                    </a:cubicBezTo>
                    <a:cubicBezTo>
                      <a:pt x="11958" y="-1225"/>
                      <a:pt x="5311" y="-425"/>
                      <a:pt x="1988" y="3575"/>
                    </a:cubicBezTo>
                    <a:cubicBezTo>
                      <a:pt x="-504" y="6775"/>
                      <a:pt x="-504" y="10775"/>
                      <a:pt x="1158" y="13975"/>
                    </a:cubicBezTo>
                    <a:cubicBezTo>
                      <a:pt x="1158" y="14775"/>
                      <a:pt x="1988" y="14775"/>
                      <a:pt x="1988" y="15575"/>
                    </a:cubicBezTo>
                    <a:cubicBezTo>
                      <a:pt x="1988" y="16375"/>
                      <a:pt x="2819" y="16375"/>
                      <a:pt x="3650" y="171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1" name="Shape 461"/>
              <p:cNvSpPr/>
              <p:nvPr/>
            </p:nvSpPr>
            <p:spPr>
              <a:xfrm rot="14400000">
                <a:off x="769489" y="11980687"/>
                <a:ext cx="2065488" cy="28469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889" y="11854"/>
                    </a:moveTo>
                    <a:cubicBezTo>
                      <a:pt x="16881" y="0"/>
                      <a:pt x="16881" y="0"/>
                      <a:pt x="16881" y="0"/>
                    </a:cubicBezTo>
                    <a:cubicBezTo>
                      <a:pt x="16790" y="0"/>
                      <a:pt x="16790" y="0"/>
                      <a:pt x="16699" y="0"/>
                    </a:cubicBezTo>
                    <a:cubicBezTo>
                      <a:pt x="11708" y="11788"/>
                      <a:pt x="11708" y="11788"/>
                      <a:pt x="11708" y="11788"/>
                    </a:cubicBezTo>
                    <a:cubicBezTo>
                      <a:pt x="0" y="10141"/>
                      <a:pt x="0" y="10141"/>
                      <a:pt x="0" y="10141"/>
                    </a:cubicBezTo>
                    <a:cubicBezTo>
                      <a:pt x="0" y="10141"/>
                      <a:pt x="0" y="10207"/>
                      <a:pt x="0" y="10207"/>
                    </a:cubicBezTo>
                    <a:cubicBezTo>
                      <a:pt x="11708" y="11920"/>
                      <a:pt x="11708" y="11920"/>
                      <a:pt x="11708" y="11920"/>
                    </a:cubicBezTo>
                    <a:cubicBezTo>
                      <a:pt x="7624" y="21600"/>
                      <a:pt x="7624" y="21600"/>
                      <a:pt x="7624" y="21600"/>
                    </a:cubicBezTo>
                    <a:cubicBezTo>
                      <a:pt x="7624" y="21600"/>
                      <a:pt x="7714" y="21600"/>
                      <a:pt x="7714" y="21600"/>
                    </a:cubicBezTo>
                    <a:cubicBezTo>
                      <a:pt x="11798" y="11920"/>
                      <a:pt x="11798" y="11920"/>
                      <a:pt x="11798" y="11920"/>
                    </a:cubicBezTo>
                    <a:cubicBezTo>
                      <a:pt x="21600" y="13368"/>
                      <a:pt x="21600" y="13368"/>
                      <a:pt x="21600" y="13368"/>
                    </a:cubicBezTo>
                    <a:cubicBezTo>
                      <a:pt x="21600" y="13302"/>
                      <a:pt x="21600" y="13302"/>
                      <a:pt x="21600" y="13237"/>
                    </a:cubicBezTo>
                    <a:lnTo>
                      <a:pt x="11889" y="11854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2" name="Shape 462"/>
              <p:cNvSpPr/>
              <p:nvPr/>
            </p:nvSpPr>
            <p:spPr>
              <a:xfrm rot="14400000">
                <a:off x="5177968" y="11621393"/>
                <a:ext cx="3235807" cy="4640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09" y="3472"/>
                    </a:moveTo>
                    <a:cubicBezTo>
                      <a:pt x="16157" y="40"/>
                      <a:pt x="16157" y="40"/>
                      <a:pt x="16157" y="40"/>
                    </a:cubicBezTo>
                    <a:cubicBezTo>
                      <a:pt x="16157" y="40"/>
                      <a:pt x="16099" y="40"/>
                      <a:pt x="16099" y="0"/>
                    </a:cubicBezTo>
                    <a:cubicBezTo>
                      <a:pt x="13551" y="3432"/>
                      <a:pt x="13551" y="3432"/>
                      <a:pt x="13551" y="3432"/>
                    </a:cubicBezTo>
                    <a:cubicBezTo>
                      <a:pt x="6833" y="606"/>
                      <a:pt x="6833" y="606"/>
                      <a:pt x="6833" y="606"/>
                    </a:cubicBezTo>
                    <a:cubicBezTo>
                      <a:pt x="6833" y="606"/>
                      <a:pt x="6833" y="646"/>
                      <a:pt x="6833" y="646"/>
                    </a:cubicBezTo>
                    <a:cubicBezTo>
                      <a:pt x="13493" y="3472"/>
                      <a:pt x="13493" y="3472"/>
                      <a:pt x="13493" y="3472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21600"/>
                      <a:pt x="58" y="21600"/>
                      <a:pt x="58" y="21600"/>
                    </a:cubicBezTo>
                    <a:cubicBezTo>
                      <a:pt x="13551" y="3513"/>
                      <a:pt x="13551" y="3513"/>
                      <a:pt x="13551" y="3513"/>
                    </a:cubicBezTo>
                    <a:cubicBezTo>
                      <a:pt x="21542" y="6864"/>
                      <a:pt x="21542" y="6864"/>
                      <a:pt x="21542" y="6864"/>
                    </a:cubicBezTo>
                    <a:cubicBezTo>
                      <a:pt x="21600" y="6864"/>
                      <a:pt x="21600" y="6823"/>
                      <a:pt x="21600" y="6823"/>
                    </a:cubicBezTo>
                    <a:lnTo>
                      <a:pt x="13609" y="347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3" name="Shape 463"/>
              <p:cNvSpPr/>
              <p:nvPr/>
            </p:nvSpPr>
            <p:spPr>
              <a:xfrm rot="14400000">
                <a:off x="3008642" y="12099881"/>
                <a:ext cx="1562874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10588"/>
                    </a:moveTo>
                    <a:cubicBezTo>
                      <a:pt x="11280" y="0"/>
                      <a:pt x="11280" y="0"/>
                      <a:pt x="11280" y="0"/>
                    </a:cubicBezTo>
                    <a:cubicBezTo>
                      <a:pt x="11160" y="0"/>
                      <a:pt x="11160" y="0"/>
                      <a:pt x="11040" y="0"/>
                    </a:cubicBezTo>
                    <a:cubicBezTo>
                      <a:pt x="10680" y="10588"/>
                      <a:pt x="10680" y="10588"/>
                      <a:pt x="10680" y="10588"/>
                    </a:cubicBezTo>
                    <a:cubicBezTo>
                      <a:pt x="0" y="10951"/>
                      <a:pt x="0" y="10951"/>
                      <a:pt x="0" y="10951"/>
                    </a:cubicBezTo>
                    <a:cubicBezTo>
                      <a:pt x="0" y="10951"/>
                      <a:pt x="0" y="11012"/>
                      <a:pt x="0" y="11012"/>
                    </a:cubicBezTo>
                    <a:cubicBezTo>
                      <a:pt x="10680" y="10649"/>
                      <a:pt x="10680" y="10649"/>
                      <a:pt x="10680" y="10649"/>
                    </a:cubicBezTo>
                    <a:cubicBezTo>
                      <a:pt x="10200" y="21600"/>
                      <a:pt x="10200" y="21600"/>
                      <a:pt x="10200" y="21600"/>
                    </a:cubicBezTo>
                    <a:cubicBezTo>
                      <a:pt x="10320" y="21600"/>
                      <a:pt x="10320" y="21600"/>
                      <a:pt x="10440" y="21600"/>
                    </a:cubicBezTo>
                    <a:cubicBezTo>
                      <a:pt x="10800" y="10649"/>
                      <a:pt x="10800" y="10649"/>
                      <a:pt x="10800" y="10649"/>
                    </a:cubicBezTo>
                    <a:cubicBezTo>
                      <a:pt x="21480" y="10286"/>
                      <a:pt x="21480" y="10286"/>
                      <a:pt x="21480" y="10286"/>
                    </a:cubicBezTo>
                    <a:cubicBezTo>
                      <a:pt x="21480" y="10286"/>
                      <a:pt x="21600" y="10225"/>
                      <a:pt x="21600" y="10225"/>
                    </a:cubicBezTo>
                    <a:lnTo>
                      <a:pt x="10800" y="10588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4" name="Shape 464"/>
              <p:cNvSpPr/>
              <p:nvPr/>
            </p:nvSpPr>
            <p:spPr>
              <a:xfrm rot="14400000">
                <a:off x="43276" y="13537897"/>
                <a:ext cx="245482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20040" fill="norm" stroke="1" extrusionOk="0">
                    <a:moveTo>
                      <a:pt x="15079" y="18600"/>
                    </a:moveTo>
                    <a:cubicBezTo>
                      <a:pt x="19129" y="15000"/>
                      <a:pt x="20479" y="8520"/>
                      <a:pt x="17104" y="4200"/>
                    </a:cubicBezTo>
                    <a:cubicBezTo>
                      <a:pt x="14404" y="-120"/>
                      <a:pt x="8329" y="-1560"/>
                      <a:pt x="4279" y="2040"/>
                    </a:cubicBezTo>
                    <a:cubicBezTo>
                      <a:pt x="-446" y="4920"/>
                      <a:pt x="-1121" y="11400"/>
                      <a:pt x="1579" y="15720"/>
                    </a:cubicBezTo>
                    <a:cubicBezTo>
                      <a:pt x="2929" y="17880"/>
                      <a:pt x="4954" y="19320"/>
                      <a:pt x="6979" y="20040"/>
                    </a:cubicBezTo>
                    <a:cubicBezTo>
                      <a:pt x="7654" y="20040"/>
                      <a:pt x="7654" y="20040"/>
                      <a:pt x="8329" y="20040"/>
                    </a:cubicBezTo>
                    <a:cubicBezTo>
                      <a:pt x="10354" y="20040"/>
                      <a:pt x="13054" y="20040"/>
                      <a:pt x="15079" y="18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5" name="Shape 465"/>
              <p:cNvSpPr/>
              <p:nvPr/>
            </p:nvSpPr>
            <p:spPr>
              <a:xfrm rot="14400000">
                <a:off x="1410296" y="12106412"/>
                <a:ext cx="243853" cy="245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7" h="19017" fill="norm" stroke="1" extrusionOk="0">
                    <a:moveTo>
                      <a:pt x="17693" y="4279"/>
                    </a:moveTo>
                    <a:cubicBezTo>
                      <a:pt x="14906" y="-446"/>
                      <a:pt x="8635" y="-1121"/>
                      <a:pt x="4454" y="1579"/>
                    </a:cubicBezTo>
                    <a:cubicBezTo>
                      <a:pt x="2364" y="2929"/>
                      <a:pt x="971" y="4954"/>
                      <a:pt x="274" y="6979"/>
                    </a:cubicBezTo>
                    <a:cubicBezTo>
                      <a:pt x="274" y="7654"/>
                      <a:pt x="274" y="7654"/>
                      <a:pt x="274" y="8329"/>
                    </a:cubicBezTo>
                    <a:cubicBezTo>
                      <a:pt x="-423" y="10354"/>
                      <a:pt x="274" y="13054"/>
                      <a:pt x="1667" y="15079"/>
                    </a:cubicBezTo>
                    <a:cubicBezTo>
                      <a:pt x="5151" y="19129"/>
                      <a:pt x="10725" y="20479"/>
                      <a:pt x="15603" y="17104"/>
                    </a:cubicBezTo>
                    <a:cubicBezTo>
                      <a:pt x="19783" y="14404"/>
                      <a:pt x="21177" y="8329"/>
                      <a:pt x="17693" y="42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6" name="Shape 466"/>
              <p:cNvSpPr/>
              <p:nvPr/>
            </p:nvSpPr>
            <p:spPr>
              <a:xfrm rot="14400000">
                <a:off x="2197786" y="14317391"/>
                <a:ext cx="246063" cy="2438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7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2426"/>
                      <a:pt x="20404" y="8943"/>
                    </a:cubicBezTo>
                    <a:cubicBezTo>
                      <a:pt x="20404" y="8943"/>
                      <a:pt x="20404" y="8246"/>
                      <a:pt x="20404" y="8246"/>
                    </a:cubicBezTo>
                    <a:cubicBezTo>
                      <a:pt x="19684" y="6852"/>
                      <a:pt x="1896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910"/>
                    </a:cubicBezTo>
                    <a:cubicBezTo>
                      <a:pt x="3124" y="17304"/>
                      <a:pt x="5284" y="18697"/>
                      <a:pt x="7444" y="19394"/>
                    </a:cubicBezTo>
                    <a:cubicBezTo>
                      <a:pt x="8164" y="19394"/>
                      <a:pt x="8164" y="19394"/>
                      <a:pt x="8884" y="19394"/>
                    </a:cubicBezTo>
                    <a:cubicBezTo>
                      <a:pt x="11044" y="20091"/>
                      <a:pt x="13924" y="19394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7" name="Shape 467"/>
              <p:cNvSpPr/>
              <p:nvPr/>
            </p:nvSpPr>
            <p:spPr>
              <a:xfrm rot="14400000">
                <a:off x="3170623" y="12777937"/>
                <a:ext cx="246063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20040" fill="norm" stroke="1" extrusionOk="0">
                    <a:moveTo>
                      <a:pt x="4320" y="1440"/>
                    </a:moveTo>
                    <a:cubicBezTo>
                      <a:pt x="2160" y="2880"/>
                      <a:pt x="720" y="5040"/>
                      <a:pt x="720" y="7920"/>
                    </a:cubicBezTo>
                    <a:cubicBezTo>
                      <a:pt x="720" y="7920"/>
                      <a:pt x="0" y="8640"/>
                      <a:pt x="0" y="8640"/>
                    </a:cubicBezTo>
                    <a:cubicBezTo>
                      <a:pt x="0" y="11520"/>
                      <a:pt x="720" y="13680"/>
                      <a:pt x="2160" y="15840"/>
                    </a:cubicBezTo>
                    <a:cubicBezTo>
                      <a:pt x="5040" y="20160"/>
                      <a:pt x="11520" y="21600"/>
                      <a:pt x="15840" y="18000"/>
                    </a:cubicBezTo>
                    <a:cubicBezTo>
                      <a:pt x="20880" y="15120"/>
                      <a:pt x="21600" y="8640"/>
                      <a:pt x="18720" y="4320"/>
                    </a:cubicBezTo>
                    <a:cubicBezTo>
                      <a:pt x="17280" y="1440"/>
                      <a:pt x="14400" y="0"/>
                      <a:pt x="11520" y="0"/>
                    </a:cubicBezTo>
                    <a:cubicBezTo>
                      <a:pt x="11520" y="0"/>
                      <a:pt x="10800" y="0"/>
                      <a:pt x="10800" y="0"/>
                    </a:cubicBezTo>
                    <a:cubicBezTo>
                      <a:pt x="8640" y="0"/>
                      <a:pt x="6480" y="720"/>
                      <a:pt x="4320" y="144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8" name="Shape 468"/>
              <p:cNvSpPr/>
              <p:nvPr/>
            </p:nvSpPr>
            <p:spPr>
              <a:xfrm rot="14400000">
                <a:off x="4147437" y="14291510"/>
                <a:ext cx="246063" cy="247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8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3123"/>
                      <a:pt x="20404" y="9639"/>
                    </a:cubicBezTo>
                    <a:cubicBezTo>
                      <a:pt x="20404" y="9639"/>
                      <a:pt x="20404" y="8943"/>
                      <a:pt x="20404" y="8943"/>
                    </a:cubicBezTo>
                    <a:cubicBezTo>
                      <a:pt x="20404" y="6852"/>
                      <a:pt x="1968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214"/>
                    </a:cubicBezTo>
                    <a:cubicBezTo>
                      <a:pt x="3124" y="16607"/>
                      <a:pt x="3844" y="17304"/>
                      <a:pt x="5284" y="18001"/>
                    </a:cubicBezTo>
                    <a:cubicBezTo>
                      <a:pt x="5284" y="18697"/>
                      <a:pt x="6004" y="18697"/>
                      <a:pt x="6004" y="18697"/>
                    </a:cubicBezTo>
                    <a:cubicBezTo>
                      <a:pt x="9604" y="20091"/>
                      <a:pt x="13204" y="20091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69" name="Shape 469"/>
              <p:cNvSpPr/>
              <p:nvPr/>
            </p:nvSpPr>
            <p:spPr>
              <a:xfrm rot="14400000">
                <a:off x="5129990" y="12724060"/>
                <a:ext cx="247208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040" fill="norm" stroke="1" extrusionOk="0">
                    <a:moveTo>
                      <a:pt x="9333" y="0"/>
                    </a:moveTo>
                    <a:cubicBezTo>
                      <a:pt x="7939" y="0"/>
                      <a:pt x="5849" y="720"/>
                      <a:pt x="4455" y="1440"/>
                    </a:cubicBezTo>
                    <a:cubicBezTo>
                      <a:pt x="3062" y="2160"/>
                      <a:pt x="2365" y="2880"/>
                      <a:pt x="1668" y="4320"/>
                    </a:cubicBezTo>
                    <a:cubicBezTo>
                      <a:pt x="1668" y="4320"/>
                      <a:pt x="1668" y="5040"/>
                      <a:pt x="972" y="5040"/>
                    </a:cubicBezTo>
                    <a:cubicBezTo>
                      <a:pt x="-422" y="8640"/>
                      <a:pt x="-422" y="12240"/>
                      <a:pt x="1668" y="15840"/>
                    </a:cubicBezTo>
                    <a:cubicBezTo>
                      <a:pt x="5152" y="20160"/>
                      <a:pt x="11423" y="21600"/>
                      <a:pt x="15604" y="18000"/>
                    </a:cubicBezTo>
                    <a:cubicBezTo>
                      <a:pt x="19784" y="15120"/>
                      <a:pt x="21178" y="8640"/>
                      <a:pt x="17694" y="4320"/>
                    </a:cubicBezTo>
                    <a:cubicBezTo>
                      <a:pt x="16301" y="1440"/>
                      <a:pt x="13513" y="0"/>
                      <a:pt x="10726" y="0"/>
                    </a:cubicBezTo>
                    <a:cubicBezTo>
                      <a:pt x="10030" y="0"/>
                      <a:pt x="10030" y="0"/>
                      <a:pt x="9333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0" name="Shape 470"/>
              <p:cNvSpPr/>
              <p:nvPr/>
            </p:nvSpPr>
            <p:spPr>
              <a:xfrm rot="14400000">
                <a:off x="5087324" y="15550246"/>
                <a:ext cx="243867" cy="2391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115" fill="norm" stroke="1" extrusionOk="0">
                    <a:moveTo>
                      <a:pt x="15214" y="18244"/>
                    </a:moveTo>
                    <a:cubicBezTo>
                      <a:pt x="16607" y="17524"/>
                      <a:pt x="18001" y="16084"/>
                      <a:pt x="18697" y="14644"/>
                    </a:cubicBezTo>
                    <a:cubicBezTo>
                      <a:pt x="18697" y="14644"/>
                      <a:pt x="18697" y="13924"/>
                      <a:pt x="18697" y="13924"/>
                    </a:cubicBezTo>
                    <a:cubicBezTo>
                      <a:pt x="20091" y="11044"/>
                      <a:pt x="20091" y="7444"/>
                      <a:pt x="18001" y="4564"/>
                    </a:cubicBezTo>
                    <a:cubicBezTo>
                      <a:pt x="14517" y="-476"/>
                      <a:pt x="8943" y="-1196"/>
                      <a:pt x="4065" y="1684"/>
                    </a:cubicBezTo>
                    <a:cubicBezTo>
                      <a:pt x="-115" y="5284"/>
                      <a:pt x="-1509" y="11044"/>
                      <a:pt x="1975" y="16084"/>
                    </a:cubicBezTo>
                    <a:cubicBezTo>
                      <a:pt x="2672" y="17524"/>
                      <a:pt x="4065" y="18244"/>
                      <a:pt x="5459" y="18964"/>
                    </a:cubicBezTo>
                    <a:cubicBezTo>
                      <a:pt x="5459" y="18964"/>
                      <a:pt x="6156" y="19684"/>
                      <a:pt x="6156" y="19684"/>
                    </a:cubicBezTo>
                    <a:cubicBezTo>
                      <a:pt x="8943" y="20404"/>
                      <a:pt x="12426" y="20404"/>
                      <a:pt x="15214" y="1824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1" name="Shape 471"/>
              <p:cNvSpPr/>
              <p:nvPr/>
            </p:nvSpPr>
            <p:spPr>
              <a:xfrm rot="14400000">
                <a:off x="9609022" y="14077909"/>
                <a:ext cx="245481" cy="24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19655" fill="norm" stroke="1" extrusionOk="0">
                    <a:moveTo>
                      <a:pt x="15413" y="2352"/>
                    </a:moveTo>
                    <a:cubicBezTo>
                      <a:pt x="12713" y="262"/>
                      <a:pt x="10013" y="-435"/>
                      <a:pt x="7313" y="262"/>
                    </a:cubicBezTo>
                    <a:cubicBezTo>
                      <a:pt x="6638" y="262"/>
                      <a:pt x="6638" y="262"/>
                      <a:pt x="5963" y="959"/>
                    </a:cubicBezTo>
                    <a:cubicBezTo>
                      <a:pt x="5288" y="959"/>
                      <a:pt x="4613" y="959"/>
                      <a:pt x="3938" y="1655"/>
                    </a:cubicBezTo>
                    <a:cubicBezTo>
                      <a:pt x="-112" y="5139"/>
                      <a:pt x="-1462" y="10713"/>
                      <a:pt x="1913" y="15591"/>
                    </a:cubicBezTo>
                    <a:cubicBezTo>
                      <a:pt x="4613" y="19771"/>
                      <a:pt x="10688" y="21165"/>
                      <a:pt x="14738" y="17681"/>
                    </a:cubicBezTo>
                    <a:cubicBezTo>
                      <a:pt x="19463" y="14894"/>
                      <a:pt x="20138" y="8623"/>
                      <a:pt x="17438" y="4442"/>
                    </a:cubicBezTo>
                    <a:cubicBezTo>
                      <a:pt x="16763" y="3746"/>
                      <a:pt x="16763" y="3049"/>
                      <a:pt x="16088" y="2352"/>
                    </a:cubicBezTo>
                    <a:cubicBezTo>
                      <a:pt x="16088" y="2352"/>
                      <a:pt x="15413" y="2352"/>
                      <a:pt x="15413" y="235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2" name="Shape 472"/>
              <p:cNvSpPr/>
              <p:nvPr/>
            </p:nvSpPr>
            <p:spPr>
              <a:xfrm rot="14400000">
                <a:off x="17559796" y="21043971"/>
                <a:ext cx="25682" cy="95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7200" y="21600"/>
                      <a:pt x="14400" y="21600"/>
                      <a:pt x="21600" y="21600"/>
                    </a:cubicBezTo>
                    <a:cubicBezTo>
                      <a:pt x="14400" y="0"/>
                      <a:pt x="14400" y="0"/>
                      <a:pt x="14400" y="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3" name="Shape 473"/>
              <p:cNvSpPr/>
              <p:nvPr/>
            </p:nvSpPr>
            <p:spPr>
              <a:xfrm rot="14400000">
                <a:off x="12421803" y="22561830"/>
                <a:ext cx="7763003" cy="78070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2" y="21600"/>
                    </a:moveTo>
                    <a:cubicBezTo>
                      <a:pt x="21576" y="21600"/>
                      <a:pt x="21576" y="21576"/>
                      <a:pt x="21600" y="2157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4" y="24"/>
                      <a:pt x="24" y="48"/>
                      <a:pt x="0" y="48"/>
                    </a:cubicBezTo>
                    <a:lnTo>
                      <a:pt x="2155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4" name="Shape 474"/>
              <p:cNvSpPr/>
              <p:nvPr/>
            </p:nvSpPr>
            <p:spPr>
              <a:xfrm rot="14400000">
                <a:off x="11541674" y="20398818"/>
                <a:ext cx="4875723" cy="1129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7" y="0"/>
                      <a:pt x="38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6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5" name="Shape 475"/>
              <p:cNvSpPr/>
              <p:nvPr/>
            </p:nvSpPr>
            <p:spPr>
              <a:xfrm rot="14400000">
                <a:off x="13347329" y="19103308"/>
                <a:ext cx="2003120" cy="73814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51" y="21321"/>
                    </a:moveTo>
                    <a:cubicBezTo>
                      <a:pt x="9444" y="21600"/>
                      <a:pt x="9444" y="21600"/>
                      <a:pt x="9444" y="21600"/>
                    </a:cubicBezTo>
                    <a:cubicBezTo>
                      <a:pt x="9538" y="21600"/>
                      <a:pt x="9631" y="21600"/>
                      <a:pt x="9631" y="21600"/>
                    </a:cubicBezTo>
                    <a:cubicBezTo>
                      <a:pt x="9444" y="21118"/>
                      <a:pt x="9444" y="21118"/>
                      <a:pt x="9444" y="21118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06" y="0"/>
                      <a:pt x="21506" y="0"/>
                      <a:pt x="21413" y="0"/>
                    </a:cubicBezTo>
                    <a:cubicBezTo>
                      <a:pt x="9351" y="20915"/>
                      <a:pt x="9351" y="20915"/>
                      <a:pt x="9351" y="20915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94" y="25"/>
                      <a:pt x="0" y="25"/>
                      <a:pt x="0" y="25"/>
                    </a:cubicBezTo>
                    <a:cubicBezTo>
                      <a:pt x="9257" y="21118"/>
                      <a:pt x="9257" y="21118"/>
                      <a:pt x="9257" y="21118"/>
                    </a:cubicBezTo>
                    <a:cubicBezTo>
                      <a:pt x="8977" y="21600"/>
                      <a:pt x="8977" y="21600"/>
                      <a:pt x="8977" y="21600"/>
                    </a:cubicBezTo>
                    <a:cubicBezTo>
                      <a:pt x="9070" y="21600"/>
                      <a:pt x="9070" y="21600"/>
                      <a:pt x="9164" y="21600"/>
                    </a:cubicBezTo>
                    <a:lnTo>
                      <a:pt x="9351" y="21321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6" name="Shape 476"/>
              <p:cNvSpPr/>
              <p:nvPr/>
            </p:nvSpPr>
            <p:spPr>
              <a:xfrm rot="14400000">
                <a:off x="17595713" y="20806900"/>
                <a:ext cx="356503" cy="358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1" h="20308" fill="norm" stroke="1" extrusionOk="0">
                    <a:moveTo>
                      <a:pt x="480" y="13745"/>
                    </a:moveTo>
                    <a:cubicBezTo>
                      <a:pt x="2400" y="19145"/>
                      <a:pt x="8160" y="21600"/>
                      <a:pt x="13440" y="19636"/>
                    </a:cubicBezTo>
                    <a:cubicBezTo>
                      <a:pt x="18240" y="17182"/>
                      <a:pt x="21120" y="11291"/>
                      <a:pt x="19200" y="5891"/>
                    </a:cubicBezTo>
                    <a:cubicBezTo>
                      <a:pt x="17760" y="2945"/>
                      <a:pt x="15360" y="982"/>
                      <a:pt x="12000" y="0"/>
                    </a:cubicBezTo>
                    <a:cubicBezTo>
                      <a:pt x="12000" y="0"/>
                      <a:pt x="11520" y="0"/>
                      <a:pt x="11040" y="0"/>
                    </a:cubicBezTo>
                    <a:cubicBezTo>
                      <a:pt x="10560" y="0"/>
                      <a:pt x="10080" y="0"/>
                      <a:pt x="9600" y="0"/>
                    </a:cubicBezTo>
                    <a:cubicBezTo>
                      <a:pt x="9120" y="0"/>
                      <a:pt x="9120" y="0"/>
                      <a:pt x="8640" y="0"/>
                    </a:cubicBezTo>
                    <a:cubicBezTo>
                      <a:pt x="8160" y="0"/>
                      <a:pt x="7680" y="0"/>
                      <a:pt x="7200" y="491"/>
                    </a:cubicBezTo>
                    <a:cubicBezTo>
                      <a:pt x="7200" y="491"/>
                      <a:pt x="6720" y="491"/>
                      <a:pt x="6240" y="491"/>
                    </a:cubicBezTo>
                    <a:cubicBezTo>
                      <a:pt x="6240" y="491"/>
                      <a:pt x="6240" y="491"/>
                      <a:pt x="6240" y="491"/>
                    </a:cubicBezTo>
                    <a:cubicBezTo>
                      <a:pt x="4800" y="982"/>
                      <a:pt x="3840" y="1964"/>
                      <a:pt x="2880" y="3436"/>
                    </a:cubicBezTo>
                    <a:cubicBezTo>
                      <a:pt x="2400" y="3436"/>
                      <a:pt x="2400" y="3927"/>
                      <a:pt x="1920" y="3927"/>
                    </a:cubicBezTo>
                    <a:cubicBezTo>
                      <a:pt x="0" y="6873"/>
                      <a:pt x="-480" y="10800"/>
                      <a:pt x="480" y="1374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7" name="Shape 477"/>
              <p:cNvSpPr/>
              <p:nvPr/>
            </p:nvSpPr>
            <p:spPr>
              <a:xfrm rot="14400000">
                <a:off x="14643912" y="31756756"/>
                <a:ext cx="358222" cy="358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49" h="18991" fill="norm" stroke="1" extrusionOk="0">
                    <a:moveTo>
                      <a:pt x="844" y="13301"/>
                    </a:moveTo>
                    <a:cubicBezTo>
                      <a:pt x="2722" y="17897"/>
                      <a:pt x="7887" y="20195"/>
                      <a:pt x="13053" y="18357"/>
                    </a:cubicBezTo>
                    <a:cubicBezTo>
                      <a:pt x="13992" y="17897"/>
                      <a:pt x="14931" y="17438"/>
                      <a:pt x="15870" y="16518"/>
                    </a:cubicBezTo>
                    <a:cubicBezTo>
                      <a:pt x="16339" y="16518"/>
                      <a:pt x="16339" y="16059"/>
                      <a:pt x="16809" y="15599"/>
                    </a:cubicBezTo>
                    <a:cubicBezTo>
                      <a:pt x="19157" y="13301"/>
                      <a:pt x="20096" y="9165"/>
                      <a:pt x="18687" y="5948"/>
                    </a:cubicBezTo>
                    <a:cubicBezTo>
                      <a:pt x="16809" y="893"/>
                      <a:pt x="11174" y="-1405"/>
                      <a:pt x="6009" y="893"/>
                    </a:cubicBezTo>
                    <a:cubicBezTo>
                      <a:pt x="1313" y="2731"/>
                      <a:pt x="-1504" y="8246"/>
                      <a:pt x="844" y="133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8" name="Shape 478"/>
              <p:cNvSpPr/>
              <p:nvPr/>
            </p:nvSpPr>
            <p:spPr>
              <a:xfrm rot="14400000">
                <a:off x="10023636" y="30934428"/>
                <a:ext cx="352303" cy="361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19181" fill="norm" stroke="1" extrusionOk="0">
                    <a:moveTo>
                      <a:pt x="13790" y="18093"/>
                    </a:moveTo>
                    <a:cubicBezTo>
                      <a:pt x="18486" y="15795"/>
                      <a:pt x="20364" y="10740"/>
                      <a:pt x="18486" y="6144"/>
                    </a:cubicBezTo>
                    <a:cubicBezTo>
                      <a:pt x="16607" y="1089"/>
                      <a:pt x="10973" y="-1209"/>
                      <a:pt x="6277" y="629"/>
                    </a:cubicBezTo>
                    <a:cubicBezTo>
                      <a:pt x="1112" y="2927"/>
                      <a:pt x="-1236" y="8442"/>
                      <a:pt x="642" y="13038"/>
                    </a:cubicBezTo>
                    <a:cubicBezTo>
                      <a:pt x="2521" y="18093"/>
                      <a:pt x="8155" y="20391"/>
                      <a:pt x="12851" y="18553"/>
                    </a:cubicBezTo>
                    <a:cubicBezTo>
                      <a:pt x="12851" y="18553"/>
                      <a:pt x="12851" y="18553"/>
                      <a:pt x="12851" y="18553"/>
                    </a:cubicBezTo>
                    <a:cubicBezTo>
                      <a:pt x="13321" y="18093"/>
                      <a:pt x="13790" y="18093"/>
                      <a:pt x="13790" y="180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79" name="Shape 479"/>
              <p:cNvSpPr/>
              <p:nvPr/>
            </p:nvSpPr>
            <p:spPr>
              <a:xfrm rot="14400000">
                <a:off x="11341208" y="25427685"/>
                <a:ext cx="350993" cy="35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34" h="19713" fill="norm" stroke="1" extrusionOk="0">
                    <a:moveTo>
                      <a:pt x="11442" y="19653"/>
                    </a:moveTo>
                    <a:cubicBezTo>
                      <a:pt x="11912" y="19653"/>
                      <a:pt x="12381" y="19173"/>
                      <a:pt x="13321" y="19173"/>
                    </a:cubicBezTo>
                    <a:cubicBezTo>
                      <a:pt x="18016" y="17253"/>
                      <a:pt x="20364" y="11013"/>
                      <a:pt x="18486" y="6213"/>
                    </a:cubicBezTo>
                    <a:cubicBezTo>
                      <a:pt x="16607" y="933"/>
                      <a:pt x="10973" y="-1467"/>
                      <a:pt x="6277" y="933"/>
                    </a:cubicBezTo>
                    <a:cubicBezTo>
                      <a:pt x="1112" y="2853"/>
                      <a:pt x="-1236" y="8613"/>
                      <a:pt x="642" y="13893"/>
                    </a:cubicBezTo>
                    <a:cubicBezTo>
                      <a:pt x="2051" y="17733"/>
                      <a:pt x="6277" y="20133"/>
                      <a:pt x="10503" y="19653"/>
                    </a:cubicBezTo>
                    <a:cubicBezTo>
                      <a:pt x="10503" y="19653"/>
                      <a:pt x="10973" y="19653"/>
                      <a:pt x="11442" y="196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0" name="Shape 480"/>
              <p:cNvSpPr/>
              <p:nvPr/>
            </p:nvSpPr>
            <p:spPr>
              <a:xfrm rot="14400000">
                <a:off x="10333787" y="23704720"/>
                <a:ext cx="350884" cy="35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28" h="19918" fill="norm" stroke="1" extrusionOk="0">
                    <a:moveTo>
                      <a:pt x="12851" y="19377"/>
                    </a:moveTo>
                    <a:cubicBezTo>
                      <a:pt x="18016" y="16977"/>
                      <a:pt x="20364" y="11217"/>
                      <a:pt x="18486" y="6417"/>
                    </a:cubicBezTo>
                    <a:cubicBezTo>
                      <a:pt x="16607" y="1137"/>
                      <a:pt x="10973" y="-1263"/>
                      <a:pt x="6277" y="657"/>
                    </a:cubicBezTo>
                    <a:cubicBezTo>
                      <a:pt x="1112" y="3057"/>
                      <a:pt x="-1236" y="8817"/>
                      <a:pt x="642" y="14097"/>
                    </a:cubicBezTo>
                    <a:cubicBezTo>
                      <a:pt x="2051" y="17937"/>
                      <a:pt x="5807" y="20337"/>
                      <a:pt x="10034" y="19857"/>
                    </a:cubicBezTo>
                    <a:cubicBezTo>
                      <a:pt x="10503" y="19857"/>
                      <a:pt x="10503" y="19857"/>
                      <a:pt x="10973" y="19857"/>
                    </a:cubicBezTo>
                    <a:cubicBezTo>
                      <a:pt x="11912" y="19857"/>
                      <a:pt x="12381" y="19377"/>
                      <a:pt x="12851" y="1937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1" name="Shape 481"/>
              <p:cNvSpPr/>
              <p:nvPr/>
            </p:nvSpPr>
            <p:spPr>
              <a:xfrm rot="14400000">
                <a:off x="14060555" y="24185188"/>
                <a:ext cx="1606898" cy="3756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8" y="21600"/>
                    </a:moveTo>
                    <a:lnTo>
                      <a:pt x="0" y="21600"/>
                    </a:lnTo>
                    <a:lnTo>
                      <a:pt x="21452" y="0"/>
                    </a:lnTo>
                    <a:lnTo>
                      <a:pt x="21600" y="63"/>
                    </a:lnTo>
                    <a:lnTo>
                      <a:pt x="1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2" name="Shape 482"/>
              <p:cNvSpPr/>
              <p:nvPr/>
            </p:nvSpPr>
            <p:spPr>
              <a:xfrm rot="14400000">
                <a:off x="14104334" y="24199457"/>
                <a:ext cx="3202789" cy="913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0"/>
                    </a:lnTo>
                    <a:lnTo>
                      <a:pt x="21600" y="0"/>
                    </a:lnTo>
                    <a:lnTo>
                      <a:pt x="21600" y="26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3" name="Shape 483"/>
              <p:cNvSpPr/>
              <p:nvPr/>
            </p:nvSpPr>
            <p:spPr>
              <a:xfrm rot="14400000">
                <a:off x="11551339" y="21731732"/>
                <a:ext cx="1500505" cy="4365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6" y="21600"/>
                    </a:moveTo>
                    <a:lnTo>
                      <a:pt x="0" y="21600"/>
                    </a:lnTo>
                    <a:lnTo>
                      <a:pt x="21442" y="0"/>
                    </a:lnTo>
                    <a:lnTo>
                      <a:pt x="21600" y="0"/>
                    </a:lnTo>
                    <a:lnTo>
                      <a:pt x="10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4" name="Shape 484"/>
              <p:cNvSpPr/>
              <p:nvPr/>
            </p:nvSpPr>
            <p:spPr>
              <a:xfrm rot="14400000">
                <a:off x="9926504" y="24531764"/>
                <a:ext cx="4024581" cy="40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3927"/>
                    </a:lnTo>
                    <a:lnTo>
                      <a:pt x="0" y="0"/>
                    </a:lnTo>
                    <a:lnTo>
                      <a:pt x="21600" y="1767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5" name="Shape 485"/>
              <p:cNvSpPr/>
              <p:nvPr/>
            </p:nvSpPr>
            <p:spPr>
              <a:xfrm rot="14400000">
                <a:off x="7658430" y="20898699"/>
                <a:ext cx="2846923" cy="2670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" y="21600"/>
                    </a:moveTo>
                    <a:lnTo>
                      <a:pt x="0" y="21541"/>
                    </a:lnTo>
                    <a:lnTo>
                      <a:pt x="21544" y="0"/>
                    </a:lnTo>
                    <a:lnTo>
                      <a:pt x="21600" y="59"/>
                    </a:lnTo>
                    <a:lnTo>
                      <a:pt x="8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6" name="Shape 486"/>
              <p:cNvSpPr/>
              <p:nvPr/>
            </p:nvSpPr>
            <p:spPr>
              <a:xfrm rot="14400000">
                <a:off x="5458023" y="18851157"/>
                <a:ext cx="3415575" cy="182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21600" y="2147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7" name="Shape 487"/>
              <p:cNvSpPr/>
              <p:nvPr/>
            </p:nvSpPr>
            <p:spPr>
              <a:xfrm rot="14400000">
                <a:off x="6485336" y="15319326"/>
                <a:ext cx="2065487" cy="21682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5" y="21600"/>
                    </a:moveTo>
                    <a:lnTo>
                      <a:pt x="0" y="110"/>
                    </a:lnTo>
                    <a:lnTo>
                      <a:pt x="77" y="0"/>
                    </a:lnTo>
                    <a:lnTo>
                      <a:pt x="21600" y="21600"/>
                    </a:lnTo>
                    <a:lnTo>
                      <a:pt x="214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8" name="Shape 488"/>
              <p:cNvSpPr/>
              <p:nvPr/>
            </p:nvSpPr>
            <p:spPr>
              <a:xfrm rot="14400000">
                <a:off x="5408334" y="13511364"/>
                <a:ext cx="2663488" cy="1247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73"/>
                    </a:lnTo>
                    <a:lnTo>
                      <a:pt x="21600" y="0"/>
                    </a:lnTo>
                    <a:lnTo>
                      <a:pt x="21600" y="1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89" name="Shape 489"/>
              <p:cNvSpPr/>
              <p:nvPr/>
            </p:nvSpPr>
            <p:spPr>
              <a:xfrm rot="14400000">
                <a:off x="6577945" y="11383605"/>
                <a:ext cx="737412" cy="293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22" y="21600"/>
                    </a:moveTo>
                    <a:lnTo>
                      <a:pt x="0" y="21600"/>
                    </a:lnTo>
                    <a:lnTo>
                      <a:pt x="21385" y="0"/>
                    </a:lnTo>
                    <a:lnTo>
                      <a:pt x="21600" y="0"/>
                    </a:lnTo>
                    <a:lnTo>
                      <a:pt x="32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0" name="Shape 490"/>
              <p:cNvSpPr/>
              <p:nvPr/>
            </p:nvSpPr>
            <p:spPr>
              <a:xfrm rot="14400000">
                <a:off x="7393351" y="9179887"/>
                <a:ext cx="2890948" cy="2674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21600"/>
                    </a:moveTo>
                    <a:lnTo>
                      <a:pt x="0" y="0"/>
                    </a:lnTo>
                    <a:lnTo>
                      <a:pt x="82" y="0"/>
                    </a:lnTo>
                    <a:lnTo>
                      <a:pt x="21600" y="21511"/>
                    </a:lnTo>
                    <a:lnTo>
                      <a:pt x="215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1" name="Shape 491"/>
              <p:cNvSpPr/>
              <p:nvPr/>
            </p:nvSpPr>
            <p:spPr>
              <a:xfrm rot="14400000">
                <a:off x="9386596" y="8390973"/>
                <a:ext cx="3331194" cy="2204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8" y="21600"/>
                    </a:moveTo>
                    <a:lnTo>
                      <a:pt x="0" y="21528"/>
                    </a:lnTo>
                    <a:lnTo>
                      <a:pt x="21529" y="0"/>
                    </a:lnTo>
                    <a:lnTo>
                      <a:pt x="21600" y="108"/>
                    </a:lnTo>
                    <a:lnTo>
                      <a:pt x="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2" name="Shape 492"/>
              <p:cNvSpPr/>
              <p:nvPr/>
            </p:nvSpPr>
            <p:spPr>
              <a:xfrm rot="14400000">
                <a:off x="12510525" y="7498068"/>
                <a:ext cx="1995782" cy="26965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1" y="21600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21600" y="21600"/>
                    </a:lnTo>
                    <a:lnTo>
                      <a:pt x="2148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3" name="Shape 493"/>
              <p:cNvSpPr/>
              <p:nvPr/>
            </p:nvSpPr>
            <p:spPr>
              <a:xfrm rot="14400000">
                <a:off x="14106638" y="7366410"/>
                <a:ext cx="2377328" cy="13794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7" y="21600"/>
                    </a:moveTo>
                    <a:lnTo>
                      <a:pt x="0" y="21600"/>
                    </a:lnTo>
                    <a:lnTo>
                      <a:pt x="21500" y="0"/>
                    </a:lnTo>
                    <a:lnTo>
                      <a:pt x="21600" y="172"/>
                    </a:lnTo>
                    <a:lnTo>
                      <a:pt x="6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4" name="Shape 494"/>
              <p:cNvSpPr/>
              <p:nvPr/>
            </p:nvSpPr>
            <p:spPr>
              <a:xfrm rot="14400000">
                <a:off x="17488393" y="6993421"/>
                <a:ext cx="891498" cy="2835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" y="21600"/>
                    </a:moveTo>
                    <a:lnTo>
                      <a:pt x="0" y="21600"/>
                    </a:lnTo>
                    <a:lnTo>
                      <a:pt x="21422" y="0"/>
                    </a:lnTo>
                    <a:lnTo>
                      <a:pt x="21600" y="0"/>
                    </a:lnTo>
                    <a:lnTo>
                      <a:pt x="17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5" name="Shape 495"/>
              <p:cNvSpPr/>
              <p:nvPr/>
            </p:nvSpPr>
            <p:spPr>
              <a:xfrm rot="14400000">
                <a:off x="18309762" y="9752690"/>
                <a:ext cx="3976889" cy="209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58"/>
                    </a:lnTo>
                    <a:lnTo>
                      <a:pt x="0" y="0"/>
                    </a:lnTo>
                    <a:lnTo>
                      <a:pt x="21600" y="2046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6" name="Shape 496"/>
              <p:cNvSpPr/>
              <p:nvPr/>
            </p:nvSpPr>
            <p:spPr>
              <a:xfrm rot="14400000">
                <a:off x="21023288" y="11915214"/>
                <a:ext cx="3268826" cy="1526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96"/>
                    </a:lnTo>
                    <a:lnTo>
                      <a:pt x="21600" y="0"/>
                    </a:lnTo>
                    <a:lnTo>
                      <a:pt x="21600" y="10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7" name="Shape 497"/>
              <p:cNvSpPr/>
              <p:nvPr/>
            </p:nvSpPr>
            <p:spPr>
              <a:xfrm rot="14400000">
                <a:off x="22812175" y="14034630"/>
                <a:ext cx="1882051" cy="1970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84" y="0"/>
                    </a:lnTo>
                    <a:lnTo>
                      <a:pt x="21600" y="2152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8" name="Shape 498"/>
              <p:cNvSpPr/>
              <p:nvPr/>
            </p:nvSpPr>
            <p:spPr>
              <a:xfrm rot="14400000">
                <a:off x="22652276" y="17354813"/>
                <a:ext cx="3470605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174"/>
                    </a:lnTo>
                    <a:lnTo>
                      <a:pt x="21600" y="0"/>
                    </a:lnTo>
                    <a:lnTo>
                      <a:pt x="21600" y="42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499" name="Shape 499"/>
              <p:cNvSpPr/>
              <p:nvPr/>
            </p:nvSpPr>
            <p:spPr>
              <a:xfrm rot="14400000">
                <a:off x="23878878" y="18088410"/>
                <a:ext cx="51363" cy="36980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514" y="21600"/>
                    </a:moveTo>
                    <a:lnTo>
                      <a:pt x="0" y="0"/>
                    </a:lnTo>
                    <a:lnTo>
                      <a:pt x="3086" y="0"/>
                    </a:lnTo>
                    <a:lnTo>
                      <a:pt x="21600" y="21600"/>
                    </a:lnTo>
                    <a:lnTo>
                      <a:pt x="18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0" name="Shape 500"/>
              <p:cNvSpPr/>
              <p:nvPr/>
            </p:nvSpPr>
            <p:spPr>
              <a:xfrm rot="14400000">
                <a:off x="21177625" y="21507960"/>
                <a:ext cx="2245254" cy="1346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29" y="21600"/>
                    </a:moveTo>
                    <a:lnTo>
                      <a:pt x="0" y="118"/>
                    </a:lnTo>
                    <a:lnTo>
                      <a:pt x="71" y="0"/>
                    </a:lnTo>
                    <a:lnTo>
                      <a:pt x="21600" y="21423"/>
                    </a:lnTo>
                    <a:lnTo>
                      <a:pt x="2152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1" name="Shape 501"/>
              <p:cNvSpPr/>
              <p:nvPr/>
            </p:nvSpPr>
            <p:spPr>
              <a:xfrm rot="14400000">
                <a:off x="19710812" y="22000178"/>
                <a:ext cx="1665597" cy="30597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5" y="21600"/>
                    </a:moveTo>
                    <a:lnTo>
                      <a:pt x="0" y="21600"/>
                    </a:lnTo>
                    <a:lnTo>
                      <a:pt x="21505" y="0"/>
                    </a:lnTo>
                    <a:lnTo>
                      <a:pt x="21600" y="52"/>
                    </a:lnTo>
                    <a:lnTo>
                      <a:pt x="9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2" name="Shape 502"/>
              <p:cNvSpPr/>
              <p:nvPr/>
            </p:nvSpPr>
            <p:spPr>
              <a:xfrm rot="14400000">
                <a:off x="17352111" y="23308352"/>
                <a:ext cx="990554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0" y="21600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1600" y="21600"/>
                    </a:lnTo>
                    <a:lnTo>
                      <a:pt x="2144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3" name="Shape 503"/>
              <p:cNvSpPr/>
              <p:nvPr/>
            </p:nvSpPr>
            <p:spPr>
              <a:xfrm rot="14400000">
                <a:off x="15204312" y="22358311"/>
                <a:ext cx="3576998" cy="35586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55"/>
                    </a:lnTo>
                    <a:lnTo>
                      <a:pt x="21600" y="0"/>
                    </a:lnTo>
                    <a:lnTo>
                      <a:pt x="21600" y="6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4" name="Shape 504"/>
              <p:cNvSpPr/>
              <p:nvPr/>
            </p:nvSpPr>
            <p:spPr>
              <a:xfrm rot="14400000">
                <a:off x="19076508" y="22392695"/>
                <a:ext cx="1735303" cy="22085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5" name="Shape 505"/>
              <p:cNvSpPr/>
              <p:nvPr/>
            </p:nvSpPr>
            <p:spPr>
              <a:xfrm rot="14400000">
                <a:off x="21173448" y="20969256"/>
                <a:ext cx="1474825" cy="2483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1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1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6" name="Shape 506"/>
              <p:cNvSpPr/>
              <p:nvPr/>
            </p:nvSpPr>
            <p:spPr>
              <a:xfrm rot="14400000">
                <a:off x="20673235" y="20641085"/>
                <a:ext cx="3536642" cy="1210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309"/>
                    </a:lnTo>
                    <a:lnTo>
                      <a:pt x="45" y="0"/>
                    </a:lnTo>
                    <a:lnTo>
                      <a:pt x="21600" y="20291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7" name="Shape 507"/>
              <p:cNvSpPr/>
              <p:nvPr/>
            </p:nvSpPr>
            <p:spPr>
              <a:xfrm rot="14400000">
                <a:off x="21767900" y="14906363"/>
                <a:ext cx="2289279" cy="4336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1" y="21600"/>
                    </a:moveTo>
                    <a:lnTo>
                      <a:pt x="0" y="37"/>
                    </a:lnTo>
                    <a:lnTo>
                      <a:pt x="69" y="0"/>
                    </a:lnTo>
                    <a:lnTo>
                      <a:pt x="21600" y="21600"/>
                    </a:lnTo>
                    <a:lnTo>
                      <a:pt x="2153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8" name="Shape 508"/>
              <p:cNvSpPr/>
              <p:nvPr/>
            </p:nvSpPr>
            <p:spPr>
              <a:xfrm rot="14400000">
                <a:off x="22660072" y="14100726"/>
                <a:ext cx="1544530" cy="89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21600"/>
                    </a:moveTo>
                    <a:lnTo>
                      <a:pt x="0" y="21334"/>
                    </a:lnTo>
                    <a:lnTo>
                      <a:pt x="21600" y="0"/>
                    </a:lnTo>
                    <a:lnTo>
                      <a:pt x="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09" name="Shape 509"/>
              <p:cNvSpPr/>
              <p:nvPr/>
            </p:nvSpPr>
            <p:spPr>
              <a:xfrm rot="14400000">
                <a:off x="21647895" y="11755278"/>
                <a:ext cx="2392003" cy="17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4" y="21600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21600" y="21511"/>
                    </a:lnTo>
                    <a:lnTo>
                      <a:pt x="2153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0" name="Shape 510"/>
              <p:cNvSpPr/>
              <p:nvPr/>
            </p:nvSpPr>
            <p:spPr>
              <a:xfrm rot="14400000">
                <a:off x="20525016" y="9740787"/>
                <a:ext cx="1665598" cy="28982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" y="21600"/>
                    </a:moveTo>
                    <a:lnTo>
                      <a:pt x="0" y="21545"/>
                    </a:lnTo>
                    <a:lnTo>
                      <a:pt x="21505" y="0"/>
                    </a:lnTo>
                    <a:lnTo>
                      <a:pt x="21600" y="82"/>
                    </a:lnTo>
                    <a:lnTo>
                      <a:pt x="1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1" name="Shape 511"/>
              <p:cNvSpPr/>
              <p:nvPr/>
            </p:nvSpPr>
            <p:spPr>
              <a:xfrm rot="14400000">
                <a:off x="17681037" y="9093175"/>
                <a:ext cx="3235807" cy="928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29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2" name="Shape 512"/>
              <p:cNvSpPr/>
              <p:nvPr/>
            </p:nvSpPr>
            <p:spPr>
              <a:xfrm rot="14400000">
                <a:off x="16638928" y="6627555"/>
                <a:ext cx="1170321" cy="31844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" y="21600"/>
                    </a:moveTo>
                    <a:lnTo>
                      <a:pt x="0" y="21550"/>
                    </a:lnTo>
                    <a:lnTo>
                      <a:pt x="21465" y="0"/>
                    </a:lnTo>
                    <a:lnTo>
                      <a:pt x="21600" y="0"/>
                    </a:lnTo>
                    <a:lnTo>
                      <a:pt x="13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3" name="Shape 513"/>
              <p:cNvSpPr/>
              <p:nvPr/>
            </p:nvSpPr>
            <p:spPr>
              <a:xfrm rot="14400000">
                <a:off x="13277420" y="7192447"/>
                <a:ext cx="1992113" cy="1827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0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4" name="Shape 514"/>
              <p:cNvSpPr/>
              <p:nvPr/>
            </p:nvSpPr>
            <p:spPr>
              <a:xfrm rot="14400000">
                <a:off x="11441415" y="7602619"/>
                <a:ext cx="1386775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6" y="21600"/>
                    </a:moveTo>
                    <a:lnTo>
                      <a:pt x="0" y="86"/>
                    </a:lnTo>
                    <a:lnTo>
                      <a:pt x="114" y="0"/>
                    </a:lnTo>
                    <a:lnTo>
                      <a:pt x="21600" y="21543"/>
                    </a:lnTo>
                    <a:lnTo>
                      <a:pt x="2148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5" name="Shape 515"/>
              <p:cNvSpPr/>
              <p:nvPr/>
            </p:nvSpPr>
            <p:spPr>
              <a:xfrm rot="14400000">
                <a:off x="8338263" y="8577226"/>
                <a:ext cx="1614236" cy="4017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8" y="21600"/>
                    </a:moveTo>
                    <a:lnTo>
                      <a:pt x="0" y="21541"/>
                    </a:lnTo>
                    <a:lnTo>
                      <a:pt x="21502" y="0"/>
                    </a:lnTo>
                    <a:lnTo>
                      <a:pt x="21600" y="0"/>
                    </a:lnTo>
                    <a:lnTo>
                      <a:pt x="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6" name="Shape 516"/>
              <p:cNvSpPr/>
              <p:nvPr/>
            </p:nvSpPr>
            <p:spPr>
              <a:xfrm rot="14400000">
                <a:off x="6380217" y="11772254"/>
                <a:ext cx="2153537" cy="216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32"/>
                    </a:lnTo>
                    <a:lnTo>
                      <a:pt x="0" y="0"/>
                    </a:lnTo>
                    <a:lnTo>
                      <a:pt x="21600" y="20868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7" name="Shape 517"/>
              <p:cNvSpPr/>
              <p:nvPr/>
            </p:nvSpPr>
            <p:spPr>
              <a:xfrm rot="14400000">
                <a:off x="6483754" y="12221189"/>
                <a:ext cx="319179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03" y="21600"/>
                    </a:moveTo>
                    <a:lnTo>
                      <a:pt x="0" y="0"/>
                    </a:lnTo>
                    <a:lnTo>
                      <a:pt x="497" y="0"/>
                    </a:lnTo>
                    <a:lnTo>
                      <a:pt x="21600" y="21600"/>
                    </a:lnTo>
                    <a:lnTo>
                      <a:pt x="21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8" name="Shape 518"/>
              <p:cNvSpPr/>
              <p:nvPr/>
            </p:nvSpPr>
            <p:spPr>
              <a:xfrm rot="14400000">
                <a:off x="4855748" y="15573765"/>
                <a:ext cx="3565992" cy="865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17"/>
                    </a:lnTo>
                    <a:lnTo>
                      <a:pt x="21556" y="0"/>
                    </a:lnTo>
                    <a:lnTo>
                      <a:pt x="21600" y="18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19" name="Shape 519"/>
              <p:cNvSpPr/>
              <p:nvPr/>
            </p:nvSpPr>
            <p:spPr>
              <a:xfrm rot="14400000">
                <a:off x="6342226" y="17242966"/>
                <a:ext cx="1493168" cy="2747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4" y="21600"/>
                    </a:moveTo>
                    <a:lnTo>
                      <a:pt x="0" y="0"/>
                    </a:lnTo>
                    <a:lnTo>
                      <a:pt x="159" y="0"/>
                    </a:lnTo>
                    <a:lnTo>
                      <a:pt x="21600" y="21600"/>
                    </a:lnTo>
                    <a:lnTo>
                      <a:pt x="2149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0" name="Shape 520"/>
              <p:cNvSpPr/>
              <p:nvPr/>
            </p:nvSpPr>
            <p:spPr>
              <a:xfrm rot="14400000">
                <a:off x="6320944" y="19847004"/>
                <a:ext cx="2579107" cy="1614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2" y="21600"/>
                    </a:moveTo>
                    <a:lnTo>
                      <a:pt x="0" y="21453"/>
                    </a:lnTo>
                    <a:lnTo>
                      <a:pt x="21508" y="0"/>
                    </a:lnTo>
                    <a:lnTo>
                      <a:pt x="21600" y="98"/>
                    </a:lnTo>
                    <a:lnTo>
                      <a:pt x="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1" name="Shape 521"/>
              <p:cNvSpPr/>
              <p:nvPr/>
            </p:nvSpPr>
            <p:spPr>
              <a:xfrm rot="14400000">
                <a:off x="7927685" y="22587779"/>
                <a:ext cx="3140422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426"/>
                    </a:lnTo>
                    <a:lnTo>
                      <a:pt x="76" y="0"/>
                    </a:lnTo>
                    <a:lnTo>
                      <a:pt x="21600" y="2117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2" name="Shape 522"/>
              <p:cNvSpPr/>
              <p:nvPr/>
            </p:nvSpPr>
            <p:spPr>
              <a:xfrm rot="14400000">
                <a:off x="11850065" y="23767234"/>
                <a:ext cx="2300286" cy="1775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11"/>
                    </a:lnTo>
                    <a:lnTo>
                      <a:pt x="21600" y="0"/>
                    </a:lnTo>
                    <a:lnTo>
                      <a:pt x="21600" y="89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3" name="Shape 523"/>
              <p:cNvSpPr/>
              <p:nvPr/>
            </p:nvSpPr>
            <p:spPr>
              <a:xfrm rot="14400000">
                <a:off x="13509668" y="24865203"/>
                <a:ext cx="253142" cy="176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661" y="21600"/>
                    </a:moveTo>
                    <a:lnTo>
                      <a:pt x="0" y="0"/>
                    </a:lnTo>
                    <a:lnTo>
                      <a:pt x="626" y="0"/>
                    </a:lnTo>
                    <a:lnTo>
                      <a:pt x="21600" y="21510"/>
                    </a:lnTo>
                    <a:lnTo>
                      <a:pt x="206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4" name="Shape 524"/>
              <p:cNvSpPr/>
              <p:nvPr/>
            </p:nvSpPr>
            <p:spPr>
              <a:xfrm rot="14400000">
                <a:off x="8425589" y="23426534"/>
                <a:ext cx="1482162" cy="11519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62"/>
                    </a:lnTo>
                    <a:lnTo>
                      <a:pt x="21493" y="0"/>
                    </a:lnTo>
                    <a:lnTo>
                      <a:pt x="21600" y="13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5" name="Shape 525"/>
              <p:cNvSpPr/>
              <p:nvPr/>
            </p:nvSpPr>
            <p:spPr>
              <a:xfrm rot="14400000">
                <a:off x="8516954" y="21534518"/>
                <a:ext cx="1012566" cy="22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3" y="21600"/>
                    </a:moveTo>
                    <a:lnTo>
                      <a:pt x="0" y="0"/>
                    </a:lnTo>
                    <a:lnTo>
                      <a:pt x="157" y="0"/>
                    </a:lnTo>
                    <a:lnTo>
                      <a:pt x="21600" y="21600"/>
                    </a:lnTo>
                    <a:lnTo>
                      <a:pt x="214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6" name="Shape 526"/>
              <p:cNvSpPr/>
              <p:nvPr/>
            </p:nvSpPr>
            <p:spPr>
              <a:xfrm rot="14400000">
                <a:off x="14712627" y="24561661"/>
                <a:ext cx="1805009" cy="1907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83"/>
                    </a:lnTo>
                    <a:lnTo>
                      <a:pt x="13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7" name="Shape 527"/>
              <p:cNvSpPr/>
              <p:nvPr/>
            </p:nvSpPr>
            <p:spPr>
              <a:xfrm rot="14400000">
                <a:off x="17629562" y="25083747"/>
                <a:ext cx="1526187" cy="1981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00"/>
                    </a:lnTo>
                    <a:lnTo>
                      <a:pt x="0" y="0"/>
                    </a:lnTo>
                    <a:lnTo>
                      <a:pt x="21600" y="208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8" name="Shape 528"/>
              <p:cNvSpPr/>
              <p:nvPr/>
            </p:nvSpPr>
            <p:spPr>
              <a:xfrm rot="14400000">
                <a:off x="18760127" y="24753264"/>
                <a:ext cx="590664" cy="1173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8" y="21600"/>
                    </a:moveTo>
                    <a:lnTo>
                      <a:pt x="0" y="0"/>
                    </a:lnTo>
                    <a:lnTo>
                      <a:pt x="21600" y="21600"/>
                    </a:lnTo>
                    <a:lnTo>
                      <a:pt x="211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29" name="Shape 529"/>
              <p:cNvSpPr/>
              <p:nvPr/>
            </p:nvSpPr>
            <p:spPr>
              <a:xfrm rot="14400000">
                <a:off x="23495967" y="18813877"/>
                <a:ext cx="1830690" cy="349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3" y="21600"/>
                    </a:moveTo>
                    <a:lnTo>
                      <a:pt x="0" y="0"/>
                    </a:lnTo>
                    <a:lnTo>
                      <a:pt x="130" y="0"/>
                    </a:lnTo>
                    <a:lnTo>
                      <a:pt x="21600" y="21600"/>
                    </a:lnTo>
                    <a:lnTo>
                      <a:pt x="2151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0" name="Shape 530"/>
              <p:cNvSpPr/>
              <p:nvPr/>
            </p:nvSpPr>
            <p:spPr>
              <a:xfrm rot="14400000">
                <a:off x="23597198" y="14072710"/>
                <a:ext cx="1162984" cy="572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32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1" name="Shape 531"/>
              <p:cNvSpPr/>
              <p:nvPr/>
            </p:nvSpPr>
            <p:spPr>
              <a:xfrm rot="14400000">
                <a:off x="10586527" y="6312631"/>
                <a:ext cx="1085941" cy="3679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6" y="21600"/>
                    </a:moveTo>
                    <a:lnTo>
                      <a:pt x="0" y="21557"/>
                    </a:lnTo>
                    <a:lnTo>
                      <a:pt x="21381" y="0"/>
                    </a:lnTo>
                    <a:lnTo>
                      <a:pt x="21600" y="0"/>
                    </a:lnTo>
                    <a:lnTo>
                      <a:pt x="14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2" name="Shape 532"/>
              <p:cNvSpPr/>
              <p:nvPr/>
            </p:nvSpPr>
            <p:spPr>
              <a:xfrm rot="14400000">
                <a:off x="3317898" y="16381029"/>
                <a:ext cx="5015135" cy="1863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8" y="21600"/>
                    </a:moveTo>
                    <a:lnTo>
                      <a:pt x="0" y="85"/>
                    </a:lnTo>
                    <a:lnTo>
                      <a:pt x="0" y="0"/>
                    </a:lnTo>
                    <a:lnTo>
                      <a:pt x="21600" y="21515"/>
                    </a:lnTo>
                    <a:lnTo>
                      <a:pt x="2156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3" name="Shape 533"/>
              <p:cNvSpPr/>
              <p:nvPr/>
            </p:nvSpPr>
            <p:spPr>
              <a:xfrm rot="14400000">
                <a:off x="7183056" y="12859398"/>
                <a:ext cx="1981107" cy="1683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0" y="21600"/>
                    </a:moveTo>
                    <a:lnTo>
                      <a:pt x="0" y="94"/>
                    </a:lnTo>
                    <a:lnTo>
                      <a:pt x="120" y="0"/>
                    </a:lnTo>
                    <a:lnTo>
                      <a:pt x="21600" y="21459"/>
                    </a:lnTo>
                    <a:lnTo>
                      <a:pt x="214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4" name="Shape 534"/>
              <p:cNvSpPr/>
              <p:nvPr/>
            </p:nvSpPr>
            <p:spPr>
              <a:xfrm rot="14400000">
                <a:off x="6479831" y="19762773"/>
                <a:ext cx="3947539" cy="711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266"/>
                    </a:lnTo>
                    <a:lnTo>
                      <a:pt x="21600" y="0"/>
                    </a:lnTo>
                    <a:lnTo>
                      <a:pt x="21600" y="22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5" name="Shape 535"/>
              <p:cNvSpPr/>
              <p:nvPr/>
            </p:nvSpPr>
            <p:spPr>
              <a:xfrm rot="14400000">
                <a:off x="7179574" y="9878797"/>
                <a:ext cx="414565" cy="1118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18" y="21600"/>
                    </a:moveTo>
                    <a:lnTo>
                      <a:pt x="0" y="0"/>
                    </a:lnTo>
                    <a:lnTo>
                      <a:pt x="382" y="0"/>
                    </a:lnTo>
                    <a:lnTo>
                      <a:pt x="21600" y="21600"/>
                    </a:lnTo>
                    <a:lnTo>
                      <a:pt x="212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6" name="Shape 536"/>
              <p:cNvSpPr/>
              <p:nvPr/>
            </p:nvSpPr>
            <p:spPr>
              <a:xfrm rot="14400000">
                <a:off x="7605452" y="10260112"/>
                <a:ext cx="2663488" cy="1162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96"/>
                    </a:lnTo>
                    <a:lnTo>
                      <a:pt x="21600" y="0"/>
                    </a:lnTo>
                    <a:lnTo>
                      <a:pt x="21600" y="13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7" name="Shape 537"/>
              <p:cNvSpPr/>
              <p:nvPr/>
            </p:nvSpPr>
            <p:spPr>
              <a:xfrm rot="14400000">
                <a:off x="10366274" y="10118771"/>
                <a:ext cx="649363" cy="1746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56" y="21600"/>
                    </a:moveTo>
                    <a:lnTo>
                      <a:pt x="0" y="136"/>
                    </a:lnTo>
                    <a:lnTo>
                      <a:pt x="244" y="0"/>
                    </a:lnTo>
                    <a:lnTo>
                      <a:pt x="21600" y="21464"/>
                    </a:lnTo>
                    <a:lnTo>
                      <a:pt x="2135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8" name="Shape 538"/>
              <p:cNvSpPr/>
              <p:nvPr/>
            </p:nvSpPr>
            <p:spPr>
              <a:xfrm rot="14400000">
                <a:off x="22598119" y="11532641"/>
                <a:ext cx="2769881" cy="1379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4" y="21600"/>
                    </a:moveTo>
                    <a:lnTo>
                      <a:pt x="0" y="115"/>
                    </a:lnTo>
                    <a:lnTo>
                      <a:pt x="86" y="0"/>
                    </a:lnTo>
                    <a:lnTo>
                      <a:pt x="21600" y="21428"/>
                    </a:lnTo>
                    <a:lnTo>
                      <a:pt x="21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39" name="Shape 539"/>
              <p:cNvSpPr/>
              <p:nvPr/>
            </p:nvSpPr>
            <p:spPr>
              <a:xfrm rot="14400000">
                <a:off x="21001622" y="9018064"/>
                <a:ext cx="2281941" cy="2725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4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1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0" name="Shape 540"/>
              <p:cNvSpPr/>
              <p:nvPr/>
            </p:nvSpPr>
            <p:spPr>
              <a:xfrm rot="14400000">
                <a:off x="9144351" y="22159845"/>
                <a:ext cx="263298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1" name="Shape 541"/>
              <p:cNvSpPr/>
              <p:nvPr/>
            </p:nvSpPr>
            <p:spPr>
              <a:xfrm rot="14400000">
                <a:off x="10825250" y="22680004"/>
                <a:ext cx="25997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433" fill="norm" stroke="1" extrusionOk="0">
                    <a:moveTo>
                      <a:pt x="20335" y="11199"/>
                    </a:moveTo>
                    <a:cubicBezTo>
                      <a:pt x="19660" y="17090"/>
                      <a:pt x="14260" y="21017"/>
                      <a:pt x="8860" y="20362"/>
                    </a:cubicBezTo>
                    <a:cubicBezTo>
                      <a:pt x="2785" y="19708"/>
                      <a:pt x="-590" y="14472"/>
                      <a:pt x="85" y="9235"/>
                    </a:cubicBezTo>
                    <a:cubicBezTo>
                      <a:pt x="760" y="3344"/>
                      <a:pt x="5485" y="-583"/>
                      <a:pt x="10885" y="72"/>
                    </a:cubicBezTo>
                    <a:cubicBezTo>
                      <a:pt x="16960" y="726"/>
                      <a:pt x="21010" y="5962"/>
                      <a:pt x="20335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2" name="Shape 542"/>
              <p:cNvSpPr/>
              <p:nvPr/>
            </p:nvSpPr>
            <p:spPr>
              <a:xfrm rot="14400000">
                <a:off x="14165178" y="25093291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3" name="Shape 543"/>
              <p:cNvSpPr/>
              <p:nvPr/>
            </p:nvSpPr>
            <p:spPr>
              <a:xfrm rot="14400000">
                <a:off x="14422434" y="2336999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4" name="Shape 544"/>
              <p:cNvSpPr/>
              <p:nvPr/>
            </p:nvSpPr>
            <p:spPr>
              <a:xfrm rot="14400000">
                <a:off x="17955942" y="2429160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5" name="Shape 545"/>
              <p:cNvSpPr/>
              <p:nvPr/>
            </p:nvSpPr>
            <p:spPr>
              <a:xfrm rot="14400000">
                <a:off x="19288411" y="2467152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6" name="Shape 546"/>
              <p:cNvSpPr/>
              <p:nvPr/>
            </p:nvSpPr>
            <p:spPr>
              <a:xfrm rot="14400000">
                <a:off x="18676990" y="23450029"/>
                <a:ext cx="25983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7" name="Shape 547"/>
              <p:cNvSpPr/>
              <p:nvPr/>
            </p:nvSpPr>
            <p:spPr>
              <a:xfrm rot="14400000">
                <a:off x="19806321" y="23419720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8" name="Shape 548"/>
              <p:cNvSpPr/>
              <p:nvPr/>
            </p:nvSpPr>
            <p:spPr>
              <a:xfrm rot="14400000">
                <a:off x="22154843" y="23355495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49" name="Shape 549"/>
              <p:cNvSpPr/>
              <p:nvPr/>
            </p:nvSpPr>
            <p:spPr>
              <a:xfrm rot="14400000">
                <a:off x="20336612" y="22062595"/>
                <a:ext cx="263298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0" name="Shape 550"/>
              <p:cNvSpPr/>
              <p:nvPr/>
            </p:nvSpPr>
            <p:spPr>
              <a:xfrm rot="14400000">
                <a:off x="22163444" y="22076314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1" name="Shape 551"/>
              <p:cNvSpPr/>
              <p:nvPr/>
            </p:nvSpPr>
            <p:spPr>
              <a:xfrm rot="14400000">
                <a:off x="23166438" y="2207550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2" name="Shape 552"/>
              <p:cNvSpPr/>
              <p:nvPr/>
            </p:nvSpPr>
            <p:spPr>
              <a:xfrm rot="14400000">
                <a:off x="22166231" y="20745099"/>
                <a:ext cx="27417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3" name="Shape 553"/>
              <p:cNvSpPr/>
              <p:nvPr/>
            </p:nvSpPr>
            <p:spPr>
              <a:xfrm rot="14400000">
                <a:off x="21500755" y="19037213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4" name="Shape 554"/>
              <p:cNvSpPr/>
              <p:nvPr/>
            </p:nvSpPr>
            <p:spPr>
              <a:xfrm rot="14400000">
                <a:off x="25320435" y="188614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5" name="Shape 555"/>
              <p:cNvSpPr/>
              <p:nvPr/>
            </p:nvSpPr>
            <p:spPr>
              <a:xfrm rot="14400000">
                <a:off x="23217072" y="1619331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6" name="Shape 556"/>
              <p:cNvSpPr/>
              <p:nvPr/>
            </p:nvSpPr>
            <p:spPr>
              <a:xfrm rot="14400000">
                <a:off x="22550598" y="13941660"/>
                <a:ext cx="259833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7" name="Shape 557"/>
              <p:cNvSpPr/>
              <p:nvPr/>
            </p:nvSpPr>
            <p:spPr>
              <a:xfrm rot="14400000">
                <a:off x="22875679" y="1104268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8" name="Shape 558"/>
              <p:cNvSpPr/>
              <p:nvPr/>
            </p:nvSpPr>
            <p:spPr>
              <a:xfrm rot="14400000">
                <a:off x="23745873" y="1056516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59" name="Shape 559"/>
              <p:cNvSpPr/>
              <p:nvPr/>
            </p:nvSpPr>
            <p:spPr>
              <a:xfrm rot="14400000">
                <a:off x="21086739" y="1152851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0" name="Shape 560"/>
              <p:cNvSpPr/>
              <p:nvPr/>
            </p:nvSpPr>
            <p:spPr>
              <a:xfrm rot="14400000">
                <a:off x="19608786" y="11030444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1" name="Shape 561"/>
              <p:cNvSpPr/>
              <p:nvPr/>
            </p:nvSpPr>
            <p:spPr>
              <a:xfrm rot="14400000">
                <a:off x="18748105" y="7807843"/>
                <a:ext cx="263297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1548"/>
                    </a:moveTo>
                    <a:cubicBezTo>
                      <a:pt x="19649" y="17623"/>
                      <a:pt x="14249" y="20998"/>
                      <a:pt x="8849" y="20323"/>
                    </a:cubicBezTo>
                    <a:cubicBezTo>
                      <a:pt x="3449" y="19648"/>
                      <a:pt x="-601" y="14923"/>
                      <a:pt x="74" y="9523"/>
                    </a:cubicBezTo>
                    <a:cubicBezTo>
                      <a:pt x="749" y="3448"/>
                      <a:pt x="5474" y="-602"/>
                      <a:pt x="11549" y="73"/>
                    </a:cubicBezTo>
                    <a:cubicBezTo>
                      <a:pt x="16949" y="748"/>
                      <a:pt x="20999" y="6148"/>
                      <a:pt x="20324" y="1154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2" name="Shape 562"/>
              <p:cNvSpPr/>
              <p:nvPr/>
            </p:nvSpPr>
            <p:spPr>
              <a:xfrm rot="14400000">
                <a:off x="19235044" y="7960907"/>
                <a:ext cx="270702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09" fill="norm" stroke="1" extrusionOk="0">
                    <a:moveTo>
                      <a:pt x="20362" y="10885"/>
                    </a:moveTo>
                    <a:cubicBezTo>
                      <a:pt x="19708" y="16960"/>
                      <a:pt x="14472" y="21010"/>
                      <a:pt x="9235" y="20335"/>
                    </a:cubicBezTo>
                    <a:cubicBezTo>
                      <a:pt x="3344" y="19660"/>
                      <a:pt x="-583" y="14260"/>
                      <a:pt x="72" y="8860"/>
                    </a:cubicBezTo>
                    <a:cubicBezTo>
                      <a:pt x="726" y="2785"/>
                      <a:pt x="5962" y="-590"/>
                      <a:pt x="11199" y="85"/>
                    </a:cubicBezTo>
                    <a:cubicBezTo>
                      <a:pt x="17090" y="760"/>
                      <a:pt x="21017" y="5485"/>
                      <a:pt x="20362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3" name="Shape 563"/>
              <p:cNvSpPr/>
              <p:nvPr/>
            </p:nvSpPr>
            <p:spPr>
              <a:xfrm rot="14400000">
                <a:off x="15884831" y="8329872"/>
                <a:ext cx="263298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0885"/>
                    </a:moveTo>
                    <a:cubicBezTo>
                      <a:pt x="19649" y="16960"/>
                      <a:pt x="14924" y="21010"/>
                      <a:pt x="8849" y="20335"/>
                    </a:cubicBezTo>
                    <a:cubicBezTo>
                      <a:pt x="3449" y="19660"/>
                      <a:pt x="-601" y="14260"/>
                      <a:pt x="74" y="8860"/>
                    </a:cubicBezTo>
                    <a:cubicBezTo>
                      <a:pt x="749" y="2785"/>
                      <a:pt x="6149" y="-590"/>
                      <a:pt x="11549" y="85"/>
                    </a:cubicBezTo>
                    <a:cubicBezTo>
                      <a:pt x="16949" y="760"/>
                      <a:pt x="20999" y="5485"/>
                      <a:pt x="20324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4" name="Shape 564"/>
              <p:cNvSpPr/>
              <p:nvPr/>
            </p:nvSpPr>
            <p:spPr>
              <a:xfrm rot="14400000">
                <a:off x="14013276" y="7223990"/>
                <a:ext cx="259833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5" name="Shape 565"/>
              <p:cNvSpPr/>
              <p:nvPr/>
            </p:nvSpPr>
            <p:spPr>
              <a:xfrm rot="14400000">
                <a:off x="12761745" y="10243203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6" name="Shape 566"/>
              <p:cNvSpPr/>
              <p:nvPr/>
            </p:nvSpPr>
            <p:spPr>
              <a:xfrm rot="14400000">
                <a:off x="12830648" y="7593475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7" name="Shape 567"/>
              <p:cNvSpPr/>
              <p:nvPr/>
            </p:nvSpPr>
            <p:spPr>
              <a:xfrm rot="14400000">
                <a:off x="11157264" y="10168673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8" name="Shape 568"/>
              <p:cNvSpPr/>
              <p:nvPr/>
            </p:nvSpPr>
            <p:spPr>
              <a:xfrm rot="14400000">
                <a:off x="9167228" y="8493149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69" name="Shape 569"/>
              <p:cNvSpPr/>
              <p:nvPr/>
            </p:nvSpPr>
            <p:spPr>
              <a:xfrm rot="14400000">
                <a:off x="9986450" y="11558068"/>
                <a:ext cx="25983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0" name="Shape 570"/>
              <p:cNvSpPr/>
              <p:nvPr/>
            </p:nvSpPr>
            <p:spPr>
              <a:xfrm rot="14400000">
                <a:off x="7647533" y="9832912"/>
                <a:ext cx="259833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1" name="Shape 571"/>
              <p:cNvSpPr/>
              <p:nvPr/>
            </p:nvSpPr>
            <p:spPr>
              <a:xfrm rot="14400000">
                <a:off x="6889852" y="10778097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2" name="Shape 572"/>
              <p:cNvSpPr/>
              <p:nvPr/>
            </p:nvSpPr>
            <p:spPr>
              <a:xfrm rot="14400000">
                <a:off x="8278996" y="12291709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3" name="Shape 573"/>
              <p:cNvSpPr/>
              <p:nvPr/>
            </p:nvSpPr>
            <p:spPr>
              <a:xfrm rot="14400000">
                <a:off x="8632022" y="1053688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4" name="Shape 574"/>
              <p:cNvSpPr/>
              <p:nvPr/>
            </p:nvSpPr>
            <p:spPr>
              <a:xfrm rot="14400000">
                <a:off x="7772400" y="12729424"/>
                <a:ext cx="270702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5" name="Shape 575"/>
              <p:cNvSpPr/>
              <p:nvPr/>
            </p:nvSpPr>
            <p:spPr>
              <a:xfrm rot="14400000">
                <a:off x="7795721" y="1483079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6" name="Shape 576"/>
              <p:cNvSpPr/>
              <p:nvPr/>
            </p:nvSpPr>
            <p:spPr>
              <a:xfrm rot="14400000">
                <a:off x="5274540" y="14538021"/>
                <a:ext cx="263297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7" name="Shape 577"/>
              <p:cNvSpPr/>
              <p:nvPr/>
            </p:nvSpPr>
            <p:spPr>
              <a:xfrm rot="14400000">
                <a:off x="7746937" y="1717776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8" name="Shape 578"/>
              <p:cNvSpPr/>
              <p:nvPr/>
            </p:nvSpPr>
            <p:spPr>
              <a:xfrm rot="14400000">
                <a:off x="7011222" y="184137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79" name="Shape 579"/>
              <p:cNvSpPr/>
              <p:nvPr/>
            </p:nvSpPr>
            <p:spPr>
              <a:xfrm rot="14400000">
                <a:off x="6153660" y="1979005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0" name="Shape 580"/>
              <p:cNvSpPr/>
              <p:nvPr/>
            </p:nvSpPr>
            <p:spPr>
              <a:xfrm rot="14400000">
                <a:off x="9586431" y="2150850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1" name="Shape 581"/>
              <p:cNvSpPr/>
              <p:nvPr/>
            </p:nvSpPr>
            <p:spPr>
              <a:xfrm rot="14400000">
                <a:off x="8826602" y="21228575"/>
                <a:ext cx="25983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2" name="Shape 582"/>
              <p:cNvSpPr/>
              <p:nvPr/>
            </p:nvSpPr>
            <p:spPr>
              <a:xfrm rot="14400000">
                <a:off x="23959636" y="1360623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3" name="Shape 583"/>
              <p:cNvSpPr/>
              <p:nvPr/>
            </p:nvSpPr>
            <p:spPr>
              <a:xfrm rot="14400000">
                <a:off x="24099366" y="1483880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4" name="Shape 584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5" name="Shape 585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6" name="Shape 586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7" name="Shape 587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8" name="Shape 588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89" name="Shape 589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0" name="Shape 590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1" name="Shape 591"/>
              <p:cNvSpPr/>
              <p:nvPr/>
            </p:nvSpPr>
            <p:spPr>
              <a:xfrm rot="14400000">
                <a:off x="16388314" y="1904470"/>
                <a:ext cx="6567001" cy="4453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4" y="21600"/>
                    </a:moveTo>
                    <a:lnTo>
                      <a:pt x="0" y="53"/>
                    </a:lnTo>
                    <a:lnTo>
                      <a:pt x="24" y="0"/>
                    </a:lnTo>
                    <a:lnTo>
                      <a:pt x="21600" y="21547"/>
                    </a:lnTo>
                    <a:lnTo>
                      <a:pt x="2156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2" name="Shape 592"/>
              <p:cNvSpPr/>
              <p:nvPr/>
            </p:nvSpPr>
            <p:spPr>
              <a:xfrm rot="14400000">
                <a:off x="15425208" y="-483805"/>
                <a:ext cx="3261489" cy="8518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1" y="2160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21600" y="21600"/>
                    </a:lnTo>
                    <a:lnTo>
                      <a:pt x="2155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3" name="Shape 593"/>
              <p:cNvSpPr/>
              <p:nvPr/>
            </p:nvSpPr>
            <p:spPr>
              <a:xfrm rot="14400000">
                <a:off x="15376689" y="545587"/>
                <a:ext cx="5205907" cy="7553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21"/>
                    </a:lnTo>
                    <a:lnTo>
                      <a:pt x="30" y="0"/>
                    </a:lnTo>
                    <a:lnTo>
                      <a:pt x="21600" y="2160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4" name="Shape 594"/>
              <p:cNvSpPr/>
              <p:nvPr/>
            </p:nvSpPr>
            <p:spPr>
              <a:xfrm rot="14400000">
                <a:off x="16385159" y="4503717"/>
                <a:ext cx="11072181" cy="18600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28"/>
                    </a:lnTo>
                    <a:lnTo>
                      <a:pt x="21" y="0"/>
                    </a:lnTo>
                    <a:lnTo>
                      <a:pt x="21600" y="2147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5" name="Shape 595"/>
              <p:cNvSpPr/>
              <p:nvPr/>
            </p:nvSpPr>
            <p:spPr>
              <a:xfrm rot="14400000">
                <a:off x="15399419" y="3647933"/>
                <a:ext cx="10411815" cy="4633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85" y="21600"/>
                    </a:moveTo>
                    <a:lnTo>
                      <a:pt x="0" y="34"/>
                    </a:lnTo>
                    <a:lnTo>
                      <a:pt x="0" y="0"/>
                    </a:lnTo>
                    <a:lnTo>
                      <a:pt x="21600" y="21549"/>
                    </a:lnTo>
                    <a:lnTo>
                      <a:pt x="215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6" name="Shape 596"/>
              <p:cNvSpPr/>
              <p:nvPr/>
            </p:nvSpPr>
            <p:spPr>
              <a:xfrm rot="14400000">
                <a:off x="19817444" y="4818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7" name="Shape 597"/>
              <p:cNvSpPr/>
              <p:nvPr/>
            </p:nvSpPr>
            <p:spPr>
              <a:xfrm rot="14400000">
                <a:off x="22458522" y="23260077"/>
                <a:ext cx="2509402" cy="616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257"/>
                    </a:lnTo>
                    <a:lnTo>
                      <a:pt x="63" y="0"/>
                    </a:lnTo>
                    <a:lnTo>
                      <a:pt x="21600" y="2121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8" name="Shape 598"/>
              <p:cNvSpPr/>
              <p:nvPr/>
            </p:nvSpPr>
            <p:spPr>
              <a:xfrm rot="14400000">
                <a:off x="25091198" y="22571679"/>
                <a:ext cx="388885" cy="2905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2" y="21600"/>
                    </a:moveTo>
                    <a:lnTo>
                      <a:pt x="0" y="0"/>
                    </a:lnTo>
                    <a:lnTo>
                      <a:pt x="408" y="0"/>
                    </a:lnTo>
                    <a:lnTo>
                      <a:pt x="21600" y="21600"/>
                    </a:lnTo>
                    <a:lnTo>
                      <a:pt x="211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599" name="Shape 599"/>
              <p:cNvSpPr/>
              <p:nvPr/>
            </p:nvSpPr>
            <p:spPr>
              <a:xfrm rot="14400000">
                <a:off x="26179267" y="23585378"/>
                <a:ext cx="1056589" cy="7337"/>
              </a:xfrm>
              <a:prstGeom prst="rect">
                <a:avLst/>
              </a:pr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0" name="Shape 600"/>
              <p:cNvSpPr/>
              <p:nvPr/>
            </p:nvSpPr>
            <p:spPr>
              <a:xfrm rot="14400000">
                <a:off x="4550770" y="18807213"/>
                <a:ext cx="1995782" cy="631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9"/>
                    </a:lnTo>
                    <a:lnTo>
                      <a:pt x="21600" y="0"/>
                    </a:lnTo>
                    <a:lnTo>
                      <a:pt x="21600" y="251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1" name="Shape 601"/>
              <p:cNvSpPr/>
              <p:nvPr/>
            </p:nvSpPr>
            <p:spPr>
              <a:xfrm rot="14400000">
                <a:off x="3798201" y="18235987"/>
                <a:ext cx="678713" cy="1882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4"/>
                    </a:lnTo>
                    <a:lnTo>
                      <a:pt x="0" y="0"/>
                    </a:lnTo>
                    <a:lnTo>
                      <a:pt x="21600" y="2151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2" name="Shape 602"/>
              <p:cNvSpPr/>
              <p:nvPr/>
            </p:nvSpPr>
            <p:spPr>
              <a:xfrm rot="14400000">
                <a:off x="4248030" y="18632425"/>
                <a:ext cx="1317069" cy="2505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21537"/>
                    </a:lnTo>
                    <a:lnTo>
                      <a:pt x="21600" y="0"/>
                    </a:lnTo>
                    <a:lnTo>
                      <a:pt x="21600" y="63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3" name="Shape 603"/>
              <p:cNvSpPr/>
              <p:nvPr/>
            </p:nvSpPr>
            <p:spPr>
              <a:xfrm rot="14400000">
                <a:off x="1139756" y="18575847"/>
                <a:ext cx="2630470" cy="891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22"/>
                    </a:lnTo>
                    <a:lnTo>
                      <a:pt x="21510" y="0"/>
                    </a:lnTo>
                    <a:lnTo>
                      <a:pt x="21600" y="17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4" name="Shape 604"/>
              <p:cNvSpPr/>
              <p:nvPr/>
            </p:nvSpPr>
            <p:spPr>
              <a:xfrm rot="14400000">
                <a:off x="26836882" y="2391674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5" name="Shape 605"/>
              <p:cNvSpPr/>
              <p:nvPr/>
            </p:nvSpPr>
            <p:spPr>
              <a:xfrm rot="14400000">
                <a:off x="26317345" y="22997275"/>
                <a:ext cx="259833" cy="259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0874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087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6" name="Shape 606"/>
              <p:cNvSpPr/>
              <p:nvPr/>
            </p:nvSpPr>
            <p:spPr>
              <a:xfrm rot="14400000">
                <a:off x="23989338" y="24781352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35" y="11549"/>
                    </a:moveTo>
                    <a:cubicBezTo>
                      <a:pt x="19660" y="16949"/>
                      <a:pt x="14260" y="20999"/>
                      <a:pt x="8860" y="20324"/>
                    </a:cubicBezTo>
                    <a:cubicBezTo>
                      <a:pt x="2785" y="19649"/>
                      <a:pt x="-590" y="14924"/>
                      <a:pt x="85" y="8849"/>
                    </a:cubicBezTo>
                    <a:cubicBezTo>
                      <a:pt x="760" y="3449"/>
                      <a:pt x="5485" y="-601"/>
                      <a:pt x="10885" y="74"/>
                    </a:cubicBezTo>
                    <a:cubicBezTo>
                      <a:pt x="16960" y="749"/>
                      <a:pt x="21010" y="6149"/>
                      <a:pt x="20335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7" name="Shape 607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8" name="Shape 608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09" name="Shape 609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0" name="Shape 610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1" name="Shape 611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2" name="Shape 612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3" name="Shape 613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4" name="Shape 614"/>
              <p:cNvSpPr/>
              <p:nvPr/>
            </p:nvSpPr>
            <p:spPr>
              <a:xfrm rot="14400000">
                <a:off x="5396762" y="13134418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5" name="Shape 615"/>
              <p:cNvSpPr/>
              <p:nvPr/>
            </p:nvSpPr>
            <p:spPr>
              <a:xfrm rot="14400000">
                <a:off x="4657406" y="18306713"/>
                <a:ext cx="264674" cy="26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6607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16" name="Shape 616"/>
              <p:cNvSpPr/>
              <p:nvPr/>
            </p:nvSpPr>
            <p:spPr>
              <a:xfrm rot="14400000">
                <a:off x="1304004" y="17959889"/>
                <a:ext cx="261405" cy="264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5972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618" name="Shape 618"/>
            <p:cNvSpPr/>
            <p:nvPr/>
          </p:nvSpPr>
          <p:spPr>
            <a:xfrm rot="14400000">
              <a:off x="3367006" y="19806246"/>
              <a:ext cx="261406" cy="264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8" h="18732" fill="norm" stroke="1" extrusionOk="0">
                  <a:moveTo>
                    <a:pt x="18513" y="5301"/>
                  </a:moveTo>
                  <a:cubicBezTo>
                    <a:pt x="20419" y="10238"/>
                    <a:pt x="18513" y="15792"/>
                    <a:pt x="13431" y="17643"/>
                  </a:cubicBezTo>
                  <a:cubicBezTo>
                    <a:pt x="8984" y="20112"/>
                    <a:pt x="3266" y="18261"/>
                    <a:pt x="725" y="13323"/>
                  </a:cubicBezTo>
                  <a:cubicBezTo>
                    <a:pt x="-1181" y="8386"/>
                    <a:pt x="725" y="2832"/>
                    <a:pt x="5807" y="981"/>
                  </a:cubicBezTo>
                  <a:cubicBezTo>
                    <a:pt x="10254" y="-1488"/>
                    <a:pt x="15972" y="981"/>
                    <a:pt x="18513" y="5301"/>
                  </a:cubicBez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6" grpId="3"/>
      <p:bldP build="whole" bldLvl="1" animBg="1" rev="0" advAuto="0" spid="415" grpId="2"/>
      <p:bldP build="whole" bldLvl="1" animBg="1" rev="0" advAuto="0" spid="61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/>
          <p:nvPr/>
        </p:nvSpPr>
        <p:spPr>
          <a:xfrm>
            <a:off x="6425963" y="1409512"/>
            <a:ext cx="1203350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Resumen de estrategias propuestas</a:t>
            </a:r>
          </a:p>
        </p:txBody>
      </p:sp>
      <p:grpSp>
        <p:nvGrpSpPr>
          <p:cNvPr id="630" name="Group 630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625" name="Group 625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622" name="Shape 622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23" name="Shape 623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24" name="Shape 624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629" name="Group 629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626" name="Shape 626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27" name="Shape 627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28" name="Shape 628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631" name="Shape 631"/>
          <p:cNvSpPr/>
          <p:nvPr/>
        </p:nvSpPr>
        <p:spPr>
          <a:xfrm>
            <a:off x="4387949" y="11198248"/>
            <a:ext cx="2952002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2" name="Shape 632"/>
          <p:cNvSpPr/>
          <p:nvPr/>
        </p:nvSpPr>
        <p:spPr>
          <a:xfrm>
            <a:off x="7516000" y="11198248"/>
            <a:ext cx="2952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3" name="Shape 633"/>
          <p:cNvSpPr/>
          <p:nvPr/>
        </p:nvSpPr>
        <p:spPr>
          <a:xfrm>
            <a:off x="10673361" y="11198248"/>
            <a:ext cx="2952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4" name="Shape 634"/>
          <p:cNvSpPr/>
          <p:nvPr/>
        </p:nvSpPr>
        <p:spPr>
          <a:xfrm>
            <a:off x="13801411" y="11198248"/>
            <a:ext cx="2952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5" name="Shape 635"/>
          <p:cNvSpPr/>
          <p:nvPr/>
        </p:nvSpPr>
        <p:spPr>
          <a:xfrm flipH="1">
            <a:off x="20128971" y="11200789"/>
            <a:ext cx="2376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6" name="Shape 636"/>
          <p:cNvSpPr/>
          <p:nvPr/>
        </p:nvSpPr>
        <p:spPr>
          <a:xfrm flipH="1">
            <a:off x="16958321" y="11200788"/>
            <a:ext cx="2952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7" name="Shape 637"/>
          <p:cNvSpPr/>
          <p:nvPr/>
        </p:nvSpPr>
        <p:spPr>
          <a:xfrm flipH="1">
            <a:off x="1830459" y="11200788"/>
            <a:ext cx="2376002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38" name="Shape 638"/>
          <p:cNvSpPr/>
          <p:nvPr/>
        </p:nvSpPr>
        <p:spPr>
          <a:xfrm>
            <a:off x="1855598" y="8523493"/>
            <a:ext cx="4928262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Presencia en redes sociales</a:t>
            </a:r>
          </a:p>
        </p:txBody>
      </p:sp>
      <p:sp>
        <p:nvSpPr>
          <p:cNvPr id="639" name="Shape 639"/>
          <p:cNvSpPr/>
          <p:nvPr/>
        </p:nvSpPr>
        <p:spPr>
          <a:xfrm>
            <a:off x="2482107" y="8974038"/>
            <a:ext cx="3675243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Facebook, Twitter, Pinterest, Instagram</a:t>
            </a:r>
          </a:p>
        </p:txBody>
      </p:sp>
      <p:sp>
        <p:nvSpPr>
          <p:cNvPr id="640" name="Shape 640"/>
          <p:cNvSpPr/>
          <p:nvPr/>
        </p:nvSpPr>
        <p:spPr>
          <a:xfrm>
            <a:off x="4211728" y="11090247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1" name="Shape 641"/>
          <p:cNvSpPr/>
          <p:nvPr/>
        </p:nvSpPr>
        <p:spPr>
          <a:xfrm>
            <a:off x="7332247" y="11090247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2" name="Shape 642"/>
          <p:cNvSpPr/>
          <p:nvPr/>
        </p:nvSpPr>
        <p:spPr>
          <a:xfrm>
            <a:off x="10483156" y="11090247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3" name="Shape 643"/>
          <p:cNvSpPr/>
          <p:nvPr/>
        </p:nvSpPr>
        <p:spPr>
          <a:xfrm>
            <a:off x="13626385" y="11090247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4" name="Shape 644"/>
          <p:cNvSpPr/>
          <p:nvPr/>
        </p:nvSpPr>
        <p:spPr>
          <a:xfrm>
            <a:off x="16722540" y="11090247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5" name="Shape 645"/>
          <p:cNvSpPr/>
          <p:nvPr/>
        </p:nvSpPr>
        <p:spPr>
          <a:xfrm rot="10800000">
            <a:off x="19901244" y="11090250"/>
            <a:ext cx="216001" cy="2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6" name="Shape 646"/>
          <p:cNvSpPr/>
          <p:nvPr/>
        </p:nvSpPr>
        <p:spPr>
          <a:xfrm flipV="1">
            <a:off x="4319728" y="10248899"/>
            <a:ext cx="1" cy="720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47" name="Shape 647"/>
          <p:cNvSpPr/>
          <p:nvPr/>
        </p:nvSpPr>
        <p:spPr>
          <a:xfrm flipV="1">
            <a:off x="4319728" y="7761493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650" name="Group 650"/>
          <p:cNvGrpSpPr/>
          <p:nvPr/>
        </p:nvGrpSpPr>
        <p:grpSpPr>
          <a:xfrm>
            <a:off x="3790950" y="6591300"/>
            <a:ext cx="1080000" cy="1080000"/>
            <a:chOff x="0" y="0"/>
            <a:chExt cx="1079999" cy="1079999"/>
          </a:xfrm>
        </p:grpSpPr>
        <p:sp>
          <p:nvSpPr>
            <p:cNvPr id="648" name="Shape 648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49" name="Shape 649"/>
            <p:cNvSpPr/>
            <p:nvPr/>
          </p:nvSpPr>
          <p:spPr>
            <a:xfrm>
              <a:off x="210755" y="229110"/>
              <a:ext cx="639979" cy="641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3" h="20946" fill="norm" stroke="1" extrusionOk="0">
                  <a:moveTo>
                    <a:pt x="20546" y="483"/>
                  </a:moveTo>
                  <a:cubicBezTo>
                    <a:pt x="19405" y="-654"/>
                    <a:pt x="17210" y="308"/>
                    <a:pt x="15366" y="2407"/>
                  </a:cubicBezTo>
                  <a:cubicBezTo>
                    <a:pt x="13434" y="4593"/>
                    <a:pt x="13434" y="4593"/>
                    <a:pt x="13434" y="4593"/>
                  </a:cubicBezTo>
                  <a:cubicBezTo>
                    <a:pt x="2107" y="2494"/>
                    <a:pt x="2107" y="2494"/>
                    <a:pt x="2107" y="2494"/>
                  </a:cubicBezTo>
                  <a:cubicBezTo>
                    <a:pt x="439" y="4156"/>
                    <a:pt x="439" y="4156"/>
                    <a:pt x="439" y="4156"/>
                  </a:cubicBezTo>
                  <a:cubicBezTo>
                    <a:pt x="9395" y="8878"/>
                    <a:pt x="9395" y="8878"/>
                    <a:pt x="9395" y="8878"/>
                  </a:cubicBezTo>
                  <a:cubicBezTo>
                    <a:pt x="5707" y="13250"/>
                    <a:pt x="5707" y="13250"/>
                    <a:pt x="5707" y="13250"/>
                  </a:cubicBezTo>
                  <a:cubicBezTo>
                    <a:pt x="5356" y="13688"/>
                    <a:pt x="5005" y="14037"/>
                    <a:pt x="4741" y="14387"/>
                  </a:cubicBezTo>
                  <a:cubicBezTo>
                    <a:pt x="1054" y="13425"/>
                    <a:pt x="1054" y="13425"/>
                    <a:pt x="1054" y="13425"/>
                  </a:cubicBezTo>
                  <a:cubicBezTo>
                    <a:pt x="0" y="14475"/>
                    <a:pt x="0" y="14475"/>
                    <a:pt x="0" y="14475"/>
                  </a:cubicBezTo>
                  <a:cubicBezTo>
                    <a:pt x="4127" y="16836"/>
                    <a:pt x="4127" y="16836"/>
                    <a:pt x="4127" y="16836"/>
                  </a:cubicBezTo>
                  <a:cubicBezTo>
                    <a:pt x="6498" y="20946"/>
                    <a:pt x="6498" y="20946"/>
                    <a:pt x="6498" y="20946"/>
                  </a:cubicBezTo>
                  <a:cubicBezTo>
                    <a:pt x="7551" y="19897"/>
                    <a:pt x="7551" y="19897"/>
                    <a:pt x="7551" y="19897"/>
                  </a:cubicBezTo>
                  <a:cubicBezTo>
                    <a:pt x="6585" y="16224"/>
                    <a:pt x="6585" y="16224"/>
                    <a:pt x="6585" y="16224"/>
                  </a:cubicBezTo>
                  <a:cubicBezTo>
                    <a:pt x="6937" y="15961"/>
                    <a:pt x="7288" y="15612"/>
                    <a:pt x="7727" y="15262"/>
                  </a:cubicBezTo>
                  <a:cubicBezTo>
                    <a:pt x="12117" y="11589"/>
                    <a:pt x="12117" y="11589"/>
                    <a:pt x="12117" y="11589"/>
                  </a:cubicBezTo>
                  <a:cubicBezTo>
                    <a:pt x="16859" y="20509"/>
                    <a:pt x="16859" y="20509"/>
                    <a:pt x="16859" y="20509"/>
                  </a:cubicBezTo>
                  <a:cubicBezTo>
                    <a:pt x="18527" y="18847"/>
                    <a:pt x="18527" y="18847"/>
                    <a:pt x="18527" y="18847"/>
                  </a:cubicBezTo>
                  <a:cubicBezTo>
                    <a:pt x="16420" y="7566"/>
                    <a:pt x="16420" y="7566"/>
                    <a:pt x="16420" y="7566"/>
                  </a:cubicBezTo>
                  <a:cubicBezTo>
                    <a:pt x="18615" y="5642"/>
                    <a:pt x="18615" y="5642"/>
                    <a:pt x="18615" y="5642"/>
                  </a:cubicBezTo>
                  <a:cubicBezTo>
                    <a:pt x="20722" y="3806"/>
                    <a:pt x="21600" y="1532"/>
                    <a:pt x="20546" y="48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51" name="Shape 651"/>
          <p:cNvSpPr/>
          <p:nvPr/>
        </p:nvSpPr>
        <p:spPr>
          <a:xfrm>
            <a:off x="5625237" y="5951744"/>
            <a:ext cx="3669793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Contenidos en vídeo</a:t>
            </a:r>
          </a:p>
        </p:txBody>
      </p:sp>
      <p:sp>
        <p:nvSpPr>
          <p:cNvPr id="652" name="Shape 652"/>
          <p:cNvSpPr/>
          <p:nvPr/>
        </p:nvSpPr>
        <p:spPr>
          <a:xfrm>
            <a:off x="5622506" y="6402287"/>
            <a:ext cx="3675242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Tener presencia en Youtube y generar contenido relevante para audiencia</a:t>
            </a:r>
          </a:p>
        </p:txBody>
      </p:sp>
      <p:sp>
        <p:nvSpPr>
          <p:cNvPr id="653" name="Shape 653"/>
          <p:cNvSpPr/>
          <p:nvPr/>
        </p:nvSpPr>
        <p:spPr>
          <a:xfrm flipV="1">
            <a:off x="7460126" y="7677150"/>
            <a:ext cx="1" cy="331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54" name="Shape 654"/>
          <p:cNvSpPr/>
          <p:nvPr/>
        </p:nvSpPr>
        <p:spPr>
          <a:xfrm flipV="1">
            <a:off x="7440248" y="5170693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665" name="Group 665"/>
          <p:cNvGrpSpPr/>
          <p:nvPr/>
        </p:nvGrpSpPr>
        <p:grpSpPr>
          <a:xfrm>
            <a:off x="6920125" y="4000500"/>
            <a:ext cx="1080001" cy="1080000"/>
            <a:chOff x="0" y="0"/>
            <a:chExt cx="1079999" cy="1079999"/>
          </a:xfrm>
        </p:grpSpPr>
        <p:sp>
          <p:nvSpPr>
            <p:cNvPr id="655" name="Shape 655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664" name="Group 664"/>
            <p:cNvGrpSpPr/>
            <p:nvPr/>
          </p:nvGrpSpPr>
          <p:grpSpPr>
            <a:xfrm>
              <a:off x="235517" y="124121"/>
              <a:ext cx="608967" cy="831759"/>
              <a:chOff x="0" y="0"/>
              <a:chExt cx="608966" cy="831758"/>
            </a:xfrm>
          </p:grpSpPr>
          <p:sp>
            <p:nvSpPr>
              <p:cNvPr id="656" name="Shape 656"/>
              <p:cNvSpPr/>
              <p:nvPr/>
            </p:nvSpPr>
            <p:spPr>
              <a:xfrm>
                <a:off x="96543" y="166351"/>
                <a:ext cx="136647" cy="4307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57" name="Shape 657"/>
              <p:cNvSpPr/>
              <p:nvPr/>
            </p:nvSpPr>
            <p:spPr>
              <a:xfrm>
                <a:off x="96543" y="368349"/>
                <a:ext cx="344585" cy="4010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58" name="Shape 658"/>
              <p:cNvSpPr/>
              <p:nvPr/>
            </p:nvSpPr>
            <p:spPr>
              <a:xfrm>
                <a:off x="96543" y="457466"/>
                <a:ext cx="344585" cy="4307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59" name="Shape 659"/>
              <p:cNvSpPr/>
              <p:nvPr/>
            </p:nvSpPr>
            <p:spPr>
              <a:xfrm>
                <a:off x="96543" y="546583"/>
                <a:ext cx="193087" cy="4307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60" name="Shape 660"/>
              <p:cNvSpPr/>
              <p:nvPr/>
            </p:nvSpPr>
            <p:spPr>
              <a:xfrm>
                <a:off x="-1" y="-1"/>
                <a:ext cx="608968" cy="7812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054" y="0"/>
                    </a:moveTo>
                    <a:cubicBezTo>
                      <a:pt x="4320" y="0"/>
                      <a:pt x="4320" y="0"/>
                      <a:pt x="4320" y="0"/>
                    </a:cubicBezTo>
                    <a:cubicBezTo>
                      <a:pt x="1906" y="0"/>
                      <a:pt x="0" y="1473"/>
                      <a:pt x="0" y="3338"/>
                    </a:cubicBezTo>
                    <a:cubicBezTo>
                      <a:pt x="0" y="18164"/>
                      <a:pt x="0" y="18164"/>
                      <a:pt x="0" y="18164"/>
                    </a:cubicBezTo>
                    <a:cubicBezTo>
                      <a:pt x="0" y="20029"/>
                      <a:pt x="1906" y="21600"/>
                      <a:pt x="4320" y="21600"/>
                    </a:cubicBezTo>
                    <a:cubicBezTo>
                      <a:pt x="11562" y="21600"/>
                      <a:pt x="11562" y="21600"/>
                      <a:pt x="11562" y="21600"/>
                    </a:cubicBezTo>
                    <a:cubicBezTo>
                      <a:pt x="11562" y="19931"/>
                      <a:pt x="11562" y="19931"/>
                      <a:pt x="11562" y="19931"/>
                    </a:cubicBezTo>
                    <a:cubicBezTo>
                      <a:pt x="4320" y="19931"/>
                      <a:pt x="4320" y="19931"/>
                      <a:pt x="4320" y="19931"/>
                    </a:cubicBezTo>
                    <a:cubicBezTo>
                      <a:pt x="3049" y="19931"/>
                      <a:pt x="2033" y="19145"/>
                      <a:pt x="2033" y="18164"/>
                    </a:cubicBezTo>
                    <a:cubicBezTo>
                      <a:pt x="2033" y="3338"/>
                      <a:pt x="2033" y="3338"/>
                      <a:pt x="2033" y="3338"/>
                    </a:cubicBezTo>
                    <a:cubicBezTo>
                      <a:pt x="2033" y="2356"/>
                      <a:pt x="3049" y="1571"/>
                      <a:pt x="4320" y="1571"/>
                    </a:cubicBezTo>
                    <a:cubicBezTo>
                      <a:pt x="10038" y="1571"/>
                      <a:pt x="10038" y="1571"/>
                      <a:pt x="10038" y="1571"/>
                    </a:cubicBezTo>
                    <a:cubicBezTo>
                      <a:pt x="10038" y="6578"/>
                      <a:pt x="10038" y="6578"/>
                      <a:pt x="10038" y="6578"/>
                    </a:cubicBezTo>
                    <a:cubicBezTo>
                      <a:pt x="10038" y="7953"/>
                      <a:pt x="11435" y="9131"/>
                      <a:pt x="13341" y="9131"/>
                    </a:cubicBezTo>
                    <a:cubicBezTo>
                      <a:pt x="19567" y="9131"/>
                      <a:pt x="19567" y="9131"/>
                      <a:pt x="19567" y="9131"/>
                    </a:cubicBezTo>
                    <a:cubicBezTo>
                      <a:pt x="19567" y="18164"/>
                      <a:pt x="19567" y="18164"/>
                      <a:pt x="19567" y="18164"/>
                    </a:cubicBezTo>
                    <a:cubicBezTo>
                      <a:pt x="19567" y="18949"/>
                      <a:pt x="18932" y="19538"/>
                      <a:pt x="18169" y="19833"/>
                    </a:cubicBezTo>
                    <a:cubicBezTo>
                      <a:pt x="18169" y="21502"/>
                      <a:pt x="18169" y="21502"/>
                      <a:pt x="18169" y="21502"/>
                    </a:cubicBezTo>
                    <a:cubicBezTo>
                      <a:pt x="20075" y="21207"/>
                      <a:pt x="21600" y="19833"/>
                      <a:pt x="21600" y="18164"/>
                    </a:cubicBezTo>
                    <a:cubicBezTo>
                      <a:pt x="21600" y="8149"/>
                      <a:pt x="21600" y="8149"/>
                      <a:pt x="21600" y="8149"/>
                    </a:cubicBezTo>
                    <a:lnTo>
                      <a:pt x="110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61" name="Shape 661"/>
              <p:cNvSpPr/>
              <p:nvPr/>
            </p:nvSpPr>
            <p:spPr>
              <a:xfrm>
                <a:off x="357953" y="714420"/>
                <a:ext cx="121794" cy="1173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329" y="0"/>
                    </a:moveTo>
                    <a:cubicBezTo>
                      <a:pt x="20329" y="655"/>
                      <a:pt x="19694" y="655"/>
                      <a:pt x="19694" y="1309"/>
                    </a:cubicBezTo>
                    <a:cubicBezTo>
                      <a:pt x="19059" y="2618"/>
                      <a:pt x="18424" y="3927"/>
                      <a:pt x="16518" y="4582"/>
                    </a:cubicBezTo>
                    <a:cubicBezTo>
                      <a:pt x="15882" y="4582"/>
                      <a:pt x="15882" y="5236"/>
                      <a:pt x="15247" y="5236"/>
                    </a:cubicBezTo>
                    <a:cubicBezTo>
                      <a:pt x="13976" y="5236"/>
                      <a:pt x="12706" y="4582"/>
                      <a:pt x="12071" y="3927"/>
                    </a:cubicBezTo>
                    <a:cubicBezTo>
                      <a:pt x="11435" y="3927"/>
                      <a:pt x="10800" y="3273"/>
                      <a:pt x="10800" y="3273"/>
                    </a:cubicBezTo>
                    <a:cubicBezTo>
                      <a:pt x="10800" y="3273"/>
                      <a:pt x="10165" y="3927"/>
                      <a:pt x="10165" y="3927"/>
                    </a:cubicBezTo>
                    <a:cubicBezTo>
                      <a:pt x="8894" y="4582"/>
                      <a:pt x="7624" y="5236"/>
                      <a:pt x="6353" y="5236"/>
                    </a:cubicBezTo>
                    <a:cubicBezTo>
                      <a:pt x="6353" y="5236"/>
                      <a:pt x="6353" y="5236"/>
                      <a:pt x="6353" y="5236"/>
                    </a:cubicBezTo>
                    <a:cubicBezTo>
                      <a:pt x="5718" y="5236"/>
                      <a:pt x="5718" y="4582"/>
                      <a:pt x="5082" y="4582"/>
                    </a:cubicBezTo>
                    <a:cubicBezTo>
                      <a:pt x="3176" y="3927"/>
                      <a:pt x="2541" y="2618"/>
                      <a:pt x="1906" y="1309"/>
                    </a:cubicBezTo>
                    <a:cubicBezTo>
                      <a:pt x="1906" y="655"/>
                      <a:pt x="1271" y="655"/>
                      <a:pt x="1271" y="0"/>
                    </a:cubicBezTo>
                    <a:cubicBezTo>
                      <a:pt x="1271" y="0"/>
                      <a:pt x="635" y="0"/>
                      <a:pt x="635" y="0"/>
                    </a:cubicBezTo>
                    <a:cubicBezTo>
                      <a:pt x="635" y="0"/>
                      <a:pt x="0" y="0"/>
                      <a:pt x="0" y="0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0800" y="13745"/>
                      <a:pt x="10800" y="13745"/>
                      <a:pt x="10800" y="13745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0965" y="0"/>
                      <a:pt x="20329" y="0"/>
                      <a:pt x="20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62" name="Shape 662"/>
              <p:cNvSpPr/>
              <p:nvPr/>
            </p:nvSpPr>
            <p:spPr>
              <a:xfrm>
                <a:off x="380232" y="603023"/>
                <a:ext cx="78721" cy="75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fill="norm" stroke="1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63" name="Shape 663"/>
              <p:cNvSpPr/>
              <p:nvPr/>
            </p:nvSpPr>
            <p:spPr>
              <a:xfrm>
                <a:off x="332703" y="556832"/>
                <a:ext cx="175264" cy="1679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879" fill="norm" stroke="1" extrusionOk="0">
                    <a:moveTo>
                      <a:pt x="19396" y="7584"/>
                    </a:moveTo>
                    <a:cubicBezTo>
                      <a:pt x="18955" y="6702"/>
                      <a:pt x="19837" y="4939"/>
                      <a:pt x="19396" y="4057"/>
                    </a:cubicBezTo>
                    <a:cubicBezTo>
                      <a:pt x="18514" y="3176"/>
                      <a:pt x="16751" y="3616"/>
                      <a:pt x="15869" y="2735"/>
                    </a:cubicBezTo>
                    <a:cubicBezTo>
                      <a:pt x="14988" y="2294"/>
                      <a:pt x="14988" y="531"/>
                      <a:pt x="14106" y="90"/>
                    </a:cubicBezTo>
                    <a:cubicBezTo>
                      <a:pt x="12784" y="-351"/>
                      <a:pt x="11902" y="971"/>
                      <a:pt x="10580" y="971"/>
                    </a:cubicBezTo>
                    <a:cubicBezTo>
                      <a:pt x="9698" y="971"/>
                      <a:pt x="8376" y="-351"/>
                      <a:pt x="7053" y="90"/>
                    </a:cubicBezTo>
                    <a:cubicBezTo>
                      <a:pt x="6171" y="531"/>
                      <a:pt x="6171" y="2294"/>
                      <a:pt x="5290" y="2735"/>
                    </a:cubicBezTo>
                    <a:cubicBezTo>
                      <a:pt x="4408" y="3616"/>
                      <a:pt x="2645" y="3176"/>
                      <a:pt x="1763" y="4057"/>
                    </a:cubicBezTo>
                    <a:cubicBezTo>
                      <a:pt x="1322" y="4939"/>
                      <a:pt x="2204" y="6702"/>
                      <a:pt x="1763" y="7584"/>
                    </a:cubicBezTo>
                    <a:cubicBezTo>
                      <a:pt x="1322" y="8465"/>
                      <a:pt x="0" y="9347"/>
                      <a:pt x="0" y="10229"/>
                    </a:cubicBezTo>
                    <a:cubicBezTo>
                      <a:pt x="0" y="11551"/>
                      <a:pt x="1322" y="12433"/>
                      <a:pt x="1763" y="13314"/>
                    </a:cubicBezTo>
                    <a:cubicBezTo>
                      <a:pt x="2204" y="14196"/>
                      <a:pt x="1322" y="15959"/>
                      <a:pt x="1763" y="16841"/>
                    </a:cubicBezTo>
                    <a:cubicBezTo>
                      <a:pt x="2645" y="17722"/>
                      <a:pt x="4408" y="17282"/>
                      <a:pt x="5290" y="17722"/>
                    </a:cubicBezTo>
                    <a:cubicBezTo>
                      <a:pt x="6171" y="18604"/>
                      <a:pt x="6171" y="20367"/>
                      <a:pt x="7053" y="20808"/>
                    </a:cubicBezTo>
                    <a:cubicBezTo>
                      <a:pt x="8376" y="21249"/>
                      <a:pt x="9698" y="19486"/>
                      <a:pt x="10580" y="19486"/>
                    </a:cubicBezTo>
                    <a:cubicBezTo>
                      <a:pt x="11902" y="19486"/>
                      <a:pt x="12784" y="21249"/>
                      <a:pt x="14106" y="20808"/>
                    </a:cubicBezTo>
                    <a:cubicBezTo>
                      <a:pt x="14988" y="20367"/>
                      <a:pt x="14988" y="18604"/>
                      <a:pt x="15869" y="17722"/>
                    </a:cubicBezTo>
                    <a:cubicBezTo>
                      <a:pt x="16751" y="17282"/>
                      <a:pt x="18514" y="17722"/>
                      <a:pt x="19396" y="16841"/>
                    </a:cubicBezTo>
                    <a:cubicBezTo>
                      <a:pt x="19837" y="15959"/>
                      <a:pt x="18955" y="14196"/>
                      <a:pt x="19396" y="13314"/>
                    </a:cubicBezTo>
                    <a:cubicBezTo>
                      <a:pt x="19837" y="12433"/>
                      <a:pt x="21600" y="11551"/>
                      <a:pt x="21600" y="10229"/>
                    </a:cubicBezTo>
                    <a:cubicBezTo>
                      <a:pt x="21600" y="9347"/>
                      <a:pt x="19837" y="8465"/>
                      <a:pt x="19396" y="7584"/>
                    </a:cubicBezTo>
                    <a:close/>
                    <a:moveTo>
                      <a:pt x="10580" y="15959"/>
                    </a:moveTo>
                    <a:cubicBezTo>
                      <a:pt x="7494" y="15959"/>
                      <a:pt x="4849" y="13755"/>
                      <a:pt x="4849" y="10229"/>
                    </a:cubicBezTo>
                    <a:cubicBezTo>
                      <a:pt x="4849" y="7143"/>
                      <a:pt x="7494" y="4939"/>
                      <a:pt x="10580" y="4939"/>
                    </a:cubicBezTo>
                    <a:cubicBezTo>
                      <a:pt x="13665" y="4939"/>
                      <a:pt x="16310" y="7143"/>
                      <a:pt x="16310" y="10229"/>
                    </a:cubicBezTo>
                    <a:cubicBezTo>
                      <a:pt x="16310" y="13755"/>
                      <a:pt x="13665" y="15959"/>
                      <a:pt x="10580" y="159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666" name="Shape 666"/>
          <p:cNvSpPr/>
          <p:nvPr/>
        </p:nvSpPr>
        <p:spPr>
          <a:xfrm>
            <a:off x="9024574" y="8521051"/>
            <a:ext cx="3167330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Publicidad online</a:t>
            </a:r>
          </a:p>
        </p:txBody>
      </p:sp>
      <p:sp>
        <p:nvSpPr>
          <p:cNvPr id="667" name="Shape 667"/>
          <p:cNvSpPr/>
          <p:nvPr/>
        </p:nvSpPr>
        <p:spPr>
          <a:xfrm>
            <a:off x="8155327" y="8923559"/>
            <a:ext cx="4928261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Asignar un presupuesto para la creación de comunidad (seguidores) y la promoción de contenidos</a:t>
            </a:r>
          </a:p>
        </p:txBody>
      </p:sp>
      <p:sp>
        <p:nvSpPr>
          <p:cNvPr id="668" name="Shape 668"/>
          <p:cNvSpPr/>
          <p:nvPr/>
        </p:nvSpPr>
        <p:spPr>
          <a:xfrm flipV="1">
            <a:off x="10608236" y="10206701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69" name="Shape 669"/>
          <p:cNvSpPr/>
          <p:nvPr/>
        </p:nvSpPr>
        <p:spPr>
          <a:xfrm flipV="1">
            <a:off x="10608235" y="7838564"/>
            <a:ext cx="1" cy="648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70" name="Shape 670"/>
          <p:cNvSpPr/>
          <p:nvPr/>
        </p:nvSpPr>
        <p:spPr>
          <a:xfrm>
            <a:off x="12107232" y="6307106"/>
            <a:ext cx="3243073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Optimización web</a:t>
            </a:r>
          </a:p>
        </p:txBody>
      </p:sp>
      <p:sp>
        <p:nvSpPr>
          <p:cNvPr id="671" name="Shape 671"/>
          <p:cNvSpPr/>
          <p:nvPr/>
        </p:nvSpPr>
        <p:spPr>
          <a:xfrm>
            <a:off x="11431409" y="6760867"/>
            <a:ext cx="4624023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Optimizar los contenidos de la web y el diseño de la misma para conseguir más conversiones</a:t>
            </a:r>
          </a:p>
        </p:txBody>
      </p:sp>
      <p:sp>
        <p:nvSpPr>
          <p:cNvPr id="672" name="Shape 672"/>
          <p:cNvSpPr/>
          <p:nvPr/>
        </p:nvSpPr>
        <p:spPr>
          <a:xfrm flipV="1">
            <a:off x="13728756" y="8032511"/>
            <a:ext cx="1" cy="295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73" name="Shape 673"/>
          <p:cNvSpPr/>
          <p:nvPr/>
        </p:nvSpPr>
        <p:spPr>
          <a:xfrm flipV="1">
            <a:off x="13728755" y="5526055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676" name="Group 676"/>
          <p:cNvGrpSpPr/>
          <p:nvPr/>
        </p:nvGrpSpPr>
        <p:grpSpPr>
          <a:xfrm>
            <a:off x="10079457" y="6628614"/>
            <a:ext cx="1080001" cy="1080000"/>
            <a:chOff x="0" y="0"/>
            <a:chExt cx="1079999" cy="1079999"/>
          </a:xfrm>
        </p:grpSpPr>
        <p:sp>
          <p:nvSpPr>
            <p:cNvPr id="674" name="Shape 674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5" name="Shape 675"/>
            <p:cNvSpPr/>
            <p:nvPr/>
          </p:nvSpPr>
          <p:spPr>
            <a:xfrm>
              <a:off x="206487" y="162681"/>
              <a:ext cx="667025" cy="754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369" y="14499"/>
                  </a:moveTo>
                  <a:cubicBezTo>
                    <a:pt x="20033" y="14499"/>
                    <a:pt x="19809" y="14597"/>
                    <a:pt x="19585" y="14795"/>
                  </a:cubicBezTo>
                  <a:cubicBezTo>
                    <a:pt x="16340" y="10849"/>
                    <a:pt x="16340" y="10849"/>
                    <a:pt x="16340" y="10849"/>
                  </a:cubicBezTo>
                  <a:cubicBezTo>
                    <a:pt x="19585" y="6904"/>
                    <a:pt x="19585" y="6904"/>
                    <a:pt x="19585" y="6904"/>
                  </a:cubicBezTo>
                  <a:cubicBezTo>
                    <a:pt x="19809" y="7003"/>
                    <a:pt x="20033" y="7101"/>
                    <a:pt x="20369" y="7101"/>
                  </a:cubicBezTo>
                  <a:cubicBezTo>
                    <a:pt x="21040" y="7101"/>
                    <a:pt x="21600" y="6608"/>
                    <a:pt x="21600" y="5918"/>
                  </a:cubicBezTo>
                  <a:cubicBezTo>
                    <a:pt x="21600" y="5326"/>
                    <a:pt x="21040" y="4833"/>
                    <a:pt x="20369" y="4833"/>
                  </a:cubicBezTo>
                  <a:cubicBezTo>
                    <a:pt x="19585" y="4833"/>
                    <a:pt x="19026" y="5326"/>
                    <a:pt x="19026" y="5918"/>
                  </a:cubicBezTo>
                  <a:cubicBezTo>
                    <a:pt x="19026" y="6016"/>
                    <a:pt x="19026" y="6016"/>
                    <a:pt x="19026" y="6115"/>
                  </a:cubicBezTo>
                  <a:cubicBezTo>
                    <a:pt x="13542" y="6608"/>
                    <a:pt x="13542" y="6608"/>
                    <a:pt x="13542" y="6608"/>
                  </a:cubicBezTo>
                  <a:cubicBezTo>
                    <a:pt x="11304" y="2170"/>
                    <a:pt x="11304" y="2170"/>
                    <a:pt x="11304" y="2170"/>
                  </a:cubicBezTo>
                  <a:cubicBezTo>
                    <a:pt x="11751" y="1973"/>
                    <a:pt x="12087" y="1578"/>
                    <a:pt x="12087" y="1184"/>
                  </a:cubicBezTo>
                  <a:cubicBezTo>
                    <a:pt x="12087" y="493"/>
                    <a:pt x="11527" y="0"/>
                    <a:pt x="10856" y="0"/>
                  </a:cubicBezTo>
                  <a:cubicBezTo>
                    <a:pt x="10073" y="0"/>
                    <a:pt x="9513" y="493"/>
                    <a:pt x="9513" y="1184"/>
                  </a:cubicBezTo>
                  <a:cubicBezTo>
                    <a:pt x="9513" y="1578"/>
                    <a:pt x="9849" y="1973"/>
                    <a:pt x="10296" y="2170"/>
                  </a:cubicBezTo>
                  <a:cubicBezTo>
                    <a:pt x="8058" y="6608"/>
                    <a:pt x="8058" y="6608"/>
                    <a:pt x="8058" y="6608"/>
                  </a:cubicBezTo>
                  <a:cubicBezTo>
                    <a:pt x="2574" y="6115"/>
                    <a:pt x="2574" y="6115"/>
                    <a:pt x="2574" y="6115"/>
                  </a:cubicBezTo>
                  <a:cubicBezTo>
                    <a:pt x="2574" y="6016"/>
                    <a:pt x="2574" y="6016"/>
                    <a:pt x="2574" y="5918"/>
                  </a:cubicBezTo>
                  <a:cubicBezTo>
                    <a:pt x="2574" y="5326"/>
                    <a:pt x="2015" y="4833"/>
                    <a:pt x="1343" y="4833"/>
                  </a:cubicBezTo>
                  <a:cubicBezTo>
                    <a:pt x="560" y="4833"/>
                    <a:pt x="0" y="5326"/>
                    <a:pt x="0" y="5918"/>
                  </a:cubicBezTo>
                  <a:cubicBezTo>
                    <a:pt x="0" y="6608"/>
                    <a:pt x="560" y="7101"/>
                    <a:pt x="1343" y="7101"/>
                  </a:cubicBezTo>
                  <a:cubicBezTo>
                    <a:pt x="1567" y="7101"/>
                    <a:pt x="1791" y="7003"/>
                    <a:pt x="2015" y="6904"/>
                  </a:cubicBezTo>
                  <a:cubicBezTo>
                    <a:pt x="5372" y="10849"/>
                    <a:pt x="5372" y="10849"/>
                    <a:pt x="5372" y="10849"/>
                  </a:cubicBezTo>
                  <a:cubicBezTo>
                    <a:pt x="2126" y="14795"/>
                    <a:pt x="2126" y="14795"/>
                    <a:pt x="2126" y="14795"/>
                  </a:cubicBezTo>
                  <a:cubicBezTo>
                    <a:pt x="1903" y="14597"/>
                    <a:pt x="1567" y="14499"/>
                    <a:pt x="1343" y="14499"/>
                  </a:cubicBezTo>
                  <a:cubicBezTo>
                    <a:pt x="560" y="14499"/>
                    <a:pt x="0" y="14992"/>
                    <a:pt x="0" y="15682"/>
                  </a:cubicBezTo>
                  <a:cubicBezTo>
                    <a:pt x="0" y="16274"/>
                    <a:pt x="560" y="16767"/>
                    <a:pt x="1343" y="16767"/>
                  </a:cubicBezTo>
                  <a:cubicBezTo>
                    <a:pt x="2015" y="16767"/>
                    <a:pt x="2574" y="16274"/>
                    <a:pt x="2574" y="15682"/>
                  </a:cubicBezTo>
                  <a:cubicBezTo>
                    <a:pt x="2574" y="15584"/>
                    <a:pt x="2574" y="15584"/>
                    <a:pt x="2574" y="15584"/>
                  </a:cubicBezTo>
                  <a:cubicBezTo>
                    <a:pt x="8058" y="14992"/>
                    <a:pt x="8058" y="14992"/>
                    <a:pt x="8058" y="14992"/>
                  </a:cubicBezTo>
                  <a:cubicBezTo>
                    <a:pt x="10296" y="19430"/>
                    <a:pt x="10296" y="19430"/>
                    <a:pt x="10296" y="19430"/>
                  </a:cubicBezTo>
                  <a:cubicBezTo>
                    <a:pt x="9849" y="19627"/>
                    <a:pt x="9513" y="20022"/>
                    <a:pt x="9513" y="20515"/>
                  </a:cubicBezTo>
                  <a:cubicBezTo>
                    <a:pt x="9513" y="21107"/>
                    <a:pt x="10073" y="21600"/>
                    <a:pt x="10856" y="21600"/>
                  </a:cubicBezTo>
                  <a:cubicBezTo>
                    <a:pt x="11527" y="21600"/>
                    <a:pt x="12087" y="21107"/>
                    <a:pt x="12087" y="20515"/>
                  </a:cubicBezTo>
                  <a:cubicBezTo>
                    <a:pt x="12087" y="20022"/>
                    <a:pt x="11751" y="19627"/>
                    <a:pt x="11304" y="19430"/>
                  </a:cubicBezTo>
                  <a:cubicBezTo>
                    <a:pt x="13542" y="14992"/>
                    <a:pt x="13542" y="14992"/>
                    <a:pt x="13542" y="14992"/>
                  </a:cubicBezTo>
                  <a:cubicBezTo>
                    <a:pt x="19026" y="15584"/>
                    <a:pt x="19026" y="15584"/>
                    <a:pt x="19026" y="15584"/>
                  </a:cubicBezTo>
                  <a:cubicBezTo>
                    <a:pt x="19026" y="15584"/>
                    <a:pt x="19026" y="15584"/>
                    <a:pt x="19026" y="15682"/>
                  </a:cubicBezTo>
                  <a:cubicBezTo>
                    <a:pt x="19026" y="16274"/>
                    <a:pt x="19585" y="16767"/>
                    <a:pt x="20369" y="16767"/>
                  </a:cubicBezTo>
                  <a:cubicBezTo>
                    <a:pt x="21040" y="16767"/>
                    <a:pt x="21600" y="16274"/>
                    <a:pt x="21600" y="15682"/>
                  </a:cubicBezTo>
                  <a:cubicBezTo>
                    <a:pt x="21600" y="14992"/>
                    <a:pt x="21040" y="14499"/>
                    <a:pt x="20369" y="1449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81" name="Group 681"/>
          <p:cNvGrpSpPr/>
          <p:nvPr/>
        </p:nvGrpSpPr>
        <p:grpSpPr>
          <a:xfrm>
            <a:off x="13188756" y="4355862"/>
            <a:ext cx="1080001" cy="1080001"/>
            <a:chOff x="0" y="0"/>
            <a:chExt cx="1079999" cy="1079999"/>
          </a:xfrm>
        </p:grpSpPr>
        <p:sp>
          <p:nvSpPr>
            <p:cNvPr id="677" name="Shape 677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680" name="Group 680"/>
            <p:cNvGrpSpPr/>
            <p:nvPr/>
          </p:nvGrpSpPr>
          <p:grpSpPr>
            <a:xfrm>
              <a:off x="163149" y="123831"/>
              <a:ext cx="743876" cy="703778"/>
              <a:chOff x="0" y="0"/>
              <a:chExt cx="743874" cy="703776"/>
            </a:xfrm>
          </p:grpSpPr>
          <p:sp>
            <p:nvSpPr>
              <p:cNvPr id="678" name="Shape 678"/>
              <p:cNvSpPr/>
              <p:nvPr/>
            </p:nvSpPr>
            <p:spPr>
              <a:xfrm>
                <a:off x="-1" y="412033"/>
                <a:ext cx="743876" cy="2917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57" y="5835"/>
                    </a:moveTo>
                    <a:lnTo>
                      <a:pt x="13450" y="0"/>
                    </a:lnTo>
                    <a:lnTo>
                      <a:pt x="12004" y="16482"/>
                    </a:lnTo>
                    <a:lnTo>
                      <a:pt x="11161" y="3378"/>
                    </a:lnTo>
                    <a:lnTo>
                      <a:pt x="11523" y="2457"/>
                    </a:lnTo>
                    <a:lnTo>
                      <a:pt x="12205" y="512"/>
                    </a:lnTo>
                    <a:lnTo>
                      <a:pt x="9435" y="512"/>
                    </a:lnTo>
                    <a:lnTo>
                      <a:pt x="10077" y="2457"/>
                    </a:lnTo>
                    <a:lnTo>
                      <a:pt x="10479" y="3378"/>
                    </a:lnTo>
                    <a:lnTo>
                      <a:pt x="9596" y="16482"/>
                    </a:lnTo>
                    <a:lnTo>
                      <a:pt x="8190" y="0"/>
                    </a:lnTo>
                    <a:lnTo>
                      <a:pt x="803" y="5835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0757" y="5835"/>
                    </a:lnTo>
                    <a:close/>
                    <a:moveTo>
                      <a:pt x="18428" y="15970"/>
                    </a:moveTo>
                    <a:lnTo>
                      <a:pt x="14694" y="15970"/>
                    </a:lnTo>
                    <a:lnTo>
                      <a:pt x="14694" y="13206"/>
                    </a:lnTo>
                    <a:lnTo>
                      <a:pt x="16541" y="12489"/>
                    </a:lnTo>
                    <a:lnTo>
                      <a:pt x="18428" y="13206"/>
                    </a:lnTo>
                    <a:lnTo>
                      <a:pt x="18428" y="1597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79" name="Shape 679"/>
              <p:cNvSpPr/>
              <p:nvPr/>
            </p:nvSpPr>
            <p:spPr>
              <a:xfrm>
                <a:off x="206017" y="-1"/>
                <a:ext cx="333225" cy="3719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fill="norm" stroke="1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682" name="Shape 682"/>
          <p:cNvSpPr/>
          <p:nvPr/>
        </p:nvSpPr>
        <p:spPr>
          <a:xfrm>
            <a:off x="15614397" y="8474743"/>
            <a:ext cx="2462176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Lead magnet</a:t>
            </a:r>
          </a:p>
        </p:txBody>
      </p:sp>
      <p:sp>
        <p:nvSpPr>
          <p:cNvPr id="683" name="Shape 683"/>
          <p:cNvSpPr/>
          <p:nvPr/>
        </p:nvSpPr>
        <p:spPr>
          <a:xfrm>
            <a:off x="15007856" y="8925287"/>
            <a:ext cx="3675242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Diseño de una estrategia nueva para captación de leads de calidad.</a:t>
            </a:r>
          </a:p>
        </p:txBody>
      </p:sp>
      <p:sp>
        <p:nvSpPr>
          <p:cNvPr id="684" name="Shape 684"/>
          <p:cNvSpPr/>
          <p:nvPr/>
        </p:nvSpPr>
        <p:spPr>
          <a:xfrm flipV="1">
            <a:off x="16845475" y="10200150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85" name="Shape 685"/>
          <p:cNvSpPr/>
          <p:nvPr/>
        </p:nvSpPr>
        <p:spPr>
          <a:xfrm flipV="1">
            <a:off x="16845475" y="7712743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86" name="Shape 686"/>
          <p:cNvSpPr/>
          <p:nvPr/>
        </p:nvSpPr>
        <p:spPr>
          <a:xfrm>
            <a:off x="18256743" y="5922871"/>
            <a:ext cx="3498038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Estrategia de venta</a:t>
            </a:r>
          </a:p>
        </p:txBody>
      </p:sp>
      <p:sp>
        <p:nvSpPr>
          <p:cNvPr id="687" name="Shape 687"/>
          <p:cNvSpPr/>
          <p:nvPr/>
        </p:nvSpPr>
        <p:spPr>
          <a:xfrm>
            <a:off x="17657965" y="6402287"/>
            <a:ext cx="4823545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4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Implementación de una estrategia de venta más optimizada y enfocada a conversiones.</a:t>
            </a:r>
          </a:p>
        </p:txBody>
      </p:sp>
      <p:sp>
        <p:nvSpPr>
          <p:cNvPr id="688" name="Shape 688"/>
          <p:cNvSpPr/>
          <p:nvPr/>
        </p:nvSpPr>
        <p:spPr>
          <a:xfrm flipV="1">
            <a:off x="20005752" y="7648278"/>
            <a:ext cx="1" cy="331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89" name="Shape 689"/>
          <p:cNvSpPr/>
          <p:nvPr/>
        </p:nvSpPr>
        <p:spPr>
          <a:xfrm flipV="1">
            <a:off x="20005751" y="5141821"/>
            <a:ext cx="1" cy="792001"/>
          </a:xfrm>
          <a:prstGeom prst="line">
            <a:avLst/>
          </a:prstGeom>
          <a:ln w="38100" cap="rnd">
            <a:solidFill>
              <a:srgbClr val="878787"/>
            </a:solidFill>
            <a:prstDash val="sysDot"/>
            <a:round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694" name="Group 694"/>
          <p:cNvGrpSpPr/>
          <p:nvPr/>
        </p:nvGrpSpPr>
        <p:grpSpPr>
          <a:xfrm>
            <a:off x="16316698" y="6542550"/>
            <a:ext cx="1080001" cy="1080001"/>
            <a:chOff x="0" y="0"/>
            <a:chExt cx="1079999" cy="1079999"/>
          </a:xfrm>
        </p:grpSpPr>
        <p:sp>
          <p:nvSpPr>
            <p:cNvPr id="690" name="Shape 690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693" name="Group 693"/>
            <p:cNvGrpSpPr/>
            <p:nvPr/>
          </p:nvGrpSpPr>
          <p:grpSpPr>
            <a:xfrm>
              <a:off x="188067" y="217395"/>
              <a:ext cx="703867" cy="645211"/>
              <a:chOff x="0" y="0"/>
              <a:chExt cx="703865" cy="645209"/>
            </a:xfrm>
          </p:grpSpPr>
          <p:sp>
            <p:nvSpPr>
              <p:cNvPr id="691" name="Shape 691"/>
              <p:cNvSpPr/>
              <p:nvPr/>
            </p:nvSpPr>
            <p:spPr>
              <a:xfrm>
                <a:off x="26208" y="346940"/>
                <a:ext cx="651451" cy="298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91" y="5616"/>
                    </a:moveTo>
                    <a:cubicBezTo>
                      <a:pt x="9809" y="5616"/>
                      <a:pt x="9809" y="5616"/>
                      <a:pt x="9809" y="5616"/>
                    </a:cubicBezTo>
                    <a:cubicBezTo>
                      <a:pt x="8422" y="5616"/>
                      <a:pt x="7233" y="3024"/>
                      <a:pt x="72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120"/>
                      <a:pt x="0" y="15120"/>
                      <a:pt x="0" y="15120"/>
                    </a:cubicBezTo>
                    <a:cubicBezTo>
                      <a:pt x="0" y="18576"/>
                      <a:pt x="1288" y="21600"/>
                      <a:pt x="2873" y="21600"/>
                    </a:cubicBezTo>
                    <a:cubicBezTo>
                      <a:pt x="18727" y="21600"/>
                      <a:pt x="18727" y="21600"/>
                      <a:pt x="18727" y="21600"/>
                    </a:cubicBezTo>
                    <a:cubicBezTo>
                      <a:pt x="20312" y="21600"/>
                      <a:pt x="21600" y="18576"/>
                      <a:pt x="21600" y="1512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14367" y="0"/>
                      <a:pt x="14367" y="0"/>
                      <a:pt x="14367" y="0"/>
                    </a:cubicBezTo>
                    <a:cubicBezTo>
                      <a:pt x="14367" y="3024"/>
                      <a:pt x="13178" y="5616"/>
                      <a:pt x="11791" y="5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692" name="Shape 692"/>
              <p:cNvSpPr/>
              <p:nvPr/>
            </p:nvSpPr>
            <p:spPr>
              <a:xfrm>
                <a:off x="-1" y="0"/>
                <a:ext cx="703867" cy="391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671" y="7255"/>
                    </a:moveTo>
                    <a:cubicBezTo>
                      <a:pt x="14919" y="7255"/>
                      <a:pt x="14919" y="7255"/>
                      <a:pt x="14919" y="7255"/>
                    </a:cubicBezTo>
                    <a:cubicBezTo>
                      <a:pt x="14919" y="4947"/>
                      <a:pt x="14919" y="4947"/>
                      <a:pt x="14919" y="4947"/>
                    </a:cubicBezTo>
                    <a:cubicBezTo>
                      <a:pt x="14919" y="2308"/>
                      <a:pt x="13729" y="0"/>
                      <a:pt x="12173" y="0"/>
                    </a:cubicBezTo>
                    <a:cubicBezTo>
                      <a:pt x="9427" y="0"/>
                      <a:pt x="9427" y="0"/>
                      <a:pt x="9427" y="0"/>
                    </a:cubicBezTo>
                    <a:cubicBezTo>
                      <a:pt x="7871" y="0"/>
                      <a:pt x="6681" y="2308"/>
                      <a:pt x="6681" y="4947"/>
                    </a:cubicBezTo>
                    <a:cubicBezTo>
                      <a:pt x="6681" y="7255"/>
                      <a:pt x="6681" y="7255"/>
                      <a:pt x="6681" y="7255"/>
                    </a:cubicBezTo>
                    <a:cubicBezTo>
                      <a:pt x="2929" y="7255"/>
                      <a:pt x="2929" y="7255"/>
                      <a:pt x="2929" y="7255"/>
                    </a:cubicBezTo>
                    <a:cubicBezTo>
                      <a:pt x="1373" y="7255"/>
                      <a:pt x="0" y="9563"/>
                      <a:pt x="0" y="12366"/>
                    </a:cubicBezTo>
                    <a:cubicBezTo>
                      <a:pt x="0" y="17478"/>
                      <a:pt x="0" y="17478"/>
                      <a:pt x="0" y="17478"/>
                    </a:cubicBezTo>
                    <a:cubicBezTo>
                      <a:pt x="8420" y="17478"/>
                      <a:pt x="8420" y="17478"/>
                      <a:pt x="8420" y="17478"/>
                    </a:cubicBezTo>
                    <a:cubicBezTo>
                      <a:pt x="8420" y="18962"/>
                      <a:pt x="8420" y="18962"/>
                      <a:pt x="8420" y="18962"/>
                    </a:cubicBezTo>
                    <a:cubicBezTo>
                      <a:pt x="8420" y="20446"/>
                      <a:pt x="9061" y="21600"/>
                      <a:pt x="9885" y="21600"/>
                    </a:cubicBezTo>
                    <a:cubicBezTo>
                      <a:pt x="11715" y="21600"/>
                      <a:pt x="11715" y="21600"/>
                      <a:pt x="11715" y="21600"/>
                    </a:cubicBezTo>
                    <a:cubicBezTo>
                      <a:pt x="12539" y="21600"/>
                      <a:pt x="13180" y="20446"/>
                      <a:pt x="13180" y="18962"/>
                    </a:cubicBezTo>
                    <a:cubicBezTo>
                      <a:pt x="13180" y="17478"/>
                      <a:pt x="13180" y="17478"/>
                      <a:pt x="13180" y="17478"/>
                    </a:cubicBezTo>
                    <a:cubicBezTo>
                      <a:pt x="21600" y="17478"/>
                      <a:pt x="21600" y="17478"/>
                      <a:pt x="21600" y="17478"/>
                    </a:cubicBezTo>
                    <a:cubicBezTo>
                      <a:pt x="21600" y="12366"/>
                      <a:pt x="21600" y="12366"/>
                      <a:pt x="21600" y="12366"/>
                    </a:cubicBezTo>
                    <a:cubicBezTo>
                      <a:pt x="21600" y="9563"/>
                      <a:pt x="20227" y="7255"/>
                      <a:pt x="18671" y="7255"/>
                    </a:cubicBezTo>
                    <a:close/>
                    <a:moveTo>
                      <a:pt x="8420" y="4947"/>
                    </a:moveTo>
                    <a:cubicBezTo>
                      <a:pt x="8420" y="3957"/>
                      <a:pt x="8878" y="3133"/>
                      <a:pt x="9427" y="3133"/>
                    </a:cubicBezTo>
                    <a:cubicBezTo>
                      <a:pt x="12173" y="3133"/>
                      <a:pt x="12173" y="3133"/>
                      <a:pt x="12173" y="3133"/>
                    </a:cubicBezTo>
                    <a:cubicBezTo>
                      <a:pt x="12722" y="3133"/>
                      <a:pt x="13180" y="3957"/>
                      <a:pt x="13180" y="4947"/>
                    </a:cubicBezTo>
                    <a:cubicBezTo>
                      <a:pt x="13180" y="7255"/>
                      <a:pt x="13180" y="7255"/>
                      <a:pt x="13180" y="7255"/>
                    </a:cubicBezTo>
                    <a:cubicBezTo>
                      <a:pt x="8420" y="7255"/>
                      <a:pt x="8420" y="7255"/>
                      <a:pt x="8420" y="7255"/>
                    </a:cubicBezTo>
                    <a:lnTo>
                      <a:pt x="8420" y="4947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697" name="Group 697"/>
          <p:cNvGrpSpPr/>
          <p:nvPr/>
        </p:nvGrpSpPr>
        <p:grpSpPr>
          <a:xfrm>
            <a:off x="19465751" y="4051139"/>
            <a:ext cx="1080001" cy="1080001"/>
            <a:chOff x="0" y="0"/>
            <a:chExt cx="1079999" cy="1079999"/>
          </a:xfrm>
        </p:grpSpPr>
        <p:sp>
          <p:nvSpPr>
            <p:cNvPr id="695" name="Shape 695"/>
            <p:cNvSpPr/>
            <p:nvPr/>
          </p:nvSpPr>
          <p:spPr>
            <a:xfrm>
              <a:off x="0" y="0"/>
              <a:ext cx="1080001" cy="108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6" name="Shape 696"/>
            <p:cNvSpPr/>
            <p:nvPr/>
          </p:nvSpPr>
          <p:spPr>
            <a:xfrm>
              <a:off x="219474" y="219474"/>
              <a:ext cx="641054" cy="641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77" y="0"/>
                    <a:pt x="0" y="4877"/>
                    <a:pt x="0" y="10800"/>
                  </a:cubicBezTo>
                  <a:cubicBezTo>
                    <a:pt x="0" y="16723"/>
                    <a:pt x="4877" y="21600"/>
                    <a:pt x="10800" y="21600"/>
                  </a:cubicBezTo>
                  <a:cubicBezTo>
                    <a:pt x="16723" y="21600"/>
                    <a:pt x="21600" y="16723"/>
                    <a:pt x="21600" y="10800"/>
                  </a:cubicBezTo>
                  <a:cubicBezTo>
                    <a:pt x="21600" y="4877"/>
                    <a:pt x="16723" y="0"/>
                    <a:pt x="10800" y="0"/>
                  </a:cubicBezTo>
                  <a:close/>
                  <a:moveTo>
                    <a:pt x="20206" y="10452"/>
                  </a:moveTo>
                  <a:cubicBezTo>
                    <a:pt x="16026" y="10452"/>
                    <a:pt x="16026" y="10452"/>
                    <a:pt x="16026" y="10452"/>
                  </a:cubicBezTo>
                  <a:cubicBezTo>
                    <a:pt x="16026" y="8884"/>
                    <a:pt x="15677" y="7490"/>
                    <a:pt x="15155" y="6097"/>
                  </a:cubicBezTo>
                  <a:cubicBezTo>
                    <a:pt x="16200" y="5748"/>
                    <a:pt x="17071" y="5226"/>
                    <a:pt x="17768" y="4529"/>
                  </a:cubicBezTo>
                  <a:cubicBezTo>
                    <a:pt x="19161" y="6097"/>
                    <a:pt x="20032" y="8187"/>
                    <a:pt x="20206" y="10452"/>
                  </a:cubicBezTo>
                  <a:close/>
                  <a:moveTo>
                    <a:pt x="10452" y="20206"/>
                  </a:moveTo>
                  <a:cubicBezTo>
                    <a:pt x="9232" y="19161"/>
                    <a:pt x="8361" y="17942"/>
                    <a:pt x="7490" y="16548"/>
                  </a:cubicBezTo>
                  <a:cubicBezTo>
                    <a:pt x="8535" y="16200"/>
                    <a:pt x="9406" y="16026"/>
                    <a:pt x="10452" y="16026"/>
                  </a:cubicBezTo>
                  <a:cubicBezTo>
                    <a:pt x="10452" y="20206"/>
                    <a:pt x="10452" y="20206"/>
                    <a:pt x="10452" y="20206"/>
                  </a:cubicBezTo>
                  <a:cubicBezTo>
                    <a:pt x="10452" y="20206"/>
                    <a:pt x="10452" y="20206"/>
                    <a:pt x="10452" y="20206"/>
                  </a:cubicBezTo>
                  <a:close/>
                  <a:moveTo>
                    <a:pt x="11148" y="1394"/>
                  </a:moveTo>
                  <a:cubicBezTo>
                    <a:pt x="12542" y="2439"/>
                    <a:pt x="13587" y="4006"/>
                    <a:pt x="14284" y="5748"/>
                  </a:cubicBezTo>
                  <a:cubicBezTo>
                    <a:pt x="13239" y="6097"/>
                    <a:pt x="12194" y="6271"/>
                    <a:pt x="11148" y="6271"/>
                  </a:cubicBezTo>
                  <a:cubicBezTo>
                    <a:pt x="11148" y="1394"/>
                    <a:pt x="11148" y="1394"/>
                    <a:pt x="11148" y="1394"/>
                  </a:cubicBezTo>
                  <a:cubicBezTo>
                    <a:pt x="11148" y="1394"/>
                    <a:pt x="11148" y="1394"/>
                    <a:pt x="11148" y="1394"/>
                  </a:cubicBezTo>
                  <a:close/>
                  <a:moveTo>
                    <a:pt x="12368" y="1568"/>
                  </a:moveTo>
                  <a:cubicBezTo>
                    <a:pt x="14284" y="1916"/>
                    <a:pt x="16026" y="2787"/>
                    <a:pt x="17419" y="4006"/>
                  </a:cubicBezTo>
                  <a:cubicBezTo>
                    <a:pt x="16548" y="4529"/>
                    <a:pt x="15852" y="5052"/>
                    <a:pt x="14981" y="5400"/>
                  </a:cubicBezTo>
                  <a:cubicBezTo>
                    <a:pt x="14284" y="4006"/>
                    <a:pt x="13413" y="2613"/>
                    <a:pt x="12368" y="1568"/>
                  </a:cubicBezTo>
                  <a:close/>
                  <a:moveTo>
                    <a:pt x="10452" y="1394"/>
                  </a:moveTo>
                  <a:cubicBezTo>
                    <a:pt x="10452" y="6271"/>
                    <a:pt x="10452" y="6271"/>
                    <a:pt x="10452" y="6271"/>
                  </a:cubicBezTo>
                  <a:cubicBezTo>
                    <a:pt x="9406" y="6271"/>
                    <a:pt x="8361" y="6097"/>
                    <a:pt x="7316" y="5748"/>
                  </a:cubicBezTo>
                  <a:cubicBezTo>
                    <a:pt x="8013" y="4006"/>
                    <a:pt x="9058" y="2439"/>
                    <a:pt x="10452" y="1394"/>
                  </a:cubicBezTo>
                  <a:cubicBezTo>
                    <a:pt x="10452" y="1394"/>
                    <a:pt x="10452" y="1394"/>
                    <a:pt x="10452" y="1394"/>
                  </a:cubicBezTo>
                  <a:close/>
                  <a:moveTo>
                    <a:pt x="6619" y="5400"/>
                  </a:moveTo>
                  <a:cubicBezTo>
                    <a:pt x="5748" y="5052"/>
                    <a:pt x="5052" y="4529"/>
                    <a:pt x="4181" y="4006"/>
                  </a:cubicBezTo>
                  <a:cubicBezTo>
                    <a:pt x="5574" y="2787"/>
                    <a:pt x="7316" y="1916"/>
                    <a:pt x="9232" y="1568"/>
                  </a:cubicBezTo>
                  <a:cubicBezTo>
                    <a:pt x="8187" y="2613"/>
                    <a:pt x="7316" y="4006"/>
                    <a:pt x="6619" y="5400"/>
                  </a:cubicBezTo>
                  <a:close/>
                  <a:moveTo>
                    <a:pt x="6968" y="6271"/>
                  </a:moveTo>
                  <a:cubicBezTo>
                    <a:pt x="8187" y="6619"/>
                    <a:pt x="9232" y="6968"/>
                    <a:pt x="10452" y="6968"/>
                  </a:cubicBezTo>
                  <a:cubicBezTo>
                    <a:pt x="10452" y="10452"/>
                    <a:pt x="10452" y="10452"/>
                    <a:pt x="10452" y="10452"/>
                  </a:cubicBezTo>
                  <a:cubicBezTo>
                    <a:pt x="6271" y="10452"/>
                    <a:pt x="6271" y="10452"/>
                    <a:pt x="6271" y="10452"/>
                  </a:cubicBezTo>
                  <a:cubicBezTo>
                    <a:pt x="6271" y="9058"/>
                    <a:pt x="6619" y="7665"/>
                    <a:pt x="6968" y="6271"/>
                  </a:cubicBezTo>
                  <a:close/>
                  <a:moveTo>
                    <a:pt x="10452" y="11148"/>
                  </a:moveTo>
                  <a:cubicBezTo>
                    <a:pt x="10452" y="15329"/>
                    <a:pt x="10452" y="15329"/>
                    <a:pt x="10452" y="15329"/>
                  </a:cubicBezTo>
                  <a:cubicBezTo>
                    <a:pt x="9406" y="15329"/>
                    <a:pt x="8361" y="15503"/>
                    <a:pt x="7316" y="15852"/>
                  </a:cubicBezTo>
                  <a:cubicBezTo>
                    <a:pt x="6619" y="14458"/>
                    <a:pt x="6271" y="12890"/>
                    <a:pt x="6271" y="11148"/>
                  </a:cubicBezTo>
                  <a:lnTo>
                    <a:pt x="10452" y="11148"/>
                  </a:lnTo>
                  <a:close/>
                  <a:moveTo>
                    <a:pt x="9232" y="20032"/>
                  </a:moveTo>
                  <a:cubicBezTo>
                    <a:pt x="7490" y="19858"/>
                    <a:pt x="5923" y="18987"/>
                    <a:pt x="4703" y="17942"/>
                  </a:cubicBezTo>
                  <a:cubicBezTo>
                    <a:pt x="5400" y="17419"/>
                    <a:pt x="6097" y="17071"/>
                    <a:pt x="6968" y="16723"/>
                  </a:cubicBezTo>
                  <a:cubicBezTo>
                    <a:pt x="7490" y="17942"/>
                    <a:pt x="8361" y="19161"/>
                    <a:pt x="9232" y="20032"/>
                  </a:cubicBezTo>
                  <a:close/>
                  <a:moveTo>
                    <a:pt x="11148" y="20206"/>
                  </a:moveTo>
                  <a:cubicBezTo>
                    <a:pt x="11148" y="16026"/>
                    <a:pt x="11148" y="16026"/>
                    <a:pt x="11148" y="16026"/>
                  </a:cubicBezTo>
                  <a:cubicBezTo>
                    <a:pt x="12194" y="16026"/>
                    <a:pt x="13065" y="16200"/>
                    <a:pt x="14110" y="16548"/>
                  </a:cubicBezTo>
                  <a:cubicBezTo>
                    <a:pt x="13239" y="17942"/>
                    <a:pt x="12368" y="19161"/>
                    <a:pt x="11148" y="20206"/>
                  </a:cubicBezTo>
                  <a:cubicBezTo>
                    <a:pt x="11148" y="20206"/>
                    <a:pt x="11148" y="20206"/>
                    <a:pt x="11148" y="20206"/>
                  </a:cubicBezTo>
                  <a:close/>
                  <a:moveTo>
                    <a:pt x="14632" y="16723"/>
                  </a:moveTo>
                  <a:cubicBezTo>
                    <a:pt x="15503" y="17071"/>
                    <a:pt x="16200" y="17419"/>
                    <a:pt x="16897" y="17942"/>
                  </a:cubicBezTo>
                  <a:cubicBezTo>
                    <a:pt x="15677" y="18987"/>
                    <a:pt x="14110" y="19858"/>
                    <a:pt x="12368" y="20032"/>
                  </a:cubicBezTo>
                  <a:cubicBezTo>
                    <a:pt x="13239" y="19161"/>
                    <a:pt x="14110" y="17942"/>
                    <a:pt x="14632" y="16723"/>
                  </a:cubicBezTo>
                  <a:close/>
                  <a:moveTo>
                    <a:pt x="14284" y="15852"/>
                  </a:moveTo>
                  <a:cubicBezTo>
                    <a:pt x="13239" y="15503"/>
                    <a:pt x="12194" y="15329"/>
                    <a:pt x="11148" y="15329"/>
                  </a:cubicBezTo>
                  <a:cubicBezTo>
                    <a:pt x="11148" y="11148"/>
                    <a:pt x="11148" y="11148"/>
                    <a:pt x="11148" y="11148"/>
                  </a:cubicBezTo>
                  <a:cubicBezTo>
                    <a:pt x="15329" y="11148"/>
                    <a:pt x="15329" y="11148"/>
                    <a:pt x="15329" y="11148"/>
                  </a:cubicBezTo>
                  <a:cubicBezTo>
                    <a:pt x="15329" y="12890"/>
                    <a:pt x="14981" y="14458"/>
                    <a:pt x="14284" y="15852"/>
                  </a:cubicBezTo>
                  <a:close/>
                  <a:moveTo>
                    <a:pt x="11148" y="10452"/>
                  </a:moveTo>
                  <a:cubicBezTo>
                    <a:pt x="11148" y="6968"/>
                    <a:pt x="11148" y="6968"/>
                    <a:pt x="11148" y="6968"/>
                  </a:cubicBezTo>
                  <a:cubicBezTo>
                    <a:pt x="12368" y="6968"/>
                    <a:pt x="13413" y="6619"/>
                    <a:pt x="14632" y="6271"/>
                  </a:cubicBezTo>
                  <a:cubicBezTo>
                    <a:pt x="14981" y="7665"/>
                    <a:pt x="15329" y="9058"/>
                    <a:pt x="15329" y="10452"/>
                  </a:cubicBezTo>
                  <a:lnTo>
                    <a:pt x="11148" y="10452"/>
                  </a:lnTo>
                  <a:close/>
                  <a:moveTo>
                    <a:pt x="3832" y="4529"/>
                  </a:moveTo>
                  <a:cubicBezTo>
                    <a:pt x="4529" y="5226"/>
                    <a:pt x="5400" y="5748"/>
                    <a:pt x="6445" y="6097"/>
                  </a:cubicBezTo>
                  <a:cubicBezTo>
                    <a:pt x="5923" y="7490"/>
                    <a:pt x="5574" y="8884"/>
                    <a:pt x="5574" y="10452"/>
                  </a:cubicBezTo>
                  <a:cubicBezTo>
                    <a:pt x="1394" y="10452"/>
                    <a:pt x="1394" y="10452"/>
                    <a:pt x="1394" y="10452"/>
                  </a:cubicBezTo>
                  <a:cubicBezTo>
                    <a:pt x="1568" y="8187"/>
                    <a:pt x="2439" y="6097"/>
                    <a:pt x="3832" y="4529"/>
                  </a:cubicBezTo>
                  <a:close/>
                  <a:moveTo>
                    <a:pt x="1394" y="11148"/>
                  </a:moveTo>
                  <a:cubicBezTo>
                    <a:pt x="5574" y="11148"/>
                    <a:pt x="5574" y="11148"/>
                    <a:pt x="5574" y="11148"/>
                  </a:cubicBezTo>
                  <a:cubicBezTo>
                    <a:pt x="5574" y="12890"/>
                    <a:pt x="5923" y="14632"/>
                    <a:pt x="6619" y="16200"/>
                  </a:cubicBezTo>
                  <a:cubicBezTo>
                    <a:pt x="5748" y="16548"/>
                    <a:pt x="4877" y="16897"/>
                    <a:pt x="4181" y="17419"/>
                  </a:cubicBezTo>
                  <a:cubicBezTo>
                    <a:pt x="2613" y="15852"/>
                    <a:pt x="1568" y="13587"/>
                    <a:pt x="1394" y="11148"/>
                  </a:cubicBezTo>
                  <a:close/>
                  <a:moveTo>
                    <a:pt x="17419" y="17419"/>
                  </a:moveTo>
                  <a:cubicBezTo>
                    <a:pt x="16723" y="16897"/>
                    <a:pt x="15852" y="16548"/>
                    <a:pt x="14981" y="16200"/>
                  </a:cubicBezTo>
                  <a:cubicBezTo>
                    <a:pt x="15677" y="14632"/>
                    <a:pt x="16026" y="12890"/>
                    <a:pt x="16026" y="11148"/>
                  </a:cubicBezTo>
                  <a:cubicBezTo>
                    <a:pt x="20206" y="11148"/>
                    <a:pt x="20206" y="11148"/>
                    <a:pt x="20206" y="11148"/>
                  </a:cubicBezTo>
                  <a:cubicBezTo>
                    <a:pt x="20032" y="13587"/>
                    <a:pt x="18987" y="15852"/>
                    <a:pt x="17419" y="1741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nodeType="afterEffect" presetClass="entr" presetSubtype="4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5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nodeType="afterEffect" presetClass="entr" presetSubtype="4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7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nodeType="afterEffect" presetClass="entr" presetSubtype="32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nodeType="afterEffect" presetClass="entr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6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nodeType="afterEffect" presetClass="entr" presetSubtype="32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nodeType="afterEffect" presetClass="entr" presetSubtype="4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55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nodeType="afterEffect" presetClass="entr" presetSubtype="4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67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nodeType="afterEffect" presetClass="entr" presetSubtype="32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nodeType="afterEffect" presetClass="entr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6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nodeType="afterEffect" presetClass="entr" presetSubtype="32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nodeType="afterEffect" presetClass="entr" presetSubtype="4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5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nodeType="afterEffect" presetClass="entr" presetSubtype="4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97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nodeType="afterEffect" presetClass="entr" presetSubtype="32" presetID="23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4" nodeType="afterEffect" presetClass="entr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6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8" nodeType="afterEffect" presetClass="entr" presetSubtype="32" presetID="23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3" nodeType="afterEffect" presetClass="entr" presetSubtype="4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5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7" nodeType="afterEffect" presetClass="entr" presetSubtype="0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9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1" nodeType="afterEffect" presetClass="entr" presetSubtype="0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3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5" nodeType="afterEffect" presetClass="entr" presetSubtype="4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2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9" nodeType="afterEffect" presetClass="entr" presetSubtype="32" presetID="23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4" nodeType="afterEffect" presetClass="entr" presetSubtype="8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6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8" nodeType="afterEffect" presetClass="entr" presetSubtype="32" presetID="23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43" nodeType="afterEffect" presetClass="entr" presetSubtype="4" presetID="22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45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7" nodeType="afterEffect" presetClass="entr" presetSubtype="0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9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1" nodeType="afterEffect" presetClass="entr" presetSubtype="0" presetID="10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3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5" nodeType="afterEffect" presetClass="entr" presetSubtype="4" presetID="2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7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9" nodeType="afterEffect" presetClass="entr" presetSubtype="32" presetID="23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4" nodeType="afterEffect" presetClass="entr" presetSubtype="8" presetID="22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6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8" nodeType="afterEffect" presetClass="entr" presetSubtype="32" presetID="23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3" nodeType="afterEffect" presetClass="entr" presetSubtype="4" presetID="22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75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7" nodeType="afterEffect" presetClass="entr" presetSubtype="0" presetID="10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9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0500"/>
                            </p:stCondLst>
                            <p:childTnLst>
                              <p:par>
                                <p:cTn id="181" nodeType="afterEffect" presetClass="entr" presetSubtype="0" presetID="10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3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1000"/>
                            </p:stCondLst>
                            <p:childTnLst>
                              <p:par>
                                <p:cTn id="185" nodeType="afterEffect" presetClass="entr" presetSubtype="4" presetID="22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6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87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9" nodeType="afterEffect" presetClass="entr" presetSubtype="32" presetID="23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4" nodeType="afterEffect" presetClass="entr" presetSubtype="8" presetID="22" grpId="4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5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6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34" grpId="31"/>
      <p:bldP build="whole" bldLvl="1" animBg="1" rev="0" advAuto="0" spid="688" grpId="40"/>
      <p:bldP build="whole" bldLvl="1" animBg="1" rev="0" advAuto="0" spid="676" grpId="23"/>
      <p:bldP build="whole" bldLvl="1" animBg="1" rev="0" advAuto="0" spid="643" grpId="25"/>
      <p:bldP build="whole" bldLvl="1" animBg="1" rev="0" advAuto="0" spid="686" grpId="42"/>
      <p:bldP build="whole" bldLvl="1" animBg="1" rev="0" advAuto="0" spid="689" grpId="43"/>
      <p:bldP build="whole" bldLvl="1" animBg="1" rev="0" advAuto="0" spid="697" grpId="44"/>
      <p:bldP build="whole" bldLvl="1" animBg="1" rev="0" advAuto="0" spid="682" grpId="35"/>
      <p:bldP build="whole" bldLvl="1" animBg="1" rev="0" advAuto="0" spid="652" grpId="13"/>
      <p:bldP build="whole" bldLvl="1" animBg="1" rev="0" advAuto="0" spid="644" grpId="32"/>
      <p:bldP build="whole" bldLvl="1" animBg="1" rev="0" advAuto="0" spid="651" grpId="14"/>
      <p:bldP build="whole" bldLvl="1" animBg="1" rev="0" advAuto="0" spid="631" grpId="10"/>
      <p:bldP build="whole" bldLvl="1" animBg="1" rev="0" advAuto="0" spid="647" grpId="8"/>
      <p:bldP build="whole" bldLvl="1" animBg="1" rev="0" advAuto="0" spid="635" grpId="45"/>
      <p:bldP build="whole" bldLvl="1" animBg="1" rev="0" advAuto="0" spid="672" grpId="26"/>
      <p:bldP build="whole" bldLvl="1" animBg="1" rev="0" advAuto="0" spid="670" grpId="28"/>
      <p:bldP build="whole" bldLvl="1" animBg="1" rev="0" advAuto="0" spid="653" grpId="12"/>
      <p:bldP build="whole" bldLvl="1" animBg="1" rev="0" advAuto="0" spid="642" grpId="18"/>
      <p:bldP build="whole" bldLvl="1" animBg="1" rev="0" advAuto="0" spid="637" grpId="3"/>
      <p:bldP build="whole" bldLvl="1" animBg="1" rev="0" advAuto="0" spid="630" grpId="2"/>
      <p:bldP build="whole" bldLvl="1" animBg="1" rev="0" advAuto="0" spid="669" grpId="22"/>
      <p:bldP build="whole" bldLvl="1" animBg="1" rev="0" advAuto="0" spid="668" grpId="19"/>
      <p:bldP build="whole" bldLvl="1" animBg="1" rev="0" advAuto="0" spid="632" grpId="17"/>
      <p:bldP build="whole" bldLvl="1" animBg="1" rev="0" advAuto="0" spid="650" grpId="9"/>
      <p:bldP build="whole" bldLvl="1" animBg="1" rev="0" advAuto="0" spid="633" grpId="24"/>
      <p:bldP build="whole" bldLvl="1" animBg="1" rev="0" advAuto="0" spid="667" grpId="20"/>
      <p:bldP build="whole" bldLvl="1" animBg="1" rev="0" advAuto="0" spid="641" grpId="11"/>
      <p:bldP build="whole" bldLvl="1" animBg="1" rev="0" advAuto="0" spid="646" grpId="5"/>
      <p:bldP build="whole" bldLvl="1" animBg="1" rev="0" advAuto="0" spid="638" grpId="7"/>
      <p:bldP build="whole" bldLvl="1" animBg="1" rev="0" advAuto="0" spid="671" grpId="27"/>
      <p:bldP build="whole" bldLvl="1" animBg="1" rev="0" advAuto="0" spid="640" grpId="4"/>
      <p:bldP build="whole" bldLvl="1" animBg="1" rev="0" advAuto="0" spid="666" grpId="21"/>
      <p:bldP build="whole" bldLvl="1" animBg="1" rev="0" advAuto="0" spid="684" grpId="33"/>
      <p:bldP build="whole" bldLvl="1" animBg="1" rev="0" advAuto="0" spid="636" grpId="38"/>
      <p:bldP build="whole" bldLvl="1" animBg="1" rev="0" advAuto="0" spid="673" grpId="29"/>
      <p:bldP build="whole" bldLvl="1" animBg="1" rev="0" advAuto="0" spid="621" grpId="1"/>
      <p:bldP build="whole" bldLvl="1" animBg="1" rev="0" advAuto="0" spid="639" grpId="6"/>
      <p:bldP build="whole" bldLvl="1" animBg="1" rev="0" advAuto="0" spid="694" grpId="37"/>
      <p:bldP build="whole" bldLvl="1" animBg="1" rev="0" advAuto="0" spid="645" grpId="39"/>
      <p:bldP build="whole" bldLvl="1" animBg="1" rev="0" advAuto="0" spid="654" grpId="15"/>
      <p:bldP build="whole" bldLvl="1" animBg="1" rev="0" advAuto="0" spid="665" grpId="16"/>
      <p:bldP build="whole" bldLvl="1" animBg="1" rev="0" advAuto="0" spid="681" grpId="30"/>
      <p:bldP build="whole" bldLvl="1" animBg="1" rev="0" advAuto="0" spid="683" grpId="34"/>
      <p:bldP build="whole" bldLvl="1" animBg="1" rev="0" advAuto="0" spid="685" grpId="36"/>
      <p:bldP build="whole" bldLvl="1" animBg="1" rev="0" advAuto="0" spid="687" grpId="4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/>
          <p:nvPr/>
        </p:nvSpPr>
        <p:spPr>
          <a:xfrm>
            <a:off x="9262910" y="1019109"/>
            <a:ext cx="1123980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¿Por qué presencia en Facebook?</a:t>
            </a:r>
          </a:p>
        </p:txBody>
      </p:sp>
      <p:grpSp>
        <p:nvGrpSpPr>
          <p:cNvPr id="708" name="Group 708"/>
          <p:cNvGrpSpPr/>
          <p:nvPr/>
        </p:nvGrpSpPr>
        <p:grpSpPr>
          <a:xfrm>
            <a:off x="13319816" y="241533"/>
            <a:ext cx="2851791" cy="2753235"/>
            <a:chOff x="0" y="0"/>
            <a:chExt cx="2851789" cy="2753234"/>
          </a:xfrm>
        </p:grpSpPr>
        <p:grpSp>
          <p:nvGrpSpPr>
            <p:cNvPr id="703" name="Group 703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700" name="Shape 700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01" name="Shape 701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02" name="Shape 702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707" name="Group 707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704" name="Shape 704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05" name="Shape 705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06" name="Shape 706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711" name="Group 711"/>
          <p:cNvGrpSpPr/>
          <p:nvPr/>
        </p:nvGrpSpPr>
        <p:grpSpPr>
          <a:xfrm>
            <a:off x="6838725" y="4115164"/>
            <a:ext cx="1008001" cy="1008001"/>
            <a:chOff x="0" y="0"/>
            <a:chExt cx="1008000" cy="1008000"/>
          </a:xfrm>
        </p:grpSpPr>
        <p:sp>
          <p:nvSpPr>
            <p:cNvPr id="709" name="Shape 709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0" name="Shape 710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1</a:t>
              </a:r>
            </a:p>
          </p:txBody>
        </p:sp>
      </p:grpSp>
      <p:sp>
        <p:nvSpPr>
          <p:cNvPr id="712" name="Shape 712"/>
          <p:cNvSpPr/>
          <p:nvPr/>
        </p:nvSpPr>
        <p:spPr>
          <a:xfrm>
            <a:off x="8019538" y="4075604"/>
            <a:ext cx="6187208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Facebook es la red social por excelencia en España, seguida por Youtube &amp; Twitter.</a:t>
            </a:r>
          </a:p>
        </p:txBody>
      </p:sp>
      <p:grpSp>
        <p:nvGrpSpPr>
          <p:cNvPr id="715" name="Group 715"/>
          <p:cNvGrpSpPr/>
          <p:nvPr/>
        </p:nvGrpSpPr>
        <p:grpSpPr>
          <a:xfrm>
            <a:off x="6838725" y="5813742"/>
            <a:ext cx="1008001" cy="1008001"/>
            <a:chOff x="0" y="0"/>
            <a:chExt cx="1008000" cy="1008000"/>
          </a:xfrm>
        </p:grpSpPr>
        <p:sp>
          <p:nvSpPr>
            <p:cNvPr id="713" name="Shape 713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4" name="Shape 714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2</a:t>
              </a:r>
            </a:p>
          </p:txBody>
        </p:sp>
      </p:grpSp>
      <p:sp>
        <p:nvSpPr>
          <p:cNvPr id="716" name="Shape 716"/>
          <p:cNvSpPr/>
          <p:nvPr/>
        </p:nvSpPr>
        <p:spPr>
          <a:xfrm>
            <a:off x="8019538" y="5774182"/>
            <a:ext cx="5350515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89% de los españoles siguen a las marcas en redes sociales </a:t>
            </a:r>
          </a:p>
        </p:txBody>
      </p:sp>
      <p:grpSp>
        <p:nvGrpSpPr>
          <p:cNvPr id="719" name="Group 719"/>
          <p:cNvGrpSpPr/>
          <p:nvPr/>
        </p:nvGrpSpPr>
        <p:grpSpPr>
          <a:xfrm>
            <a:off x="6838725" y="7370362"/>
            <a:ext cx="1008001" cy="1008001"/>
            <a:chOff x="0" y="0"/>
            <a:chExt cx="1008000" cy="1008000"/>
          </a:xfrm>
        </p:grpSpPr>
        <p:sp>
          <p:nvSpPr>
            <p:cNvPr id="717" name="Shape 717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8" name="Shape 718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3</a:t>
              </a:r>
            </a:p>
          </p:txBody>
        </p:sp>
      </p:grpSp>
      <p:sp>
        <p:nvSpPr>
          <p:cNvPr id="720" name="Shape 720"/>
          <p:cNvSpPr/>
          <p:nvPr/>
        </p:nvSpPr>
        <p:spPr>
          <a:xfrm>
            <a:off x="8019538" y="7330802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Facebook permite compartir contenidos visuales que resultan atractivos para el público</a:t>
            </a:r>
          </a:p>
        </p:txBody>
      </p:sp>
      <p:grpSp>
        <p:nvGrpSpPr>
          <p:cNvPr id="723" name="Group 723"/>
          <p:cNvGrpSpPr/>
          <p:nvPr/>
        </p:nvGrpSpPr>
        <p:grpSpPr>
          <a:xfrm>
            <a:off x="6838725" y="9068941"/>
            <a:ext cx="1008001" cy="1008001"/>
            <a:chOff x="0" y="0"/>
            <a:chExt cx="1008000" cy="1008000"/>
          </a:xfrm>
        </p:grpSpPr>
        <p:sp>
          <p:nvSpPr>
            <p:cNvPr id="721" name="Shape 721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2" name="Shape 722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4</a:t>
              </a:r>
            </a:p>
          </p:txBody>
        </p:sp>
      </p:grpSp>
      <p:sp>
        <p:nvSpPr>
          <p:cNvPr id="724" name="Shape 724"/>
          <p:cNvSpPr/>
          <p:nvPr/>
        </p:nvSpPr>
        <p:spPr>
          <a:xfrm>
            <a:off x="8019538" y="9029380"/>
            <a:ext cx="5168573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Los contenidos más efectivos se pueden convertir rápidamente en virales</a:t>
            </a:r>
          </a:p>
        </p:txBody>
      </p:sp>
      <p:sp>
        <p:nvSpPr>
          <p:cNvPr id="725" name="Shape 725"/>
          <p:cNvSpPr/>
          <p:nvPr/>
        </p:nvSpPr>
        <p:spPr>
          <a:xfrm>
            <a:off x="-1" y="0"/>
            <a:ext cx="5552945" cy="13716000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Shape 726"/>
          <p:cNvSpPr/>
          <p:nvPr/>
        </p:nvSpPr>
        <p:spPr>
          <a:xfrm>
            <a:off x="688908" y="4429008"/>
            <a:ext cx="4175127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Facebook</a:t>
            </a:r>
          </a:p>
        </p:txBody>
      </p:sp>
      <p:sp>
        <p:nvSpPr>
          <p:cNvPr id="727" name="Shape 727"/>
          <p:cNvSpPr/>
          <p:nvPr/>
        </p:nvSpPr>
        <p:spPr>
          <a:xfrm>
            <a:off x="796470" y="5169442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730" name="Group 730"/>
          <p:cNvGrpSpPr/>
          <p:nvPr/>
        </p:nvGrpSpPr>
        <p:grpSpPr>
          <a:xfrm>
            <a:off x="14379559" y="4115164"/>
            <a:ext cx="1008001" cy="1008001"/>
            <a:chOff x="0" y="0"/>
            <a:chExt cx="1008000" cy="1008000"/>
          </a:xfrm>
        </p:grpSpPr>
        <p:sp>
          <p:nvSpPr>
            <p:cNvPr id="728" name="Shape 728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9" name="Shape 729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5</a:t>
              </a:r>
            </a:p>
          </p:txBody>
        </p:sp>
      </p:grpSp>
      <p:sp>
        <p:nvSpPr>
          <p:cNvPr id="731" name="Shape 731"/>
          <p:cNvSpPr/>
          <p:nvPr/>
        </p:nvSpPr>
        <p:spPr>
          <a:xfrm>
            <a:off x="15560372" y="4075604"/>
            <a:ext cx="6187208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Los usuarios siguen a las marcas para estar informados y este portal ofrece información veraz a su audiencia </a:t>
            </a:r>
          </a:p>
        </p:txBody>
      </p:sp>
      <p:grpSp>
        <p:nvGrpSpPr>
          <p:cNvPr id="734" name="Group 734"/>
          <p:cNvGrpSpPr/>
          <p:nvPr/>
        </p:nvGrpSpPr>
        <p:grpSpPr>
          <a:xfrm>
            <a:off x="14379559" y="5813742"/>
            <a:ext cx="1008001" cy="1008001"/>
            <a:chOff x="0" y="0"/>
            <a:chExt cx="1008000" cy="1008000"/>
          </a:xfrm>
        </p:grpSpPr>
        <p:sp>
          <p:nvSpPr>
            <p:cNvPr id="732" name="Shape 732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33" name="Shape 733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6</a:t>
              </a:r>
            </a:p>
          </p:txBody>
        </p:sp>
      </p:grpSp>
      <p:sp>
        <p:nvSpPr>
          <p:cNvPr id="735" name="Shape 735"/>
          <p:cNvSpPr/>
          <p:nvPr/>
        </p:nvSpPr>
        <p:spPr>
          <a:xfrm>
            <a:off x="15560372" y="5774182"/>
            <a:ext cx="5350515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Suitable for all categories business and personal presentation</a:t>
            </a:r>
          </a:p>
        </p:txBody>
      </p:sp>
      <p:grpSp>
        <p:nvGrpSpPr>
          <p:cNvPr id="738" name="Group 738"/>
          <p:cNvGrpSpPr/>
          <p:nvPr/>
        </p:nvGrpSpPr>
        <p:grpSpPr>
          <a:xfrm>
            <a:off x="14379559" y="7370362"/>
            <a:ext cx="1008001" cy="1008001"/>
            <a:chOff x="0" y="0"/>
            <a:chExt cx="1008000" cy="1008000"/>
          </a:xfrm>
        </p:grpSpPr>
        <p:sp>
          <p:nvSpPr>
            <p:cNvPr id="736" name="Shape 736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37" name="Shape 737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7</a:t>
              </a:r>
            </a:p>
          </p:txBody>
        </p:sp>
      </p:grpSp>
      <p:sp>
        <p:nvSpPr>
          <p:cNvPr id="739" name="Shape 739"/>
          <p:cNvSpPr/>
          <p:nvPr/>
        </p:nvSpPr>
        <p:spPr>
          <a:xfrm>
            <a:off x="15560372" y="7330802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Los usuarios están una media de 21 minutos dentro de la red social consumiendo contenidos</a:t>
            </a:r>
          </a:p>
        </p:txBody>
      </p:sp>
      <p:grpSp>
        <p:nvGrpSpPr>
          <p:cNvPr id="742" name="Group 742"/>
          <p:cNvGrpSpPr/>
          <p:nvPr/>
        </p:nvGrpSpPr>
        <p:grpSpPr>
          <a:xfrm>
            <a:off x="14379559" y="9068941"/>
            <a:ext cx="1008001" cy="1008001"/>
            <a:chOff x="0" y="0"/>
            <a:chExt cx="1008000" cy="1008000"/>
          </a:xfrm>
        </p:grpSpPr>
        <p:sp>
          <p:nvSpPr>
            <p:cNvPr id="740" name="Shape 740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1" name="Shape 741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8</a:t>
              </a:r>
            </a:p>
          </p:txBody>
        </p:sp>
      </p:grpSp>
      <p:sp>
        <p:nvSpPr>
          <p:cNvPr id="743" name="Shape 743"/>
          <p:cNvSpPr/>
          <p:nvPr/>
        </p:nvSpPr>
        <p:spPr>
          <a:xfrm>
            <a:off x="15560372" y="9029380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Hay más de 12 millones de usuarios activos al día en España</a:t>
            </a:r>
          </a:p>
        </p:txBody>
      </p:sp>
      <p:sp>
        <p:nvSpPr>
          <p:cNvPr id="744" name="Shape 744"/>
          <p:cNvSpPr/>
          <p:nvPr/>
        </p:nvSpPr>
        <p:spPr>
          <a:xfrm>
            <a:off x="6805310" y="12284578"/>
            <a:ext cx="9264136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Datos extraídos de: Estudio IAB 2015, Facebook</a:t>
            </a:r>
          </a:p>
        </p:txBody>
      </p:sp>
      <p:sp>
        <p:nvSpPr>
          <p:cNvPr id="745" name="Shape 745"/>
          <p:cNvSpPr/>
          <p:nvPr/>
        </p:nvSpPr>
        <p:spPr>
          <a:xfrm>
            <a:off x="1940629" y="5544560"/>
            <a:ext cx="1671686" cy="36350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937"/>
                </a:moveTo>
                <a:cubicBezTo>
                  <a:pt x="14400" y="6937"/>
                  <a:pt x="14400" y="6937"/>
                  <a:pt x="14400" y="6937"/>
                </a:cubicBezTo>
                <a:cubicBezTo>
                  <a:pt x="14400" y="4730"/>
                  <a:pt x="14400" y="4730"/>
                  <a:pt x="14400" y="4730"/>
                </a:cubicBezTo>
                <a:cubicBezTo>
                  <a:pt x="14400" y="3942"/>
                  <a:pt x="15429" y="3784"/>
                  <a:pt x="16457" y="3784"/>
                </a:cubicBezTo>
                <a:cubicBezTo>
                  <a:pt x="17143" y="3784"/>
                  <a:pt x="21600" y="3784"/>
                  <a:pt x="21600" y="3784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400" y="0"/>
                  <a:pt x="14400" y="0"/>
                  <a:pt x="14400" y="0"/>
                </a:cubicBezTo>
                <a:cubicBezTo>
                  <a:pt x="6514" y="0"/>
                  <a:pt x="4457" y="2838"/>
                  <a:pt x="4457" y="4572"/>
                </a:cubicBezTo>
                <a:cubicBezTo>
                  <a:pt x="4457" y="6937"/>
                  <a:pt x="4457" y="6937"/>
                  <a:pt x="4457" y="6937"/>
                </a:cubicBezTo>
                <a:cubicBezTo>
                  <a:pt x="0" y="6937"/>
                  <a:pt x="0" y="6937"/>
                  <a:pt x="0" y="6937"/>
                </a:cubicBezTo>
                <a:cubicBezTo>
                  <a:pt x="0" y="10721"/>
                  <a:pt x="0" y="10721"/>
                  <a:pt x="0" y="10721"/>
                </a:cubicBezTo>
                <a:cubicBezTo>
                  <a:pt x="4457" y="10721"/>
                  <a:pt x="4457" y="10721"/>
                  <a:pt x="4457" y="10721"/>
                </a:cubicBezTo>
                <a:cubicBezTo>
                  <a:pt x="4457" y="15609"/>
                  <a:pt x="4457" y="21600"/>
                  <a:pt x="4457" y="21600"/>
                </a:cubicBezTo>
                <a:cubicBezTo>
                  <a:pt x="14400" y="21600"/>
                  <a:pt x="14400" y="21600"/>
                  <a:pt x="14400" y="21600"/>
                </a:cubicBezTo>
                <a:cubicBezTo>
                  <a:pt x="14400" y="21600"/>
                  <a:pt x="14400" y="15609"/>
                  <a:pt x="14400" y="10721"/>
                </a:cubicBezTo>
                <a:cubicBezTo>
                  <a:pt x="20914" y="10721"/>
                  <a:pt x="20914" y="10721"/>
                  <a:pt x="20914" y="10721"/>
                </a:cubicBezTo>
                <a:lnTo>
                  <a:pt x="21600" y="693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75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75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75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75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75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75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25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75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75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25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750"/>
                            </p:stCondLst>
                            <p:childTnLst>
                              <p:par>
                                <p:cTn id="78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75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000"/>
                            </p:stCondLst>
                            <p:childTnLst>
                              <p:par>
                                <p:cTn id="86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42" grpId="19"/>
      <p:bldP build="whole" bldLvl="1" animBg="1" rev="0" advAuto="0" spid="699" grpId="1"/>
      <p:bldP build="whole" bldLvl="1" animBg="1" rev="0" advAuto="0" spid="711" grpId="3"/>
      <p:bldP build="whole" bldLvl="1" animBg="1" rev="0" advAuto="0" spid="735" grpId="16"/>
      <p:bldP build="whole" bldLvl="1" animBg="1" rev="0" advAuto="0" spid="716" grpId="6"/>
      <p:bldP build="whole" bldLvl="1" animBg="1" rev="0" advAuto="0" spid="739" grpId="18"/>
      <p:bldP build="whole" bldLvl="1" animBg="1" rev="0" advAuto="0" spid="734" grpId="15"/>
      <p:bldP build="whole" bldLvl="1" animBg="1" rev="0" advAuto="0" spid="726" grpId="11"/>
      <p:bldP build="whole" bldLvl="1" animBg="1" rev="0" advAuto="0" spid="724" grpId="10"/>
      <p:bldP build="whole" bldLvl="1" animBg="1" rev="0" advAuto="0" spid="708" grpId="2"/>
      <p:bldP build="whole" bldLvl="1" animBg="1" rev="0" advAuto="0" spid="738" grpId="17"/>
      <p:bldP build="whole" bldLvl="1" animBg="1" rev="0" advAuto="0" spid="727" grpId="12"/>
      <p:bldP build="whole" bldLvl="1" animBg="1" rev="0" advAuto="0" spid="723" grpId="9"/>
      <p:bldP build="whole" bldLvl="1" animBg="1" rev="0" advAuto="0" spid="743" grpId="20"/>
      <p:bldP build="whole" bldLvl="1" animBg="1" rev="0" advAuto="0" spid="731" grpId="14"/>
      <p:bldP build="whole" bldLvl="1" animBg="1" rev="0" advAuto="0" spid="730" grpId="13"/>
      <p:bldP build="whole" bldLvl="1" animBg="1" rev="0" advAuto="0" spid="719" grpId="7"/>
      <p:bldP build="whole" bldLvl="1" animBg="1" rev="0" advAuto="0" spid="720" grpId="8"/>
      <p:bldP build="whole" bldLvl="1" animBg="1" rev="0" advAuto="0" spid="744" grpId="21"/>
      <p:bldP build="whole" bldLvl="1" animBg="1" rev="0" advAuto="0" spid="715" grpId="5"/>
      <p:bldP build="whole" bldLvl="1" animBg="1" rev="0" advAuto="0" spid="712" grpId="4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747"/>
          <p:cNvSpPr/>
          <p:nvPr/>
        </p:nvSpPr>
        <p:spPr>
          <a:xfrm>
            <a:off x="-1" y="0"/>
            <a:ext cx="5552945" cy="13716000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Shape 748"/>
          <p:cNvSpPr/>
          <p:nvPr/>
        </p:nvSpPr>
        <p:spPr>
          <a:xfrm rot="5400000">
            <a:off x="5509360" y="7823232"/>
            <a:ext cx="467667" cy="403161"/>
          </a:xfrm>
          <a:prstGeom prst="triangle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Shape 749"/>
          <p:cNvSpPr/>
          <p:nvPr/>
        </p:nvSpPr>
        <p:spPr>
          <a:xfrm>
            <a:off x="5786659" y="1072240"/>
            <a:ext cx="7894321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Estrategia en Facebook</a:t>
            </a:r>
          </a:p>
        </p:txBody>
      </p:sp>
      <p:grpSp>
        <p:nvGrpSpPr>
          <p:cNvPr id="758" name="Group 758"/>
          <p:cNvGrpSpPr/>
          <p:nvPr/>
        </p:nvGrpSpPr>
        <p:grpSpPr>
          <a:xfrm>
            <a:off x="8176316" y="107560"/>
            <a:ext cx="2851791" cy="2753235"/>
            <a:chOff x="0" y="0"/>
            <a:chExt cx="2851789" cy="2753234"/>
          </a:xfrm>
        </p:grpSpPr>
        <p:grpSp>
          <p:nvGrpSpPr>
            <p:cNvPr id="753" name="Group 753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750" name="Shape 750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51" name="Shape 751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52" name="Shape 752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757" name="Group 757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754" name="Shape 754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55" name="Shape 755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756" name="Shape 756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759" name="Shape 759"/>
          <p:cNvSpPr/>
          <p:nvPr/>
        </p:nvSpPr>
        <p:spPr>
          <a:xfrm>
            <a:off x="688908" y="4429008"/>
            <a:ext cx="4175127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Facebook</a:t>
            </a:r>
          </a:p>
        </p:txBody>
      </p:sp>
      <p:sp>
        <p:nvSpPr>
          <p:cNvPr id="760" name="Shape 760"/>
          <p:cNvSpPr/>
          <p:nvPr/>
        </p:nvSpPr>
        <p:spPr>
          <a:xfrm>
            <a:off x="796470" y="5169442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1" name="Shape 761"/>
          <p:cNvSpPr/>
          <p:nvPr/>
        </p:nvSpPr>
        <p:spPr>
          <a:xfrm>
            <a:off x="5076796" y="8001000"/>
            <a:ext cx="2469874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2" name="Shape 762"/>
          <p:cNvSpPr/>
          <p:nvPr/>
        </p:nvSpPr>
        <p:spPr>
          <a:xfrm>
            <a:off x="5879513" y="9315057"/>
            <a:ext cx="3592688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Noticias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Publicar el contenido de la web</a:t>
            </a:r>
          </a:p>
        </p:txBody>
      </p:sp>
      <p:sp>
        <p:nvSpPr>
          <p:cNvPr id="763" name="Shape 763"/>
          <p:cNvSpPr/>
          <p:nvPr/>
        </p:nvSpPr>
        <p:spPr>
          <a:xfrm>
            <a:off x="7564284" y="8001000"/>
            <a:ext cx="2785381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4" name="Shape 764"/>
          <p:cNvSpPr/>
          <p:nvPr/>
        </p:nvSpPr>
        <p:spPr>
          <a:xfrm>
            <a:off x="10375033" y="8001000"/>
            <a:ext cx="2686562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5" name="Shape 765"/>
          <p:cNvSpPr/>
          <p:nvPr/>
        </p:nvSpPr>
        <p:spPr>
          <a:xfrm>
            <a:off x="12997054" y="8001000"/>
            <a:ext cx="2686563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6" name="Shape 766"/>
          <p:cNvSpPr/>
          <p:nvPr/>
        </p:nvSpPr>
        <p:spPr>
          <a:xfrm>
            <a:off x="15800271" y="8001000"/>
            <a:ext cx="2686562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67" name="Shape 767"/>
          <p:cNvSpPr/>
          <p:nvPr/>
        </p:nvSpPr>
        <p:spPr>
          <a:xfrm>
            <a:off x="5786659" y="2753996"/>
            <a:ext cx="14479722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6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878787"/>
                </a:solidFill>
              </a:rPr>
              <a:t>La estrategia de contenidos propuesta para Facebook es la siguiente:</a:t>
            </a:r>
          </a:p>
        </p:txBody>
      </p:sp>
      <p:sp>
        <p:nvSpPr>
          <p:cNvPr id="768" name="Shape 768"/>
          <p:cNvSpPr/>
          <p:nvPr/>
        </p:nvSpPr>
        <p:spPr>
          <a:xfrm>
            <a:off x="18603487" y="8001000"/>
            <a:ext cx="2686563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782" name="Group 782"/>
          <p:cNvGrpSpPr/>
          <p:nvPr/>
        </p:nvGrpSpPr>
        <p:grpSpPr>
          <a:xfrm>
            <a:off x="7228864" y="8351701"/>
            <a:ext cx="887377" cy="887379"/>
            <a:chOff x="0" y="0"/>
            <a:chExt cx="887375" cy="887378"/>
          </a:xfrm>
        </p:grpSpPr>
        <p:sp>
          <p:nvSpPr>
            <p:cNvPr id="769" name="Shape 769"/>
            <p:cNvSpPr/>
            <p:nvPr/>
          </p:nvSpPr>
          <p:spPr>
            <a:xfrm>
              <a:off x="0" y="0"/>
              <a:ext cx="887376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4725" y="0"/>
                    <a:pt x="4725" y="0"/>
                    <a:pt x="4725" y="0"/>
                  </a:cubicBezTo>
                  <a:cubicBezTo>
                    <a:pt x="3544" y="0"/>
                    <a:pt x="2700" y="844"/>
                    <a:pt x="2700" y="2025"/>
                  </a:cubicBezTo>
                  <a:cubicBezTo>
                    <a:pt x="2700" y="3375"/>
                    <a:pt x="2700" y="3375"/>
                    <a:pt x="2700" y="3375"/>
                  </a:cubicBezTo>
                  <a:cubicBezTo>
                    <a:pt x="2025" y="3375"/>
                    <a:pt x="2025" y="3375"/>
                    <a:pt x="2025" y="3375"/>
                  </a:cubicBezTo>
                  <a:cubicBezTo>
                    <a:pt x="844" y="3375"/>
                    <a:pt x="0" y="4219"/>
                    <a:pt x="0" y="54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0" y="20419"/>
                    <a:pt x="1181" y="21600"/>
                    <a:pt x="2700" y="21600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20419" y="21600"/>
                    <a:pt x="21600" y="20419"/>
                    <a:pt x="21600" y="18900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844"/>
                    <a:pt x="20756" y="0"/>
                    <a:pt x="19575" y="0"/>
                  </a:cubicBezTo>
                  <a:close/>
                  <a:moveTo>
                    <a:pt x="20250" y="18900"/>
                  </a:moveTo>
                  <a:cubicBezTo>
                    <a:pt x="20250" y="19575"/>
                    <a:pt x="19575" y="20250"/>
                    <a:pt x="18900" y="20250"/>
                  </a:cubicBezTo>
                  <a:cubicBezTo>
                    <a:pt x="2700" y="20250"/>
                    <a:pt x="2700" y="20250"/>
                    <a:pt x="2700" y="20250"/>
                  </a:cubicBezTo>
                  <a:cubicBezTo>
                    <a:pt x="2025" y="20250"/>
                    <a:pt x="1350" y="19575"/>
                    <a:pt x="1350" y="18900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1350" y="5063"/>
                    <a:pt x="1687" y="4725"/>
                    <a:pt x="2025" y="4725"/>
                  </a:cubicBezTo>
                  <a:cubicBezTo>
                    <a:pt x="2700" y="4725"/>
                    <a:pt x="2700" y="4725"/>
                    <a:pt x="2700" y="4725"/>
                  </a:cubicBezTo>
                  <a:cubicBezTo>
                    <a:pt x="2700" y="18225"/>
                    <a:pt x="2700" y="18225"/>
                    <a:pt x="2700" y="18225"/>
                  </a:cubicBezTo>
                  <a:cubicBezTo>
                    <a:pt x="2700" y="18562"/>
                    <a:pt x="3037" y="18900"/>
                    <a:pt x="3375" y="18900"/>
                  </a:cubicBezTo>
                  <a:cubicBezTo>
                    <a:pt x="3712" y="18900"/>
                    <a:pt x="4050" y="18562"/>
                    <a:pt x="4050" y="18225"/>
                  </a:cubicBezTo>
                  <a:cubicBezTo>
                    <a:pt x="4050" y="2025"/>
                    <a:pt x="4050" y="2025"/>
                    <a:pt x="4050" y="2025"/>
                  </a:cubicBezTo>
                  <a:cubicBezTo>
                    <a:pt x="4050" y="1688"/>
                    <a:pt x="4387" y="1350"/>
                    <a:pt x="4725" y="1350"/>
                  </a:cubicBezTo>
                  <a:cubicBezTo>
                    <a:pt x="19575" y="1350"/>
                    <a:pt x="19575" y="1350"/>
                    <a:pt x="19575" y="1350"/>
                  </a:cubicBezTo>
                  <a:cubicBezTo>
                    <a:pt x="19912" y="1350"/>
                    <a:pt x="20250" y="1688"/>
                    <a:pt x="20250" y="2025"/>
                  </a:cubicBezTo>
                  <a:lnTo>
                    <a:pt x="2025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0" name="Shape 770"/>
            <p:cNvSpPr/>
            <p:nvPr/>
          </p:nvSpPr>
          <p:spPr>
            <a:xfrm>
              <a:off x="525532" y="333125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1" name="Shape 771"/>
            <p:cNvSpPr/>
            <p:nvPr/>
          </p:nvSpPr>
          <p:spPr>
            <a:xfrm>
              <a:off x="525532" y="249843"/>
              <a:ext cx="249845" cy="25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2" name="Shape 772"/>
            <p:cNvSpPr/>
            <p:nvPr/>
          </p:nvSpPr>
          <p:spPr>
            <a:xfrm>
              <a:off x="525532" y="166562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3" name="Shape 773"/>
            <p:cNvSpPr/>
            <p:nvPr/>
          </p:nvSpPr>
          <p:spPr>
            <a:xfrm>
              <a:off x="221125" y="749531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4" name="Shape 774"/>
            <p:cNvSpPr/>
            <p:nvPr/>
          </p:nvSpPr>
          <p:spPr>
            <a:xfrm>
              <a:off x="221125" y="666250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5" name="Shape 775"/>
            <p:cNvSpPr/>
            <p:nvPr/>
          </p:nvSpPr>
          <p:spPr>
            <a:xfrm>
              <a:off x="221125" y="582968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6" name="Shape 776"/>
            <p:cNvSpPr/>
            <p:nvPr/>
          </p:nvSpPr>
          <p:spPr>
            <a:xfrm>
              <a:off x="525532" y="749531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7" name="Shape 777"/>
            <p:cNvSpPr/>
            <p:nvPr/>
          </p:nvSpPr>
          <p:spPr>
            <a:xfrm>
              <a:off x="525532" y="666250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8" name="Shape 778"/>
            <p:cNvSpPr/>
            <p:nvPr/>
          </p:nvSpPr>
          <p:spPr>
            <a:xfrm>
              <a:off x="525532" y="582968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9" name="Shape 779"/>
            <p:cNvSpPr/>
            <p:nvPr/>
          </p:nvSpPr>
          <p:spPr>
            <a:xfrm>
              <a:off x="221125" y="416405"/>
              <a:ext cx="554252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0" y="0"/>
                  </a:moveTo>
                  <a:cubicBezTo>
                    <a:pt x="540" y="0"/>
                    <a:pt x="540" y="0"/>
                    <a:pt x="540" y="0"/>
                  </a:cubicBezTo>
                  <a:cubicBezTo>
                    <a:pt x="270" y="0"/>
                    <a:pt x="0" y="5400"/>
                    <a:pt x="0" y="10800"/>
                  </a:cubicBezTo>
                  <a:cubicBezTo>
                    <a:pt x="0" y="16200"/>
                    <a:pt x="270" y="21600"/>
                    <a:pt x="540" y="21600"/>
                  </a:cubicBezTo>
                  <a:cubicBezTo>
                    <a:pt x="21060" y="21600"/>
                    <a:pt x="21060" y="21600"/>
                    <a:pt x="21060" y="21600"/>
                  </a:cubicBezTo>
                  <a:cubicBezTo>
                    <a:pt x="21330" y="21600"/>
                    <a:pt x="21600" y="16200"/>
                    <a:pt x="21600" y="10800"/>
                  </a:cubicBezTo>
                  <a:cubicBezTo>
                    <a:pt x="21600" y="5400"/>
                    <a:pt x="21330" y="0"/>
                    <a:pt x="2106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0" name="Shape 780"/>
            <p:cNvSpPr/>
            <p:nvPr/>
          </p:nvSpPr>
          <p:spPr>
            <a:xfrm>
              <a:off x="221125" y="499688"/>
              <a:ext cx="554252" cy="25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0" y="0"/>
                  </a:moveTo>
                  <a:cubicBezTo>
                    <a:pt x="540" y="0"/>
                    <a:pt x="540" y="0"/>
                    <a:pt x="540" y="0"/>
                  </a:cubicBezTo>
                  <a:cubicBezTo>
                    <a:pt x="270" y="0"/>
                    <a:pt x="0" y="5400"/>
                    <a:pt x="0" y="10800"/>
                  </a:cubicBezTo>
                  <a:cubicBezTo>
                    <a:pt x="0" y="16200"/>
                    <a:pt x="270" y="21600"/>
                    <a:pt x="540" y="21600"/>
                  </a:cubicBezTo>
                  <a:cubicBezTo>
                    <a:pt x="21060" y="21600"/>
                    <a:pt x="21060" y="21600"/>
                    <a:pt x="21060" y="21600"/>
                  </a:cubicBezTo>
                  <a:cubicBezTo>
                    <a:pt x="21330" y="21600"/>
                    <a:pt x="21600" y="16200"/>
                    <a:pt x="21600" y="10800"/>
                  </a:cubicBezTo>
                  <a:cubicBezTo>
                    <a:pt x="21600" y="5400"/>
                    <a:pt x="21330" y="0"/>
                    <a:pt x="2106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1" name="Shape 781"/>
            <p:cNvSpPr/>
            <p:nvPr/>
          </p:nvSpPr>
          <p:spPr>
            <a:xfrm>
              <a:off x="221125" y="109127"/>
              <a:ext cx="249844" cy="249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400" y="21600"/>
                  </a:moveTo>
                  <a:cubicBezTo>
                    <a:pt x="19200" y="21600"/>
                    <a:pt x="19200" y="21600"/>
                    <a:pt x="19200" y="21600"/>
                  </a:cubicBezTo>
                  <a:cubicBezTo>
                    <a:pt x="20400" y="21600"/>
                    <a:pt x="21600" y="20400"/>
                    <a:pt x="21600" y="19200"/>
                  </a:cubicBezTo>
                  <a:cubicBezTo>
                    <a:pt x="21600" y="2400"/>
                    <a:pt x="21600" y="2400"/>
                    <a:pt x="21600" y="2400"/>
                  </a:cubicBezTo>
                  <a:cubicBezTo>
                    <a:pt x="21600" y="1200"/>
                    <a:pt x="20400" y="0"/>
                    <a:pt x="19200" y="0"/>
                  </a:cubicBezTo>
                  <a:cubicBezTo>
                    <a:pt x="2400" y="0"/>
                    <a:pt x="2400" y="0"/>
                    <a:pt x="2400" y="0"/>
                  </a:cubicBezTo>
                  <a:cubicBezTo>
                    <a:pt x="1200" y="0"/>
                    <a:pt x="0" y="1200"/>
                    <a:pt x="0" y="2400"/>
                  </a:cubicBezTo>
                  <a:cubicBezTo>
                    <a:pt x="0" y="19200"/>
                    <a:pt x="0" y="19200"/>
                    <a:pt x="0" y="19200"/>
                  </a:cubicBezTo>
                  <a:cubicBezTo>
                    <a:pt x="0" y="20400"/>
                    <a:pt x="1200" y="21600"/>
                    <a:pt x="2400" y="21600"/>
                  </a:cubicBezTo>
                  <a:close/>
                  <a:moveTo>
                    <a:pt x="4800" y="4800"/>
                  </a:moveTo>
                  <a:cubicBezTo>
                    <a:pt x="16800" y="4800"/>
                    <a:pt x="16800" y="4800"/>
                    <a:pt x="16800" y="4800"/>
                  </a:cubicBezTo>
                  <a:cubicBezTo>
                    <a:pt x="16800" y="16800"/>
                    <a:pt x="16800" y="16800"/>
                    <a:pt x="16800" y="16800"/>
                  </a:cubicBezTo>
                  <a:cubicBezTo>
                    <a:pt x="4800" y="16800"/>
                    <a:pt x="4800" y="16800"/>
                    <a:pt x="4800" y="16800"/>
                  </a:cubicBezTo>
                  <a:lnTo>
                    <a:pt x="4800" y="48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83" name="Shape 783"/>
          <p:cNvSpPr/>
          <p:nvPr/>
        </p:nvSpPr>
        <p:spPr>
          <a:xfrm>
            <a:off x="7909393" y="6184719"/>
            <a:ext cx="4737577" cy="1325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Vídeos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vídeos existentes relacionados o propios</a:t>
            </a:r>
          </a:p>
        </p:txBody>
      </p:sp>
      <p:grpSp>
        <p:nvGrpSpPr>
          <p:cNvPr id="786" name="Group 786"/>
          <p:cNvGrpSpPr/>
          <p:nvPr/>
        </p:nvGrpSpPr>
        <p:grpSpPr>
          <a:xfrm>
            <a:off x="9839001" y="5177430"/>
            <a:ext cx="878360" cy="855981"/>
            <a:chOff x="0" y="0"/>
            <a:chExt cx="878359" cy="855980"/>
          </a:xfrm>
        </p:grpSpPr>
        <p:sp>
          <p:nvSpPr>
            <p:cNvPr id="784" name="Shape 784"/>
            <p:cNvSpPr/>
            <p:nvPr/>
          </p:nvSpPr>
          <p:spPr>
            <a:xfrm>
              <a:off x="274135" y="343785"/>
              <a:ext cx="351172" cy="33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5" h="20590" fill="norm" stroke="1" extrusionOk="0">
                  <a:moveTo>
                    <a:pt x="3323" y="20264"/>
                  </a:moveTo>
                  <a:cubicBezTo>
                    <a:pt x="19938" y="11957"/>
                    <a:pt x="19938" y="11957"/>
                    <a:pt x="19938" y="11957"/>
                  </a:cubicBezTo>
                  <a:cubicBezTo>
                    <a:pt x="21600" y="11126"/>
                    <a:pt x="21600" y="9464"/>
                    <a:pt x="19938" y="8633"/>
                  </a:cubicBezTo>
                  <a:cubicBezTo>
                    <a:pt x="3323" y="326"/>
                    <a:pt x="3323" y="326"/>
                    <a:pt x="3323" y="326"/>
                  </a:cubicBezTo>
                  <a:cubicBezTo>
                    <a:pt x="1662" y="-505"/>
                    <a:pt x="0" y="326"/>
                    <a:pt x="0" y="1987"/>
                  </a:cubicBezTo>
                  <a:cubicBezTo>
                    <a:pt x="0" y="18603"/>
                    <a:pt x="0" y="18603"/>
                    <a:pt x="0" y="18603"/>
                  </a:cubicBezTo>
                  <a:cubicBezTo>
                    <a:pt x="0" y="20264"/>
                    <a:pt x="1662" y="21095"/>
                    <a:pt x="3323" y="2026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5" name="Shape 785"/>
            <p:cNvSpPr/>
            <p:nvPr/>
          </p:nvSpPr>
          <p:spPr>
            <a:xfrm>
              <a:off x="0" y="0"/>
              <a:ext cx="878360" cy="855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1012" y="0"/>
                    <a:pt x="0" y="1013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587"/>
                    <a:pt x="1012" y="21600"/>
                    <a:pt x="2025" y="21600"/>
                  </a:cubicBezTo>
                  <a:cubicBezTo>
                    <a:pt x="19575" y="21600"/>
                    <a:pt x="19575" y="21600"/>
                    <a:pt x="19575" y="21600"/>
                  </a:cubicBezTo>
                  <a:cubicBezTo>
                    <a:pt x="20588" y="21600"/>
                    <a:pt x="21600" y="20587"/>
                    <a:pt x="21600" y="19575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1013"/>
                    <a:pt x="20588" y="0"/>
                    <a:pt x="19575" y="0"/>
                  </a:cubicBezTo>
                  <a:close/>
                  <a:moveTo>
                    <a:pt x="13500" y="1350"/>
                  </a:moveTo>
                  <a:cubicBezTo>
                    <a:pt x="14850" y="4050"/>
                    <a:pt x="14850" y="4050"/>
                    <a:pt x="14850" y="4050"/>
                  </a:cubicBezTo>
                  <a:cubicBezTo>
                    <a:pt x="12150" y="4050"/>
                    <a:pt x="12150" y="4050"/>
                    <a:pt x="12150" y="4050"/>
                  </a:cubicBezTo>
                  <a:cubicBezTo>
                    <a:pt x="10800" y="1350"/>
                    <a:pt x="10800" y="1350"/>
                    <a:pt x="10800" y="1350"/>
                  </a:cubicBezTo>
                  <a:lnTo>
                    <a:pt x="13500" y="1350"/>
                  </a:lnTo>
                  <a:close/>
                  <a:moveTo>
                    <a:pt x="8100" y="1350"/>
                  </a:moveTo>
                  <a:cubicBezTo>
                    <a:pt x="9450" y="4050"/>
                    <a:pt x="9450" y="4050"/>
                    <a:pt x="9450" y="4050"/>
                  </a:cubicBezTo>
                  <a:cubicBezTo>
                    <a:pt x="6750" y="4050"/>
                    <a:pt x="6750" y="4050"/>
                    <a:pt x="6750" y="4050"/>
                  </a:cubicBezTo>
                  <a:cubicBezTo>
                    <a:pt x="5400" y="1350"/>
                    <a:pt x="5400" y="1350"/>
                    <a:pt x="5400" y="1350"/>
                  </a:cubicBezTo>
                  <a:lnTo>
                    <a:pt x="8100" y="1350"/>
                  </a:lnTo>
                  <a:close/>
                  <a:moveTo>
                    <a:pt x="1350" y="2025"/>
                  </a:moveTo>
                  <a:cubicBezTo>
                    <a:pt x="1350" y="1688"/>
                    <a:pt x="1687" y="1350"/>
                    <a:pt x="2025" y="1350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4050" y="4050"/>
                    <a:pt x="4050" y="4050"/>
                    <a:pt x="4050" y="4050"/>
                  </a:cubicBezTo>
                  <a:cubicBezTo>
                    <a:pt x="1350" y="4050"/>
                    <a:pt x="1350" y="4050"/>
                    <a:pt x="1350" y="4050"/>
                  </a:cubicBezTo>
                  <a:lnTo>
                    <a:pt x="1350" y="2025"/>
                  </a:lnTo>
                  <a:close/>
                  <a:moveTo>
                    <a:pt x="20250" y="19575"/>
                  </a:moveTo>
                  <a:cubicBezTo>
                    <a:pt x="20250" y="19912"/>
                    <a:pt x="19912" y="20250"/>
                    <a:pt x="19575" y="20250"/>
                  </a:cubicBezTo>
                  <a:cubicBezTo>
                    <a:pt x="2025" y="20250"/>
                    <a:pt x="2025" y="20250"/>
                    <a:pt x="2025" y="20250"/>
                  </a:cubicBezTo>
                  <a:cubicBezTo>
                    <a:pt x="1687" y="20250"/>
                    <a:pt x="1350" y="19912"/>
                    <a:pt x="1350" y="19575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20250" y="5400"/>
                    <a:pt x="20250" y="5400"/>
                    <a:pt x="20250" y="5400"/>
                  </a:cubicBezTo>
                  <a:lnTo>
                    <a:pt x="20250" y="19575"/>
                  </a:lnTo>
                  <a:close/>
                  <a:moveTo>
                    <a:pt x="17550" y="4050"/>
                  </a:moveTo>
                  <a:cubicBezTo>
                    <a:pt x="16200" y="1350"/>
                    <a:pt x="16200" y="1350"/>
                    <a:pt x="16200" y="1350"/>
                  </a:cubicBezTo>
                  <a:cubicBezTo>
                    <a:pt x="18900" y="1350"/>
                    <a:pt x="18900" y="1350"/>
                    <a:pt x="18900" y="1350"/>
                  </a:cubicBezTo>
                  <a:cubicBezTo>
                    <a:pt x="20250" y="4050"/>
                    <a:pt x="20250" y="4050"/>
                    <a:pt x="20250" y="4050"/>
                  </a:cubicBezTo>
                  <a:lnTo>
                    <a:pt x="17550" y="405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87" name="Shape 787"/>
          <p:cNvSpPr/>
          <p:nvPr/>
        </p:nvSpPr>
        <p:spPr>
          <a:xfrm>
            <a:off x="10841623" y="9290241"/>
            <a:ext cx="4175127" cy="170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Tips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una serie de tips relacionados con gráficas y textos</a:t>
            </a:r>
          </a:p>
        </p:txBody>
      </p:sp>
      <p:grpSp>
        <p:nvGrpSpPr>
          <p:cNvPr id="790" name="Group 790"/>
          <p:cNvGrpSpPr/>
          <p:nvPr/>
        </p:nvGrpSpPr>
        <p:grpSpPr>
          <a:xfrm>
            <a:off x="12615122" y="8351701"/>
            <a:ext cx="617432" cy="887379"/>
            <a:chOff x="0" y="0"/>
            <a:chExt cx="617431" cy="887378"/>
          </a:xfrm>
        </p:grpSpPr>
        <p:sp>
          <p:nvSpPr>
            <p:cNvPr id="788" name="Shape 788"/>
            <p:cNvSpPr/>
            <p:nvPr/>
          </p:nvSpPr>
          <p:spPr>
            <a:xfrm>
              <a:off x="0" y="0"/>
              <a:ext cx="617432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09" y="0"/>
                    <a:pt x="0" y="3375"/>
                    <a:pt x="0" y="7425"/>
                  </a:cubicBezTo>
                  <a:cubicBezTo>
                    <a:pt x="0" y="10125"/>
                    <a:pt x="3682" y="12994"/>
                    <a:pt x="4909" y="15525"/>
                  </a:cubicBezTo>
                  <a:cubicBezTo>
                    <a:pt x="6873" y="19406"/>
                    <a:pt x="6627" y="21600"/>
                    <a:pt x="10800" y="21600"/>
                  </a:cubicBezTo>
                  <a:cubicBezTo>
                    <a:pt x="14973" y="21600"/>
                    <a:pt x="14727" y="19406"/>
                    <a:pt x="16691" y="15525"/>
                  </a:cubicBezTo>
                  <a:cubicBezTo>
                    <a:pt x="17918" y="12994"/>
                    <a:pt x="21600" y="10125"/>
                    <a:pt x="21600" y="7425"/>
                  </a:cubicBezTo>
                  <a:cubicBezTo>
                    <a:pt x="21600" y="3375"/>
                    <a:pt x="16691" y="0"/>
                    <a:pt x="10800" y="0"/>
                  </a:cubicBezTo>
                  <a:close/>
                  <a:moveTo>
                    <a:pt x="13255" y="18394"/>
                  </a:moveTo>
                  <a:cubicBezTo>
                    <a:pt x="8591" y="18731"/>
                    <a:pt x="8591" y="18731"/>
                    <a:pt x="8591" y="18731"/>
                  </a:cubicBezTo>
                  <a:cubicBezTo>
                    <a:pt x="8345" y="18394"/>
                    <a:pt x="8100" y="18056"/>
                    <a:pt x="7855" y="17550"/>
                  </a:cubicBezTo>
                  <a:cubicBezTo>
                    <a:pt x="7855" y="17550"/>
                    <a:pt x="7855" y="17550"/>
                    <a:pt x="7855" y="17381"/>
                  </a:cubicBezTo>
                  <a:cubicBezTo>
                    <a:pt x="13991" y="16875"/>
                    <a:pt x="13991" y="16875"/>
                    <a:pt x="13991" y="16875"/>
                  </a:cubicBezTo>
                  <a:cubicBezTo>
                    <a:pt x="13991" y="17212"/>
                    <a:pt x="13745" y="17381"/>
                    <a:pt x="13745" y="17550"/>
                  </a:cubicBezTo>
                  <a:cubicBezTo>
                    <a:pt x="13500" y="17887"/>
                    <a:pt x="13500" y="18056"/>
                    <a:pt x="13255" y="18394"/>
                  </a:cubicBezTo>
                  <a:close/>
                  <a:moveTo>
                    <a:pt x="7609" y="16875"/>
                  </a:moveTo>
                  <a:cubicBezTo>
                    <a:pt x="7364" y="16369"/>
                    <a:pt x="7118" y="16031"/>
                    <a:pt x="6873" y="15525"/>
                  </a:cubicBezTo>
                  <a:cubicBezTo>
                    <a:pt x="14727" y="15525"/>
                    <a:pt x="14727" y="15525"/>
                    <a:pt x="14727" y="15525"/>
                  </a:cubicBezTo>
                  <a:cubicBezTo>
                    <a:pt x="14482" y="15694"/>
                    <a:pt x="14482" y="16031"/>
                    <a:pt x="14236" y="16200"/>
                  </a:cubicBezTo>
                  <a:lnTo>
                    <a:pt x="7609" y="16875"/>
                  </a:lnTo>
                  <a:close/>
                  <a:moveTo>
                    <a:pt x="10800" y="20250"/>
                  </a:moveTo>
                  <a:cubicBezTo>
                    <a:pt x="9818" y="20250"/>
                    <a:pt x="9327" y="20250"/>
                    <a:pt x="8836" y="19406"/>
                  </a:cubicBezTo>
                  <a:cubicBezTo>
                    <a:pt x="13009" y="19069"/>
                    <a:pt x="13009" y="19069"/>
                    <a:pt x="13009" y="19069"/>
                  </a:cubicBezTo>
                  <a:cubicBezTo>
                    <a:pt x="12518" y="20081"/>
                    <a:pt x="12027" y="20250"/>
                    <a:pt x="10800" y="20250"/>
                  </a:cubicBezTo>
                  <a:close/>
                  <a:moveTo>
                    <a:pt x="15464" y="14175"/>
                  </a:moveTo>
                  <a:cubicBezTo>
                    <a:pt x="6136" y="14175"/>
                    <a:pt x="6136" y="14175"/>
                    <a:pt x="6136" y="14175"/>
                  </a:cubicBezTo>
                  <a:cubicBezTo>
                    <a:pt x="5645" y="13500"/>
                    <a:pt x="5155" y="12656"/>
                    <a:pt x="4664" y="11981"/>
                  </a:cubicBezTo>
                  <a:cubicBezTo>
                    <a:pt x="3191" y="10462"/>
                    <a:pt x="1964" y="8775"/>
                    <a:pt x="1964" y="7425"/>
                  </a:cubicBezTo>
                  <a:cubicBezTo>
                    <a:pt x="1964" y="4050"/>
                    <a:pt x="5891" y="1350"/>
                    <a:pt x="10800" y="1350"/>
                  </a:cubicBezTo>
                  <a:cubicBezTo>
                    <a:pt x="15709" y="1350"/>
                    <a:pt x="19636" y="4050"/>
                    <a:pt x="19636" y="7425"/>
                  </a:cubicBezTo>
                  <a:cubicBezTo>
                    <a:pt x="19636" y="8775"/>
                    <a:pt x="18409" y="10462"/>
                    <a:pt x="16936" y="11981"/>
                  </a:cubicBezTo>
                  <a:cubicBezTo>
                    <a:pt x="16445" y="12656"/>
                    <a:pt x="15955" y="13500"/>
                    <a:pt x="15464" y="1417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9" name="Shape 789"/>
            <p:cNvSpPr/>
            <p:nvPr/>
          </p:nvSpPr>
          <p:spPr>
            <a:xfrm>
              <a:off x="137845" y="137845"/>
              <a:ext cx="183794" cy="180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38" y="0"/>
                  </a:moveTo>
                  <a:cubicBezTo>
                    <a:pt x="9138" y="0"/>
                    <a:pt x="0" y="9138"/>
                    <a:pt x="0" y="19938"/>
                  </a:cubicBezTo>
                  <a:cubicBezTo>
                    <a:pt x="0" y="20769"/>
                    <a:pt x="831" y="21600"/>
                    <a:pt x="1662" y="21600"/>
                  </a:cubicBezTo>
                  <a:cubicBezTo>
                    <a:pt x="2492" y="21600"/>
                    <a:pt x="3323" y="20769"/>
                    <a:pt x="3323" y="19938"/>
                  </a:cubicBezTo>
                  <a:cubicBezTo>
                    <a:pt x="3323" y="10800"/>
                    <a:pt x="10800" y="3323"/>
                    <a:pt x="19938" y="3323"/>
                  </a:cubicBezTo>
                  <a:cubicBezTo>
                    <a:pt x="20769" y="3323"/>
                    <a:pt x="21600" y="2492"/>
                    <a:pt x="21600" y="1662"/>
                  </a:cubicBezTo>
                  <a:cubicBezTo>
                    <a:pt x="21600" y="831"/>
                    <a:pt x="20769" y="0"/>
                    <a:pt x="19938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794" name="Group 794"/>
          <p:cNvGrpSpPr/>
          <p:nvPr/>
        </p:nvGrpSpPr>
        <p:grpSpPr>
          <a:xfrm>
            <a:off x="15227413" y="5191201"/>
            <a:ext cx="948803" cy="1012833"/>
            <a:chOff x="0" y="0"/>
            <a:chExt cx="948802" cy="1012832"/>
          </a:xfrm>
        </p:grpSpPr>
        <p:sp>
          <p:nvSpPr>
            <p:cNvPr id="791" name="Shape 791"/>
            <p:cNvSpPr/>
            <p:nvPr/>
          </p:nvSpPr>
          <p:spPr>
            <a:xfrm>
              <a:off x="0" y="0"/>
              <a:ext cx="948803" cy="1012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72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1252" y="0"/>
                    <a:pt x="0" y="1233"/>
                    <a:pt x="0" y="27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0" y="20426"/>
                    <a:pt x="1252" y="21600"/>
                    <a:pt x="2880" y="21600"/>
                  </a:cubicBezTo>
                  <a:cubicBezTo>
                    <a:pt x="18720" y="21600"/>
                    <a:pt x="18720" y="21600"/>
                    <a:pt x="18720" y="21600"/>
                  </a:cubicBezTo>
                  <a:cubicBezTo>
                    <a:pt x="20285" y="21600"/>
                    <a:pt x="21600" y="20426"/>
                    <a:pt x="21600" y="18900"/>
                  </a:cubicBezTo>
                  <a:cubicBezTo>
                    <a:pt x="21600" y="2700"/>
                    <a:pt x="21600" y="2700"/>
                    <a:pt x="21600" y="2700"/>
                  </a:cubicBezTo>
                  <a:cubicBezTo>
                    <a:pt x="21600" y="1233"/>
                    <a:pt x="20285" y="0"/>
                    <a:pt x="18720" y="0"/>
                  </a:cubicBezTo>
                  <a:close/>
                  <a:moveTo>
                    <a:pt x="20160" y="18900"/>
                  </a:moveTo>
                  <a:cubicBezTo>
                    <a:pt x="20160" y="19663"/>
                    <a:pt x="19534" y="20250"/>
                    <a:pt x="18720" y="20250"/>
                  </a:cubicBezTo>
                  <a:cubicBezTo>
                    <a:pt x="2880" y="20250"/>
                    <a:pt x="2880" y="20250"/>
                    <a:pt x="2880" y="20250"/>
                  </a:cubicBezTo>
                  <a:cubicBezTo>
                    <a:pt x="2066" y="20250"/>
                    <a:pt x="1440" y="19663"/>
                    <a:pt x="1440" y="18900"/>
                  </a:cubicBezTo>
                  <a:cubicBezTo>
                    <a:pt x="1440" y="2700"/>
                    <a:pt x="1440" y="2700"/>
                    <a:pt x="1440" y="2700"/>
                  </a:cubicBezTo>
                  <a:cubicBezTo>
                    <a:pt x="1440" y="1937"/>
                    <a:pt x="2066" y="1350"/>
                    <a:pt x="2880" y="1350"/>
                  </a:cubicBezTo>
                  <a:cubicBezTo>
                    <a:pt x="18720" y="1350"/>
                    <a:pt x="18720" y="1350"/>
                    <a:pt x="18720" y="1350"/>
                  </a:cubicBezTo>
                  <a:cubicBezTo>
                    <a:pt x="19534" y="1350"/>
                    <a:pt x="20160" y="1937"/>
                    <a:pt x="20160" y="2700"/>
                  </a:cubicBezTo>
                  <a:lnTo>
                    <a:pt x="2016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2" name="Shape 792"/>
            <p:cNvSpPr/>
            <p:nvPr/>
          </p:nvSpPr>
          <p:spPr>
            <a:xfrm>
              <a:off x="125730" y="126895"/>
              <a:ext cx="696178" cy="633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575" y="0"/>
                  </a:moveTo>
                  <a:cubicBezTo>
                    <a:pt x="939" y="0"/>
                    <a:pt x="939" y="0"/>
                    <a:pt x="939" y="0"/>
                  </a:cubicBezTo>
                  <a:cubicBezTo>
                    <a:pt x="427" y="0"/>
                    <a:pt x="0" y="470"/>
                    <a:pt x="0" y="1033"/>
                  </a:cubicBezTo>
                  <a:cubicBezTo>
                    <a:pt x="0" y="20567"/>
                    <a:pt x="0" y="20567"/>
                    <a:pt x="0" y="20567"/>
                  </a:cubicBezTo>
                  <a:cubicBezTo>
                    <a:pt x="0" y="21130"/>
                    <a:pt x="427" y="21600"/>
                    <a:pt x="939" y="21600"/>
                  </a:cubicBezTo>
                  <a:cubicBezTo>
                    <a:pt x="20575" y="21600"/>
                    <a:pt x="20575" y="21600"/>
                    <a:pt x="20575" y="21600"/>
                  </a:cubicBezTo>
                  <a:cubicBezTo>
                    <a:pt x="21173" y="21600"/>
                    <a:pt x="21600" y="21130"/>
                    <a:pt x="21600" y="20567"/>
                  </a:cubicBezTo>
                  <a:cubicBezTo>
                    <a:pt x="21600" y="1033"/>
                    <a:pt x="21600" y="1033"/>
                    <a:pt x="21600" y="1033"/>
                  </a:cubicBezTo>
                  <a:cubicBezTo>
                    <a:pt x="21600" y="470"/>
                    <a:pt x="21173" y="0"/>
                    <a:pt x="20575" y="0"/>
                  </a:cubicBezTo>
                  <a:close/>
                  <a:moveTo>
                    <a:pt x="20575" y="1033"/>
                  </a:moveTo>
                  <a:cubicBezTo>
                    <a:pt x="20575" y="16059"/>
                    <a:pt x="20575" y="16059"/>
                    <a:pt x="20575" y="16059"/>
                  </a:cubicBezTo>
                  <a:cubicBezTo>
                    <a:pt x="17417" y="12209"/>
                    <a:pt x="17417" y="12209"/>
                    <a:pt x="17417" y="12209"/>
                  </a:cubicBezTo>
                  <a:cubicBezTo>
                    <a:pt x="17246" y="12021"/>
                    <a:pt x="16990" y="11927"/>
                    <a:pt x="16648" y="11927"/>
                  </a:cubicBezTo>
                  <a:cubicBezTo>
                    <a:pt x="16392" y="11927"/>
                    <a:pt x="16136" y="12021"/>
                    <a:pt x="15965" y="12209"/>
                  </a:cubicBezTo>
                  <a:cubicBezTo>
                    <a:pt x="13404" y="15402"/>
                    <a:pt x="13404" y="15402"/>
                    <a:pt x="13404" y="15402"/>
                  </a:cubicBezTo>
                  <a:cubicBezTo>
                    <a:pt x="5635" y="5729"/>
                    <a:pt x="5635" y="5729"/>
                    <a:pt x="5635" y="5729"/>
                  </a:cubicBezTo>
                  <a:cubicBezTo>
                    <a:pt x="5464" y="5541"/>
                    <a:pt x="5208" y="5353"/>
                    <a:pt x="4866" y="5353"/>
                  </a:cubicBezTo>
                  <a:cubicBezTo>
                    <a:pt x="4610" y="5353"/>
                    <a:pt x="4354" y="5541"/>
                    <a:pt x="4183" y="5729"/>
                  </a:cubicBezTo>
                  <a:cubicBezTo>
                    <a:pt x="939" y="9861"/>
                    <a:pt x="939" y="9861"/>
                    <a:pt x="939" y="9861"/>
                  </a:cubicBezTo>
                  <a:cubicBezTo>
                    <a:pt x="939" y="1033"/>
                    <a:pt x="939" y="1033"/>
                    <a:pt x="939" y="1033"/>
                  </a:cubicBezTo>
                  <a:lnTo>
                    <a:pt x="20575" y="1033"/>
                  </a:lnTo>
                  <a:close/>
                  <a:moveTo>
                    <a:pt x="939" y="11457"/>
                  </a:moveTo>
                  <a:cubicBezTo>
                    <a:pt x="4866" y="6480"/>
                    <a:pt x="4866" y="6480"/>
                    <a:pt x="4866" y="6480"/>
                  </a:cubicBezTo>
                  <a:cubicBezTo>
                    <a:pt x="12806" y="16341"/>
                    <a:pt x="12806" y="16341"/>
                    <a:pt x="12806" y="16341"/>
                  </a:cubicBezTo>
                  <a:cubicBezTo>
                    <a:pt x="13404" y="17092"/>
                    <a:pt x="13404" y="17092"/>
                    <a:pt x="13404" y="17092"/>
                  </a:cubicBezTo>
                  <a:cubicBezTo>
                    <a:pt x="16136" y="20567"/>
                    <a:pt x="16136" y="20567"/>
                    <a:pt x="16136" y="20567"/>
                  </a:cubicBezTo>
                  <a:cubicBezTo>
                    <a:pt x="939" y="20567"/>
                    <a:pt x="939" y="20567"/>
                    <a:pt x="939" y="20567"/>
                  </a:cubicBezTo>
                  <a:lnTo>
                    <a:pt x="939" y="11457"/>
                  </a:lnTo>
                  <a:close/>
                  <a:moveTo>
                    <a:pt x="17417" y="20567"/>
                  </a:moveTo>
                  <a:cubicBezTo>
                    <a:pt x="14087" y="16247"/>
                    <a:pt x="14087" y="16247"/>
                    <a:pt x="14087" y="16247"/>
                  </a:cubicBezTo>
                  <a:cubicBezTo>
                    <a:pt x="16648" y="12960"/>
                    <a:pt x="16648" y="12960"/>
                    <a:pt x="16648" y="12960"/>
                  </a:cubicBezTo>
                  <a:cubicBezTo>
                    <a:pt x="20575" y="17656"/>
                    <a:pt x="20575" y="17656"/>
                    <a:pt x="20575" y="17656"/>
                  </a:cubicBezTo>
                  <a:cubicBezTo>
                    <a:pt x="20575" y="20567"/>
                    <a:pt x="20575" y="20567"/>
                    <a:pt x="20575" y="20567"/>
                  </a:cubicBezTo>
                  <a:lnTo>
                    <a:pt x="17417" y="20567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3" name="Shape 793"/>
            <p:cNvSpPr/>
            <p:nvPr/>
          </p:nvSpPr>
          <p:spPr>
            <a:xfrm>
              <a:off x="506415" y="220029"/>
              <a:ext cx="189762" cy="193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43" y="21600"/>
                  </a:moveTo>
                  <a:cubicBezTo>
                    <a:pt x="16591" y="21600"/>
                    <a:pt x="21600" y="16663"/>
                    <a:pt x="21600" y="10800"/>
                  </a:cubicBezTo>
                  <a:cubicBezTo>
                    <a:pt x="21600" y="4937"/>
                    <a:pt x="16591" y="0"/>
                    <a:pt x="10643" y="0"/>
                  </a:cubicBezTo>
                  <a:cubicBezTo>
                    <a:pt x="4696" y="0"/>
                    <a:pt x="0" y="4937"/>
                    <a:pt x="0" y="10800"/>
                  </a:cubicBezTo>
                  <a:cubicBezTo>
                    <a:pt x="0" y="16663"/>
                    <a:pt x="4696" y="21600"/>
                    <a:pt x="10643" y="21600"/>
                  </a:cubicBezTo>
                  <a:close/>
                  <a:moveTo>
                    <a:pt x="10643" y="3703"/>
                  </a:moveTo>
                  <a:cubicBezTo>
                    <a:pt x="14713" y="3703"/>
                    <a:pt x="17843" y="6789"/>
                    <a:pt x="17843" y="10800"/>
                  </a:cubicBezTo>
                  <a:cubicBezTo>
                    <a:pt x="17843" y="14811"/>
                    <a:pt x="14713" y="17897"/>
                    <a:pt x="10643" y="17897"/>
                  </a:cubicBezTo>
                  <a:cubicBezTo>
                    <a:pt x="6887" y="17897"/>
                    <a:pt x="3443" y="14811"/>
                    <a:pt x="3443" y="10800"/>
                  </a:cubicBezTo>
                  <a:cubicBezTo>
                    <a:pt x="3443" y="6789"/>
                    <a:pt x="6887" y="3703"/>
                    <a:pt x="10643" y="370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95" name="Shape 795"/>
          <p:cNvSpPr/>
          <p:nvPr/>
        </p:nvSpPr>
        <p:spPr>
          <a:xfrm>
            <a:off x="12950398" y="6315709"/>
            <a:ext cx="5502832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Mini infografías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 resúmenes de contenidos interesantes con infografías</a:t>
            </a:r>
          </a:p>
        </p:txBody>
      </p:sp>
      <p:sp>
        <p:nvSpPr>
          <p:cNvPr id="796" name="Shape 796"/>
          <p:cNvSpPr/>
          <p:nvPr/>
        </p:nvSpPr>
        <p:spPr>
          <a:xfrm>
            <a:off x="18008995" y="8409154"/>
            <a:ext cx="767763" cy="77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112"/>
                </a:moveTo>
                <a:lnTo>
                  <a:pt x="14510" y="0"/>
                </a:lnTo>
                <a:lnTo>
                  <a:pt x="2054" y="12380"/>
                </a:lnTo>
                <a:lnTo>
                  <a:pt x="0" y="21600"/>
                </a:lnTo>
                <a:lnTo>
                  <a:pt x="9210" y="19427"/>
                </a:lnTo>
                <a:lnTo>
                  <a:pt x="21600" y="7112"/>
                </a:lnTo>
                <a:close/>
                <a:moveTo>
                  <a:pt x="8547" y="18110"/>
                </a:moveTo>
                <a:lnTo>
                  <a:pt x="7421" y="16990"/>
                </a:lnTo>
                <a:lnTo>
                  <a:pt x="18552" y="5993"/>
                </a:lnTo>
                <a:lnTo>
                  <a:pt x="19679" y="7112"/>
                </a:lnTo>
                <a:lnTo>
                  <a:pt x="8547" y="18110"/>
                </a:lnTo>
                <a:close/>
                <a:moveTo>
                  <a:pt x="4439" y="19098"/>
                </a:moveTo>
                <a:lnTo>
                  <a:pt x="2452" y="17122"/>
                </a:lnTo>
                <a:lnTo>
                  <a:pt x="3180" y="13698"/>
                </a:lnTo>
                <a:lnTo>
                  <a:pt x="6957" y="17451"/>
                </a:lnTo>
                <a:lnTo>
                  <a:pt x="7885" y="18307"/>
                </a:lnTo>
                <a:lnTo>
                  <a:pt x="4439" y="19098"/>
                </a:lnTo>
                <a:close/>
                <a:moveTo>
                  <a:pt x="18022" y="5466"/>
                </a:moveTo>
                <a:lnTo>
                  <a:pt x="6957" y="16463"/>
                </a:lnTo>
                <a:lnTo>
                  <a:pt x="5301" y="14883"/>
                </a:lnTo>
                <a:lnTo>
                  <a:pt x="16432" y="3885"/>
                </a:lnTo>
                <a:lnTo>
                  <a:pt x="18022" y="5466"/>
                </a:lnTo>
                <a:close/>
                <a:moveTo>
                  <a:pt x="14510" y="1976"/>
                </a:moveTo>
                <a:lnTo>
                  <a:pt x="15902" y="3359"/>
                </a:lnTo>
                <a:lnTo>
                  <a:pt x="4837" y="14356"/>
                </a:lnTo>
                <a:lnTo>
                  <a:pt x="3445" y="12973"/>
                </a:lnTo>
                <a:lnTo>
                  <a:pt x="14510" y="1976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7" name="Shape 797"/>
          <p:cNvSpPr/>
          <p:nvPr/>
        </p:nvSpPr>
        <p:spPr>
          <a:xfrm>
            <a:off x="16125825" y="9315057"/>
            <a:ext cx="4175127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Frases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frases importantes y relevantes para el público.</a:t>
            </a:r>
          </a:p>
        </p:txBody>
      </p:sp>
      <p:sp>
        <p:nvSpPr>
          <p:cNvPr id="798" name="Shape 798"/>
          <p:cNvSpPr/>
          <p:nvPr/>
        </p:nvSpPr>
        <p:spPr>
          <a:xfrm>
            <a:off x="18756659" y="6283092"/>
            <a:ext cx="5223622" cy="170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Encuentro digital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 encuentro con un especialista para responder preguntas público</a:t>
            </a:r>
          </a:p>
        </p:txBody>
      </p:sp>
      <p:sp>
        <p:nvSpPr>
          <p:cNvPr id="799" name="Shape 799"/>
          <p:cNvSpPr/>
          <p:nvPr/>
        </p:nvSpPr>
        <p:spPr>
          <a:xfrm>
            <a:off x="20686267" y="5215263"/>
            <a:ext cx="791960" cy="9647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2" h="21600" fill="norm" stroke="1" extrusionOk="0">
                <a:moveTo>
                  <a:pt x="15398" y="21600"/>
                </a:moveTo>
                <a:cubicBezTo>
                  <a:pt x="7699" y="21600"/>
                  <a:pt x="0" y="10800"/>
                  <a:pt x="0" y="5760"/>
                </a:cubicBezTo>
                <a:cubicBezTo>
                  <a:pt x="0" y="1260"/>
                  <a:pt x="3850" y="0"/>
                  <a:pt x="6202" y="0"/>
                </a:cubicBezTo>
                <a:cubicBezTo>
                  <a:pt x="6416" y="0"/>
                  <a:pt x="6630" y="0"/>
                  <a:pt x="6844" y="0"/>
                </a:cubicBezTo>
                <a:cubicBezTo>
                  <a:pt x="9410" y="360"/>
                  <a:pt x="10907" y="3780"/>
                  <a:pt x="10907" y="5040"/>
                </a:cubicBezTo>
                <a:cubicBezTo>
                  <a:pt x="10907" y="6480"/>
                  <a:pt x="9624" y="7020"/>
                  <a:pt x="8341" y="7560"/>
                </a:cubicBezTo>
                <a:cubicBezTo>
                  <a:pt x="7699" y="7740"/>
                  <a:pt x="7699" y="7740"/>
                  <a:pt x="7699" y="7740"/>
                </a:cubicBezTo>
                <a:cubicBezTo>
                  <a:pt x="7485" y="7920"/>
                  <a:pt x="7057" y="8280"/>
                  <a:pt x="7271" y="8280"/>
                </a:cubicBezTo>
                <a:cubicBezTo>
                  <a:pt x="7699" y="10620"/>
                  <a:pt x="8982" y="12420"/>
                  <a:pt x="11762" y="14400"/>
                </a:cubicBezTo>
                <a:cubicBezTo>
                  <a:pt x="11976" y="14580"/>
                  <a:pt x="12190" y="14580"/>
                  <a:pt x="12404" y="14580"/>
                </a:cubicBezTo>
                <a:cubicBezTo>
                  <a:pt x="12618" y="14580"/>
                  <a:pt x="13046" y="14400"/>
                  <a:pt x="13473" y="14220"/>
                </a:cubicBezTo>
                <a:cubicBezTo>
                  <a:pt x="13687" y="14040"/>
                  <a:pt x="13901" y="14040"/>
                  <a:pt x="13901" y="13860"/>
                </a:cubicBezTo>
                <a:cubicBezTo>
                  <a:pt x="14115" y="13860"/>
                  <a:pt x="14115" y="13860"/>
                  <a:pt x="14115" y="13860"/>
                </a:cubicBezTo>
                <a:cubicBezTo>
                  <a:pt x="14756" y="13680"/>
                  <a:pt x="15184" y="13500"/>
                  <a:pt x="15826" y="13500"/>
                </a:cubicBezTo>
                <a:cubicBezTo>
                  <a:pt x="16040" y="13500"/>
                  <a:pt x="16040" y="13500"/>
                  <a:pt x="16253" y="13500"/>
                </a:cubicBezTo>
                <a:cubicBezTo>
                  <a:pt x="17750" y="13500"/>
                  <a:pt x="20745" y="15480"/>
                  <a:pt x="21386" y="17460"/>
                </a:cubicBezTo>
                <a:cubicBezTo>
                  <a:pt x="21600" y="18180"/>
                  <a:pt x="21172" y="19080"/>
                  <a:pt x="20531" y="19800"/>
                </a:cubicBezTo>
                <a:cubicBezTo>
                  <a:pt x="19889" y="20520"/>
                  <a:pt x="18392" y="21600"/>
                  <a:pt x="15398" y="21600"/>
                </a:cubicBezTo>
                <a:close/>
                <a:moveTo>
                  <a:pt x="6202" y="1440"/>
                </a:moveTo>
                <a:cubicBezTo>
                  <a:pt x="5347" y="1440"/>
                  <a:pt x="1711" y="1620"/>
                  <a:pt x="1711" y="5760"/>
                </a:cubicBezTo>
                <a:cubicBezTo>
                  <a:pt x="1711" y="10080"/>
                  <a:pt x="8982" y="20160"/>
                  <a:pt x="15398" y="20160"/>
                </a:cubicBezTo>
                <a:cubicBezTo>
                  <a:pt x="17750" y="20160"/>
                  <a:pt x="18820" y="19440"/>
                  <a:pt x="19248" y="18900"/>
                </a:cubicBezTo>
                <a:cubicBezTo>
                  <a:pt x="19675" y="18360"/>
                  <a:pt x="19675" y="18000"/>
                  <a:pt x="19675" y="17820"/>
                </a:cubicBezTo>
                <a:cubicBezTo>
                  <a:pt x="19248" y="16380"/>
                  <a:pt x="16895" y="14940"/>
                  <a:pt x="16040" y="14940"/>
                </a:cubicBezTo>
                <a:cubicBezTo>
                  <a:pt x="16040" y="14940"/>
                  <a:pt x="15826" y="14940"/>
                  <a:pt x="15826" y="14940"/>
                </a:cubicBezTo>
                <a:cubicBezTo>
                  <a:pt x="15612" y="14940"/>
                  <a:pt x="15398" y="14940"/>
                  <a:pt x="14756" y="15120"/>
                </a:cubicBezTo>
                <a:cubicBezTo>
                  <a:pt x="14756" y="15300"/>
                  <a:pt x="14756" y="15300"/>
                  <a:pt x="14756" y="15300"/>
                </a:cubicBezTo>
                <a:cubicBezTo>
                  <a:pt x="14543" y="15300"/>
                  <a:pt x="14543" y="15300"/>
                  <a:pt x="14329" y="15480"/>
                </a:cubicBezTo>
                <a:cubicBezTo>
                  <a:pt x="13901" y="15660"/>
                  <a:pt x="13046" y="16020"/>
                  <a:pt x="12404" y="16020"/>
                </a:cubicBezTo>
                <a:cubicBezTo>
                  <a:pt x="11762" y="16020"/>
                  <a:pt x="11121" y="15840"/>
                  <a:pt x="10693" y="15480"/>
                </a:cubicBezTo>
                <a:cubicBezTo>
                  <a:pt x="7699" y="13320"/>
                  <a:pt x="5988" y="11160"/>
                  <a:pt x="5560" y="8640"/>
                </a:cubicBezTo>
                <a:cubicBezTo>
                  <a:pt x="5133" y="7560"/>
                  <a:pt x="6202" y="6840"/>
                  <a:pt x="7057" y="6480"/>
                </a:cubicBezTo>
                <a:cubicBezTo>
                  <a:pt x="7485" y="6300"/>
                  <a:pt x="7485" y="6300"/>
                  <a:pt x="7485" y="6300"/>
                </a:cubicBezTo>
                <a:cubicBezTo>
                  <a:pt x="8768" y="5760"/>
                  <a:pt x="9196" y="5580"/>
                  <a:pt x="9196" y="5040"/>
                </a:cubicBezTo>
                <a:cubicBezTo>
                  <a:pt x="9196" y="4140"/>
                  <a:pt x="7913" y="1620"/>
                  <a:pt x="6630" y="1440"/>
                </a:cubicBezTo>
                <a:cubicBezTo>
                  <a:pt x="6416" y="1440"/>
                  <a:pt x="6416" y="1440"/>
                  <a:pt x="6202" y="1440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Shape 800"/>
          <p:cNvSpPr/>
          <p:nvPr/>
        </p:nvSpPr>
        <p:spPr>
          <a:xfrm>
            <a:off x="1940629" y="5544560"/>
            <a:ext cx="1671686" cy="36350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937"/>
                </a:moveTo>
                <a:cubicBezTo>
                  <a:pt x="14400" y="6937"/>
                  <a:pt x="14400" y="6937"/>
                  <a:pt x="14400" y="6937"/>
                </a:cubicBezTo>
                <a:cubicBezTo>
                  <a:pt x="14400" y="4730"/>
                  <a:pt x="14400" y="4730"/>
                  <a:pt x="14400" y="4730"/>
                </a:cubicBezTo>
                <a:cubicBezTo>
                  <a:pt x="14400" y="3942"/>
                  <a:pt x="15429" y="3784"/>
                  <a:pt x="16457" y="3784"/>
                </a:cubicBezTo>
                <a:cubicBezTo>
                  <a:pt x="17143" y="3784"/>
                  <a:pt x="21600" y="3784"/>
                  <a:pt x="21600" y="3784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400" y="0"/>
                  <a:pt x="14400" y="0"/>
                  <a:pt x="14400" y="0"/>
                </a:cubicBezTo>
                <a:cubicBezTo>
                  <a:pt x="6514" y="0"/>
                  <a:pt x="4457" y="2838"/>
                  <a:pt x="4457" y="4572"/>
                </a:cubicBezTo>
                <a:cubicBezTo>
                  <a:pt x="4457" y="6937"/>
                  <a:pt x="4457" y="6937"/>
                  <a:pt x="4457" y="6937"/>
                </a:cubicBezTo>
                <a:cubicBezTo>
                  <a:pt x="0" y="6937"/>
                  <a:pt x="0" y="6937"/>
                  <a:pt x="0" y="6937"/>
                </a:cubicBezTo>
                <a:cubicBezTo>
                  <a:pt x="0" y="10721"/>
                  <a:pt x="0" y="10721"/>
                  <a:pt x="0" y="10721"/>
                </a:cubicBezTo>
                <a:cubicBezTo>
                  <a:pt x="4457" y="10721"/>
                  <a:pt x="4457" y="10721"/>
                  <a:pt x="4457" y="10721"/>
                </a:cubicBezTo>
                <a:cubicBezTo>
                  <a:pt x="4457" y="15609"/>
                  <a:pt x="4457" y="21600"/>
                  <a:pt x="4457" y="21600"/>
                </a:cubicBezTo>
                <a:cubicBezTo>
                  <a:pt x="14400" y="21600"/>
                  <a:pt x="14400" y="21600"/>
                  <a:pt x="14400" y="21600"/>
                </a:cubicBezTo>
                <a:cubicBezTo>
                  <a:pt x="14400" y="21600"/>
                  <a:pt x="14400" y="15609"/>
                  <a:pt x="14400" y="10721"/>
                </a:cubicBezTo>
                <a:cubicBezTo>
                  <a:pt x="20914" y="10721"/>
                  <a:pt x="20914" y="10721"/>
                  <a:pt x="20914" y="10721"/>
                </a:cubicBezTo>
                <a:lnTo>
                  <a:pt x="21600" y="693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2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4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83" grpId="13"/>
      <p:bldP build="whole" bldLvl="1" animBg="1" rev="0" advAuto="0" spid="795" grpId="15"/>
      <p:bldP build="whole" bldLvl="1" animBg="1" rev="0" advAuto="0" spid="762" grpId="6"/>
      <p:bldP build="whole" bldLvl="1" animBg="1" rev="0" advAuto="0" spid="765" grpId="9"/>
      <p:bldP build="whole" bldLvl="1" animBg="1" rev="0" advAuto="0" spid="796" grpId="16"/>
      <p:bldP build="whole" bldLvl="1" animBg="1" rev="0" advAuto="0" spid="749" grpId="1"/>
      <p:bldP build="whole" bldLvl="1" animBg="1" rev="0" advAuto="0" spid="763" grpId="7"/>
      <p:bldP build="whole" bldLvl="1" animBg="1" rev="0" advAuto="0" spid="787" grpId="14"/>
      <p:bldP build="whole" bldLvl="1" animBg="1" rev="0" advAuto="0" spid="798" grpId="18"/>
      <p:bldP build="whole" bldLvl="1" animBg="1" rev="0" advAuto="0" spid="767" grpId="11"/>
      <p:bldP build="whole" bldLvl="1" animBg="1" rev="0" advAuto="0" spid="768" grpId="12"/>
      <p:bldP build="whole" bldLvl="1" animBg="1" rev="0" advAuto="0" spid="761" grpId="5"/>
      <p:bldP build="whole" bldLvl="1" animBg="1" rev="0" advAuto="0" spid="766" grpId="10"/>
      <p:bldP build="whole" bldLvl="1" animBg="1" rev="0" advAuto="0" spid="764" grpId="8"/>
      <p:bldP build="whole" bldLvl="1" animBg="1" rev="0" advAuto="0" spid="758" grpId="2"/>
      <p:bldP build="whole" bldLvl="1" animBg="1" rev="0" advAuto="0" spid="759" grpId="3"/>
      <p:bldP build="whole" bldLvl="1" animBg="1" rev="0" advAuto="0" spid="797" grpId="17"/>
      <p:bldP build="whole" bldLvl="1" animBg="1" rev="0" advAuto="0" spid="760" grpId="4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802"/>
          <p:cNvSpPr/>
          <p:nvPr/>
        </p:nvSpPr>
        <p:spPr>
          <a:xfrm>
            <a:off x="601230" y="923859"/>
            <a:ext cx="1024341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¿Por qué presencia en Twitter?</a:t>
            </a:r>
          </a:p>
        </p:txBody>
      </p:sp>
      <p:grpSp>
        <p:nvGrpSpPr>
          <p:cNvPr id="811" name="Group 811"/>
          <p:cNvGrpSpPr/>
          <p:nvPr/>
        </p:nvGrpSpPr>
        <p:grpSpPr>
          <a:xfrm>
            <a:off x="4159941" y="146283"/>
            <a:ext cx="2851791" cy="2753235"/>
            <a:chOff x="0" y="0"/>
            <a:chExt cx="2851789" cy="2753234"/>
          </a:xfrm>
        </p:grpSpPr>
        <p:grpSp>
          <p:nvGrpSpPr>
            <p:cNvPr id="806" name="Group 806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803" name="Shape 803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04" name="Shape 804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05" name="Shape 805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810" name="Group 810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807" name="Shape 807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09" name="Shape 809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814" name="Group 814"/>
          <p:cNvGrpSpPr/>
          <p:nvPr/>
        </p:nvGrpSpPr>
        <p:grpSpPr>
          <a:xfrm>
            <a:off x="1091975" y="3738681"/>
            <a:ext cx="1008001" cy="1008001"/>
            <a:chOff x="0" y="0"/>
            <a:chExt cx="1008000" cy="1008000"/>
          </a:xfrm>
        </p:grpSpPr>
        <p:sp>
          <p:nvSpPr>
            <p:cNvPr id="812" name="Shape 812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13" name="Shape 813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1</a:t>
              </a:r>
            </a:p>
          </p:txBody>
        </p:sp>
      </p:grpSp>
      <p:sp>
        <p:nvSpPr>
          <p:cNvPr id="815" name="Shape 815"/>
          <p:cNvSpPr/>
          <p:nvPr/>
        </p:nvSpPr>
        <p:spPr>
          <a:xfrm>
            <a:off x="2272788" y="3699121"/>
            <a:ext cx="6187208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Twitter es la segunda red social más utilizada en España.</a:t>
            </a:r>
          </a:p>
        </p:txBody>
      </p:sp>
      <p:grpSp>
        <p:nvGrpSpPr>
          <p:cNvPr id="818" name="Group 818"/>
          <p:cNvGrpSpPr/>
          <p:nvPr/>
        </p:nvGrpSpPr>
        <p:grpSpPr>
          <a:xfrm>
            <a:off x="1091975" y="5437259"/>
            <a:ext cx="1008001" cy="1008001"/>
            <a:chOff x="0" y="0"/>
            <a:chExt cx="1008000" cy="1008000"/>
          </a:xfrm>
        </p:grpSpPr>
        <p:sp>
          <p:nvSpPr>
            <p:cNvPr id="816" name="Shape 816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17" name="Shape 817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2</a:t>
              </a:r>
            </a:p>
          </p:txBody>
        </p:sp>
      </p:grpSp>
      <p:sp>
        <p:nvSpPr>
          <p:cNvPr id="819" name="Shape 819"/>
          <p:cNvSpPr/>
          <p:nvPr/>
        </p:nvSpPr>
        <p:spPr>
          <a:xfrm>
            <a:off x="2272788" y="5259270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72% de los usuarios de Twitter que siguen a una marca son más propensos a comprar sus productos</a:t>
            </a:r>
          </a:p>
        </p:txBody>
      </p:sp>
      <p:grpSp>
        <p:nvGrpSpPr>
          <p:cNvPr id="822" name="Group 822"/>
          <p:cNvGrpSpPr/>
          <p:nvPr/>
        </p:nvGrpSpPr>
        <p:grpSpPr>
          <a:xfrm>
            <a:off x="1091975" y="6993880"/>
            <a:ext cx="1008001" cy="1008001"/>
            <a:chOff x="0" y="0"/>
            <a:chExt cx="1008000" cy="1008000"/>
          </a:xfrm>
        </p:grpSpPr>
        <p:sp>
          <p:nvSpPr>
            <p:cNvPr id="820" name="Shape 820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1" name="Shape 821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3</a:t>
              </a:r>
            </a:p>
          </p:txBody>
        </p:sp>
      </p:grpSp>
      <p:sp>
        <p:nvSpPr>
          <p:cNvPr id="823" name="Shape 823"/>
          <p:cNvSpPr/>
          <p:nvPr/>
        </p:nvSpPr>
        <p:spPr>
          <a:xfrm>
            <a:off x="2272788" y="6954320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47% de los usuarios de Twitter que siguen a una marca están más abiertos a visitar la página web de la marca</a:t>
            </a:r>
          </a:p>
        </p:txBody>
      </p:sp>
      <p:grpSp>
        <p:nvGrpSpPr>
          <p:cNvPr id="826" name="Group 826"/>
          <p:cNvGrpSpPr/>
          <p:nvPr/>
        </p:nvGrpSpPr>
        <p:grpSpPr>
          <a:xfrm>
            <a:off x="1091975" y="8692458"/>
            <a:ext cx="1008001" cy="1008001"/>
            <a:chOff x="0" y="0"/>
            <a:chExt cx="1008000" cy="1008000"/>
          </a:xfrm>
        </p:grpSpPr>
        <p:sp>
          <p:nvSpPr>
            <p:cNvPr id="824" name="Shape 824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5" name="Shape 825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4</a:t>
              </a:r>
            </a:p>
          </p:txBody>
        </p:sp>
      </p:grpSp>
      <p:sp>
        <p:nvSpPr>
          <p:cNvPr id="827" name="Shape 827"/>
          <p:cNvSpPr/>
          <p:nvPr/>
        </p:nvSpPr>
        <p:spPr>
          <a:xfrm>
            <a:off x="2272788" y="8652898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Hay más de 270 millones de usuarios activos en Twitter.</a:t>
            </a:r>
          </a:p>
        </p:txBody>
      </p:sp>
      <p:sp>
        <p:nvSpPr>
          <p:cNvPr id="828" name="Shape 828"/>
          <p:cNvSpPr/>
          <p:nvPr/>
        </p:nvSpPr>
        <p:spPr>
          <a:xfrm>
            <a:off x="18615025" y="0"/>
            <a:ext cx="5552945" cy="13716001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9" name="Shape 829"/>
          <p:cNvSpPr/>
          <p:nvPr/>
        </p:nvSpPr>
        <p:spPr>
          <a:xfrm>
            <a:off x="19454762" y="4680100"/>
            <a:ext cx="4175128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Twitter</a:t>
            </a:r>
          </a:p>
        </p:txBody>
      </p:sp>
      <p:sp>
        <p:nvSpPr>
          <p:cNvPr id="830" name="Shape 830"/>
          <p:cNvSpPr/>
          <p:nvPr/>
        </p:nvSpPr>
        <p:spPr>
          <a:xfrm>
            <a:off x="19562325" y="5420534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833" name="Group 833"/>
          <p:cNvGrpSpPr/>
          <p:nvPr/>
        </p:nvGrpSpPr>
        <p:grpSpPr>
          <a:xfrm>
            <a:off x="8632809" y="3738681"/>
            <a:ext cx="1008001" cy="1008001"/>
            <a:chOff x="0" y="0"/>
            <a:chExt cx="1008000" cy="1008000"/>
          </a:xfrm>
        </p:grpSpPr>
        <p:sp>
          <p:nvSpPr>
            <p:cNvPr id="831" name="Shape 831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32" name="Shape 832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5</a:t>
              </a:r>
            </a:p>
          </p:txBody>
        </p:sp>
      </p:grpSp>
      <p:sp>
        <p:nvSpPr>
          <p:cNvPr id="834" name="Shape 834"/>
          <p:cNvSpPr/>
          <p:nvPr/>
        </p:nvSpPr>
        <p:spPr>
          <a:xfrm>
            <a:off x="9813622" y="3699121"/>
            <a:ext cx="6187208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Los usuarios de Twitter que utilizan dispositivos móviles son más activos</a:t>
            </a:r>
          </a:p>
        </p:txBody>
      </p:sp>
      <p:grpSp>
        <p:nvGrpSpPr>
          <p:cNvPr id="837" name="Group 837"/>
          <p:cNvGrpSpPr/>
          <p:nvPr/>
        </p:nvGrpSpPr>
        <p:grpSpPr>
          <a:xfrm>
            <a:off x="8632809" y="5437259"/>
            <a:ext cx="1008001" cy="1008001"/>
            <a:chOff x="0" y="0"/>
            <a:chExt cx="1008000" cy="1008000"/>
          </a:xfrm>
        </p:grpSpPr>
        <p:sp>
          <p:nvSpPr>
            <p:cNvPr id="835" name="Shape 835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36" name="Shape 836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6</a:t>
              </a:r>
            </a:p>
          </p:txBody>
        </p:sp>
      </p:grpSp>
      <p:sp>
        <p:nvSpPr>
          <p:cNvPr id="838" name="Shape 838"/>
          <p:cNvSpPr/>
          <p:nvPr/>
        </p:nvSpPr>
        <p:spPr>
          <a:xfrm>
            <a:off x="9813622" y="5456120"/>
            <a:ext cx="5350515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Cada día se envían 500 millones de tweets</a:t>
            </a:r>
          </a:p>
        </p:txBody>
      </p:sp>
      <p:grpSp>
        <p:nvGrpSpPr>
          <p:cNvPr id="841" name="Group 841"/>
          <p:cNvGrpSpPr/>
          <p:nvPr/>
        </p:nvGrpSpPr>
        <p:grpSpPr>
          <a:xfrm>
            <a:off x="8632809" y="6993880"/>
            <a:ext cx="1008001" cy="1008001"/>
            <a:chOff x="0" y="0"/>
            <a:chExt cx="1008000" cy="1008000"/>
          </a:xfrm>
        </p:grpSpPr>
        <p:sp>
          <p:nvSpPr>
            <p:cNvPr id="839" name="Shape 839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40" name="Shape 840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7</a:t>
              </a:r>
            </a:p>
          </p:txBody>
        </p:sp>
      </p:grpSp>
      <p:sp>
        <p:nvSpPr>
          <p:cNvPr id="842" name="Shape 842"/>
          <p:cNvSpPr/>
          <p:nvPr/>
        </p:nvSpPr>
        <p:spPr>
          <a:xfrm>
            <a:off x="9813622" y="6954320"/>
            <a:ext cx="5350515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10% de las cuentas en Twitter son de empresas.</a:t>
            </a:r>
          </a:p>
        </p:txBody>
      </p:sp>
      <p:grpSp>
        <p:nvGrpSpPr>
          <p:cNvPr id="845" name="Group 845"/>
          <p:cNvGrpSpPr/>
          <p:nvPr/>
        </p:nvGrpSpPr>
        <p:grpSpPr>
          <a:xfrm>
            <a:off x="8632809" y="8692458"/>
            <a:ext cx="1008001" cy="1008001"/>
            <a:chOff x="0" y="0"/>
            <a:chExt cx="1008000" cy="1008000"/>
          </a:xfrm>
        </p:grpSpPr>
        <p:sp>
          <p:nvSpPr>
            <p:cNvPr id="843" name="Shape 843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44" name="Shape 844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8</a:t>
              </a:r>
            </a:p>
          </p:txBody>
        </p:sp>
      </p:grpSp>
      <p:sp>
        <p:nvSpPr>
          <p:cNvPr id="846" name="Shape 846"/>
          <p:cNvSpPr/>
          <p:nvPr/>
        </p:nvSpPr>
        <p:spPr>
          <a:xfrm>
            <a:off x="9813622" y="8652898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España es el noveno país que más utiliza Twitter.</a:t>
            </a:r>
          </a:p>
        </p:txBody>
      </p:sp>
      <p:sp>
        <p:nvSpPr>
          <p:cNvPr id="847" name="Shape 847"/>
          <p:cNvSpPr/>
          <p:nvPr/>
        </p:nvSpPr>
        <p:spPr>
          <a:xfrm>
            <a:off x="780747" y="10837699"/>
            <a:ext cx="12113358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Datos extraídos de: DMR, Webempresa</a:t>
            </a:r>
          </a:p>
        </p:txBody>
      </p:sp>
      <p:sp>
        <p:nvSpPr>
          <p:cNvPr id="848" name="Shape 848"/>
          <p:cNvSpPr/>
          <p:nvPr/>
        </p:nvSpPr>
        <p:spPr>
          <a:xfrm>
            <a:off x="20168465" y="6094880"/>
            <a:ext cx="2747724" cy="223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439"/>
                </a:moveTo>
                <a:cubicBezTo>
                  <a:pt x="20894" y="2961"/>
                  <a:pt x="20047" y="3135"/>
                  <a:pt x="19059" y="3310"/>
                </a:cubicBezTo>
                <a:cubicBezTo>
                  <a:pt x="20047" y="2613"/>
                  <a:pt x="20753" y="1568"/>
                  <a:pt x="21035" y="348"/>
                </a:cubicBezTo>
                <a:cubicBezTo>
                  <a:pt x="20188" y="871"/>
                  <a:pt x="19200" y="1394"/>
                  <a:pt x="18212" y="1568"/>
                </a:cubicBezTo>
                <a:cubicBezTo>
                  <a:pt x="17506" y="523"/>
                  <a:pt x="16235" y="0"/>
                  <a:pt x="14965" y="0"/>
                </a:cubicBezTo>
                <a:cubicBezTo>
                  <a:pt x="12565" y="0"/>
                  <a:pt x="10588" y="2439"/>
                  <a:pt x="10588" y="5400"/>
                </a:cubicBezTo>
                <a:cubicBezTo>
                  <a:pt x="10588" y="5748"/>
                  <a:pt x="10588" y="6271"/>
                  <a:pt x="10729" y="6619"/>
                </a:cubicBezTo>
                <a:cubicBezTo>
                  <a:pt x="7059" y="6445"/>
                  <a:pt x="3671" y="4181"/>
                  <a:pt x="1553" y="871"/>
                </a:cubicBezTo>
                <a:cubicBezTo>
                  <a:pt x="1129" y="1742"/>
                  <a:pt x="988" y="2613"/>
                  <a:pt x="988" y="3658"/>
                </a:cubicBezTo>
                <a:cubicBezTo>
                  <a:pt x="988" y="5574"/>
                  <a:pt x="1694" y="7316"/>
                  <a:pt x="2965" y="8187"/>
                </a:cubicBezTo>
                <a:cubicBezTo>
                  <a:pt x="2259" y="8187"/>
                  <a:pt x="1553" y="8013"/>
                  <a:pt x="847" y="7490"/>
                </a:cubicBezTo>
                <a:cubicBezTo>
                  <a:pt x="847" y="7490"/>
                  <a:pt x="847" y="7665"/>
                  <a:pt x="847" y="7665"/>
                </a:cubicBezTo>
                <a:cubicBezTo>
                  <a:pt x="847" y="10277"/>
                  <a:pt x="2400" y="12542"/>
                  <a:pt x="4518" y="12890"/>
                </a:cubicBezTo>
                <a:cubicBezTo>
                  <a:pt x="4094" y="13065"/>
                  <a:pt x="3671" y="13239"/>
                  <a:pt x="3247" y="13239"/>
                </a:cubicBezTo>
                <a:cubicBezTo>
                  <a:pt x="2965" y="13239"/>
                  <a:pt x="2682" y="13065"/>
                  <a:pt x="2400" y="13065"/>
                </a:cubicBezTo>
                <a:cubicBezTo>
                  <a:pt x="2965" y="15155"/>
                  <a:pt x="4659" y="16897"/>
                  <a:pt x="6635" y="16897"/>
                </a:cubicBezTo>
                <a:cubicBezTo>
                  <a:pt x="5082" y="18290"/>
                  <a:pt x="3247" y="19161"/>
                  <a:pt x="1129" y="19161"/>
                </a:cubicBezTo>
                <a:cubicBezTo>
                  <a:pt x="706" y="19161"/>
                  <a:pt x="424" y="19161"/>
                  <a:pt x="0" y="19161"/>
                </a:cubicBezTo>
                <a:cubicBezTo>
                  <a:pt x="1976" y="20729"/>
                  <a:pt x="4376" y="21600"/>
                  <a:pt x="6776" y="21600"/>
                </a:cubicBezTo>
                <a:cubicBezTo>
                  <a:pt x="14965" y="21600"/>
                  <a:pt x="19482" y="13239"/>
                  <a:pt x="19482" y="6097"/>
                </a:cubicBezTo>
                <a:cubicBezTo>
                  <a:pt x="19482" y="5748"/>
                  <a:pt x="19482" y="5574"/>
                  <a:pt x="19482" y="5400"/>
                </a:cubicBezTo>
                <a:cubicBezTo>
                  <a:pt x="20329" y="4529"/>
                  <a:pt x="21035" y="3658"/>
                  <a:pt x="21600" y="243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75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75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75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75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75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75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25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75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75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25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750"/>
                            </p:stCondLst>
                            <p:childTnLst>
                              <p:par>
                                <p:cTn id="78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75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000"/>
                            </p:stCondLst>
                            <p:childTnLst>
                              <p:par>
                                <p:cTn id="86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34" grpId="14"/>
      <p:bldP build="whole" bldLvl="1" animBg="1" rev="0" advAuto="0" spid="819" grpId="6"/>
      <p:bldP build="whole" bldLvl="1" animBg="1" rev="0" advAuto="0" spid="845" grpId="19"/>
      <p:bldP build="whole" bldLvl="1" animBg="1" rev="0" advAuto="0" spid="822" grpId="7"/>
      <p:bldP build="whole" bldLvl="1" animBg="1" rev="0" advAuto="0" spid="846" grpId="20"/>
      <p:bldP build="whole" bldLvl="1" animBg="1" rev="0" advAuto="0" spid="837" grpId="15"/>
      <p:bldP build="whole" bldLvl="1" animBg="1" rev="0" advAuto="0" spid="815" grpId="4"/>
      <p:bldP build="whole" bldLvl="1" animBg="1" rev="0" advAuto="0" spid="827" grpId="10"/>
      <p:bldP build="whole" bldLvl="1" animBg="1" rev="0" advAuto="0" spid="838" grpId="16"/>
      <p:bldP build="whole" bldLvl="1" animBg="1" rev="0" advAuto="0" spid="818" grpId="5"/>
      <p:bldP build="whole" bldLvl="1" animBg="1" rev="0" advAuto="0" spid="830" grpId="12"/>
      <p:bldP build="whole" bldLvl="1" animBg="1" rev="0" advAuto="0" spid="823" grpId="8"/>
      <p:bldP build="whole" bldLvl="1" animBg="1" rev="0" advAuto="0" spid="847" grpId="21"/>
      <p:bldP build="whole" bldLvl="1" animBg="1" rev="0" advAuto="0" spid="802" grpId="1"/>
      <p:bldP build="whole" bldLvl="1" animBg="1" rev="0" advAuto="0" spid="814" grpId="3"/>
      <p:bldP build="whole" bldLvl="1" animBg="1" rev="0" advAuto="0" spid="811" grpId="2"/>
      <p:bldP build="whole" bldLvl="1" animBg="1" rev="0" advAuto="0" spid="826" grpId="9"/>
      <p:bldP build="whole" bldLvl="1" animBg="1" rev="0" advAuto="0" spid="841" grpId="17"/>
      <p:bldP build="whole" bldLvl="1" animBg="1" rev="0" advAuto="0" spid="829" grpId="11"/>
      <p:bldP build="whole" bldLvl="1" animBg="1" rev="0" advAuto="0" spid="842" grpId="18"/>
      <p:bldP build="whole" bldLvl="1" animBg="1" rev="0" advAuto="0" spid="833" grpId="1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Shape 850"/>
          <p:cNvSpPr/>
          <p:nvPr/>
        </p:nvSpPr>
        <p:spPr>
          <a:xfrm>
            <a:off x="18765854" y="0"/>
            <a:ext cx="5552945" cy="13716001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1" name="Shape 851"/>
          <p:cNvSpPr/>
          <p:nvPr/>
        </p:nvSpPr>
        <p:spPr>
          <a:xfrm>
            <a:off x="19454762" y="4680100"/>
            <a:ext cx="4175128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Twitter</a:t>
            </a:r>
          </a:p>
        </p:txBody>
      </p:sp>
      <p:sp>
        <p:nvSpPr>
          <p:cNvPr id="852" name="Shape 852"/>
          <p:cNvSpPr/>
          <p:nvPr/>
        </p:nvSpPr>
        <p:spPr>
          <a:xfrm>
            <a:off x="19562325" y="5420534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53" name="Shape 853"/>
          <p:cNvSpPr/>
          <p:nvPr/>
        </p:nvSpPr>
        <p:spPr>
          <a:xfrm>
            <a:off x="20168465" y="6094880"/>
            <a:ext cx="2747724" cy="223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439"/>
                </a:moveTo>
                <a:cubicBezTo>
                  <a:pt x="20894" y="2961"/>
                  <a:pt x="20047" y="3135"/>
                  <a:pt x="19059" y="3310"/>
                </a:cubicBezTo>
                <a:cubicBezTo>
                  <a:pt x="20047" y="2613"/>
                  <a:pt x="20753" y="1568"/>
                  <a:pt x="21035" y="348"/>
                </a:cubicBezTo>
                <a:cubicBezTo>
                  <a:pt x="20188" y="871"/>
                  <a:pt x="19200" y="1394"/>
                  <a:pt x="18212" y="1568"/>
                </a:cubicBezTo>
                <a:cubicBezTo>
                  <a:pt x="17506" y="523"/>
                  <a:pt x="16235" y="0"/>
                  <a:pt x="14965" y="0"/>
                </a:cubicBezTo>
                <a:cubicBezTo>
                  <a:pt x="12565" y="0"/>
                  <a:pt x="10588" y="2439"/>
                  <a:pt x="10588" y="5400"/>
                </a:cubicBezTo>
                <a:cubicBezTo>
                  <a:pt x="10588" y="5748"/>
                  <a:pt x="10588" y="6271"/>
                  <a:pt x="10729" y="6619"/>
                </a:cubicBezTo>
                <a:cubicBezTo>
                  <a:pt x="7059" y="6445"/>
                  <a:pt x="3671" y="4181"/>
                  <a:pt x="1553" y="871"/>
                </a:cubicBezTo>
                <a:cubicBezTo>
                  <a:pt x="1129" y="1742"/>
                  <a:pt x="988" y="2613"/>
                  <a:pt x="988" y="3658"/>
                </a:cubicBezTo>
                <a:cubicBezTo>
                  <a:pt x="988" y="5574"/>
                  <a:pt x="1694" y="7316"/>
                  <a:pt x="2965" y="8187"/>
                </a:cubicBezTo>
                <a:cubicBezTo>
                  <a:pt x="2259" y="8187"/>
                  <a:pt x="1553" y="8013"/>
                  <a:pt x="847" y="7490"/>
                </a:cubicBezTo>
                <a:cubicBezTo>
                  <a:pt x="847" y="7490"/>
                  <a:pt x="847" y="7665"/>
                  <a:pt x="847" y="7665"/>
                </a:cubicBezTo>
                <a:cubicBezTo>
                  <a:pt x="847" y="10277"/>
                  <a:pt x="2400" y="12542"/>
                  <a:pt x="4518" y="12890"/>
                </a:cubicBezTo>
                <a:cubicBezTo>
                  <a:pt x="4094" y="13065"/>
                  <a:pt x="3671" y="13239"/>
                  <a:pt x="3247" y="13239"/>
                </a:cubicBezTo>
                <a:cubicBezTo>
                  <a:pt x="2965" y="13239"/>
                  <a:pt x="2682" y="13065"/>
                  <a:pt x="2400" y="13065"/>
                </a:cubicBezTo>
                <a:cubicBezTo>
                  <a:pt x="2965" y="15155"/>
                  <a:pt x="4659" y="16897"/>
                  <a:pt x="6635" y="16897"/>
                </a:cubicBezTo>
                <a:cubicBezTo>
                  <a:pt x="5082" y="18290"/>
                  <a:pt x="3247" y="19161"/>
                  <a:pt x="1129" y="19161"/>
                </a:cubicBezTo>
                <a:cubicBezTo>
                  <a:pt x="706" y="19161"/>
                  <a:pt x="424" y="19161"/>
                  <a:pt x="0" y="19161"/>
                </a:cubicBezTo>
                <a:cubicBezTo>
                  <a:pt x="1976" y="20729"/>
                  <a:pt x="4376" y="21600"/>
                  <a:pt x="6776" y="21600"/>
                </a:cubicBezTo>
                <a:cubicBezTo>
                  <a:pt x="14965" y="21600"/>
                  <a:pt x="19482" y="13239"/>
                  <a:pt x="19482" y="6097"/>
                </a:cubicBezTo>
                <a:cubicBezTo>
                  <a:pt x="19482" y="5748"/>
                  <a:pt x="19482" y="5574"/>
                  <a:pt x="19482" y="5400"/>
                </a:cubicBezTo>
                <a:cubicBezTo>
                  <a:pt x="20329" y="4529"/>
                  <a:pt x="21035" y="3658"/>
                  <a:pt x="21600" y="243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4" name="Shape 854"/>
          <p:cNvSpPr/>
          <p:nvPr/>
        </p:nvSpPr>
        <p:spPr>
          <a:xfrm>
            <a:off x="11043051" y="-688610"/>
            <a:ext cx="1" cy="2149893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headEnd type="oval"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55" name="Shape 855"/>
          <p:cNvSpPr/>
          <p:nvPr/>
        </p:nvSpPr>
        <p:spPr>
          <a:xfrm>
            <a:off x="11043051" y="1377687"/>
            <a:ext cx="1" cy="1976599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56" name="Shape 856"/>
          <p:cNvSpPr/>
          <p:nvPr/>
        </p:nvSpPr>
        <p:spPr>
          <a:xfrm>
            <a:off x="11043051" y="3208296"/>
            <a:ext cx="1" cy="1976599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57" name="Shape 857"/>
          <p:cNvSpPr/>
          <p:nvPr/>
        </p:nvSpPr>
        <p:spPr>
          <a:xfrm>
            <a:off x="11043052" y="5124409"/>
            <a:ext cx="1" cy="1830285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58" name="Shape 858"/>
          <p:cNvSpPr/>
          <p:nvPr/>
        </p:nvSpPr>
        <p:spPr>
          <a:xfrm>
            <a:off x="11043052" y="6930889"/>
            <a:ext cx="1" cy="1830285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867" name="Group 867"/>
          <p:cNvGrpSpPr/>
          <p:nvPr/>
        </p:nvGrpSpPr>
        <p:grpSpPr>
          <a:xfrm>
            <a:off x="11609577" y="952591"/>
            <a:ext cx="683241" cy="902227"/>
            <a:chOff x="0" y="0"/>
            <a:chExt cx="683240" cy="902226"/>
          </a:xfrm>
        </p:grpSpPr>
        <p:sp>
          <p:nvSpPr>
            <p:cNvPr id="859" name="Shape 859"/>
            <p:cNvSpPr/>
            <p:nvPr/>
          </p:nvSpPr>
          <p:spPr>
            <a:xfrm>
              <a:off x="113872" y="619003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75" y="0"/>
                  </a:move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600" y="21600"/>
                    <a:pt x="21600" y="16200"/>
                    <a:pt x="21600" y="10800"/>
                  </a:cubicBezTo>
                  <a:cubicBezTo>
                    <a:pt x="21600" y="5400"/>
                    <a:pt x="21600" y="0"/>
                    <a:pt x="20925" y="0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0" name="Shape 860"/>
            <p:cNvSpPr/>
            <p:nvPr/>
          </p:nvSpPr>
          <p:spPr>
            <a:xfrm>
              <a:off x="113872" y="70367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925" y="0"/>
                  </a:move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600" y="21600"/>
                    <a:pt x="21600" y="16200"/>
                    <a:pt x="21600" y="10800"/>
                  </a:cubicBezTo>
                  <a:cubicBezTo>
                    <a:pt x="21600" y="5400"/>
                    <a:pt x="21600" y="0"/>
                    <a:pt x="20925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1" name="Shape 861"/>
            <p:cNvSpPr/>
            <p:nvPr/>
          </p:nvSpPr>
          <p:spPr>
            <a:xfrm>
              <a:off x="-1" y="0"/>
              <a:ext cx="683242" cy="902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650" y="338"/>
                  </a:moveTo>
                  <a:cubicBezTo>
                    <a:pt x="16200" y="169"/>
                    <a:pt x="15750" y="0"/>
                    <a:pt x="15300" y="0"/>
                  </a:cubicBezTo>
                  <a:cubicBezTo>
                    <a:pt x="2700" y="0"/>
                    <a:pt x="2700" y="0"/>
                    <a:pt x="2700" y="0"/>
                  </a:cubicBezTo>
                  <a:cubicBezTo>
                    <a:pt x="1125" y="0"/>
                    <a:pt x="0" y="844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587"/>
                    <a:pt x="1125" y="21600"/>
                    <a:pt x="2700" y="21600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20250" y="21600"/>
                    <a:pt x="21600" y="20587"/>
                    <a:pt x="21600" y="19575"/>
                  </a:cubicBezTo>
                  <a:cubicBezTo>
                    <a:pt x="21600" y="5400"/>
                    <a:pt x="21600" y="5400"/>
                    <a:pt x="21600" y="5400"/>
                  </a:cubicBezTo>
                  <a:cubicBezTo>
                    <a:pt x="21600" y="4725"/>
                    <a:pt x="21600" y="4387"/>
                    <a:pt x="16650" y="338"/>
                  </a:cubicBezTo>
                  <a:close/>
                  <a:moveTo>
                    <a:pt x="16200" y="2025"/>
                  </a:moveTo>
                  <a:cubicBezTo>
                    <a:pt x="17100" y="2869"/>
                    <a:pt x="18450" y="3881"/>
                    <a:pt x="19125" y="4725"/>
                  </a:cubicBezTo>
                  <a:cubicBezTo>
                    <a:pt x="16200" y="4725"/>
                    <a:pt x="16200" y="4725"/>
                    <a:pt x="16200" y="4725"/>
                  </a:cubicBezTo>
                  <a:lnTo>
                    <a:pt x="16200" y="2025"/>
                  </a:lnTo>
                  <a:close/>
                  <a:moveTo>
                    <a:pt x="19800" y="19575"/>
                  </a:moveTo>
                  <a:cubicBezTo>
                    <a:pt x="19800" y="19912"/>
                    <a:pt x="19350" y="20250"/>
                    <a:pt x="18900" y="20250"/>
                  </a:cubicBezTo>
                  <a:cubicBezTo>
                    <a:pt x="2700" y="20250"/>
                    <a:pt x="2700" y="20250"/>
                    <a:pt x="2700" y="20250"/>
                  </a:cubicBezTo>
                  <a:cubicBezTo>
                    <a:pt x="2250" y="20250"/>
                    <a:pt x="1800" y="19912"/>
                    <a:pt x="1800" y="19575"/>
                  </a:cubicBezTo>
                  <a:cubicBezTo>
                    <a:pt x="1800" y="2025"/>
                    <a:pt x="1800" y="2025"/>
                    <a:pt x="1800" y="2025"/>
                  </a:cubicBezTo>
                  <a:cubicBezTo>
                    <a:pt x="1800" y="1519"/>
                    <a:pt x="2250" y="1350"/>
                    <a:pt x="2700" y="1350"/>
                  </a:cubicBezTo>
                  <a:cubicBezTo>
                    <a:pt x="14400" y="1350"/>
                    <a:pt x="14400" y="1350"/>
                    <a:pt x="14400" y="1350"/>
                  </a:cubicBezTo>
                  <a:cubicBezTo>
                    <a:pt x="14400" y="6075"/>
                    <a:pt x="14400" y="6075"/>
                    <a:pt x="14400" y="6075"/>
                  </a:cubicBezTo>
                  <a:cubicBezTo>
                    <a:pt x="19800" y="6075"/>
                    <a:pt x="19800" y="6075"/>
                    <a:pt x="19800" y="6075"/>
                  </a:cubicBezTo>
                  <a:lnTo>
                    <a:pt x="19800" y="19575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2" name="Shape 862"/>
            <p:cNvSpPr/>
            <p:nvPr/>
          </p:nvSpPr>
          <p:spPr>
            <a:xfrm>
              <a:off x="113872" y="140151"/>
              <a:ext cx="286144" cy="58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" y="21600"/>
                  </a:moveTo>
                  <a:cubicBezTo>
                    <a:pt x="19440" y="21600"/>
                    <a:pt x="19440" y="21600"/>
                    <a:pt x="19440" y="21600"/>
                  </a:cubicBezTo>
                  <a:cubicBezTo>
                    <a:pt x="20520" y="21600"/>
                    <a:pt x="21600" y="16200"/>
                    <a:pt x="21600" y="10800"/>
                  </a:cubicBezTo>
                  <a:cubicBezTo>
                    <a:pt x="21600" y="2700"/>
                    <a:pt x="20520" y="0"/>
                    <a:pt x="19440" y="0"/>
                  </a:cubicBezTo>
                  <a:cubicBezTo>
                    <a:pt x="2160" y="0"/>
                    <a:pt x="2160" y="0"/>
                    <a:pt x="2160" y="0"/>
                  </a:cubicBezTo>
                  <a:cubicBezTo>
                    <a:pt x="1080" y="0"/>
                    <a:pt x="0" y="2700"/>
                    <a:pt x="0" y="10800"/>
                  </a:cubicBezTo>
                  <a:cubicBezTo>
                    <a:pt x="0" y="16200"/>
                    <a:pt x="1080" y="21600"/>
                    <a:pt x="216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3" name="Shape 863"/>
            <p:cNvSpPr/>
            <p:nvPr/>
          </p:nvSpPr>
          <p:spPr>
            <a:xfrm>
              <a:off x="113872" y="280303"/>
              <a:ext cx="28614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" y="21600"/>
                  </a:moveTo>
                  <a:cubicBezTo>
                    <a:pt x="20520" y="21600"/>
                    <a:pt x="20520" y="21600"/>
                    <a:pt x="20520" y="21600"/>
                  </a:cubicBezTo>
                  <a:cubicBezTo>
                    <a:pt x="21060" y="21600"/>
                    <a:pt x="21600" y="16200"/>
                    <a:pt x="21600" y="10800"/>
                  </a:cubicBezTo>
                  <a:cubicBezTo>
                    <a:pt x="21600" y="5400"/>
                    <a:pt x="21060" y="0"/>
                    <a:pt x="20520" y="0"/>
                  </a:cubicBezTo>
                  <a:cubicBezTo>
                    <a:pt x="1080" y="0"/>
                    <a:pt x="1080" y="0"/>
                    <a:pt x="1080" y="0"/>
                  </a:cubicBezTo>
                  <a:cubicBezTo>
                    <a:pt x="540" y="0"/>
                    <a:pt x="0" y="5400"/>
                    <a:pt x="0" y="10800"/>
                  </a:cubicBezTo>
                  <a:cubicBezTo>
                    <a:pt x="0" y="16200"/>
                    <a:pt x="540" y="21600"/>
                    <a:pt x="108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4" name="Shape 864"/>
            <p:cNvSpPr/>
            <p:nvPr/>
          </p:nvSpPr>
          <p:spPr>
            <a:xfrm>
              <a:off x="113872" y="36497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262" y="21600"/>
                    <a:pt x="21600" y="16200"/>
                    <a:pt x="21600" y="10800"/>
                  </a:cubicBezTo>
                  <a:cubicBezTo>
                    <a:pt x="21600" y="5400"/>
                    <a:pt x="21262" y="0"/>
                    <a:pt x="20925" y="0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5" name="Shape 865"/>
            <p:cNvSpPr/>
            <p:nvPr/>
          </p:nvSpPr>
          <p:spPr>
            <a:xfrm>
              <a:off x="113872" y="53432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925" y="21600"/>
                  </a:moveTo>
                  <a:cubicBezTo>
                    <a:pt x="21262" y="21600"/>
                    <a:pt x="21600" y="16200"/>
                    <a:pt x="21600" y="10800"/>
                  </a:cubicBezTo>
                  <a:cubicBezTo>
                    <a:pt x="21600" y="5400"/>
                    <a:pt x="21262" y="0"/>
                    <a:pt x="20925" y="0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lnTo>
                    <a:pt x="20925" y="216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66" name="Shape 866"/>
            <p:cNvSpPr/>
            <p:nvPr/>
          </p:nvSpPr>
          <p:spPr>
            <a:xfrm>
              <a:off x="113872" y="449653"/>
              <a:ext cx="429217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0" y="21600"/>
                  </a:moveTo>
                  <a:cubicBezTo>
                    <a:pt x="20880" y="21600"/>
                    <a:pt x="20880" y="21600"/>
                    <a:pt x="20880" y="21600"/>
                  </a:cubicBezTo>
                  <a:cubicBezTo>
                    <a:pt x="21240" y="21600"/>
                    <a:pt x="21600" y="16200"/>
                    <a:pt x="21600" y="10800"/>
                  </a:cubicBezTo>
                  <a:cubicBezTo>
                    <a:pt x="21600" y="5400"/>
                    <a:pt x="21240" y="0"/>
                    <a:pt x="20880" y="0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360" y="0"/>
                    <a:pt x="0" y="5400"/>
                    <a:pt x="0" y="10800"/>
                  </a:cubicBezTo>
                  <a:cubicBezTo>
                    <a:pt x="0" y="16200"/>
                    <a:pt x="360" y="21600"/>
                    <a:pt x="72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868" name="Shape 868"/>
          <p:cNvSpPr/>
          <p:nvPr/>
        </p:nvSpPr>
        <p:spPr>
          <a:xfrm>
            <a:off x="927043" y="4781103"/>
            <a:ext cx="6897929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Estrategia en Twitter</a:t>
            </a:r>
          </a:p>
        </p:txBody>
      </p:sp>
      <p:grpSp>
        <p:nvGrpSpPr>
          <p:cNvPr id="877" name="Group 877"/>
          <p:cNvGrpSpPr/>
          <p:nvPr/>
        </p:nvGrpSpPr>
        <p:grpSpPr>
          <a:xfrm>
            <a:off x="2818503" y="3816423"/>
            <a:ext cx="2851791" cy="2753235"/>
            <a:chOff x="0" y="0"/>
            <a:chExt cx="2851789" cy="2753234"/>
          </a:xfrm>
        </p:grpSpPr>
        <p:grpSp>
          <p:nvGrpSpPr>
            <p:cNvPr id="872" name="Group 87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869" name="Shape 86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70" name="Shape 87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71" name="Shape 87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876" name="Group 87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873" name="Shape 87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74" name="Shape 87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875" name="Shape 87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878" name="Shape 878"/>
          <p:cNvSpPr/>
          <p:nvPr/>
        </p:nvSpPr>
        <p:spPr>
          <a:xfrm>
            <a:off x="952722" y="6576059"/>
            <a:ext cx="8976336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6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878787"/>
                </a:solidFill>
              </a:rPr>
              <a:t>La estrategia de contenidos propuesta para Twitter es la siguiente:</a:t>
            </a:r>
          </a:p>
        </p:txBody>
      </p:sp>
      <p:sp>
        <p:nvSpPr>
          <p:cNvPr id="879" name="Shape 879"/>
          <p:cNvSpPr/>
          <p:nvPr/>
        </p:nvSpPr>
        <p:spPr>
          <a:xfrm>
            <a:off x="11043052" y="8724915"/>
            <a:ext cx="1" cy="1830285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80" name="Shape 880"/>
          <p:cNvSpPr/>
          <p:nvPr/>
        </p:nvSpPr>
        <p:spPr>
          <a:xfrm>
            <a:off x="11043052" y="10616897"/>
            <a:ext cx="1" cy="1830285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81" name="Shape 881"/>
          <p:cNvSpPr/>
          <p:nvPr/>
        </p:nvSpPr>
        <p:spPr>
          <a:xfrm>
            <a:off x="12589682" y="11659345"/>
            <a:ext cx="4737576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Vídeos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vídeos existentes relacionados o propios.</a:t>
            </a:r>
          </a:p>
        </p:txBody>
      </p:sp>
      <p:sp>
        <p:nvSpPr>
          <p:cNvPr id="882" name="Shape 882"/>
          <p:cNvSpPr/>
          <p:nvPr/>
        </p:nvSpPr>
        <p:spPr>
          <a:xfrm>
            <a:off x="12507844" y="9794642"/>
            <a:ext cx="5754844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Encuentro digital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 encuentro con un especialista para responder preguntas público.</a:t>
            </a:r>
          </a:p>
        </p:txBody>
      </p:sp>
      <p:sp>
        <p:nvSpPr>
          <p:cNvPr id="883" name="Shape 883"/>
          <p:cNvSpPr/>
          <p:nvPr/>
        </p:nvSpPr>
        <p:spPr>
          <a:xfrm>
            <a:off x="11554997" y="9972413"/>
            <a:ext cx="791960" cy="9647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2" h="21600" fill="norm" stroke="1" extrusionOk="0">
                <a:moveTo>
                  <a:pt x="15398" y="21600"/>
                </a:moveTo>
                <a:cubicBezTo>
                  <a:pt x="7699" y="21600"/>
                  <a:pt x="0" y="10800"/>
                  <a:pt x="0" y="5760"/>
                </a:cubicBezTo>
                <a:cubicBezTo>
                  <a:pt x="0" y="1260"/>
                  <a:pt x="3850" y="0"/>
                  <a:pt x="6202" y="0"/>
                </a:cubicBezTo>
                <a:cubicBezTo>
                  <a:pt x="6416" y="0"/>
                  <a:pt x="6630" y="0"/>
                  <a:pt x="6844" y="0"/>
                </a:cubicBezTo>
                <a:cubicBezTo>
                  <a:pt x="9410" y="360"/>
                  <a:pt x="10907" y="3780"/>
                  <a:pt x="10907" y="5040"/>
                </a:cubicBezTo>
                <a:cubicBezTo>
                  <a:pt x="10907" y="6480"/>
                  <a:pt x="9624" y="7020"/>
                  <a:pt x="8341" y="7560"/>
                </a:cubicBezTo>
                <a:cubicBezTo>
                  <a:pt x="7699" y="7740"/>
                  <a:pt x="7699" y="7740"/>
                  <a:pt x="7699" y="7740"/>
                </a:cubicBezTo>
                <a:cubicBezTo>
                  <a:pt x="7485" y="7920"/>
                  <a:pt x="7057" y="8280"/>
                  <a:pt x="7271" y="8280"/>
                </a:cubicBezTo>
                <a:cubicBezTo>
                  <a:pt x="7699" y="10620"/>
                  <a:pt x="8982" y="12420"/>
                  <a:pt x="11762" y="14400"/>
                </a:cubicBezTo>
                <a:cubicBezTo>
                  <a:pt x="11976" y="14580"/>
                  <a:pt x="12190" y="14580"/>
                  <a:pt x="12404" y="14580"/>
                </a:cubicBezTo>
                <a:cubicBezTo>
                  <a:pt x="12618" y="14580"/>
                  <a:pt x="13046" y="14400"/>
                  <a:pt x="13473" y="14220"/>
                </a:cubicBezTo>
                <a:cubicBezTo>
                  <a:pt x="13687" y="14040"/>
                  <a:pt x="13901" y="14040"/>
                  <a:pt x="13901" y="13860"/>
                </a:cubicBezTo>
                <a:cubicBezTo>
                  <a:pt x="14115" y="13860"/>
                  <a:pt x="14115" y="13860"/>
                  <a:pt x="14115" y="13860"/>
                </a:cubicBezTo>
                <a:cubicBezTo>
                  <a:pt x="14756" y="13680"/>
                  <a:pt x="15184" y="13500"/>
                  <a:pt x="15826" y="13500"/>
                </a:cubicBezTo>
                <a:cubicBezTo>
                  <a:pt x="16040" y="13500"/>
                  <a:pt x="16040" y="13500"/>
                  <a:pt x="16253" y="13500"/>
                </a:cubicBezTo>
                <a:cubicBezTo>
                  <a:pt x="17750" y="13500"/>
                  <a:pt x="20745" y="15480"/>
                  <a:pt x="21386" y="17460"/>
                </a:cubicBezTo>
                <a:cubicBezTo>
                  <a:pt x="21600" y="18180"/>
                  <a:pt x="21172" y="19080"/>
                  <a:pt x="20531" y="19800"/>
                </a:cubicBezTo>
                <a:cubicBezTo>
                  <a:pt x="19889" y="20520"/>
                  <a:pt x="18392" y="21600"/>
                  <a:pt x="15398" y="21600"/>
                </a:cubicBezTo>
                <a:close/>
                <a:moveTo>
                  <a:pt x="6202" y="1440"/>
                </a:moveTo>
                <a:cubicBezTo>
                  <a:pt x="5347" y="1440"/>
                  <a:pt x="1711" y="1620"/>
                  <a:pt x="1711" y="5760"/>
                </a:cubicBezTo>
                <a:cubicBezTo>
                  <a:pt x="1711" y="10080"/>
                  <a:pt x="8982" y="20160"/>
                  <a:pt x="15398" y="20160"/>
                </a:cubicBezTo>
                <a:cubicBezTo>
                  <a:pt x="17750" y="20160"/>
                  <a:pt x="18820" y="19440"/>
                  <a:pt x="19248" y="18900"/>
                </a:cubicBezTo>
                <a:cubicBezTo>
                  <a:pt x="19675" y="18360"/>
                  <a:pt x="19675" y="18000"/>
                  <a:pt x="19675" y="17820"/>
                </a:cubicBezTo>
                <a:cubicBezTo>
                  <a:pt x="19248" y="16380"/>
                  <a:pt x="16895" y="14940"/>
                  <a:pt x="16040" y="14940"/>
                </a:cubicBezTo>
                <a:cubicBezTo>
                  <a:pt x="16040" y="14940"/>
                  <a:pt x="15826" y="14940"/>
                  <a:pt x="15826" y="14940"/>
                </a:cubicBezTo>
                <a:cubicBezTo>
                  <a:pt x="15612" y="14940"/>
                  <a:pt x="15398" y="14940"/>
                  <a:pt x="14756" y="15120"/>
                </a:cubicBezTo>
                <a:cubicBezTo>
                  <a:pt x="14756" y="15300"/>
                  <a:pt x="14756" y="15300"/>
                  <a:pt x="14756" y="15300"/>
                </a:cubicBezTo>
                <a:cubicBezTo>
                  <a:pt x="14543" y="15300"/>
                  <a:pt x="14543" y="15300"/>
                  <a:pt x="14329" y="15480"/>
                </a:cubicBezTo>
                <a:cubicBezTo>
                  <a:pt x="13901" y="15660"/>
                  <a:pt x="13046" y="16020"/>
                  <a:pt x="12404" y="16020"/>
                </a:cubicBezTo>
                <a:cubicBezTo>
                  <a:pt x="11762" y="16020"/>
                  <a:pt x="11121" y="15840"/>
                  <a:pt x="10693" y="15480"/>
                </a:cubicBezTo>
                <a:cubicBezTo>
                  <a:pt x="7699" y="13320"/>
                  <a:pt x="5988" y="11160"/>
                  <a:pt x="5560" y="8640"/>
                </a:cubicBezTo>
                <a:cubicBezTo>
                  <a:pt x="5133" y="7560"/>
                  <a:pt x="6202" y="6840"/>
                  <a:pt x="7057" y="6480"/>
                </a:cubicBezTo>
                <a:cubicBezTo>
                  <a:pt x="7485" y="6300"/>
                  <a:pt x="7485" y="6300"/>
                  <a:pt x="7485" y="6300"/>
                </a:cubicBezTo>
                <a:cubicBezTo>
                  <a:pt x="8768" y="5760"/>
                  <a:pt x="9196" y="5580"/>
                  <a:pt x="9196" y="5040"/>
                </a:cubicBezTo>
                <a:cubicBezTo>
                  <a:pt x="9196" y="4140"/>
                  <a:pt x="7913" y="1620"/>
                  <a:pt x="6630" y="1440"/>
                </a:cubicBezTo>
                <a:cubicBezTo>
                  <a:pt x="6416" y="1440"/>
                  <a:pt x="6416" y="1440"/>
                  <a:pt x="6202" y="1440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86" name="Group 886"/>
          <p:cNvGrpSpPr/>
          <p:nvPr/>
        </p:nvGrpSpPr>
        <p:grpSpPr>
          <a:xfrm>
            <a:off x="11512018" y="11894295"/>
            <a:ext cx="878360" cy="855981"/>
            <a:chOff x="0" y="0"/>
            <a:chExt cx="878359" cy="855980"/>
          </a:xfrm>
        </p:grpSpPr>
        <p:sp>
          <p:nvSpPr>
            <p:cNvPr id="884" name="Shape 884"/>
            <p:cNvSpPr/>
            <p:nvPr/>
          </p:nvSpPr>
          <p:spPr>
            <a:xfrm>
              <a:off x="274135" y="343785"/>
              <a:ext cx="351172" cy="33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5" h="20590" fill="norm" stroke="1" extrusionOk="0">
                  <a:moveTo>
                    <a:pt x="3323" y="20264"/>
                  </a:moveTo>
                  <a:cubicBezTo>
                    <a:pt x="19938" y="11957"/>
                    <a:pt x="19938" y="11957"/>
                    <a:pt x="19938" y="11957"/>
                  </a:cubicBezTo>
                  <a:cubicBezTo>
                    <a:pt x="21600" y="11126"/>
                    <a:pt x="21600" y="9464"/>
                    <a:pt x="19938" y="8633"/>
                  </a:cubicBezTo>
                  <a:cubicBezTo>
                    <a:pt x="3323" y="326"/>
                    <a:pt x="3323" y="326"/>
                    <a:pt x="3323" y="326"/>
                  </a:cubicBezTo>
                  <a:cubicBezTo>
                    <a:pt x="1662" y="-505"/>
                    <a:pt x="0" y="326"/>
                    <a:pt x="0" y="1987"/>
                  </a:cubicBezTo>
                  <a:cubicBezTo>
                    <a:pt x="0" y="18603"/>
                    <a:pt x="0" y="18603"/>
                    <a:pt x="0" y="18603"/>
                  </a:cubicBezTo>
                  <a:cubicBezTo>
                    <a:pt x="0" y="20264"/>
                    <a:pt x="1662" y="21095"/>
                    <a:pt x="3323" y="2026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85" name="Shape 885"/>
            <p:cNvSpPr/>
            <p:nvPr/>
          </p:nvSpPr>
          <p:spPr>
            <a:xfrm>
              <a:off x="0" y="0"/>
              <a:ext cx="878360" cy="855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1012" y="0"/>
                    <a:pt x="0" y="1013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587"/>
                    <a:pt x="1012" y="21600"/>
                    <a:pt x="2025" y="21600"/>
                  </a:cubicBezTo>
                  <a:cubicBezTo>
                    <a:pt x="19575" y="21600"/>
                    <a:pt x="19575" y="21600"/>
                    <a:pt x="19575" y="21600"/>
                  </a:cubicBezTo>
                  <a:cubicBezTo>
                    <a:pt x="20588" y="21600"/>
                    <a:pt x="21600" y="20587"/>
                    <a:pt x="21600" y="19575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1013"/>
                    <a:pt x="20588" y="0"/>
                    <a:pt x="19575" y="0"/>
                  </a:cubicBezTo>
                  <a:close/>
                  <a:moveTo>
                    <a:pt x="13500" y="1350"/>
                  </a:moveTo>
                  <a:cubicBezTo>
                    <a:pt x="14850" y="4050"/>
                    <a:pt x="14850" y="4050"/>
                    <a:pt x="14850" y="4050"/>
                  </a:cubicBezTo>
                  <a:cubicBezTo>
                    <a:pt x="12150" y="4050"/>
                    <a:pt x="12150" y="4050"/>
                    <a:pt x="12150" y="4050"/>
                  </a:cubicBezTo>
                  <a:cubicBezTo>
                    <a:pt x="10800" y="1350"/>
                    <a:pt x="10800" y="1350"/>
                    <a:pt x="10800" y="1350"/>
                  </a:cubicBezTo>
                  <a:lnTo>
                    <a:pt x="13500" y="1350"/>
                  </a:lnTo>
                  <a:close/>
                  <a:moveTo>
                    <a:pt x="8100" y="1350"/>
                  </a:moveTo>
                  <a:cubicBezTo>
                    <a:pt x="9450" y="4050"/>
                    <a:pt x="9450" y="4050"/>
                    <a:pt x="9450" y="4050"/>
                  </a:cubicBezTo>
                  <a:cubicBezTo>
                    <a:pt x="6750" y="4050"/>
                    <a:pt x="6750" y="4050"/>
                    <a:pt x="6750" y="4050"/>
                  </a:cubicBezTo>
                  <a:cubicBezTo>
                    <a:pt x="5400" y="1350"/>
                    <a:pt x="5400" y="1350"/>
                    <a:pt x="5400" y="1350"/>
                  </a:cubicBezTo>
                  <a:lnTo>
                    <a:pt x="8100" y="1350"/>
                  </a:lnTo>
                  <a:close/>
                  <a:moveTo>
                    <a:pt x="1350" y="2025"/>
                  </a:moveTo>
                  <a:cubicBezTo>
                    <a:pt x="1350" y="1688"/>
                    <a:pt x="1687" y="1350"/>
                    <a:pt x="2025" y="1350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4050" y="4050"/>
                    <a:pt x="4050" y="4050"/>
                    <a:pt x="4050" y="4050"/>
                  </a:cubicBezTo>
                  <a:cubicBezTo>
                    <a:pt x="1350" y="4050"/>
                    <a:pt x="1350" y="4050"/>
                    <a:pt x="1350" y="4050"/>
                  </a:cubicBezTo>
                  <a:lnTo>
                    <a:pt x="1350" y="2025"/>
                  </a:lnTo>
                  <a:close/>
                  <a:moveTo>
                    <a:pt x="20250" y="19575"/>
                  </a:moveTo>
                  <a:cubicBezTo>
                    <a:pt x="20250" y="19912"/>
                    <a:pt x="19912" y="20250"/>
                    <a:pt x="19575" y="20250"/>
                  </a:cubicBezTo>
                  <a:cubicBezTo>
                    <a:pt x="2025" y="20250"/>
                    <a:pt x="2025" y="20250"/>
                    <a:pt x="2025" y="20250"/>
                  </a:cubicBezTo>
                  <a:cubicBezTo>
                    <a:pt x="1687" y="20250"/>
                    <a:pt x="1350" y="19912"/>
                    <a:pt x="1350" y="19575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20250" y="5400"/>
                    <a:pt x="20250" y="5400"/>
                    <a:pt x="20250" y="5400"/>
                  </a:cubicBezTo>
                  <a:lnTo>
                    <a:pt x="20250" y="19575"/>
                  </a:lnTo>
                  <a:close/>
                  <a:moveTo>
                    <a:pt x="17550" y="4050"/>
                  </a:moveTo>
                  <a:cubicBezTo>
                    <a:pt x="16200" y="1350"/>
                    <a:pt x="16200" y="1350"/>
                    <a:pt x="16200" y="1350"/>
                  </a:cubicBezTo>
                  <a:cubicBezTo>
                    <a:pt x="18900" y="1350"/>
                    <a:pt x="18900" y="1350"/>
                    <a:pt x="18900" y="1350"/>
                  </a:cubicBezTo>
                  <a:cubicBezTo>
                    <a:pt x="20250" y="4050"/>
                    <a:pt x="20250" y="4050"/>
                    <a:pt x="20250" y="4050"/>
                  </a:cubicBezTo>
                  <a:lnTo>
                    <a:pt x="17550" y="405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887" name="Shape 887"/>
          <p:cNvSpPr/>
          <p:nvPr/>
        </p:nvSpPr>
        <p:spPr>
          <a:xfrm>
            <a:off x="12507844" y="7929938"/>
            <a:ext cx="5754844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Frases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frases relacionados para compartir con la audiencia.</a:t>
            </a:r>
          </a:p>
        </p:txBody>
      </p:sp>
      <p:sp>
        <p:nvSpPr>
          <p:cNvPr id="888" name="Shape 888"/>
          <p:cNvSpPr/>
          <p:nvPr/>
        </p:nvSpPr>
        <p:spPr>
          <a:xfrm rot="2700000">
            <a:off x="11581492" y="8160092"/>
            <a:ext cx="630956" cy="94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1600" fill="norm" stroke="1" extrusionOk="0">
                <a:moveTo>
                  <a:pt x="21391" y="9649"/>
                </a:moveTo>
                <a:cubicBezTo>
                  <a:pt x="16386" y="4072"/>
                  <a:pt x="16386" y="4072"/>
                  <a:pt x="16386" y="4072"/>
                </a:cubicBezTo>
                <a:cubicBezTo>
                  <a:pt x="18757" y="797"/>
                  <a:pt x="18757" y="797"/>
                  <a:pt x="18757" y="797"/>
                </a:cubicBezTo>
                <a:cubicBezTo>
                  <a:pt x="18889" y="620"/>
                  <a:pt x="18889" y="443"/>
                  <a:pt x="18757" y="266"/>
                </a:cubicBezTo>
                <a:cubicBezTo>
                  <a:pt x="18625" y="89"/>
                  <a:pt x="18362" y="0"/>
                  <a:pt x="18099" y="0"/>
                </a:cubicBezTo>
                <a:cubicBezTo>
                  <a:pt x="2821" y="0"/>
                  <a:pt x="2821" y="0"/>
                  <a:pt x="2821" y="0"/>
                </a:cubicBezTo>
                <a:cubicBezTo>
                  <a:pt x="2557" y="0"/>
                  <a:pt x="2294" y="89"/>
                  <a:pt x="2162" y="266"/>
                </a:cubicBezTo>
                <a:cubicBezTo>
                  <a:pt x="2030" y="443"/>
                  <a:pt x="2030" y="620"/>
                  <a:pt x="2162" y="797"/>
                </a:cubicBezTo>
                <a:cubicBezTo>
                  <a:pt x="5060" y="4072"/>
                  <a:pt x="5060" y="4072"/>
                  <a:pt x="5060" y="4072"/>
                </a:cubicBezTo>
                <a:cubicBezTo>
                  <a:pt x="186" y="9649"/>
                  <a:pt x="186" y="9649"/>
                  <a:pt x="186" y="9649"/>
                </a:cubicBezTo>
                <a:cubicBezTo>
                  <a:pt x="55" y="9826"/>
                  <a:pt x="-77" y="10003"/>
                  <a:pt x="55" y="10092"/>
                </a:cubicBezTo>
                <a:cubicBezTo>
                  <a:pt x="7957" y="21334"/>
                  <a:pt x="7957" y="21334"/>
                  <a:pt x="7957" y="21334"/>
                </a:cubicBezTo>
                <a:cubicBezTo>
                  <a:pt x="8089" y="21511"/>
                  <a:pt x="8352" y="21600"/>
                  <a:pt x="8616" y="21600"/>
                </a:cubicBezTo>
                <a:cubicBezTo>
                  <a:pt x="12830" y="21600"/>
                  <a:pt x="12830" y="21600"/>
                  <a:pt x="12830" y="21600"/>
                </a:cubicBezTo>
                <a:cubicBezTo>
                  <a:pt x="13094" y="21600"/>
                  <a:pt x="13357" y="21511"/>
                  <a:pt x="13489" y="21334"/>
                </a:cubicBezTo>
                <a:cubicBezTo>
                  <a:pt x="21391" y="10092"/>
                  <a:pt x="21391" y="10092"/>
                  <a:pt x="21391" y="10092"/>
                </a:cubicBezTo>
                <a:cubicBezTo>
                  <a:pt x="21523" y="10003"/>
                  <a:pt x="21523" y="9826"/>
                  <a:pt x="21391" y="9649"/>
                </a:cubicBezTo>
                <a:close/>
                <a:moveTo>
                  <a:pt x="16782" y="1062"/>
                </a:moveTo>
                <a:cubicBezTo>
                  <a:pt x="14938" y="3541"/>
                  <a:pt x="14938" y="3541"/>
                  <a:pt x="14938" y="3541"/>
                </a:cubicBezTo>
                <a:cubicBezTo>
                  <a:pt x="6377" y="3541"/>
                  <a:pt x="6377" y="3541"/>
                  <a:pt x="6377" y="3541"/>
                </a:cubicBezTo>
                <a:cubicBezTo>
                  <a:pt x="4269" y="1062"/>
                  <a:pt x="4269" y="1062"/>
                  <a:pt x="4269" y="1062"/>
                </a:cubicBezTo>
                <a:lnTo>
                  <a:pt x="16782" y="1062"/>
                </a:lnTo>
                <a:close/>
                <a:moveTo>
                  <a:pt x="10723" y="10623"/>
                </a:moveTo>
                <a:cubicBezTo>
                  <a:pt x="9669" y="10623"/>
                  <a:pt x="8879" y="10092"/>
                  <a:pt x="8879" y="9384"/>
                </a:cubicBezTo>
                <a:cubicBezTo>
                  <a:pt x="8879" y="8675"/>
                  <a:pt x="9669" y="8144"/>
                  <a:pt x="10723" y="8144"/>
                </a:cubicBezTo>
                <a:cubicBezTo>
                  <a:pt x="11777" y="8144"/>
                  <a:pt x="12567" y="8675"/>
                  <a:pt x="12567" y="9384"/>
                </a:cubicBezTo>
                <a:cubicBezTo>
                  <a:pt x="12567" y="10092"/>
                  <a:pt x="11777" y="10623"/>
                  <a:pt x="10723" y="10623"/>
                </a:cubicBezTo>
                <a:close/>
                <a:moveTo>
                  <a:pt x="12303" y="20538"/>
                </a:moveTo>
                <a:cubicBezTo>
                  <a:pt x="11513" y="20538"/>
                  <a:pt x="11513" y="20538"/>
                  <a:pt x="11513" y="20538"/>
                </a:cubicBezTo>
                <a:cubicBezTo>
                  <a:pt x="11513" y="11597"/>
                  <a:pt x="11513" y="11597"/>
                  <a:pt x="11513" y="11597"/>
                </a:cubicBezTo>
                <a:cubicBezTo>
                  <a:pt x="12962" y="11420"/>
                  <a:pt x="14147" y="10446"/>
                  <a:pt x="14147" y="9384"/>
                </a:cubicBezTo>
                <a:cubicBezTo>
                  <a:pt x="14147" y="8144"/>
                  <a:pt x="12567" y="7082"/>
                  <a:pt x="10723" y="7082"/>
                </a:cubicBezTo>
                <a:cubicBezTo>
                  <a:pt x="8879" y="7082"/>
                  <a:pt x="7299" y="8144"/>
                  <a:pt x="7299" y="9384"/>
                </a:cubicBezTo>
                <a:cubicBezTo>
                  <a:pt x="7299" y="10446"/>
                  <a:pt x="8484" y="11420"/>
                  <a:pt x="9933" y="11597"/>
                </a:cubicBezTo>
                <a:cubicBezTo>
                  <a:pt x="9933" y="20538"/>
                  <a:pt x="9933" y="20538"/>
                  <a:pt x="9933" y="20538"/>
                </a:cubicBezTo>
                <a:cubicBezTo>
                  <a:pt x="9143" y="20538"/>
                  <a:pt x="9143" y="20538"/>
                  <a:pt x="9143" y="20538"/>
                </a:cubicBezTo>
                <a:cubicBezTo>
                  <a:pt x="1635" y="9915"/>
                  <a:pt x="1635" y="9915"/>
                  <a:pt x="1635" y="9915"/>
                </a:cubicBezTo>
                <a:cubicBezTo>
                  <a:pt x="6377" y="4603"/>
                  <a:pt x="6377" y="4603"/>
                  <a:pt x="6377" y="4603"/>
                </a:cubicBezTo>
                <a:cubicBezTo>
                  <a:pt x="15069" y="4603"/>
                  <a:pt x="15069" y="4603"/>
                  <a:pt x="15069" y="4603"/>
                </a:cubicBezTo>
                <a:cubicBezTo>
                  <a:pt x="19811" y="9915"/>
                  <a:pt x="19811" y="9915"/>
                  <a:pt x="19811" y="9915"/>
                </a:cubicBezTo>
                <a:lnTo>
                  <a:pt x="12303" y="20538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9" name="Shape 889"/>
          <p:cNvSpPr/>
          <p:nvPr/>
        </p:nvSpPr>
        <p:spPr>
          <a:xfrm>
            <a:off x="12557994" y="6169659"/>
            <a:ext cx="5552945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Tips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una serie de tips relacionados con gráficas y textos.</a:t>
            </a:r>
          </a:p>
        </p:txBody>
      </p:sp>
      <p:grpSp>
        <p:nvGrpSpPr>
          <p:cNvPr id="892" name="Group 892"/>
          <p:cNvGrpSpPr/>
          <p:nvPr/>
        </p:nvGrpSpPr>
        <p:grpSpPr>
          <a:xfrm>
            <a:off x="11642482" y="6211110"/>
            <a:ext cx="617432" cy="887379"/>
            <a:chOff x="0" y="0"/>
            <a:chExt cx="617431" cy="887378"/>
          </a:xfrm>
        </p:grpSpPr>
        <p:sp>
          <p:nvSpPr>
            <p:cNvPr id="890" name="Shape 890"/>
            <p:cNvSpPr/>
            <p:nvPr/>
          </p:nvSpPr>
          <p:spPr>
            <a:xfrm>
              <a:off x="0" y="0"/>
              <a:ext cx="617432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09" y="0"/>
                    <a:pt x="0" y="3375"/>
                    <a:pt x="0" y="7425"/>
                  </a:cubicBezTo>
                  <a:cubicBezTo>
                    <a:pt x="0" y="10125"/>
                    <a:pt x="3682" y="12994"/>
                    <a:pt x="4909" y="15525"/>
                  </a:cubicBezTo>
                  <a:cubicBezTo>
                    <a:pt x="6873" y="19406"/>
                    <a:pt x="6627" y="21600"/>
                    <a:pt x="10800" y="21600"/>
                  </a:cubicBezTo>
                  <a:cubicBezTo>
                    <a:pt x="14973" y="21600"/>
                    <a:pt x="14727" y="19406"/>
                    <a:pt x="16691" y="15525"/>
                  </a:cubicBezTo>
                  <a:cubicBezTo>
                    <a:pt x="17918" y="12994"/>
                    <a:pt x="21600" y="10125"/>
                    <a:pt x="21600" y="7425"/>
                  </a:cubicBezTo>
                  <a:cubicBezTo>
                    <a:pt x="21600" y="3375"/>
                    <a:pt x="16691" y="0"/>
                    <a:pt x="10800" y="0"/>
                  </a:cubicBezTo>
                  <a:close/>
                  <a:moveTo>
                    <a:pt x="13255" y="18394"/>
                  </a:moveTo>
                  <a:cubicBezTo>
                    <a:pt x="8591" y="18731"/>
                    <a:pt x="8591" y="18731"/>
                    <a:pt x="8591" y="18731"/>
                  </a:cubicBezTo>
                  <a:cubicBezTo>
                    <a:pt x="8345" y="18394"/>
                    <a:pt x="8100" y="18056"/>
                    <a:pt x="7855" y="17550"/>
                  </a:cubicBezTo>
                  <a:cubicBezTo>
                    <a:pt x="7855" y="17550"/>
                    <a:pt x="7855" y="17550"/>
                    <a:pt x="7855" y="17381"/>
                  </a:cubicBezTo>
                  <a:cubicBezTo>
                    <a:pt x="13991" y="16875"/>
                    <a:pt x="13991" y="16875"/>
                    <a:pt x="13991" y="16875"/>
                  </a:cubicBezTo>
                  <a:cubicBezTo>
                    <a:pt x="13991" y="17212"/>
                    <a:pt x="13745" y="17381"/>
                    <a:pt x="13745" y="17550"/>
                  </a:cubicBezTo>
                  <a:cubicBezTo>
                    <a:pt x="13500" y="17887"/>
                    <a:pt x="13500" y="18056"/>
                    <a:pt x="13255" y="18394"/>
                  </a:cubicBezTo>
                  <a:close/>
                  <a:moveTo>
                    <a:pt x="7609" y="16875"/>
                  </a:moveTo>
                  <a:cubicBezTo>
                    <a:pt x="7364" y="16369"/>
                    <a:pt x="7118" y="16031"/>
                    <a:pt x="6873" y="15525"/>
                  </a:cubicBezTo>
                  <a:cubicBezTo>
                    <a:pt x="14727" y="15525"/>
                    <a:pt x="14727" y="15525"/>
                    <a:pt x="14727" y="15525"/>
                  </a:cubicBezTo>
                  <a:cubicBezTo>
                    <a:pt x="14482" y="15694"/>
                    <a:pt x="14482" y="16031"/>
                    <a:pt x="14236" y="16200"/>
                  </a:cubicBezTo>
                  <a:lnTo>
                    <a:pt x="7609" y="16875"/>
                  </a:lnTo>
                  <a:close/>
                  <a:moveTo>
                    <a:pt x="10800" y="20250"/>
                  </a:moveTo>
                  <a:cubicBezTo>
                    <a:pt x="9818" y="20250"/>
                    <a:pt x="9327" y="20250"/>
                    <a:pt x="8836" y="19406"/>
                  </a:cubicBezTo>
                  <a:cubicBezTo>
                    <a:pt x="13009" y="19069"/>
                    <a:pt x="13009" y="19069"/>
                    <a:pt x="13009" y="19069"/>
                  </a:cubicBezTo>
                  <a:cubicBezTo>
                    <a:pt x="12518" y="20081"/>
                    <a:pt x="12027" y="20250"/>
                    <a:pt x="10800" y="20250"/>
                  </a:cubicBezTo>
                  <a:close/>
                  <a:moveTo>
                    <a:pt x="15464" y="14175"/>
                  </a:moveTo>
                  <a:cubicBezTo>
                    <a:pt x="6136" y="14175"/>
                    <a:pt x="6136" y="14175"/>
                    <a:pt x="6136" y="14175"/>
                  </a:cubicBezTo>
                  <a:cubicBezTo>
                    <a:pt x="5645" y="13500"/>
                    <a:pt x="5155" y="12656"/>
                    <a:pt x="4664" y="11981"/>
                  </a:cubicBezTo>
                  <a:cubicBezTo>
                    <a:pt x="3191" y="10462"/>
                    <a:pt x="1964" y="8775"/>
                    <a:pt x="1964" y="7425"/>
                  </a:cubicBezTo>
                  <a:cubicBezTo>
                    <a:pt x="1964" y="4050"/>
                    <a:pt x="5891" y="1350"/>
                    <a:pt x="10800" y="1350"/>
                  </a:cubicBezTo>
                  <a:cubicBezTo>
                    <a:pt x="15709" y="1350"/>
                    <a:pt x="19636" y="4050"/>
                    <a:pt x="19636" y="7425"/>
                  </a:cubicBezTo>
                  <a:cubicBezTo>
                    <a:pt x="19636" y="8775"/>
                    <a:pt x="18409" y="10462"/>
                    <a:pt x="16936" y="11981"/>
                  </a:cubicBezTo>
                  <a:cubicBezTo>
                    <a:pt x="16445" y="12656"/>
                    <a:pt x="15955" y="13500"/>
                    <a:pt x="15464" y="1417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1" name="Shape 891"/>
            <p:cNvSpPr/>
            <p:nvPr/>
          </p:nvSpPr>
          <p:spPr>
            <a:xfrm>
              <a:off x="137845" y="137845"/>
              <a:ext cx="183794" cy="180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38" y="0"/>
                  </a:moveTo>
                  <a:cubicBezTo>
                    <a:pt x="9138" y="0"/>
                    <a:pt x="0" y="9138"/>
                    <a:pt x="0" y="19938"/>
                  </a:cubicBezTo>
                  <a:cubicBezTo>
                    <a:pt x="0" y="20769"/>
                    <a:pt x="831" y="21600"/>
                    <a:pt x="1662" y="21600"/>
                  </a:cubicBezTo>
                  <a:cubicBezTo>
                    <a:pt x="2492" y="21600"/>
                    <a:pt x="3323" y="20769"/>
                    <a:pt x="3323" y="19938"/>
                  </a:cubicBezTo>
                  <a:cubicBezTo>
                    <a:pt x="3323" y="10800"/>
                    <a:pt x="10800" y="3323"/>
                    <a:pt x="19938" y="3323"/>
                  </a:cubicBezTo>
                  <a:cubicBezTo>
                    <a:pt x="20769" y="3323"/>
                    <a:pt x="21600" y="2492"/>
                    <a:pt x="21600" y="1662"/>
                  </a:cubicBezTo>
                  <a:cubicBezTo>
                    <a:pt x="21600" y="831"/>
                    <a:pt x="20769" y="0"/>
                    <a:pt x="19938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897" name="Group 897"/>
          <p:cNvGrpSpPr/>
          <p:nvPr/>
        </p:nvGrpSpPr>
        <p:grpSpPr>
          <a:xfrm>
            <a:off x="11473865" y="4557306"/>
            <a:ext cx="954665" cy="866880"/>
            <a:chOff x="0" y="0"/>
            <a:chExt cx="954664" cy="866879"/>
          </a:xfrm>
        </p:grpSpPr>
        <p:sp>
          <p:nvSpPr>
            <p:cNvPr id="893" name="Shape 893"/>
            <p:cNvSpPr/>
            <p:nvPr/>
          </p:nvSpPr>
          <p:spPr>
            <a:xfrm>
              <a:off x="0" y="0"/>
              <a:ext cx="954665" cy="866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887" y="21600"/>
                  </a:moveTo>
                  <a:cubicBezTo>
                    <a:pt x="16691" y="21600"/>
                    <a:pt x="16691" y="21600"/>
                    <a:pt x="16495" y="21600"/>
                  </a:cubicBezTo>
                  <a:cubicBezTo>
                    <a:pt x="13942" y="19837"/>
                    <a:pt x="13942" y="19837"/>
                    <a:pt x="13942" y="19837"/>
                  </a:cubicBezTo>
                  <a:cubicBezTo>
                    <a:pt x="12764" y="20057"/>
                    <a:pt x="11585" y="20278"/>
                    <a:pt x="10211" y="20278"/>
                  </a:cubicBezTo>
                  <a:cubicBezTo>
                    <a:pt x="4124" y="20278"/>
                    <a:pt x="0" y="16090"/>
                    <a:pt x="0" y="10139"/>
                  </a:cubicBezTo>
                  <a:cubicBezTo>
                    <a:pt x="0" y="4188"/>
                    <a:pt x="4320" y="0"/>
                    <a:pt x="10211" y="0"/>
                  </a:cubicBezTo>
                  <a:cubicBezTo>
                    <a:pt x="16691" y="0"/>
                    <a:pt x="21600" y="4408"/>
                    <a:pt x="21600" y="10139"/>
                  </a:cubicBezTo>
                  <a:cubicBezTo>
                    <a:pt x="21600" y="13224"/>
                    <a:pt x="20225" y="15869"/>
                    <a:pt x="17673" y="17853"/>
                  </a:cubicBezTo>
                  <a:cubicBezTo>
                    <a:pt x="17673" y="20498"/>
                    <a:pt x="17673" y="20498"/>
                    <a:pt x="17673" y="20498"/>
                  </a:cubicBezTo>
                  <a:cubicBezTo>
                    <a:pt x="17673" y="20718"/>
                    <a:pt x="17673" y="20718"/>
                    <a:pt x="17673" y="20718"/>
                  </a:cubicBezTo>
                  <a:cubicBezTo>
                    <a:pt x="17673" y="21159"/>
                    <a:pt x="17280" y="21600"/>
                    <a:pt x="16887" y="21600"/>
                  </a:cubicBezTo>
                  <a:cubicBezTo>
                    <a:pt x="16887" y="21600"/>
                    <a:pt x="16887" y="21600"/>
                    <a:pt x="16887" y="21600"/>
                  </a:cubicBezTo>
                  <a:close/>
                  <a:moveTo>
                    <a:pt x="13942" y="17853"/>
                  </a:moveTo>
                  <a:cubicBezTo>
                    <a:pt x="14138" y="17853"/>
                    <a:pt x="14335" y="18073"/>
                    <a:pt x="14335" y="18073"/>
                  </a:cubicBezTo>
                  <a:cubicBezTo>
                    <a:pt x="16102" y="19176"/>
                    <a:pt x="16102" y="19176"/>
                    <a:pt x="16102" y="19176"/>
                  </a:cubicBezTo>
                  <a:cubicBezTo>
                    <a:pt x="16102" y="17412"/>
                    <a:pt x="16102" y="17412"/>
                    <a:pt x="16102" y="17412"/>
                  </a:cubicBezTo>
                  <a:cubicBezTo>
                    <a:pt x="16102" y="17192"/>
                    <a:pt x="16298" y="16751"/>
                    <a:pt x="16495" y="16751"/>
                  </a:cubicBezTo>
                  <a:cubicBezTo>
                    <a:pt x="18851" y="14988"/>
                    <a:pt x="20029" y="12784"/>
                    <a:pt x="20029" y="10139"/>
                  </a:cubicBezTo>
                  <a:cubicBezTo>
                    <a:pt x="20029" y="5510"/>
                    <a:pt x="15709" y="1763"/>
                    <a:pt x="10211" y="1763"/>
                  </a:cubicBezTo>
                  <a:cubicBezTo>
                    <a:pt x="5105" y="1763"/>
                    <a:pt x="1571" y="5290"/>
                    <a:pt x="1571" y="10139"/>
                  </a:cubicBezTo>
                  <a:cubicBezTo>
                    <a:pt x="1571" y="14988"/>
                    <a:pt x="5105" y="18514"/>
                    <a:pt x="10211" y="18514"/>
                  </a:cubicBezTo>
                  <a:cubicBezTo>
                    <a:pt x="11389" y="18514"/>
                    <a:pt x="12567" y="18294"/>
                    <a:pt x="13745" y="18073"/>
                  </a:cubicBezTo>
                  <a:cubicBezTo>
                    <a:pt x="13745" y="18073"/>
                    <a:pt x="13942" y="17853"/>
                    <a:pt x="13942" y="1785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4" name="Shape 894"/>
            <p:cNvSpPr/>
            <p:nvPr/>
          </p:nvSpPr>
          <p:spPr>
            <a:xfrm>
              <a:off x="190201" y="336509"/>
              <a:ext cx="149968" cy="157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435" y="21600"/>
                  </a:moveTo>
                  <a:cubicBezTo>
                    <a:pt x="5082" y="21600"/>
                    <a:pt x="0" y="16800"/>
                    <a:pt x="0" y="10800"/>
                  </a:cubicBezTo>
                  <a:cubicBezTo>
                    <a:pt x="0" y="4800"/>
                    <a:pt x="5082" y="0"/>
                    <a:pt x="11435" y="0"/>
                  </a:cubicBezTo>
                  <a:cubicBezTo>
                    <a:pt x="16518" y="0"/>
                    <a:pt x="21600" y="4800"/>
                    <a:pt x="21600" y="10800"/>
                  </a:cubicBezTo>
                  <a:cubicBezTo>
                    <a:pt x="21600" y="16800"/>
                    <a:pt x="16518" y="21600"/>
                    <a:pt x="11435" y="21600"/>
                  </a:cubicBezTo>
                  <a:close/>
                  <a:moveTo>
                    <a:pt x="11435" y="4800"/>
                  </a:moveTo>
                  <a:cubicBezTo>
                    <a:pt x="7624" y="4800"/>
                    <a:pt x="5082" y="7200"/>
                    <a:pt x="5082" y="10800"/>
                  </a:cubicBezTo>
                  <a:cubicBezTo>
                    <a:pt x="5082" y="14400"/>
                    <a:pt x="7624" y="16800"/>
                    <a:pt x="11435" y="16800"/>
                  </a:cubicBezTo>
                  <a:cubicBezTo>
                    <a:pt x="13976" y="16800"/>
                    <a:pt x="16518" y="14400"/>
                    <a:pt x="16518" y="10800"/>
                  </a:cubicBezTo>
                  <a:cubicBezTo>
                    <a:pt x="16518" y="7200"/>
                    <a:pt x="13976" y="4800"/>
                    <a:pt x="11435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5" name="Shape 895"/>
            <p:cNvSpPr/>
            <p:nvPr/>
          </p:nvSpPr>
          <p:spPr>
            <a:xfrm>
              <a:off x="391374" y="336509"/>
              <a:ext cx="157283" cy="157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800" y="21600"/>
                    <a:pt x="0" y="16800"/>
                    <a:pt x="0" y="10800"/>
                  </a:cubicBezTo>
                  <a:cubicBezTo>
                    <a:pt x="0" y="4800"/>
                    <a:pt x="4800" y="0"/>
                    <a:pt x="10800" y="0"/>
                  </a:cubicBezTo>
                  <a:cubicBezTo>
                    <a:pt x="16800" y="0"/>
                    <a:pt x="21600" y="4800"/>
                    <a:pt x="21600" y="10800"/>
                  </a:cubicBezTo>
                  <a:cubicBezTo>
                    <a:pt x="21600" y="16800"/>
                    <a:pt x="16800" y="21600"/>
                    <a:pt x="10800" y="21600"/>
                  </a:cubicBezTo>
                  <a:close/>
                  <a:moveTo>
                    <a:pt x="10800" y="4800"/>
                  </a:moveTo>
                  <a:cubicBezTo>
                    <a:pt x="7200" y="4800"/>
                    <a:pt x="4800" y="7200"/>
                    <a:pt x="4800" y="10800"/>
                  </a:cubicBezTo>
                  <a:cubicBezTo>
                    <a:pt x="4800" y="14400"/>
                    <a:pt x="7200" y="16800"/>
                    <a:pt x="10800" y="16800"/>
                  </a:cubicBezTo>
                  <a:cubicBezTo>
                    <a:pt x="13200" y="16800"/>
                    <a:pt x="16800" y="14400"/>
                    <a:pt x="16800" y="10800"/>
                  </a:cubicBezTo>
                  <a:cubicBezTo>
                    <a:pt x="16800" y="7200"/>
                    <a:pt x="13200" y="4800"/>
                    <a:pt x="10800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6" name="Shape 896"/>
            <p:cNvSpPr/>
            <p:nvPr/>
          </p:nvSpPr>
          <p:spPr>
            <a:xfrm>
              <a:off x="592549" y="336509"/>
              <a:ext cx="153625" cy="157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800" y="21600"/>
                    <a:pt x="0" y="16800"/>
                    <a:pt x="0" y="10800"/>
                  </a:cubicBezTo>
                  <a:cubicBezTo>
                    <a:pt x="0" y="4800"/>
                    <a:pt x="4800" y="0"/>
                    <a:pt x="10800" y="0"/>
                  </a:cubicBezTo>
                  <a:cubicBezTo>
                    <a:pt x="16800" y="0"/>
                    <a:pt x="21600" y="4800"/>
                    <a:pt x="21600" y="10800"/>
                  </a:cubicBezTo>
                  <a:cubicBezTo>
                    <a:pt x="21600" y="16800"/>
                    <a:pt x="16800" y="21600"/>
                    <a:pt x="10800" y="21600"/>
                  </a:cubicBezTo>
                  <a:close/>
                  <a:moveTo>
                    <a:pt x="10800" y="4800"/>
                  </a:moveTo>
                  <a:cubicBezTo>
                    <a:pt x="7200" y="4800"/>
                    <a:pt x="4800" y="7200"/>
                    <a:pt x="4800" y="10800"/>
                  </a:cubicBezTo>
                  <a:cubicBezTo>
                    <a:pt x="4800" y="14400"/>
                    <a:pt x="7200" y="16800"/>
                    <a:pt x="10800" y="16800"/>
                  </a:cubicBezTo>
                  <a:cubicBezTo>
                    <a:pt x="13200" y="16800"/>
                    <a:pt x="16800" y="14400"/>
                    <a:pt x="16800" y="10800"/>
                  </a:cubicBezTo>
                  <a:cubicBezTo>
                    <a:pt x="16800" y="7200"/>
                    <a:pt x="13200" y="4800"/>
                    <a:pt x="10800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898" name="Shape 898"/>
          <p:cNvSpPr/>
          <p:nvPr/>
        </p:nvSpPr>
        <p:spPr>
          <a:xfrm>
            <a:off x="12557994" y="4425503"/>
            <a:ext cx="5552945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Sabías qué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datos interesantes y curiosos con imágenes y textos.</a:t>
            </a:r>
          </a:p>
        </p:txBody>
      </p:sp>
      <p:sp>
        <p:nvSpPr>
          <p:cNvPr id="899" name="Shape 899"/>
          <p:cNvSpPr/>
          <p:nvPr/>
        </p:nvSpPr>
        <p:spPr>
          <a:xfrm>
            <a:off x="12505716" y="942864"/>
            <a:ext cx="6047240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Noticias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todas las noticias de la web.</a:t>
            </a:r>
          </a:p>
        </p:txBody>
      </p:sp>
      <p:grpSp>
        <p:nvGrpSpPr>
          <p:cNvPr id="902" name="Group 902"/>
          <p:cNvGrpSpPr/>
          <p:nvPr/>
        </p:nvGrpSpPr>
        <p:grpSpPr>
          <a:xfrm>
            <a:off x="11461835" y="2778072"/>
            <a:ext cx="978725" cy="855981"/>
            <a:chOff x="0" y="0"/>
            <a:chExt cx="978724" cy="855980"/>
          </a:xfrm>
        </p:grpSpPr>
        <p:sp>
          <p:nvSpPr>
            <p:cNvPr id="900" name="Shape 900"/>
            <p:cNvSpPr/>
            <p:nvPr/>
          </p:nvSpPr>
          <p:spPr>
            <a:xfrm>
              <a:off x="0" y="0"/>
              <a:ext cx="978725" cy="855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2729"/>
                  </a:moveTo>
                  <a:cubicBezTo>
                    <a:pt x="18900" y="1157"/>
                    <a:pt x="18900" y="1157"/>
                    <a:pt x="18900" y="1157"/>
                  </a:cubicBezTo>
                  <a:cubicBezTo>
                    <a:pt x="18731" y="386"/>
                    <a:pt x="18225" y="0"/>
                    <a:pt x="1755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4050" y="0"/>
                    <a:pt x="4050" y="0"/>
                    <a:pt x="4050" y="0"/>
                  </a:cubicBezTo>
                  <a:cubicBezTo>
                    <a:pt x="3375" y="0"/>
                    <a:pt x="2869" y="386"/>
                    <a:pt x="2700" y="1157"/>
                  </a:cubicBezTo>
                  <a:cubicBezTo>
                    <a:pt x="0" y="12729"/>
                    <a:pt x="0" y="12729"/>
                    <a:pt x="0" y="12729"/>
                  </a:cubicBezTo>
                  <a:cubicBezTo>
                    <a:pt x="0" y="12921"/>
                    <a:pt x="0" y="12921"/>
                    <a:pt x="0" y="13114"/>
                  </a:cubicBezTo>
                  <a:cubicBezTo>
                    <a:pt x="0" y="18514"/>
                    <a:pt x="0" y="18514"/>
                    <a:pt x="0" y="18514"/>
                  </a:cubicBezTo>
                  <a:cubicBezTo>
                    <a:pt x="0" y="20250"/>
                    <a:pt x="1181" y="21600"/>
                    <a:pt x="2700" y="21600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20419" y="21600"/>
                    <a:pt x="21600" y="20250"/>
                    <a:pt x="21600" y="18514"/>
                  </a:cubicBezTo>
                  <a:cubicBezTo>
                    <a:pt x="21600" y="13114"/>
                    <a:pt x="21600" y="13114"/>
                    <a:pt x="21600" y="13114"/>
                  </a:cubicBezTo>
                  <a:cubicBezTo>
                    <a:pt x="21600" y="12921"/>
                    <a:pt x="21600" y="12921"/>
                    <a:pt x="21600" y="12729"/>
                  </a:cubicBezTo>
                  <a:close/>
                  <a:moveTo>
                    <a:pt x="20250" y="18514"/>
                  </a:moveTo>
                  <a:cubicBezTo>
                    <a:pt x="20250" y="19286"/>
                    <a:pt x="19575" y="20057"/>
                    <a:pt x="18900" y="20057"/>
                  </a:cubicBezTo>
                  <a:cubicBezTo>
                    <a:pt x="2700" y="20057"/>
                    <a:pt x="2700" y="20057"/>
                    <a:pt x="2700" y="20057"/>
                  </a:cubicBezTo>
                  <a:cubicBezTo>
                    <a:pt x="2025" y="20057"/>
                    <a:pt x="1350" y="19286"/>
                    <a:pt x="1350" y="18514"/>
                  </a:cubicBezTo>
                  <a:cubicBezTo>
                    <a:pt x="1350" y="13114"/>
                    <a:pt x="1350" y="13114"/>
                    <a:pt x="1350" y="13114"/>
                  </a:cubicBezTo>
                  <a:cubicBezTo>
                    <a:pt x="4050" y="1543"/>
                    <a:pt x="4050" y="1543"/>
                    <a:pt x="4050" y="1543"/>
                  </a:cubicBezTo>
                  <a:cubicBezTo>
                    <a:pt x="17550" y="1543"/>
                    <a:pt x="17550" y="1543"/>
                    <a:pt x="17550" y="1543"/>
                  </a:cubicBezTo>
                  <a:cubicBezTo>
                    <a:pt x="20250" y="13114"/>
                    <a:pt x="20250" y="13114"/>
                    <a:pt x="20250" y="13114"/>
                  </a:cubicBezTo>
                  <a:lnTo>
                    <a:pt x="20250" y="18514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1" name="Shape 901"/>
            <p:cNvSpPr/>
            <p:nvPr/>
          </p:nvSpPr>
          <p:spPr>
            <a:xfrm>
              <a:off x="113055" y="122744"/>
              <a:ext cx="749386" cy="549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633" y="0"/>
                  </a:moveTo>
                  <a:cubicBezTo>
                    <a:pt x="3967" y="0"/>
                    <a:pt x="3967" y="0"/>
                    <a:pt x="3967" y="0"/>
                  </a:cubicBezTo>
                  <a:cubicBezTo>
                    <a:pt x="3527" y="0"/>
                    <a:pt x="3306" y="300"/>
                    <a:pt x="3086" y="900"/>
                  </a:cubicBezTo>
                  <a:cubicBezTo>
                    <a:pt x="0" y="15300"/>
                    <a:pt x="0" y="15300"/>
                    <a:pt x="0" y="15300"/>
                  </a:cubicBezTo>
                  <a:cubicBezTo>
                    <a:pt x="0" y="15600"/>
                    <a:pt x="0" y="15900"/>
                    <a:pt x="220" y="16200"/>
                  </a:cubicBezTo>
                  <a:cubicBezTo>
                    <a:pt x="441" y="16500"/>
                    <a:pt x="661" y="16800"/>
                    <a:pt x="882" y="16800"/>
                  </a:cubicBezTo>
                  <a:cubicBezTo>
                    <a:pt x="3527" y="16800"/>
                    <a:pt x="3527" y="16800"/>
                    <a:pt x="3527" y="16800"/>
                  </a:cubicBezTo>
                  <a:cubicBezTo>
                    <a:pt x="4408" y="16800"/>
                    <a:pt x="4408" y="16800"/>
                    <a:pt x="4408" y="16800"/>
                  </a:cubicBezTo>
                  <a:cubicBezTo>
                    <a:pt x="5069" y="16800"/>
                    <a:pt x="5069" y="16800"/>
                    <a:pt x="5069" y="16800"/>
                  </a:cubicBezTo>
                  <a:cubicBezTo>
                    <a:pt x="6171" y="20400"/>
                    <a:pt x="6171" y="20400"/>
                    <a:pt x="6171" y="20400"/>
                  </a:cubicBezTo>
                  <a:cubicBezTo>
                    <a:pt x="6612" y="21000"/>
                    <a:pt x="7053" y="21600"/>
                    <a:pt x="7714" y="21600"/>
                  </a:cubicBezTo>
                  <a:cubicBezTo>
                    <a:pt x="13886" y="21600"/>
                    <a:pt x="13886" y="21600"/>
                    <a:pt x="13886" y="21600"/>
                  </a:cubicBezTo>
                  <a:cubicBezTo>
                    <a:pt x="14547" y="21600"/>
                    <a:pt x="14988" y="21000"/>
                    <a:pt x="15429" y="20400"/>
                  </a:cubicBezTo>
                  <a:cubicBezTo>
                    <a:pt x="16531" y="16800"/>
                    <a:pt x="16531" y="16800"/>
                    <a:pt x="16531" y="16800"/>
                  </a:cubicBezTo>
                  <a:cubicBezTo>
                    <a:pt x="17192" y="16800"/>
                    <a:pt x="17192" y="16800"/>
                    <a:pt x="17192" y="16800"/>
                  </a:cubicBezTo>
                  <a:cubicBezTo>
                    <a:pt x="18073" y="16800"/>
                    <a:pt x="18073" y="16800"/>
                    <a:pt x="18073" y="16800"/>
                  </a:cubicBezTo>
                  <a:cubicBezTo>
                    <a:pt x="20718" y="16800"/>
                    <a:pt x="20718" y="16800"/>
                    <a:pt x="20718" y="16800"/>
                  </a:cubicBezTo>
                  <a:cubicBezTo>
                    <a:pt x="20939" y="16800"/>
                    <a:pt x="21159" y="16500"/>
                    <a:pt x="21380" y="16200"/>
                  </a:cubicBezTo>
                  <a:cubicBezTo>
                    <a:pt x="21600" y="15900"/>
                    <a:pt x="21600" y="15600"/>
                    <a:pt x="21600" y="15300"/>
                  </a:cubicBezTo>
                  <a:cubicBezTo>
                    <a:pt x="18514" y="900"/>
                    <a:pt x="18514" y="900"/>
                    <a:pt x="18514" y="900"/>
                  </a:cubicBezTo>
                  <a:cubicBezTo>
                    <a:pt x="18294" y="300"/>
                    <a:pt x="18073" y="0"/>
                    <a:pt x="17633" y="0"/>
                  </a:cubicBezTo>
                  <a:close/>
                  <a:moveTo>
                    <a:pt x="18073" y="14400"/>
                  </a:moveTo>
                  <a:cubicBezTo>
                    <a:pt x="16531" y="14400"/>
                    <a:pt x="16531" y="14400"/>
                    <a:pt x="16531" y="14400"/>
                  </a:cubicBezTo>
                  <a:cubicBezTo>
                    <a:pt x="15869" y="14400"/>
                    <a:pt x="15429" y="15000"/>
                    <a:pt x="14988" y="15600"/>
                  </a:cubicBezTo>
                  <a:cubicBezTo>
                    <a:pt x="13886" y="19200"/>
                    <a:pt x="13886" y="19200"/>
                    <a:pt x="13886" y="19200"/>
                  </a:cubicBezTo>
                  <a:cubicBezTo>
                    <a:pt x="7714" y="19200"/>
                    <a:pt x="7714" y="19200"/>
                    <a:pt x="7714" y="19200"/>
                  </a:cubicBezTo>
                  <a:cubicBezTo>
                    <a:pt x="6612" y="15600"/>
                    <a:pt x="6612" y="15600"/>
                    <a:pt x="6612" y="15600"/>
                  </a:cubicBezTo>
                  <a:cubicBezTo>
                    <a:pt x="6171" y="15000"/>
                    <a:pt x="5731" y="14400"/>
                    <a:pt x="5069" y="14400"/>
                  </a:cubicBezTo>
                  <a:cubicBezTo>
                    <a:pt x="3527" y="14400"/>
                    <a:pt x="3527" y="14400"/>
                    <a:pt x="3527" y="14400"/>
                  </a:cubicBezTo>
                  <a:cubicBezTo>
                    <a:pt x="1322" y="14400"/>
                    <a:pt x="1322" y="14400"/>
                    <a:pt x="1322" y="14400"/>
                  </a:cubicBezTo>
                  <a:cubicBezTo>
                    <a:pt x="3967" y="1200"/>
                    <a:pt x="3967" y="1200"/>
                    <a:pt x="3967" y="1200"/>
                  </a:cubicBezTo>
                  <a:cubicBezTo>
                    <a:pt x="17633" y="1200"/>
                    <a:pt x="17633" y="1200"/>
                    <a:pt x="17633" y="1200"/>
                  </a:cubicBezTo>
                  <a:cubicBezTo>
                    <a:pt x="20278" y="14400"/>
                    <a:pt x="20278" y="14400"/>
                    <a:pt x="20278" y="14400"/>
                  </a:cubicBezTo>
                  <a:lnTo>
                    <a:pt x="18073" y="144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903" name="Shape 903"/>
          <p:cNvSpPr/>
          <p:nvPr/>
        </p:nvSpPr>
        <p:spPr>
          <a:xfrm>
            <a:off x="12557994" y="2681346"/>
            <a:ext cx="5552945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Twitter Card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Creación de una Twitter Card para captar leads de calidad.</a:t>
            </a: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5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nodeType="afterEffect" presetClass="entr" presetSubtype="1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9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nodeType="afterEffect" presetClass="entr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3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nodeType="afterEffect" presetClass="entr" presetSubtype="1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1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nodeType="afterEffect" presetClass="entr" presetSubtype="1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5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nodeType="afterEffect" presetClass="entr" presetSubtype="8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1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2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1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6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000"/>
                            </p:stCondLst>
                            <p:childTnLst>
                              <p:par>
                                <p:cTn id="78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00"/>
                            </p:stCondLst>
                            <p:childTnLst>
                              <p:par>
                                <p:cTn id="82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89" grpId="17"/>
      <p:bldP build="whole" bldLvl="1" animBg="1" rev="0" advAuto="0" spid="867" grpId="6"/>
      <p:bldP build="whole" bldLvl="1" animBg="1" rev="0" advAuto="0" spid="852" grpId="2"/>
      <p:bldP build="whole" bldLvl="1" animBg="1" rev="0" advAuto="0" spid="856" grpId="5"/>
      <p:bldP build="whole" bldLvl="1" animBg="1" rev="0" advAuto="0" spid="878" grpId="11"/>
      <p:bldP build="whole" bldLvl="1" animBg="1" rev="0" advAuto="0" spid="880" grpId="13"/>
      <p:bldP build="whole" bldLvl="1" animBg="1" rev="0" advAuto="0" spid="851" grpId="1"/>
      <p:bldP build="whole" bldLvl="1" animBg="1" rev="0" advAuto="0" spid="877" grpId="10"/>
      <p:bldP build="whole" bldLvl="1" animBg="1" rev="0" advAuto="0" spid="887" grpId="16"/>
      <p:bldP build="whole" bldLvl="1" animBg="1" rev="0" advAuto="0" spid="899" grpId="19"/>
      <p:bldP build="whole" bldLvl="1" animBg="1" rev="0" advAuto="0" spid="898" grpId="18"/>
      <p:bldP build="whole" bldLvl="1" animBg="1" rev="0" advAuto="0" spid="879" grpId="12"/>
      <p:bldP build="whole" bldLvl="1" animBg="1" rev="0" advAuto="0" spid="868" grpId="9"/>
      <p:bldP build="whole" bldLvl="1" animBg="1" rev="0" advAuto="0" spid="882" grpId="15"/>
      <p:bldP build="whole" bldLvl="1" animBg="1" rev="0" advAuto="0" spid="858" grpId="8"/>
      <p:bldP build="whole" bldLvl="1" animBg="1" rev="0" advAuto="0" spid="903" grpId="20"/>
      <p:bldP build="whole" bldLvl="1" animBg="1" rev="0" advAuto="0" spid="855" grpId="4"/>
      <p:bldP build="whole" bldLvl="1" animBg="1" rev="0" advAuto="0" spid="881" grpId="14"/>
      <p:bldP build="whole" bldLvl="1" animBg="1" rev="0" advAuto="0" spid="854" grpId="3"/>
      <p:bldP build="whole" bldLvl="1" animBg="1" rev="0" advAuto="0" spid="857" grpId="7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Shape 905"/>
          <p:cNvSpPr/>
          <p:nvPr/>
        </p:nvSpPr>
        <p:spPr>
          <a:xfrm>
            <a:off x="9236951" y="1019109"/>
            <a:ext cx="11291723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¿Por qué presencia en Instagram?</a:t>
            </a:r>
          </a:p>
        </p:txBody>
      </p:sp>
      <p:grpSp>
        <p:nvGrpSpPr>
          <p:cNvPr id="914" name="Group 914"/>
          <p:cNvGrpSpPr/>
          <p:nvPr/>
        </p:nvGrpSpPr>
        <p:grpSpPr>
          <a:xfrm>
            <a:off x="13319816" y="241533"/>
            <a:ext cx="2851791" cy="2753235"/>
            <a:chOff x="0" y="0"/>
            <a:chExt cx="2851789" cy="2753234"/>
          </a:xfrm>
        </p:grpSpPr>
        <p:grpSp>
          <p:nvGrpSpPr>
            <p:cNvPr id="909" name="Group 909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906" name="Shape 906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07" name="Shape 907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08" name="Shape 908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913" name="Group 913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910" name="Shape 910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11" name="Shape 911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12" name="Shape 912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917" name="Group 917"/>
          <p:cNvGrpSpPr/>
          <p:nvPr/>
        </p:nvGrpSpPr>
        <p:grpSpPr>
          <a:xfrm>
            <a:off x="6838725" y="4115164"/>
            <a:ext cx="1008001" cy="1008001"/>
            <a:chOff x="0" y="0"/>
            <a:chExt cx="1008000" cy="1008000"/>
          </a:xfrm>
        </p:grpSpPr>
        <p:sp>
          <p:nvSpPr>
            <p:cNvPr id="915" name="Shape 915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16" name="Shape 916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1</a:t>
              </a:r>
            </a:p>
          </p:txBody>
        </p:sp>
      </p:grpSp>
      <p:sp>
        <p:nvSpPr>
          <p:cNvPr id="918" name="Shape 918"/>
          <p:cNvSpPr/>
          <p:nvPr/>
        </p:nvSpPr>
        <p:spPr>
          <a:xfrm>
            <a:off x="8019538" y="4075604"/>
            <a:ext cx="6187208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Hay más de 300 millones de usuarios activos</a:t>
            </a:r>
          </a:p>
        </p:txBody>
      </p:sp>
      <p:grpSp>
        <p:nvGrpSpPr>
          <p:cNvPr id="921" name="Group 921"/>
          <p:cNvGrpSpPr/>
          <p:nvPr/>
        </p:nvGrpSpPr>
        <p:grpSpPr>
          <a:xfrm>
            <a:off x="6838725" y="5813742"/>
            <a:ext cx="1008001" cy="1008001"/>
            <a:chOff x="0" y="0"/>
            <a:chExt cx="1008000" cy="1008000"/>
          </a:xfrm>
        </p:grpSpPr>
        <p:sp>
          <p:nvSpPr>
            <p:cNvPr id="919" name="Shape 919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0" name="Shape 920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2</a:t>
              </a:r>
            </a:p>
          </p:txBody>
        </p:sp>
      </p:grpSp>
      <p:sp>
        <p:nvSpPr>
          <p:cNvPr id="922" name="Shape 922"/>
          <p:cNvSpPr/>
          <p:nvPr/>
        </p:nvSpPr>
        <p:spPr>
          <a:xfrm>
            <a:off x="8019538" y="5733021"/>
            <a:ext cx="5350515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Cada segundo se suben 26 fotografías</a:t>
            </a:r>
          </a:p>
        </p:txBody>
      </p:sp>
      <p:grpSp>
        <p:nvGrpSpPr>
          <p:cNvPr id="925" name="Group 925"/>
          <p:cNvGrpSpPr/>
          <p:nvPr/>
        </p:nvGrpSpPr>
        <p:grpSpPr>
          <a:xfrm>
            <a:off x="6838725" y="7370362"/>
            <a:ext cx="1008001" cy="1008001"/>
            <a:chOff x="0" y="0"/>
            <a:chExt cx="1008000" cy="1008000"/>
          </a:xfrm>
        </p:grpSpPr>
        <p:sp>
          <p:nvSpPr>
            <p:cNvPr id="923" name="Shape 923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4" name="Shape 924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3</a:t>
              </a:r>
            </a:p>
          </p:txBody>
        </p:sp>
      </p:grpSp>
      <p:sp>
        <p:nvSpPr>
          <p:cNvPr id="926" name="Shape 926"/>
          <p:cNvSpPr/>
          <p:nvPr/>
        </p:nvSpPr>
        <p:spPr>
          <a:xfrm>
            <a:off x="8019538" y="7330802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Los contenidos más relevantes para los usuarios son los de moda, decoración y cultura en general.</a:t>
            </a:r>
          </a:p>
        </p:txBody>
      </p:sp>
      <p:grpSp>
        <p:nvGrpSpPr>
          <p:cNvPr id="929" name="Group 929"/>
          <p:cNvGrpSpPr/>
          <p:nvPr/>
        </p:nvGrpSpPr>
        <p:grpSpPr>
          <a:xfrm>
            <a:off x="6838725" y="9068941"/>
            <a:ext cx="1008001" cy="1008001"/>
            <a:chOff x="0" y="0"/>
            <a:chExt cx="1008000" cy="1008000"/>
          </a:xfrm>
        </p:grpSpPr>
        <p:sp>
          <p:nvSpPr>
            <p:cNvPr id="927" name="Shape 927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8" name="Shape 928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4</a:t>
              </a:r>
            </a:p>
          </p:txBody>
        </p:sp>
      </p:grpSp>
      <p:sp>
        <p:nvSpPr>
          <p:cNvPr id="930" name="Shape 930"/>
          <p:cNvSpPr/>
          <p:nvPr/>
        </p:nvSpPr>
        <p:spPr>
          <a:xfrm>
            <a:off x="8019538" y="9029380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Cada día se suben 70 millones de fotos nuevas.</a:t>
            </a:r>
          </a:p>
        </p:txBody>
      </p:sp>
      <p:sp>
        <p:nvSpPr>
          <p:cNvPr id="931" name="Shape 931"/>
          <p:cNvSpPr/>
          <p:nvPr/>
        </p:nvSpPr>
        <p:spPr>
          <a:xfrm>
            <a:off x="-1" y="0"/>
            <a:ext cx="5552945" cy="13716000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2" name="Shape 932"/>
          <p:cNvSpPr/>
          <p:nvPr/>
        </p:nvSpPr>
        <p:spPr>
          <a:xfrm>
            <a:off x="688908" y="4429008"/>
            <a:ext cx="4175127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933" name="Shape 933"/>
          <p:cNvSpPr/>
          <p:nvPr/>
        </p:nvSpPr>
        <p:spPr>
          <a:xfrm>
            <a:off x="796470" y="5169442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936" name="Group 936"/>
          <p:cNvGrpSpPr/>
          <p:nvPr/>
        </p:nvGrpSpPr>
        <p:grpSpPr>
          <a:xfrm>
            <a:off x="14379559" y="4115164"/>
            <a:ext cx="1008001" cy="1008001"/>
            <a:chOff x="0" y="0"/>
            <a:chExt cx="1008000" cy="1008000"/>
          </a:xfrm>
        </p:grpSpPr>
        <p:sp>
          <p:nvSpPr>
            <p:cNvPr id="934" name="Shape 934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35" name="Shape 935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5</a:t>
              </a:r>
            </a:p>
          </p:txBody>
        </p:sp>
      </p:grpSp>
      <p:sp>
        <p:nvSpPr>
          <p:cNvPr id="937" name="Shape 937"/>
          <p:cNvSpPr/>
          <p:nvPr/>
        </p:nvSpPr>
        <p:spPr>
          <a:xfrm>
            <a:off x="15560372" y="4075604"/>
            <a:ext cx="6187208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70% de los usuarios de Instagram están fuera de Estados Unidos.</a:t>
            </a:r>
          </a:p>
        </p:txBody>
      </p:sp>
      <p:grpSp>
        <p:nvGrpSpPr>
          <p:cNvPr id="940" name="Group 940"/>
          <p:cNvGrpSpPr/>
          <p:nvPr/>
        </p:nvGrpSpPr>
        <p:grpSpPr>
          <a:xfrm>
            <a:off x="14379559" y="5813742"/>
            <a:ext cx="1008001" cy="1008001"/>
            <a:chOff x="0" y="0"/>
            <a:chExt cx="1008000" cy="1008000"/>
          </a:xfrm>
        </p:grpSpPr>
        <p:sp>
          <p:nvSpPr>
            <p:cNvPr id="938" name="Shape 938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39" name="Shape 939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6</a:t>
              </a:r>
            </a:p>
          </p:txBody>
        </p:sp>
      </p:grpSp>
      <p:sp>
        <p:nvSpPr>
          <p:cNvPr id="941" name="Shape 941"/>
          <p:cNvSpPr/>
          <p:nvPr/>
        </p:nvSpPr>
        <p:spPr>
          <a:xfrm>
            <a:off x="15560372" y="5774182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tiempo promedio que un usuario de Instagram pasa en la aplicación es de 21 minutos al día</a:t>
            </a:r>
          </a:p>
        </p:txBody>
      </p:sp>
      <p:grpSp>
        <p:nvGrpSpPr>
          <p:cNvPr id="944" name="Group 944"/>
          <p:cNvGrpSpPr/>
          <p:nvPr/>
        </p:nvGrpSpPr>
        <p:grpSpPr>
          <a:xfrm>
            <a:off x="14379559" y="7370362"/>
            <a:ext cx="1008001" cy="1008001"/>
            <a:chOff x="0" y="0"/>
            <a:chExt cx="1008000" cy="1008000"/>
          </a:xfrm>
        </p:grpSpPr>
        <p:sp>
          <p:nvSpPr>
            <p:cNvPr id="942" name="Shape 942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3" name="Shape 943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7</a:t>
              </a:r>
            </a:p>
          </p:txBody>
        </p:sp>
      </p:grpSp>
      <p:sp>
        <p:nvSpPr>
          <p:cNvPr id="945" name="Shape 945"/>
          <p:cNvSpPr/>
          <p:nvPr/>
        </p:nvSpPr>
        <p:spPr>
          <a:xfrm>
            <a:off x="15560372" y="7527652"/>
            <a:ext cx="5350515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Cada día se generan 2.5 billones de me gusta en contenidos de Instagram.</a:t>
            </a:r>
          </a:p>
        </p:txBody>
      </p:sp>
      <p:grpSp>
        <p:nvGrpSpPr>
          <p:cNvPr id="948" name="Group 948"/>
          <p:cNvGrpSpPr/>
          <p:nvPr/>
        </p:nvGrpSpPr>
        <p:grpSpPr>
          <a:xfrm>
            <a:off x="14379559" y="9068941"/>
            <a:ext cx="1008001" cy="1008001"/>
            <a:chOff x="0" y="0"/>
            <a:chExt cx="1008000" cy="1008000"/>
          </a:xfrm>
        </p:grpSpPr>
        <p:sp>
          <p:nvSpPr>
            <p:cNvPr id="946" name="Shape 946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7" name="Shape 947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8</a:t>
              </a:r>
            </a:p>
          </p:txBody>
        </p:sp>
      </p:grpSp>
      <p:sp>
        <p:nvSpPr>
          <p:cNvPr id="949" name="Shape 949"/>
          <p:cNvSpPr/>
          <p:nvPr/>
        </p:nvSpPr>
        <p:spPr>
          <a:xfrm>
            <a:off x="15560372" y="9029380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Las fotos generan más me gusta que los vídeos en Instagram.</a:t>
            </a:r>
          </a:p>
        </p:txBody>
      </p:sp>
      <p:sp>
        <p:nvSpPr>
          <p:cNvPr id="950" name="Shape 950"/>
          <p:cNvSpPr/>
          <p:nvPr/>
        </p:nvSpPr>
        <p:spPr>
          <a:xfrm>
            <a:off x="6805310" y="12284578"/>
            <a:ext cx="8788351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Instagram Study, Instagram PRESS, DMR</a:t>
            </a:r>
          </a:p>
        </p:txBody>
      </p:sp>
      <p:sp>
        <p:nvSpPr>
          <p:cNvPr id="951" name="Shape 951"/>
          <p:cNvSpPr/>
          <p:nvPr/>
        </p:nvSpPr>
        <p:spPr>
          <a:xfrm>
            <a:off x="1350576" y="5957987"/>
            <a:ext cx="2851791" cy="2863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455" y="0"/>
                </a:moveTo>
                <a:cubicBezTo>
                  <a:pt x="4145" y="0"/>
                  <a:pt x="4145" y="0"/>
                  <a:pt x="4145" y="0"/>
                </a:cubicBezTo>
                <a:cubicBezTo>
                  <a:pt x="1855" y="0"/>
                  <a:pt x="0" y="1855"/>
                  <a:pt x="0" y="4145"/>
                </a:cubicBezTo>
                <a:cubicBezTo>
                  <a:pt x="0" y="8509"/>
                  <a:pt x="0" y="8509"/>
                  <a:pt x="0" y="8509"/>
                </a:cubicBezTo>
                <a:cubicBezTo>
                  <a:pt x="0" y="17345"/>
                  <a:pt x="0" y="17345"/>
                  <a:pt x="0" y="17345"/>
                </a:cubicBezTo>
                <a:cubicBezTo>
                  <a:pt x="0" y="19745"/>
                  <a:pt x="1855" y="21600"/>
                  <a:pt x="4145" y="21600"/>
                </a:cubicBezTo>
                <a:cubicBezTo>
                  <a:pt x="17455" y="21600"/>
                  <a:pt x="17455" y="21600"/>
                  <a:pt x="17455" y="21600"/>
                </a:cubicBezTo>
                <a:cubicBezTo>
                  <a:pt x="19745" y="21600"/>
                  <a:pt x="21600" y="19745"/>
                  <a:pt x="21600" y="17345"/>
                </a:cubicBezTo>
                <a:cubicBezTo>
                  <a:pt x="21600" y="8509"/>
                  <a:pt x="21600" y="8509"/>
                  <a:pt x="21600" y="8509"/>
                </a:cubicBezTo>
                <a:cubicBezTo>
                  <a:pt x="21600" y="4145"/>
                  <a:pt x="21600" y="4145"/>
                  <a:pt x="21600" y="4145"/>
                </a:cubicBezTo>
                <a:cubicBezTo>
                  <a:pt x="21600" y="1855"/>
                  <a:pt x="19745" y="0"/>
                  <a:pt x="17455" y="0"/>
                </a:cubicBezTo>
                <a:close/>
                <a:moveTo>
                  <a:pt x="18655" y="2400"/>
                </a:moveTo>
                <a:cubicBezTo>
                  <a:pt x="19091" y="2400"/>
                  <a:pt x="19091" y="2400"/>
                  <a:pt x="19091" y="2400"/>
                </a:cubicBezTo>
                <a:cubicBezTo>
                  <a:pt x="19091" y="2945"/>
                  <a:pt x="19091" y="2945"/>
                  <a:pt x="19091" y="2945"/>
                </a:cubicBezTo>
                <a:cubicBezTo>
                  <a:pt x="19091" y="6109"/>
                  <a:pt x="19091" y="6109"/>
                  <a:pt x="19091" y="6109"/>
                </a:cubicBezTo>
                <a:cubicBezTo>
                  <a:pt x="15491" y="6109"/>
                  <a:pt x="15491" y="6109"/>
                  <a:pt x="15491" y="6109"/>
                </a:cubicBezTo>
                <a:cubicBezTo>
                  <a:pt x="15491" y="2400"/>
                  <a:pt x="15491" y="2400"/>
                  <a:pt x="15491" y="2400"/>
                </a:cubicBezTo>
                <a:lnTo>
                  <a:pt x="18655" y="2400"/>
                </a:lnTo>
                <a:close/>
                <a:moveTo>
                  <a:pt x="7745" y="8509"/>
                </a:moveTo>
                <a:cubicBezTo>
                  <a:pt x="8400" y="7636"/>
                  <a:pt x="9491" y="6982"/>
                  <a:pt x="10800" y="6982"/>
                </a:cubicBezTo>
                <a:cubicBezTo>
                  <a:pt x="12109" y="6982"/>
                  <a:pt x="13200" y="7636"/>
                  <a:pt x="13855" y="8509"/>
                </a:cubicBezTo>
                <a:cubicBezTo>
                  <a:pt x="14400" y="9164"/>
                  <a:pt x="14618" y="9927"/>
                  <a:pt x="14618" y="10800"/>
                </a:cubicBezTo>
                <a:cubicBezTo>
                  <a:pt x="14618" y="12873"/>
                  <a:pt x="12873" y="14618"/>
                  <a:pt x="10800" y="14618"/>
                </a:cubicBezTo>
                <a:cubicBezTo>
                  <a:pt x="8727" y="14618"/>
                  <a:pt x="6982" y="12873"/>
                  <a:pt x="6982" y="10800"/>
                </a:cubicBezTo>
                <a:cubicBezTo>
                  <a:pt x="6982" y="9927"/>
                  <a:pt x="7309" y="9164"/>
                  <a:pt x="7745" y="8509"/>
                </a:cubicBezTo>
                <a:close/>
                <a:moveTo>
                  <a:pt x="19527" y="17345"/>
                </a:moveTo>
                <a:cubicBezTo>
                  <a:pt x="19527" y="18545"/>
                  <a:pt x="18545" y="19418"/>
                  <a:pt x="17455" y="19418"/>
                </a:cubicBezTo>
                <a:cubicBezTo>
                  <a:pt x="4145" y="19418"/>
                  <a:pt x="4145" y="19418"/>
                  <a:pt x="4145" y="19418"/>
                </a:cubicBezTo>
                <a:cubicBezTo>
                  <a:pt x="3055" y="19418"/>
                  <a:pt x="2073" y="18545"/>
                  <a:pt x="2073" y="17345"/>
                </a:cubicBezTo>
                <a:cubicBezTo>
                  <a:pt x="2073" y="8509"/>
                  <a:pt x="2073" y="8509"/>
                  <a:pt x="2073" y="8509"/>
                </a:cubicBezTo>
                <a:cubicBezTo>
                  <a:pt x="5345" y="8509"/>
                  <a:pt x="5345" y="8509"/>
                  <a:pt x="5345" y="8509"/>
                </a:cubicBezTo>
                <a:cubicBezTo>
                  <a:pt x="5018" y="9273"/>
                  <a:pt x="4909" y="9927"/>
                  <a:pt x="4909" y="10800"/>
                </a:cubicBezTo>
                <a:cubicBezTo>
                  <a:pt x="4909" y="14073"/>
                  <a:pt x="7527" y="16691"/>
                  <a:pt x="10800" y="16691"/>
                </a:cubicBezTo>
                <a:cubicBezTo>
                  <a:pt x="14073" y="16691"/>
                  <a:pt x="16691" y="14073"/>
                  <a:pt x="16691" y="10800"/>
                </a:cubicBezTo>
                <a:cubicBezTo>
                  <a:pt x="16691" y="9927"/>
                  <a:pt x="16582" y="9273"/>
                  <a:pt x="16255" y="8509"/>
                </a:cubicBezTo>
                <a:cubicBezTo>
                  <a:pt x="19527" y="8509"/>
                  <a:pt x="19527" y="8509"/>
                  <a:pt x="19527" y="8509"/>
                </a:cubicBezTo>
                <a:lnTo>
                  <a:pt x="19527" y="1734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75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75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75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75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75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75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25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75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75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25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750"/>
                            </p:stCondLst>
                            <p:childTnLst>
                              <p:par>
                                <p:cTn id="78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75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000"/>
                            </p:stCondLst>
                            <p:childTnLst>
                              <p:par>
                                <p:cTn id="86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21" grpId="5"/>
      <p:bldP build="whole" bldLvl="1" animBg="1" rev="0" advAuto="0" spid="917" grpId="3"/>
      <p:bldP build="whole" bldLvl="1" animBg="1" rev="0" advAuto="0" spid="925" grpId="7"/>
      <p:bldP build="whole" bldLvl="1" animBg="1" rev="0" advAuto="0" spid="932" grpId="11"/>
      <p:bldP build="whole" bldLvl="1" animBg="1" rev="0" advAuto="0" spid="941" grpId="16"/>
      <p:bldP build="whole" bldLvl="1" animBg="1" rev="0" advAuto="0" spid="940" grpId="15"/>
      <p:bldP build="whole" bldLvl="1" animBg="1" rev="0" advAuto="0" spid="930" grpId="10"/>
      <p:bldP build="whole" bldLvl="1" animBg="1" rev="0" advAuto="0" spid="918" grpId="4"/>
      <p:bldP build="whole" bldLvl="1" animBg="1" rev="0" advAuto="0" spid="937" grpId="14"/>
      <p:bldP build="whole" bldLvl="1" animBg="1" rev="0" advAuto="0" spid="950" grpId="21"/>
      <p:bldP build="whole" bldLvl="1" animBg="1" rev="0" advAuto="0" spid="905" grpId="1"/>
      <p:bldP build="whole" bldLvl="1" animBg="1" rev="0" advAuto="0" spid="944" grpId="17"/>
      <p:bldP build="whole" bldLvl="1" animBg="1" rev="0" advAuto="0" spid="948" grpId="19"/>
      <p:bldP build="whole" bldLvl="1" animBg="1" rev="0" advAuto="0" spid="933" grpId="12"/>
      <p:bldP build="whole" bldLvl="1" animBg="1" rev="0" advAuto="0" spid="945" grpId="18"/>
      <p:bldP build="whole" bldLvl="1" animBg="1" rev="0" advAuto="0" spid="936" grpId="13"/>
      <p:bldP build="whole" bldLvl="1" animBg="1" rev="0" advAuto="0" spid="922" grpId="6"/>
      <p:bldP build="whole" bldLvl="1" animBg="1" rev="0" advAuto="0" spid="914" grpId="2"/>
      <p:bldP build="whole" bldLvl="1" animBg="1" rev="0" advAuto="0" spid="949" grpId="20"/>
      <p:bldP build="whole" bldLvl="1" animBg="1" rev="0" advAuto="0" spid="926" grpId="8"/>
      <p:bldP build="whole" bldLvl="1" animBg="1" rev="0" advAuto="0" spid="929" grpId="9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Shape 953"/>
          <p:cNvSpPr/>
          <p:nvPr/>
        </p:nvSpPr>
        <p:spPr>
          <a:xfrm>
            <a:off x="-1" y="0"/>
            <a:ext cx="5552945" cy="13716000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4" name="Shape 954"/>
          <p:cNvSpPr/>
          <p:nvPr/>
        </p:nvSpPr>
        <p:spPr>
          <a:xfrm>
            <a:off x="688908" y="4429008"/>
            <a:ext cx="4175127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955" name="Shape 955"/>
          <p:cNvSpPr/>
          <p:nvPr/>
        </p:nvSpPr>
        <p:spPr>
          <a:xfrm>
            <a:off x="796470" y="5169442"/>
            <a:ext cx="3960001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56" name="Shape 956"/>
          <p:cNvSpPr/>
          <p:nvPr/>
        </p:nvSpPr>
        <p:spPr>
          <a:xfrm>
            <a:off x="1350576" y="5957987"/>
            <a:ext cx="2851791" cy="2863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455" y="0"/>
                </a:moveTo>
                <a:cubicBezTo>
                  <a:pt x="4145" y="0"/>
                  <a:pt x="4145" y="0"/>
                  <a:pt x="4145" y="0"/>
                </a:cubicBezTo>
                <a:cubicBezTo>
                  <a:pt x="1855" y="0"/>
                  <a:pt x="0" y="1855"/>
                  <a:pt x="0" y="4145"/>
                </a:cubicBezTo>
                <a:cubicBezTo>
                  <a:pt x="0" y="8509"/>
                  <a:pt x="0" y="8509"/>
                  <a:pt x="0" y="8509"/>
                </a:cubicBezTo>
                <a:cubicBezTo>
                  <a:pt x="0" y="17345"/>
                  <a:pt x="0" y="17345"/>
                  <a:pt x="0" y="17345"/>
                </a:cubicBezTo>
                <a:cubicBezTo>
                  <a:pt x="0" y="19745"/>
                  <a:pt x="1855" y="21600"/>
                  <a:pt x="4145" y="21600"/>
                </a:cubicBezTo>
                <a:cubicBezTo>
                  <a:pt x="17455" y="21600"/>
                  <a:pt x="17455" y="21600"/>
                  <a:pt x="17455" y="21600"/>
                </a:cubicBezTo>
                <a:cubicBezTo>
                  <a:pt x="19745" y="21600"/>
                  <a:pt x="21600" y="19745"/>
                  <a:pt x="21600" y="17345"/>
                </a:cubicBezTo>
                <a:cubicBezTo>
                  <a:pt x="21600" y="8509"/>
                  <a:pt x="21600" y="8509"/>
                  <a:pt x="21600" y="8509"/>
                </a:cubicBezTo>
                <a:cubicBezTo>
                  <a:pt x="21600" y="4145"/>
                  <a:pt x="21600" y="4145"/>
                  <a:pt x="21600" y="4145"/>
                </a:cubicBezTo>
                <a:cubicBezTo>
                  <a:pt x="21600" y="1855"/>
                  <a:pt x="19745" y="0"/>
                  <a:pt x="17455" y="0"/>
                </a:cubicBezTo>
                <a:close/>
                <a:moveTo>
                  <a:pt x="18655" y="2400"/>
                </a:moveTo>
                <a:cubicBezTo>
                  <a:pt x="19091" y="2400"/>
                  <a:pt x="19091" y="2400"/>
                  <a:pt x="19091" y="2400"/>
                </a:cubicBezTo>
                <a:cubicBezTo>
                  <a:pt x="19091" y="2945"/>
                  <a:pt x="19091" y="2945"/>
                  <a:pt x="19091" y="2945"/>
                </a:cubicBezTo>
                <a:cubicBezTo>
                  <a:pt x="19091" y="6109"/>
                  <a:pt x="19091" y="6109"/>
                  <a:pt x="19091" y="6109"/>
                </a:cubicBezTo>
                <a:cubicBezTo>
                  <a:pt x="15491" y="6109"/>
                  <a:pt x="15491" y="6109"/>
                  <a:pt x="15491" y="6109"/>
                </a:cubicBezTo>
                <a:cubicBezTo>
                  <a:pt x="15491" y="2400"/>
                  <a:pt x="15491" y="2400"/>
                  <a:pt x="15491" y="2400"/>
                </a:cubicBezTo>
                <a:lnTo>
                  <a:pt x="18655" y="2400"/>
                </a:lnTo>
                <a:close/>
                <a:moveTo>
                  <a:pt x="7745" y="8509"/>
                </a:moveTo>
                <a:cubicBezTo>
                  <a:pt x="8400" y="7636"/>
                  <a:pt x="9491" y="6982"/>
                  <a:pt x="10800" y="6982"/>
                </a:cubicBezTo>
                <a:cubicBezTo>
                  <a:pt x="12109" y="6982"/>
                  <a:pt x="13200" y="7636"/>
                  <a:pt x="13855" y="8509"/>
                </a:cubicBezTo>
                <a:cubicBezTo>
                  <a:pt x="14400" y="9164"/>
                  <a:pt x="14618" y="9927"/>
                  <a:pt x="14618" y="10800"/>
                </a:cubicBezTo>
                <a:cubicBezTo>
                  <a:pt x="14618" y="12873"/>
                  <a:pt x="12873" y="14618"/>
                  <a:pt x="10800" y="14618"/>
                </a:cubicBezTo>
                <a:cubicBezTo>
                  <a:pt x="8727" y="14618"/>
                  <a:pt x="6982" y="12873"/>
                  <a:pt x="6982" y="10800"/>
                </a:cubicBezTo>
                <a:cubicBezTo>
                  <a:pt x="6982" y="9927"/>
                  <a:pt x="7309" y="9164"/>
                  <a:pt x="7745" y="8509"/>
                </a:cubicBezTo>
                <a:close/>
                <a:moveTo>
                  <a:pt x="19527" y="17345"/>
                </a:moveTo>
                <a:cubicBezTo>
                  <a:pt x="19527" y="18545"/>
                  <a:pt x="18545" y="19418"/>
                  <a:pt x="17455" y="19418"/>
                </a:cubicBezTo>
                <a:cubicBezTo>
                  <a:pt x="4145" y="19418"/>
                  <a:pt x="4145" y="19418"/>
                  <a:pt x="4145" y="19418"/>
                </a:cubicBezTo>
                <a:cubicBezTo>
                  <a:pt x="3055" y="19418"/>
                  <a:pt x="2073" y="18545"/>
                  <a:pt x="2073" y="17345"/>
                </a:cubicBezTo>
                <a:cubicBezTo>
                  <a:pt x="2073" y="8509"/>
                  <a:pt x="2073" y="8509"/>
                  <a:pt x="2073" y="8509"/>
                </a:cubicBezTo>
                <a:cubicBezTo>
                  <a:pt x="5345" y="8509"/>
                  <a:pt x="5345" y="8509"/>
                  <a:pt x="5345" y="8509"/>
                </a:cubicBezTo>
                <a:cubicBezTo>
                  <a:pt x="5018" y="9273"/>
                  <a:pt x="4909" y="9927"/>
                  <a:pt x="4909" y="10800"/>
                </a:cubicBezTo>
                <a:cubicBezTo>
                  <a:pt x="4909" y="14073"/>
                  <a:pt x="7527" y="16691"/>
                  <a:pt x="10800" y="16691"/>
                </a:cubicBezTo>
                <a:cubicBezTo>
                  <a:pt x="14073" y="16691"/>
                  <a:pt x="16691" y="14073"/>
                  <a:pt x="16691" y="10800"/>
                </a:cubicBezTo>
                <a:cubicBezTo>
                  <a:pt x="16691" y="9927"/>
                  <a:pt x="16582" y="9273"/>
                  <a:pt x="16255" y="8509"/>
                </a:cubicBezTo>
                <a:cubicBezTo>
                  <a:pt x="19527" y="8509"/>
                  <a:pt x="19527" y="8509"/>
                  <a:pt x="19527" y="8509"/>
                </a:cubicBezTo>
                <a:lnTo>
                  <a:pt x="19527" y="1734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7" name="Shape 957"/>
          <p:cNvSpPr/>
          <p:nvPr/>
        </p:nvSpPr>
        <p:spPr>
          <a:xfrm rot="5400000">
            <a:off x="5509360" y="7823232"/>
            <a:ext cx="467667" cy="403161"/>
          </a:xfrm>
          <a:prstGeom prst="triangle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8" name="Shape 958"/>
          <p:cNvSpPr/>
          <p:nvPr/>
        </p:nvSpPr>
        <p:spPr>
          <a:xfrm>
            <a:off x="5760701" y="1072240"/>
            <a:ext cx="7946238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Estrategia en Instagram</a:t>
            </a:r>
          </a:p>
        </p:txBody>
      </p:sp>
      <p:grpSp>
        <p:nvGrpSpPr>
          <p:cNvPr id="967" name="Group 967"/>
          <p:cNvGrpSpPr/>
          <p:nvPr/>
        </p:nvGrpSpPr>
        <p:grpSpPr>
          <a:xfrm>
            <a:off x="8176316" y="107560"/>
            <a:ext cx="2851791" cy="2753235"/>
            <a:chOff x="0" y="0"/>
            <a:chExt cx="2851789" cy="2753234"/>
          </a:xfrm>
        </p:grpSpPr>
        <p:grpSp>
          <p:nvGrpSpPr>
            <p:cNvPr id="962" name="Group 96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959" name="Shape 95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60" name="Shape 96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61" name="Shape 96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966" name="Group 96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963" name="Shape 96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64" name="Shape 96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65" name="Shape 96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968" name="Shape 968"/>
          <p:cNvSpPr/>
          <p:nvPr/>
        </p:nvSpPr>
        <p:spPr>
          <a:xfrm>
            <a:off x="5076796" y="8001000"/>
            <a:ext cx="2469874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69" name="Shape 969"/>
          <p:cNvSpPr/>
          <p:nvPr/>
        </p:nvSpPr>
        <p:spPr>
          <a:xfrm>
            <a:off x="5879513" y="9315057"/>
            <a:ext cx="3592688" cy="170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Noticias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Extractos de posts de la web para llevar tráfico y despertar interés.</a:t>
            </a:r>
          </a:p>
        </p:txBody>
      </p:sp>
      <p:sp>
        <p:nvSpPr>
          <p:cNvPr id="970" name="Shape 970"/>
          <p:cNvSpPr/>
          <p:nvPr/>
        </p:nvSpPr>
        <p:spPr>
          <a:xfrm>
            <a:off x="7564284" y="8001000"/>
            <a:ext cx="2785381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71" name="Shape 971"/>
          <p:cNvSpPr/>
          <p:nvPr/>
        </p:nvSpPr>
        <p:spPr>
          <a:xfrm>
            <a:off x="10375033" y="8001000"/>
            <a:ext cx="2686562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72" name="Shape 972"/>
          <p:cNvSpPr/>
          <p:nvPr/>
        </p:nvSpPr>
        <p:spPr>
          <a:xfrm>
            <a:off x="12997054" y="8001000"/>
            <a:ext cx="2686563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73" name="Shape 973"/>
          <p:cNvSpPr/>
          <p:nvPr/>
        </p:nvSpPr>
        <p:spPr>
          <a:xfrm>
            <a:off x="15800271" y="8001000"/>
            <a:ext cx="2686562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74" name="Shape 974"/>
          <p:cNvSpPr/>
          <p:nvPr/>
        </p:nvSpPr>
        <p:spPr>
          <a:xfrm>
            <a:off x="5786659" y="2753996"/>
            <a:ext cx="14479722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6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878787"/>
                </a:solidFill>
              </a:rPr>
              <a:t>La estrategia de contenidos propuesta para Instagram es la siguiente:</a:t>
            </a:r>
          </a:p>
        </p:txBody>
      </p:sp>
      <p:sp>
        <p:nvSpPr>
          <p:cNvPr id="975" name="Shape 975"/>
          <p:cNvSpPr/>
          <p:nvPr/>
        </p:nvSpPr>
        <p:spPr>
          <a:xfrm>
            <a:off x="18603487" y="8001000"/>
            <a:ext cx="2686563" cy="0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989" name="Group 989"/>
          <p:cNvGrpSpPr/>
          <p:nvPr/>
        </p:nvGrpSpPr>
        <p:grpSpPr>
          <a:xfrm>
            <a:off x="7228864" y="8351701"/>
            <a:ext cx="887377" cy="887379"/>
            <a:chOff x="0" y="0"/>
            <a:chExt cx="887375" cy="887378"/>
          </a:xfrm>
        </p:grpSpPr>
        <p:sp>
          <p:nvSpPr>
            <p:cNvPr id="976" name="Shape 976"/>
            <p:cNvSpPr/>
            <p:nvPr/>
          </p:nvSpPr>
          <p:spPr>
            <a:xfrm>
              <a:off x="0" y="0"/>
              <a:ext cx="887376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4725" y="0"/>
                    <a:pt x="4725" y="0"/>
                    <a:pt x="4725" y="0"/>
                  </a:cubicBezTo>
                  <a:cubicBezTo>
                    <a:pt x="3544" y="0"/>
                    <a:pt x="2700" y="844"/>
                    <a:pt x="2700" y="2025"/>
                  </a:cubicBezTo>
                  <a:cubicBezTo>
                    <a:pt x="2700" y="3375"/>
                    <a:pt x="2700" y="3375"/>
                    <a:pt x="2700" y="3375"/>
                  </a:cubicBezTo>
                  <a:cubicBezTo>
                    <a:pt x="2025" y="3375"/>
                    <a:pt x="2025" y="3375"/>
                    <a:pt x="2025" y="3375"/>
                  </a:cubicBezTo>
                  <a:cubicBezTo>
                    <a:pt x="844" y="3375"/>
                    <a:pt x="0" y="4219"/>
                    <a:pt x="0" y="54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0" y="20419"/>
                    <a:pt x="1181" y="21600"/>
                    <a:pt x="2700" y="21600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20419" y="21600"/>
                    <a:pt x="21600" y="20419"/>
                    <a:pt x="21600" y="18900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844"/>
                    <a:pt x="20756" y="0"/>
                    <a:pt x="19575" y="0"/>
                  </a:cubicBezTo>
                  <a:close/>
                  <a:moveTo>
                    <a:pt x="20250" y="18900"/>
                  </a:moveTo>
                  <a:cubicBezTo>
                    <a:pt x="20250" y="19575"/>
                    <a:pt x="19575" y="20250"/>
                    <a:pt x="18900" y="20250"/>
                  </a:cubicBezTo>
                  <a:cubicBezTo>
                    <a:pt x="2700" y="20250"/>
                    <a:pt x="2700" y="20250"/>
                    <a:pt x="2700" y="20250"/>
                  </a:cubicBezTo>
                  <a:cubicBezTo>
                    <a:pt x="2025" y="20250"/>
                    <a:pt x="1350" y="19575"/>
                    <a:pt x="1350" y="18900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1350" y="5063"/>
                    <a:pt x="1687" y="4725"/>
                    <a:pt x="2025" y="4725"/>
                  </a:cubicBezTo>
                  <a:cubicBezTo>
                    <a:pt x="2700" y="4725"/>
                    <a:pt x="2700" y="4725"/>
                    <a:pt x="2700" y="4725"/>
                  </a:cubicBezTo>
                  <a:cubicBezTo>
                    <a:pt x="2700" y="18225"/>
                    <a:pt x="2700" y="18225"/>
                    <a:pt x="2700" y="18225"/>
                  </a:cubicBezTo>
                  <a:cubicBezTo>
                    <a:pt x="2700" y="18562"/>
                    <a:pt x="3037" y="18900"/>
                    <a:pt x="3375" y="18900"/>
                  </a:cubicBezTo>
                  <a:cubicBezTo>
                    <a:pt x="3712" y="18900"/>
                    <a:pt x="4050" y="18562"/>
                    <a:pt x="4050" y="18225"/>
                  </a:cubicBezTo>
                  <a:cubicBezTo>
                    <a:pt x="4050" y="2025"/>
                    <a:pt x="4050" y="2025"/>
                    <a:pt x="4050" y="2025"/>
                  </a:cubicBezTo>
                  <a:cubicBezTo>
                    <a:pt x="4050" y="1688"/>
                    <a:pt x="4387" y="1350"/>
                    <a:pt x="4725" y="1350"/>
                  </a:cubicBezTo>
                  <a:cubicBezTo>
                    <a:pt x="19575" y="1350"/>
                    <a:pt x="19575" y="1350"/>
                    <a:pt x="19575" y="1350"/>
                  </a:cubicBezTo>
                  <a:cubicBezTo>
                    <a:pt x="19912" y="1350"/>
                    <a:pt x="20250" y="1688"/>
                    <a:pt x="20250" y="2025"/>
                  </a:cubicBezTo>
                  <a:lnTo>
                    <a:pt x="2025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77" name="Shape 977"/>
            <p:cNvSpPr/>
            <p:nvPr/>
          </p:nvSpPr>
          <p:spPr>
            <a:xfrm>
              <a:off x="525532" y="333125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78" name="Shape 978"/>
            <p:cNvSpPr/>
            <p:nvPr/>
          </p:nvSpPr>
          <p:spPr>
            <a:xfrm>
              <a:off x="525532" y="249843"/>
              <a:ext cx="249845" cy="25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79" name="Shape 979"/>
            <p:cNvSpPr/>
            <p:nvPr/>
          </p:nvSpPr>
          <p:spPr>
            <a:xfrm>
              <a:off x="525532" y="166562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21600"/>
                  </a:move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0" name="Shape 980"/>
            <p:cNvSpPr/>
            <p:nvPr/>
          </p:nvSpPr>
          <p:spPr>
            <a:xfrm>
              <a:off x="221125" y="749531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1" name="Shape 981"/>
            <p:cNvSpPr/>
            <p:nvPr/>
          </p:nvSpPr>
          <p:spPr>
            <a:xfrm>
              <a:off x="221125" y="666250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2" name="Shape 982"/>
            <p:cNvSpPr/>
            <p:nvPr/>
          </p:nvSpPr>
          <p:spPr>
            <a:xfrm>
              <a:off x="221125" y="582968"/>
              <a:ext cx="249844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3" name="Shape 983"/>
            <p:cNvSpPr/>
            <p:nvPr/>
          </p:nvSpPr>
          <p:spPr>
            <a:xfrm>
              <a:off x="525532" y="749531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4" name="Shape 984"/>
            <p:cNvSpPr/>
            <p:nvPr/>
          </p:nvSpPr>
          <p:spPr>
            <a:xfrm>
              <a:off x="525532" y="666250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5" name="Shape 985"/>
            <p:cNvSpPr/>
            <p:nvPr/>
          </p:nvSpPr>
          <p:spPr>
            <a:xfrm>
              <a:off x="525532" y="582968"/>
              <a:ext cx="249845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00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600" y="0"/>
                    <a:pt x="0" y="5400"/>
                    <a:pt x="0" y="10800"/>
                  </a:cubicBezTo>
                  <a:cubicBezTo>
                    <a:pt x="0" y="16200"/>
                    <a:pt x="600" y="21600"/>
                    <a:pt x="1200" y="21600"/>
                  </a:cubicBezTo>
                  <a:cubicBezTo>
                    <a:pt x="20400" y="21600"/>
                    <a:pt x="20400" y="21600"/>
                    <a:pt x="20400" y="21600"/>
                  </a:cubicBezTo>
                  <a:cubicBezTo>
                    <a:pt x="21000" y="21600"/>
                    <a:pt x="21600" y="16200"/>
                    <a:pt x="21600" y="10800"/>
                  </a:cubicBezTo>
                  <a:cubicBezTo>
                    <a:pt x="21600" y="5400"/>
                    <a:pt x="21000" y="0"/>
                    <a:pt x="204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6" name="Shape 986"/>
            <p:cNvSpPr/>
            <p:nvPr/>
          </p:nvSpPr>
          <p:spPr>
            <a:xfrm>
              <a:off x="221125" y="416405"/>
              <a:ext cx="554252" cy="25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0" y="0"/>
                  </a:moveTo>
                  <a:cubicBezTo>
                    <a:pt x="540" y="0"/>
                    <a:pt x="540" y="0"/>
                    <a:pt x="540" y="0"/>
                  </a:cubicBezTo>
                  <a:cubicBezTo>
                    <a:pt x="270" y="0"/>
                    <a:pt x="0" y="5400"/>
                    <a:pt x="0" y="10800"/>
                  </a:cubicBezTo>
                  <a:cubicBezTo>
                    <a:pt x="0" y="16200"/>
                    <a:pt x="270" y="21600"/>
                    <a:pt x="540" y="21600"/>
                  </a:cubicBezTo>
                  <a:cubicBezTo>
                    <a:pt x="21060" y="21600"/>
                    <a:pt x="21060" y="21600"/>
                    <a:pt x="21060" y="21600"/>
                  </a:cubicBezTo>
                  <a:cubicBezTo>
                    <a:pt x="21330" y="21600"/>
                    <a:pt x="21600" y="16200"/>
                    <a:pt x="21600" y="10800"/>
                  </a:cubicBezTo>
                  <a:cubicBezTo>
                    <a:pt x="21600" y="5400"/>
                    <a:pt x="21330" y="0"/>
                    <a:pt x="2106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7" name="Shape 987"/>
            <p:cNvSpPr/>
            <p:nvPr/>
          </p:nvSpPr>
          <p:spPr>
            <a:xfrm>
              <a:off x="221125" y="499688"/>
              <a:ext cx="554252" cy="25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0" y="0"/>
                  </a:moveTo>
                  <a:cubicBezTo>
                    <a:pt x="540" y="0"/>
                    <a:pt x="540" y="0"/>
                    <a:pt x="540" y="0"/>
                  </a:cubicBezTo>
                  <a:cubicBezTo>
                    <a:pt x="270" y="0"/>
                    <a:pt x="0" y="5400"/>
                    <a:pt x="0" y="10800"/>
                  </a:cubicBezTo>
                  <a:cubicBezTo>
                    <a:pt x="0" y="16200"/>
                    <a:pt x="270" y="21600"/>
                    <a:pt x="540" y="21600"/>
                  </a:cubicBezTo>
                  <a:cubicBezTo>
                    <a:pt x="21060" y="21600"/>
                    <a:pt x="21060" y="21600"/>
                    <a:pt x="21060" y="21600"/>
                  </a:cubicBezTo>
                  <a:cubicBezTo>
                    <a:pt x="21330" y="21600"/>
                    <a:pt x="21600" y="16200"/>
                    <a:pt x="21600" y="10800"/>
                  </a:cubicBezTo>
                  <a:cubicBezTo>
                    <a:pt x="21600" y="5400"/>
                    <a:pt x="21330" y="0"/>
                    <a:pt x="2106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8" name="Shape 988"/>
            <p:cNvSpPr/>
            <p:nvPr/>
          </p:nvSpPr>
          <p:spPr>
            <a:xfrm>
              <a:off x="221125" y="109127"/>
              <a:ext cx="249844" cy="249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400" y="21600"/>
                  </a:moveTo>
                  <a:cubicBezTo>
                    <a:pt x="19200" y="21600"/>
                    <a:pt x="19200" y="21600"/>
                    <a:pt x="19200" y="21600"/>
                  </a:cubicBezTo>
                  <a:cubicBezTo>
                    <a:pt x="20400" y="21600"/>
                    <a:pt x="21600" y="20400"/>
                    <a:pt x="21600" y="19200"/>
                  </a:cubicBezTo>
                  <a:cubicBezTo>
                    <a:pt x="21600" y="2400"/>
                    <a:pt x="21600" y="2400"/>
                    <a:pt x="21600" y="2400"/>
                  </a:cubicBezTo>
                  <a:cubicBezTo>
                    <a:pt x="21600" y="1200"/>
                    <a:pt x="20400" y="0"/>
                    <a:pt x="19200" y="0"/>
                  </a:cubicBezTo>
                  <a:cubicBezTo>
                    <a:pt x="2400" y="0"/>
                    <a:pt x="2400" y="0"/>
                    <a:pt x="2400" y="0"/>
                  </a:cubicBezTo>
                  <a:cubicBezTo>
                    <a:pt x="1200" y="0"/>
                    <a:pt x="0" y="1200"/>
                    <a:pt x="0" y="2400"/>
                  </a:cubicBezTo>
                  <a:cubicBezTo>
                    <a:pt x="0" y="19200"/>
                    <a:pt x="0" y="19200"/>
                    <a:pt x="0" y="19200"/>
                  </a:cubicBezTo>
                  <a:cubicBezTo>
                    <a:pt x="0" y="20400"/>
                    <a:pt x="1200" y="21600"/>
                    <a:pt x="2400" y="21600"/>
                  </a:cubicBezTo>
                  <a:close/>
                  <a:moveTo>
                    <a:pt x="4800" y="4800"/>
                  </a:moveTo>
                  <a:cubicBezTo>
                    <a:pt x="16800" y="4800"/>
                    <a:pt x="16800" y="4800"/>
                    <a:pt x="16800" y="4800"/>
                  </a:cubicBezTo>
                  <a:cubicBezTo>
                    <a:pt x="16800" y="16800"/>
                    <a:pt x="16800" y="16800"/>
                    <a:pt x="16800" y="16800"/>
                  </a:cubicBezTo>
                  <a:cubicBezTo>
                    <a:pt x="4800" y="16800"/>
                    <a:pt x="4800" y="16800"/>
                    <a:pt x="4800" y="16800"/>
                  </a:cubicBezTo>
                  <a:lnTo>
                    <a:pt x="4800" y="48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990" name="Shape 990"/>
          <p:cNvSpPr/>
          <p:nvPr/>
        </p:nvSpPr>
        <p:spPr>
          <a:xfrm>
            <a:off x="7909393" y="6184719"/>
            <a:ext cx="4737577" cy="1325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Vídeos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vídeos existentes relacionados o propios</a:t>
            </a:r>
          </a:p>
        </p:txBody>
      </p:sp>
      <p:grpSp>
        <p:nvGrpSpPr>
          <p:cNvPr id="993" name="Group 993"/>
          <p:cNvGrpSpPr/>
          <p:nvPr/>
        </p:nvGrpSpPr>
        <p:grpSpPr>
          <a:xfrm>
            <a:off x="9839001" y="5177430"/>
            <a:ext cx="878360" cy="855981"/>
            <a:chOff x="0" y="0"/>
            <a:chExt cx="878359" cy="855980"/>
          </a:xfrm>
        </p:grpSpPr>
        <p:sp>
          <p:nvSpPr>
            <p:cNvPr id="991" name="Shape 991"/>
            <p:cNvSpPr/>
            <p:nvPr/>
          </p:nvSpPr>
          <p:spPr>
            <a:xfrm>
              <a:off x="274135" y="343785"/>
              <a:ext cx="351172" cy="33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5" h="20590" fill="norm" stroke="1" extrusionOk="0">
                  <a:moveTo>
                    <a:pt x="3323" y="20264"/>
                  </a:moveTo>
                  <a:cubicBezTo>
                    <a:pt x="19938" y="11957"/>
                    <a:pt x="19938" y="11957"/>
                    <a:pt x="19938" y="11957"/>
                  </a:cubicBezTo>
                  <a:cubicBezTo>
                    <a:pt x="21600" y="11126"/>
                    <a:pt x="21600" y="9464"/>
                    <a:pt x="19938" y="8633"/>
                  </a:cubicBezTo>
                  <a:cubicBezTo>
                    <a:pt x="3323" y="326"/>
                    <a:pt x="3323" y="326"/>
                    <a:pt x="3323" y="326"/>
                  </a:cubicBezTo>
                  <a:cubicBezTo>
                    <a:pt x="1662" y="-505"/>
                    <a:pt x="0" y="326"/>
                    <a:pt x="0" y="1987"/>
                  </a:cubicBezTo>
                  <a:cubicBezTo>
                    <a:pt x="0" y="18603"/>
                    <a:pt x="0" y="18603"/>
                    <a:pt x="0" y="18603"/>
                  </a:cubicBezTo>
                  <a:cubicBezTo>
                    <a:pt x="0" y="20264"/>
                    <a:pt x="1662" y="21095"/>
                    <a:pt x="3323" y="2026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92" name="Shape 992"/>
            <p:cNvSpPr/>
            <p:nvPr/>
          </p:nvSpPr>
          <p:spPr>
            <a:xfrm>
              <a:off x="0" y="0"/>
              <a:ext cx="878360" cy="855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1012" y="0"/>
                    <a:pt x="0" y="1013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587"/>
                    <a:pt x="1012" y="21600"/>
                    <a:pt x="2025" y="21600"/>
                  </a:cubicBezTo>
                  <a:cubicBezTo>
                    <a:pt x="19575" y="21600"/>
                    <a:pt x="19575" y="21600"/>
                    <a:pt x="19575" y="21600"/>
                  </a:cubicBezTo>
                  <a:cubicBezTo>
                    <a:pt x="20588" y="21600"/>
                    <a:pt x="21600" y="20587"/>
                    <a:pt x="21600" y="19575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1013"/>
                    <a:pt x="20588" y="0"/>
                    <a:pt x="19575" y="0"/>
                  </a:cubicBezTo>
                  <a:close/>
                  <a:moveTo>
                    <a:pt x="13500" y="1350"/>
                  </a:moveTo>
                  <a:cubicBezTo>
                    <a:pt x="14850" y="4050"/>
                    <a:pt x="14850" y="4050"/>
                    <a:pt x="14850" y="4050"/>
                  </a:cubicBezTo>
                  <a:cubicBezTo>
                    <a:pt x="12150" y="4050"/>
                    <a:pt x="12150" y="4050"/>
                    <a:pt x="12150" y="4050"/>
                  </a:cubicBezTo>
                  <a:cubicBezTo>
                    <a:pt x="10800" y="1350"/>
                    <a:pt x="10800" y="1350"/>
                    <a:pt x="10800" y="1350"/>
                  </a:cubicBezTo>
                  <a:lnTo>
                    <a:pt x="13500" y="1350"/>
                  </a:lnTo>
                  <a:close/>
                  <a:moveTo>
                    <a:pt x="8100" y="1350"/>
                  </a:moveTo>
                  <a:cubicBezTo>
                    <a:pt x="9450" y="4050"/>
                    <a:pt x="9450" y="4050"/>
                    <a:pt x="9450" y="4050"/>
                  </a:cubicBezTo>
                  <a:cubicBezTo>
                    <a:pt x="6750" y="4050"/>
                    <a:pt x="6750" y="4050"/>
                    <a:pt x="6750" y="4050"/>
                  </a:cubicBezTo>
                  <a:cubicBezTo>
                    <a:pt x="5400" y="1350"/>
                    <a:pt x="5400" y="1350"/>
                    <a:pt x="5400" y="1350"/>
                  </a:cubicBezTo>
                  <a:lnTo>
                    <a:pt x="8100" y="1350"/>
                  </a:lnTo>
                  <a:close/>
                  <a:moveTo>
                    <a:pt x="1350" y="2025"/>
                  </a:moveTo>
                  <a:cubicBezTo>
                    <a:pt x="1350" y="1688"/>
                    <a:pt x="1687" y="1350"/>
                    <a:pt x="2025" y="1350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4050" y="4050"/>
                    <a:pt x="4050" y="4050"/>
                    <a:pt x="4050" y="4050"/>
                  </a:cubicBezTo>
                  <a:cubicBezTo>
                    <a:pt x="1350" y="4050"/>
                    <a:pt x="1350" y="4050"/>
                    <a:pt x="1350" y="4050"/>
                  </a:cubicBezTo>
                  <a:lnTo>
                    <a:pt x="1350" y="2025"/>
                  </a:lnTo>
                  <a:close/>
                  <a:moveTo>
                    <a:pt x="20250" y="19575"/>
                  </a:moveTo>
                  <a:cubicBezTo>
                    <a:pt x="20250" y="19912"/>
                    <a:pt x="19912" y="20250"/>
                    <a:pt x="19575" y="20250"/>
                  </a:cubicBezTo>
                  <a:cubicBezTo>
                    <a:pt x="2025" y="20250"/>
                    <a:pt x="2025" y="20250"/>
                    <a:pt x="2025" y="20250"/>
                  </a:cubicBezTo>
                  <a:cubicBezTo>
                    <a:pt x="1687" y="20250"/>
                    <a:pt x="1350" y="19912"/>
                    <a:pt x="1350" y="19575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20250" y="5400"/>
                    <a:pt x="20250" y="5400"/>
                    <a:pt x="20250" y="5400"/>
                  </a:cubicBezTo>
                  <a:lnTo>
                    <a:pt x="20250" y="19575"/>
                  </a:lnTo>
                  <a:close/>
                  <a:moveTo>
                    <a:pt x="17550" y="4050"/>
                  </a:moveTo>
                  <a:cubicBezTo>
                    <a:pt x="16200" y="1350"/>
                    <a:pt x="16200" y="1350"/>
                    <a:pt x="16200" y="1350"/>
                  </a:cubicBezTo>
                  <a:cubicBezTo>
                    <a:pt x="18900" y="1350"/>
                    <a:pt x="18900" y="1350"/>
                    <a:pt x="18900" y="1350"/>
                  </a:cubicBezTo>
                  <a:cubicBezTo>
                    <a:pt x="20250" y="4050"/>
                    <a:pt x="20250" y="4050"/>
                    <a:pt x="20250" y="4050"/>
                  </a:cubicBezTo>
                  <a:lnTo>
                    <a:pt x="17550" y="405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994" name="Shape 994"/>
          <p:cNvSpPr/>
          <p:nvPr/>
        </p:nvSpPr>
        <p:spPr>
          <a:xfrm>
            <a:off x="10841623" y="9290241"/>
            <a:ext cx="4175127" cy="170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Tips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una serie de tips relacionados con gráficas y textos</a:t>
            </a:r>
          </a:p>
        </p:txBody>
      </p:sp>
      <p:grpSp>
        <p:nvGrpSpPr>
          <p:cNvPr id="997" name="Group 997"/>
          <p:cNvGrpSpPr/>
          <p:nvPr/>
        </p:nvGrpSpPr>
        <p:grpSpPr>
          <a:xfrm>
            <a:off x="12615122" y="8351701"/>
            <a:ext cx="617432" cy="887379"/>
            <a:chOff x="0" y="0"/>
            <a:chExt cx="617431" cy="887378"/>
          </a:xfrm>
        </p:grpSpPr>
        <p:sp>
          <p:nvSpPr>
            <p:cNvPr id="995" name="Shape 995"/>
            <p:cNvSpPr/>
            <p:nvPr/>
          </p:nvSpPr>
          <p:spPr>
            <a:xfrm>
              <a:off x="0" y="0"/>
              <a:ext cx="617432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09" y="0"/>
                    <a:pt x="0" y="3375"/>
                    <a:pt x="0" y="7425"/>
                  </a:cubicBezTo>
                  <a:cubicBezTo>
                    <a:pt x="0" y="10125"/>
                    <a:pt x="3682" y="12994"/>
                    <a:pt x="4909" y="15525"/>
                  </a:cubicBezTo>
                  <a:cubicBezTo>
                    <a:pt x="6873" y="19406"/>
                    <a:pt x="6627" y="21600"/>
                    <a:pt x="10800" y="21600"/>
                  </a:cubicBezTo>
                  <a:cubicBezTo>
                    <a:pt x="14973" y="21600"/>
                    <a:pt x="14727" y="19406"/>
                    <a:pt x="16691" y="15525"/>
                  </a:cubicBezTo>
                  <a:cubicBezTo>
                    <a:pt x="17918" y="12994"/>
                    <a:pt x="21600" y="10125"/>
                    <a:pt x="21600" y="7425"/>
                  </a:cubicBezTo>
                  <a:cubicBezTo>
                    <a:pt x="21600" y="3375"/>
                    <a:pt x="16691" y="0"/>
                    <a:pt x="10800" y="0"/>
                  </a:cubicBezTo>
                  <a:close/>
                  <a:moveTo>
                    <a:pt x="13255" y="18394"/>
                  </a:moveTo>
                  <a:cubicBezTo>
                    <a:pt x="8591" y="18731"/>
                    <a:pt x="8591" y="18731"/>
                    <a:pt x="8591" y="18731"/>
                  </a:cubicBezTo>
                  <a:cubicBezTo>
                    <a:pt x="8345" y="18394"/>
                    <a:pt x="8100" y="18056"/>
                    <a:pt x="7855" y="17550"/>
                  </a:cubicBezTo>
                  <a:cubicBezTo>
                    <a:pt x="7855" y="17550"/>
                    <a:pt x="7855" y="17550"/>
                    <a:pt x="7855" y="17381"/>
                  </a:cubicBezTo>
                  <a:cubicBezTo>
                    <a:pt x="13991" y="16875"/>
                    <a:pt x="13991" y="16875"/>
                    <a:pt x="13991" y="16875"/>
                  </a:cubicBezTo>
                  <a:cubicBezTo>
                    <a:pt x="13991" y="17212"/>
                    <a:pt x="13745" y="17381"/>
                    <a:pt x="13745" y="17550"/>
                  </a:cubicBezTo>
                  <a:cubicBezTo>
                    <a:pt x="13500" y="17887"/>
                    <a:pt x="13500" y="18056"/>
                    <a:pt x="13255" y="18394"/>
                  </a:cubicBezTo>
                  <a:close/>
                  <a:moveTo>
                    <a:pt x="7609" y="16875"/>
                  </a:moveTo>
                  <a:cubicBezTo>
                    <a:pt x="7364" y="16369"/>
                    <a:pt x="7118" y="16031"/>
                    <a:pt x="6873" y="15525"/>
                  </a:cubicBezTo>
                  <a:cubicBezTo>
                    <a:pt x="14727" y="15525"/>
                    <a:pt x="14727" y="15525"/>
                    <a:pt x="14727" y="15525"/>
                  </a:cubicBezTo>
                  <a:cubicBezTo>
                    <a:pt x="14482" y="15694"/>
                    <a:pt x="14482" y="16031"/>
                    <a:pt x="14236" y="16200"/>
                  </a:cubicBezTo>
                  <a:lnTo>
                    <a:pt x="7609" y="16875"/>
                  </a:lnTo>
                  <a:close/>
                  <a:moveTo>
                    <a:pt x="10800" y="20250"/>
                  </a:moveTo>
                  <a:cubicBezTo>
                    <a:pt x="9818" y="20250"/>
                    <a:pt x="9327" y="20250"/>
                    <a:pt x="8836" y="19406"/>
                  </a:cubicBezTo>
                  <a:cubicBezTo>
                    <a:pt x="13009" y="19069"/>
                    <a:pt x="13009" y="19069"/>
                    <a:pt x="13009" y="19069"/>
                  </a:cubicBezTo>
                  <a:cubicBezTo>
                    <a:pt x="12518" y="20081"/>
                    <a:pt x="12027" y="20250"/>
                    <a:pt x="10800" y="20250"/>
                  </a:cubicBezTo>
                  <a:close/>
                  <a:moveTo>
                    <a:pt x="15464" y="14175"/>
                  </a:moveTo>
                  <a:cubicBezTo>
                    <a:pt x="6136" y="14175"/>
                    <a:pt x="6136" y="14175"/>
                    <a:pt x="6136" y="14175"/>
                  </a:cubicBezTo>
                  <a:cubicBezTo>
                    <a:pt x="5645" y="13500"/>
                    <a:pt x="5155" y="12656"/>
                    <a:pt x="4664" y="11981"/>
                  </a:cubicBezTo>
                  <a:cubicBezTo>
                    <a:pt x="3191" y="10462"/>
                    <a:pt x="1964" y="8775"/>
                    <a:pt x="1964" y="7425"/>
                  </a:cubicBezTo>
                  <a:cubicBezTo>
                    <a:pt x="1964" y="4050"/>
                    <a:pt x="5891" y="1350"/>
                    <a:pt x="10800" y="1350"/>
                  </a:cubicBezTo>
                  <a:cubicBezTo>
                    <a:pt x="15709" y="1350"/>
                    <a:pt x="19636" y="4050"/>
                    <a:pt x="19636" y="7425"/>
                  </a:cubicBezTo>
                  <a:cubicBezTo>
                    <a:pt x="19636" y="8775"/>
                    <a:pt x="18409" y="10462"/>
                    <a:pt x="16936" y="11981"/>
                  </a:cubicBezTo>
                  <a:cubicBezTo>
                    <a:pt x="16445" y="12656"/>
                    <a:pt x="15955" y="13500"/>
                    <a:pt x="15464" y="1417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96" name="Shape 996"/>
            <p:cNvSpPr/>
            <p:nvPr/>
          </p:nvSpPr>
          <p:spPr>
            <a:xfrm>
              <a:off x="137845" y="137845"/>
              <a:ext cx="183794" cy="180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38" y="0"/>
                  </a:moveTo>
                  <a:cubicBezTo>
                    <a:pt x="9138" y="0"/>
                    <a:pt x="0" y="9138"/>
                    <a:pt x="0" y="19938"/>
                  </a:cubicBezTo>
                  <a:cubicBezTo>
                    <a:pt x="0" y="20769"/>
                    <a:pt x="831" y="21600"/>
                    <a:pt x="1662" y="21600"/>
                  </a:cubicBezTo>
                  <a:cubicBezTo>
                    <a:pt x="2492" y="21600"/>
                    <a:pt x="3323" y="20769"/>
                    <a:pt x="3323" y="19938"/>
                  </a:cubicBezTo>
                  <a:cubicBezTo>
                    <a:pt x="3323" y="10800"/>
                    <a:pt x="10800" y="3323"/>
                    <a:pt x="19938" y="3323"/>
                  </a:cubicBezTo>
                  <a:cubicBezTo>
                    <a:pt x="20769" y="3323"/>
                    <a:pt x="21600" y="2492"/>
                    <a:pt x="21600" y="1662"/>
                  </a:cubicBezTo>
                  <a:cubicBezTo>
                    <a:pt x="21600" y="831"/>
                    <a:pt x="20769" y="0"/>
                    <a:pt x="19938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001" name="Group 1001"/>
          <p:cNvGrpSpPr/>
          <p:nvPr/>
        </p:nvGrpSpPr>
        <p:grpSpPr>
          <a:xfrm>
            <a:off x="15227413" y="5191201"/>
            <a:ext cx="948803" cy="1012833"/>
            <a:chOff x="0" y="0"/>
            <a:chExt cx="948802" cy="1012832"/>
          </a:xfrm>
        </p:grpSpPr>
        <p:sp>
          <p:nvSpPr>
            <p:cNvPr id="998" name="Shape 998"/>
            <p:cNvSpPr/>
            <p:nvPr/>
          </p:nvSpPr>
          <p:spPr>
            <a:xfrm>
              <a:off x="0" y="0"/>
              <a:ext cx="948803" cy="1012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72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1252" y="0"/>
                    <a:pt x="0" y="1233"/>
                    <a:pt x="0" y="27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0" y="20426"/>
                    <a:pt x="1252" y="21600"/>
                    <a:pt x="2880" y="21600"/>
                  </a:cubicBezTo>
                  <a:cubicBezTo>
                    <a:pt x="18720" y="21600"/>
                    <a:pt x="18720" y="21600"/>
                    <a:pt x="18720" y="21600"/>
                  </a:cubicBezTo>
                  <a:cubicBezTo>
                    <a:pt x="20285" y="21600"/>
                    <a:pt x="21600" y="20426"/>
                    <a:pt x="21600" y="18900"/>
                  </a:cubicBezTo>
                  <a:cubicBezTo>
                    <a:pt x="21600" y="2700"/>
                    <a:pt x="21600" y="2700"/>
                    <a:pt x="21600" y="2700"/>
                  </a:cubicBezTo>
                  <a:cubicBezTo>
                    <a:pt x="21600" y="1233"/>
                    <a:pt x="20285" y="0"/>
                    <a:pt x="18720" y="0"/>
                  </a:cubicBezTo>
                  <a:close/>
                  <a:moveTo>
                    <a:pt x="20160" y="18900"/>
                  </a:moveTo>
                  <a:cubicBezTo>
                    <a:pt x="20160" y="19663"/>
                    <a:pt x="19534" y="20250"/>
                    <a:pt x="18720" y="20250"/>
                  </a:cubicBezTo>
                  <a:cubicBezTo>
                    <a:pt x="2880" y="20250"/>
                    <a:pt x="2880" y="20250"/>
                    <a:pt x="2880" y="20250"/>
                  </a:cubicBezTo>
                  <a:cubicBezTo>
                    <a:pt x="2066" y="20250"/>
                    <a:pt x="1440" y="19663"/>
                    <a:pt x="1440" y="18900"/>
                  </a:cubicBezTo>
                  <a:cubicBezTo>
                    <a:pt x="1440" y="2700"/>
                    <a:pt x="1440" y="2700"/>
                    <a:pt x="1440" y="2700"/>
                  </a:cubicBezTo>
                  <a:cubicBezTo>
                    <a:pt x="1440" y="1937"/>
                    <a:pt x="2066" y="1350"/>
                    <a:pt x="2880" y="1350"/>
                  </a:cubicBezTo>
                  <a:cubicBezTo>
                    <a:pt x="18720" y="1350"/>
                    <a:pt x="18720" y="1350"/>
                    <a:pt x="18720" y="1350"/>
                  </a:cubicBezTo>
                  <a:cubicBezTo>
                    <a:pt x="19534" y="1350"/>
                    <a:pt x="20160" y="1937"/>
                    <a:pt x="20160" y="2700"/>
                  </a:cubicBezTo>
                  <a:lnTo>
                    <a:pt x="2016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99" name="Shape 999"/>
            <p:cNvSpPr/>
            <p:nvPr/>
          </p:nvSpPr>
          <p:spPr>
            <a:xfrm>
              <a:off x="125730" y="126895"/>
              <a:ext cx="696178" cy="633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575" y="0"/>
                  </a:moveTo>
                  <a:cubicBezTo>
                    <a:pt x="939" y="0"/>
                    <a:pt x="939" y="0"/>
                    <a:pt x="939" y="0"/>
                  </a:cubicBezTo>
                  <a:cubicBezTo>
                    <a:pt x="427" y="0"/>
                    <a:pt x="0" y="470"/>
                    <a:pt x="0" y="1033"/>
                  </a:cubicBezTo>
                  <a:cubicBezTo>
                    <a:pt x="0" y="20567"/>
                    <a:pt x="0" y="20567"/>
                    <a:pt x="0" y="20567"/>
                  </a:cubicBezTo>
                  <a:cubicBezTo>
                    <a:pt x="0" y="21130"/>
                    <a:pt x="427" y="21600"/>
                    <a:pt x="939" y="21600"/>
                  </a:cubicBezTo>
                  <a:cubicBezTo>
                    <a:pt x="20575" y="21600"/>
                    <a:pt x="20575" y="21600"/>
                    <a:pt x="20575" y="21600"/>
                  </a:cubicBezTo>
                  <a:cubicBezTo>
                    <a:pt x="21173" y="21600"/>
                    <a:pt x="21600" y="21130"/>
                    <a:pt x="21600" y="20567"/>
                  </a:cubicBezTo>
                  <a:cubicBezTo>
                    <a:pt x="21600" y="1033"/>
                    <a:pt x="21600" y="1033"/>
                    <a:pt x="21600" y="1033"/>
                  </a:cubicBezTo>
                  <a:cubicBezTo>
                    <a:pt x="21600" y="470"/>
                    <a:pt x="21173" y="0"/>
                    <a:pt x="20575" y="0"/>
                  </a:cubicBezTo>
                  <a:close/>
                  <a:moveTo>
                    <a:pt x="20575" y="1033"/>
                  </a:moveTo>
                  <a:cubicBezTo>
                    <a:pt x="20575" y="16059"/>
                    <a:pt x="20575" y="16059"/>
                    <a:pt x="20575" y="16059"/>
                  </a:cubicBezTo>
                  <a:cubicBezTo>
                    <a:pt x="17417" y="12209"/>
                    <a:pt x="17417" y="12209"/>
                    <a:pt x="17417" y="12209"/>
                  </a:cubicBezTo>
                  <a:cubicBezTo>
                    <a:pt x="17246" y="12021"/>
                    <a:pt x="16990" y="11927"/>
                    <a:pt x="16648" y="11927"/>
                  </a:cubicBezTo>
                  <a:cubicBezTo>
                    <a:pt x="16392" y="11927"/>
                    <a:pt x="16136" y="12021"/>
                    <a:pt x="15965" y="12209"/>
                  </a:cubicBezTo>
                  <a:cubicBezTo>
                    <a:pt x="13404" y="15402"/>
                    <a:pt x="13404" y="15402"/>
                    <a:pt x="13404" y="15402"/>
                  </a:cubicBezTo>
                  <a:cubicBezTo>
                    <a:pt x="5635" y="5729"/>
                    <a:pt x="5635" y="5729"/>
                    <a:pt x="5635" y="5729"/>
                  </a:cubicBezTo>
                  <a:cubicBezTo>
                    <a:pt x="5464" y="5541"/>
                    <a:pt x="5208" y="5353"/>
                    <a:pt x="4866" y="5353"/>
                  </a:cubicBezTo>
                  <a:cubicBezTo>
                    <a:pt x="4610" y="5353"/>
                    <a:pt x="4354" y="5541"/>
                    <a:pt x="4183" y="5729"/>
                  </a:cubicBezTo>
                  <a:cubicBezTo>
                    <a:pt x="939" y="9861"/>
                    <a:pt x="939" y="9861"/>
                    <a:pt x="939" y="9861"/>
                  </a:cubicBezTo>
                  <a:cubicBezTo>
                    <a:pt x="939" y="1033"/>
                    <a:pt x="939" y="1033"/>
                    <a:pt x="939" y="1033"/>
                  </a:cubicBezTo>
                  <a:lnTo>
                    <a:pt x="20575" y="1033"/>
                  </a:lnTo>
                  <a:close/>
                  <a:moveTo>
                    <a:pt x="939" y="11457"/>
                  </a:moveTo>
                  <a:cubicBezTo>
                    <a:pt x="4866" y="6480"/>
                    <a:pt x="4866" y="6480"/>
                    <a:pt x="4866" y="6480"/>
                  </a:cubicBezTo>
                  <a:cubicBezTo>
                    <a:pt x="12806" y="16341"/>
                    <a:pt x="12806" y="16341"/>
                    <a:pt x="12806" y="16341"/>
                  </a:cubicBezTo>
                  <a:cubicBezTo>
                    <a:pt x="13404" y="17092"/>
                    <a:pt x="13404" y="17092"/>
                    <a:pt x="13404" y="17092"/>
                  </a:cubicBezTo>
                  <a:cubicBezTo>
                    <a:pt x="16136" y="20567"/>
                    <a:pt x="16136" y="20567"/>
                    <a:pt x="16136" y="20567"/>
                  </a:cubicBezTo>
                  <a:cubicBezTo>
                    <a:pt x="939" y="20567"/>
                    <a:pt x="939" y="20567"/>
                    <a:pt x="939" y="20567"/>
                  </a:cubicBezTo>
                  <a:lnTo>
                    <a:pt x="939" y="11457"/>
                  </a:lnTo>
                  <a:close/>
                  <a:moveTo>
                    <a:pt x="17417" y="20567"/>
                  </a:moveTo>
                  <a:cubicBezTo>
                    <a:pt x="14087" y="16247"/>
                    <a:pt x="14087" y="16247"/>
                    <a:pt x="14087" y="16247"/>
                  </a:cubicBezTo>
                  <a:cubicBezTo>
                    <a:pt x="16648" y="12960"/>
                    <a:pt x="16648" y="12960"/>
                    <a:pt x="16648" y="12960"/>
                  </a:cubicBezTo>
                  <a:cubicBezTo>
                    <a:pt x="20575" y="17656"/>
                    <a:pt x="20575" y="17656"/>
                    <a:pt x="20575" y="17656"/>
                  </a:cubicBezTo>
                  <a:cubicBezTo>
                    <a:pt x="20575" y="20567"/>
                    <a:pt x="20575" y="20567"/>
                    <a:pt x="20575" y="20567"/>
                  </a:cubicBezTo>
                  <a:lnTo>
                    <a:pt x="17417" y="20567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00" name="Shape 1000"/>
            <p:cNvSpPr/>
            <p:nvPr/>
          </p:nvSpPr>
          <p:spPr>
            <a:xfrm>
              <a:off x="506415" y="220029"/>
              <a:ext cx="189762" cy="193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43" y="21600"/>
                  </a:moveTo>
                  <a:cubicBezTo>
                    <a:pt x="16591" y="21600"/>
                    <a:pt x="21600" y="16663"/>
                    <a:pt x="21600" y="10800"/>
                  </a:cubicBezTo>
                  <a:cubicBezTo>
                    <a:pt x="21600" y="4937"/>
                    <a:pt x="16591" y="0"/>
                    <a:pt x="10643" y="0"/>
                  </a:cubicBezTo>
                  <a:cubicBezTo>
                    <a:pt x="4696" y="0"/>
                    <a:pt x="0" y="4937"/>
                    <a:pt x="0" y="10800"/>
                  </a:cubicBezTo>
                  <a:cubicBezTo>
                    <a:pt x="0" y="16663"/>
                    <a:pt x="4696" y="21600"/>
                    <a:pt x="10643" y="21600"/>
                  </a:cubicBezTo>
                  <a:close/>
                  <a:moveTo>
                    <a:pt x="10643" y="3703"/>
                  </a:moveTo>
                  <a:cubicBezTo>
                    <a:pt x="14713" y="3703"/>
                    <a:pt x="17843" y="6789"/>
                    <a:pt x="17843" y="10800"/>
                  </a:cubicBezTo>
                  <a:cubicBezTo>
                    <a:pt x="17843" y="14811"/>
                    <a:pt x="14713" y="17897"/>
                    <a:pt x="10643" y="17897"/>
                  </a:cubicBezTo>
                  <a:cubicBezTo>
                    <a:pt x="6887" y="17897"/>
                    <a:pt x="3443" y="14811"/>
                    <a:pt x="3443" y="10800"/>
                  </a:cubicBezTo>
                  <a:cubicBezTo>
                    <a:pt x="3443" y="6789"/>
                    <a:pt x="6887" y="3703"/>
                    <a:pt x="10643" y="370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02" name="Shape 1002"/>
          <p:cNvSpPr/>
          <p:nvPr/>
        </p:nvSpPr>
        <p:spPr>
          <a:xfrm>
            <a:off x="12950398" y="6315709"/>
            <a:ext cx="5502832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Mini infografías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 resúmenes de contenidos interesantes con infografías</a:t>
            </a:r>
          </a:p>
        </p:txBody>
      </p:sp>
      <p:sp>
        <p:nvSpPr>
          <p:cNvPr id="1003" name="Shape 1003"/>
          <p:cNvSpPr/>
          <p:nvPr/>
        </p:nvSpPr>
        <p:spPr>
          <a:xfrm>
            <a:off x="18008995" y="8409154"/>
            <a:ext cx="767763" cy="772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112"/>
                </a:moveTo>
                <a:lnTo>
                  <a:pt x="14510" y="0"/>
                </a:lnTo>
                <a:lnTo>
                  <a:pt x="2054" y="12380"/>
                </a:lnTo>
                <a:lnTo>
                  <a:pt x="0" y="21600"/>
                </a:lnTo>
                <a:lnTo>
                  <a:pt x="9210" y="19427"/>
                </a:lnTo>
                <a:lnTo>
                  <a:pt x="21600" y="7112"/>
                </a:lnTo>
                <a:close/>
                <a:moveTo>
                  <a:pt x="8547" y="18110"/>
                </a:moveTo>
                <a:lnTo>
                  <a:pt x="7421" y="16990"/>
                </a:lnTo>
                <a:lnTo>
                  <a:pt x="18552" y="5993"/>
                </a:lnTo>
                <a:lnTo>
                  <a:pt x="19679" y="7112"/>
                </a:lnTo>
                <a:lnTo>
                  <a:pt x="8547" y="18110"/>
                </a:lnTo>
                <a:close/>
                <a:moveTo>
                  <a:pt x="4439" y="19098"/>
                </a:moveTo>
                <a:lnTo>
                  <a:pt x="2452" y="17122"/>
                </a:lnTo>
                <a:lnTo>
                  <a:pt x="3180" y="13698"/>
                </a:lnTo>
                <a:lnTo>
                  <a:pt x="6957" y="17451"/>
                </a:lnTo>
                <a:lnTo>
                  <a:pt x="7885" y="18307"/>
                </a:lnTo>
                <a:lnTo>
                  <a:pt x="4439" y="19098"/>
                </a:lnTo>
                <a:close/>
                <a:moveTo>
                  <a:pt x="18022" y="5466"/>
                </a:moveTo>
                <a:lnTo>
                  <a:pt x="6957" y="16463"/>
                </a:lnTo>
                <a:lnTo>
                  <a:pt x="5301" y="14883"/>
                </a:lnTo>
                <a:lnTo>
                  <a:pt x="16432" y="3885"/>
                </a:lnTo>
                <a:lnTo>
                  <a:pt x="18022" y="5466"/>
                </a:lnTo>
                <a:close/>
                <a:moveTo>
                  <a:pt x="14510" y="1976"/>
                </a:moveTo>
                <a:lnTo>
                  <a:pt x="15902" y="3359"/>
                </a:lnTo>
                <a:lnTo>
                  <a:pt x="4837" y="14356"/>
                </a:lnTo>
                <a:lnTo>
                  <a:pt x="3445" y="12973"/>
                </a:lnTo>
                <a:lnTo>
                  <a:pt x="14510" y="1976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4" name="Shape 1004"/>
          <p:cNvSpPr/>
          <p:nvPr/>
        </p:nvSpPr>
        <p:spPr>
          <a:xfrm>
            <a:off x="16125825" y="9315057"/>
            <a:ext cx="4175127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Frases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frases importantes y relevantes para el público.</a:t>
            </a:r>
          </a:p>
        </p:txBody>
      </p:sp>
      <p:sp>
        <p:nvSpPr>
          <p:cNvPr id="1005" name="Shape 1005"/>
          <p:cNvSpPr/>
          <p:nvPr/>
        </p:nvSpPr>
        <p:spPr>
          <a:xfrm>
            <a:off x="18756659" y="6315709"/>
            <a:ext cx="5223622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Sabías qué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datos interesantes y curiosos con imágenes y textos.</a:t>
            </a:r>
          </a:p>
        </p:txBody>
      </p:sp>
      <p:grpSp>
        <p:nvGrpSpPr>
          <p:cNvPr id="1010" name="Group 1010"/>
          <p:cNvGrpSpPr/>
          <p:nvPr/>
        </p:nvGrpSpPr>
        <p:grpSpPr>
          <a:xfrm>
            <a:off x="20902431" y="5284168"/>
            <a:ext cx="1124481" cy="1021081"/>
            <a:chOff x="0" y="0"/>
            <a:chExt cx="1124480" cy="1021080"/>
          </a:xfrm>
        </p:grpSpPr>
        <p:sp>
          <p:nvSpPr>
            <p:cNvPr id="1006" name="Shape 1006"/>
            <p:cNvSpPr/>
            <p:nvPr/>
          </p:nvSpPr>
          <p:spPr>
            <a:xfrm>
              <a:off x="0" y="0"/>
              <a:ext cx="1124481" cy="1021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887" y="21600"/>
                  </a:moveTo>
                  <a:cubicBezTo>
                    <a:pt x="16691" y="21600"/>
                    <a:pt x="16691" y="21600"/>
                    <a:pt x="16495" y="21600"/>
                  </a:cubicBezTo>
                  <a:cubicBezTo>
                    <a:pt x="13942" y="19837"/>
                    <a:pt x="13942" y="19837"/>
                    <a:pt x="13942" y="19837"/>
                  </a:cubicBezTo>
                  <a:cubicBezTo>
                    <a:pt x="12764" y="20057"/>
                    <a:pt x="11585" y="20278"/>
                    <a:pt x="10211" y="20278"/>
                  </a:cubicBezTo>
                  <a:cubicBezTo>
                    <a:pt x="4124" y="20278"/>
                    <a:pt x="0" y="16090"/>
                    <a:pt x="0" y="10139"/>
                  </a:cubicBezTo>
                  <a:cubicBezTo>
                    <a:pt x="0" y="4188"/>
                    <a:pt x="4320" y="0"/>
                    <a:pt x="10211" y="0"/>
                  </a:cubicBezTo>
                  <a:cubicBezTo>
                    <a:pt x="16691" y="0"/>
                    <a:pt x="21600" y="4408"/>
                    <a:pt x="21600" y="10139"/>
                  </a:cubicBezTo>
                  <a:cubicBezTo>
                    <a:pt x="21600" y="13224"/>
                    <a:pt x="20225" y="15869"/>
                    <a:pt x="17673" y="17853"/>
                  </a:cubicBezTo>
                  <a:cubicBezTo>
                    <a:pt x="17673" y="20498"/>
                    <a:pt x="17673" y="20498"/>
                    <a:pt x="17673" y="20498"/>
                  </a:cubicBezTo>
                  <a:cubicBezTo>
                    <a:pt x="17673" y="20718"/>
                    <a:pt x="17673" y="20718"/>
                    <a:pt x="17673" y="20718"/>
                  </a:cubicBezTo>
                  <a:cubicBezTo>
                    <a:pt x="17673" y="21159"/>
                    <a:pt x="17280" y="21600"/>
                    <a:pt x="16887" y="21600"/>
                  </a:cubicBezTo>
                  <a:cubicBezTo>
                    <a:pt x="16887" y="21600"/>
                    <a:pt x="16887" y="21600"/>
                    <a:pt x="16887" y="21600"/>
                  </a:cubicBezTo>
                  <a:close/>
                  <a:moveTo>
                    <a:pt x="13942" y="17853"/>
                  </a:moveTo>
                  <a:cubicBezTo>
                    <a:pt x="14138" y="17853"/>
                    <a:pt x="14335" y="18073"/>
                    <a:pt x="14335" y="18073"/>
                  </a:cubicBezTo>
                  <a:cubicBezTo>
                    <a:pt x="16102" y="19176"/>
                    <a:pt x="16102" y="19176"/>
                    <a:pt x="16102" y="19176"/>
                  </a:cubicBezTo>
                  <a:cubicBezTo>
                    <a:pt x="16102" y="17412"/>
                    <a:pt x="16102" y="17412"/>
                    <a:pt x="16102" y="17412"/>
                  </a:cubicBezTo>
                  <a:cubicBezTo>
                    <a:pt x="16102" y="17192"/>
                    <a:pt x="16298" y="16751"/>
                    <a:pt x="16495" y="16751"/>
                  </a:cubicBezTo>
                  <a:cubicBezTo>
                    <a:pt x="18851" y="14988"/>
                    <a:pt x="20029" y="12784"/>
                    <a:pt x="20029" y="10139"/>
                  </a:cubicBezTo>
                  <a:cubicBezTo>
                    <a:pt x="20029" y="5510"/>
                    <a:pt x="15709" y="1763"/>
                    <a:pt x="10211" y="1763"/>
                  </a:cubicBezTo>
                  <a:cubicBezTo>
                    <a:pt x="5105" y="1763"/>
                    <a:pt x="1571" y="5290"/>
                    <a:pt x="1571" y="10139"/>
                  </a:cubicBezTo>
                  <a:cubicBezTo>
                    <a:pt x="1571" y="14988"/>
                    <a:pt x="5105" y="18514"/>
                    <a:pt x="10211" y="18514"/>
                  </a:cubicBezTo>
                  <a:cubicBezTo>
                    <a:pt x="11389" y="18514"/>
                    <a:pt x="12567" y="18294"/>
                    <a:pt x="13745" y="18073"/>
                  </a:cubicBezTo>
                  <a:cubicBezTo>
                    <a:pt x="13745" y="18073"/>
                    <a:pt x="13942" y="17853"/>
                    <a:pt x="13942" y="1785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07" name="Shape 1007"/>
            <p:cNvSpPr/>
            <p:nvPr/>
          </p:nvSpPr>
          <p:spPr>
            <a:xfrm>
              <a:off x="224034" y="396368"/>
              <a:ext cx="176644" cy="185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435" y="21600"/>
                  </a:moveTo>
                  <a:cubicBezTo>
                    <a:pt x="5082" y="21600"/>
                    <a:pt x="0" y="16800"/>
                    <a:pt x="0" y="10800"/>
                  </a:cubicBezTo>
                  <a:cubicBezTo>
                    <a:pt x="0" y="4800"/>
                    <a:pt x="5082" y="0"/>
                    <a:pt x="11435" y="0"/>
                  </a:cubicBezTo>
                  <a:cubicBezTo>
                    <a:pt x="16518" y="0"/>
                    <a:pt x="21600" y="4800"/>
                    <a:pt x="21600" y="10800"/>
                  </a:cubicBezTo>
                  <a:cubicBezTo>
                    <a:pt x="21600" y="16800"/>
                    <a:pt x="16518" y="21600"/>
                    <a:pt x="11435" y="21600"/>
                  </a:cubicBezTo>
                  <a:close/>
                  <a:moveTo>
                    <a:pt x="11435" y="4800"/>
                  </a:moveTo>
                  <a:cubicBezTo>
                    <a:pt x="7624" y="4800"/>
                    <a:pt x="5082" y="7200"/>
                    <a:pt x="5082" y="10800"/>
                  </a:cubicBezTo>
                  <a:cubicBezTo>
                    <a:pt x="5082" y="14400"/>
                    <a:pt x="7624" y="16800"/>
                    <a:pt x="11435" y="16800"/>
                  </a:cubicBezTo>
                  <a:cubicBezTo>
                    <a:pt x="13976" y="16800"/>
                    <a:pt x="16518" y="14400"/>
                    <a:pt x="16518" y="10800"/>
                  </a:cubicBezTo>
                  <a:cubicBezTo>
                    <a:pt x="16518" y="7200"/>
                    <a:pt x="13976" y="4800"/>
                    <a:pt x="11435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08" name="Shape 1008"/>
            <p:cNvSpPr/>
            <p:nvPr/>
          </p:nvSpPr>
          <p:spPr>
            <a:xfrm>
              <a:off x="460991" y="396368"/>
              <a:ext cx="185262" cy="185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800" y="21600"/>
                    <a:pt x="0" y="16800"/>
                    <a:pt x="0" y="10800"/>
                  </a:cubicBezTo>
                  <a:cubicBezTo>
                    <a:pt x="0" y="4800"/>
                    <a:pt x="4800" y="0"/>
                    <a:pt x="10800" y="0"/>
                  </a:cubicBezTo>
                  <a:cubicBezTo>
                    <a:pt x="16800" y="0"/>
                    <a:pt x="21600" y="4800"/>
                    <a:pt x="21600" y="10800"/>
                  </a:cubicBezTo>
                  <a:cubicBezTo>
                    <a:pt x="21600" y="16800"/>
                    <a:pt x="16800" y="21600"/>
                    <a:pt x="10800" y="21600"/>
                  </a:cubicBezTo>
                  <a:close/>
                  <a:moveTo>
                    <a:pt x="10800" y="4800"/>
                  </a:moveTo>
                  <a:cubicBezTo>
                    <a:pt x="7200" y="4800"/>
                    <a:pt x="4800" y="7200"/>
                    <a:pt x="4800" y="10800"/>
                  </a:cubicBezTo>
                  <a:cubicBezTo>
                    <a:pt x="4800" y="14400"/>
                    <a:pt x="7200" y="16800"/>
                    <a:pt x="10800" y="16800"/>
                  </a:cubicBezTo>
                  <a:cubicBezTo>
                    <a:pt x="13200" y="16800"/>
                    <a:pt x="16800" y="14400"/>
                    <a:pt x="16800" y="10800"/>
                  </a:cubicBezTo>
                  <a:cubicBezTo>
                    <a:pt x="16800" y="7200"/>
                    <a:pt x="13200" y="4800"/>
                    <a:pt x="10800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09" name="Shape 1009"/>
            <p:cNvSpPr/>
            <p:nvPr/>
          </p:nvSpPr>
          <p:spPr>
            <a:xfrm>
              <a:off x="697952" y="396368"/>
              <a:ext cx="180952" cy="185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800" y="21600"/>
                    <a:pt x="0" y="16800"/>
                    <a:pt x="0" y="10800"/>
                  </a:cubicBezTo>
                  <a:cubicBezTo>
                    <a:pt x="0" y="4800"/>
                    <a:pt x="4800" y="0"/>
                    <a:pt x="10800" y="0"/>
                  </a:cubicBezTo>
                  <a:cubicBezTo>
                    <a:pt x="16800" y="0"/>
                    <a:pt x="21600" y="4800"/>
                    <a:pt x="21600" y="10800"/>
                  </a:cubicBezTo>
                  <a:cubicBezTo>
                    <a:pt x="21600" y="16800"/>
                    <a:pt x="16800" y="21600"/>
                    <a:pt x="10800" y="21600"/>
                  </a:cubicBezTo>
                  <a:close/>
                  <a:moveTo>
                    <a:pt x="10800" y="4800"/>
                  </a:moveTo>
                  <a:cubicBezTo>
                    <a:pt x="7200" y="4800"/>
                    <a:pt x="4800" y="7200"/>
                    <a:pt x="4800" y="10800"/>
                  </a:cubicBezTo>
                  <a:cubicBezTo>
                    <a:pt x="4800" y="14400"/>
                    <a:pt x="7200" y="16800"/>
                    <a:pt x="10800" y="16800"/>
                  </a:cubicBezTo>
                  <a:cubicBezTo>
                    <a:pt x="13200" y="16800"/>
                    <a:pt x="16800" y="14400"/>
                    <a:pt x="16800" y="10800"/>
                  </a:cubicBezTo>
                  <a:cubicBezTo>
                    <a:pt x="16800" y="7200"/>
                    <a:pt x="13200" y="4800"/>
                    <a:pt x="10800" y="4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2"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4"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90" grpId="13"/>
      <p:bldP build="whole" bldLvl="1" animBg="1" rev="0" advAuto="0" spid="955" grpId="2"/>
      <p:bldP build="whole" bldLvl="1" animBg="1" rev="0" advAuto="0" spid="994" grpId="14"/>
      <p:bldP build="whole" bldLvl="1" animBg="1" rev="0" advAuto="0" spid="968" grpId="5"/>
      <p:bldP build="whole" bldLvl="1" animBg="1" rev="0" advAuto="0" spid="958" grpId="3"/>
      <p:bldP build="whole" bldLvl="1" animBg="1" rev="0" advAuto="0" spid="972" grpId="9"/>
      <p:bldP build="whole" bldLvl="1" animBg="1" rev="0" advAuto="0" spid="974" grpId="11"/>
      <p:bldP build="whole" bldLvl="1" animBg="1" rev="0" advAuto="0" spid="971" grpId="8"/>
      <p:bldP build="whole" bldLvl="1" animBg="1" rev="0" advAuto="0" spid="1002" grpId="15"/>
      <p:bldP build="whole" bldLvl="1" animBg="1" rev="0" advAuto="0" spid="1003" grpId="16"/>
      <p:bldP build="whole" bldLvl="1" animBg="1" rev="0" advAuto="0" spid="1005" grpId="18"/>
      <p:bldP build="whole" bldLvl="1" animBg="1" rev="0" advAuto="0" spid="967" grpId="4"/>
      <p:bldP build="whole" bldLvl="1" animBg="1" rev="0" advAuto="0" spid="1004" grpId="17"/>
      <p:bldP build="whole" bldLvl="1" animBg="1" rev="0" advAuto="0" spid="969" grpId="6"/>
      <p:bldP build="whole" bldLvl="1" animBg="1" rev="0" advAuto="0" spid="954" grpId="1"/>
      <p:bldP build="whole" bldLvl="1" animBg="1" rev="0" advAuto="0" spid="973" grpId="10"/>
      <p:bldP build="whole" bldLvl="1" animBg="1" rev="0" advAuto="0" spid="975" grpId="12"/>
      <p:bldP build="whole" bldLvl="1" animBg="1" rev="0" advAuto="0" spid="970" grpId="7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Shape 1012"/>
          <p:cNvSpPr/>
          <p:nvPr/>
        </p:nvSpPr>
        <p:spPr>
          <a:xfrm>
            <a:off x="15535676" y="4687874"/>
            <a:ext cx="1" cy="1258422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headEnd type="triangle" len="sm"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3" name="Shape 1013"/>
          <p:cNvSpPr/>
          <p:nvPr/>
        </p:nvSpPr>
        <p:spPr>
          <a:xfrm>
            <a:off x="15535676" y="5862375"/>
            <a:ext cx="1" cy="1976599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4" name="Shape 1014"/>
          <p:cNvSpPr/>
          <p:nvPr/>
        </p:nvSpPr>
        <p:spPr>
          <a:xfrm>
            <a:off x="15535676" y="7692984"/>
            <a:ext cx="1" cy="1976599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5" name="Shape 1015"/>
          <p:cNvSpPr/>
          <p:nvPr/>
        </p:nvSpPr>
        <p:spPr>
          <a:xfrm>
            <a:off x="15535677" y="9609097"/>
            <a:ext cx="1" cy="1830285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oval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6" name="Shape 1016"/>
          <p:cNvSpPr/>
          <p:nvPr/>
        </p:nvSpPr>
        <p:spPr>
          <a:xfrm>
            <a:off x="15535676" y="11415576"/>
            <a:ext cx="1" cy="1095039"/>
          </a:xfrm>
          <a:prstGeom prst="line">
            <a:avLst/>
          </a:prstGeom>
          <a:ln w="38100" cap="rnd">
            <a:solidFill>
              <a:srgbClr val="40C0C0"/>
            </a:solidFill>
            <a:prstDash val="sysDot"/>
            <a:round/>
            <a:tailEnd type="triangle" len="sm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025" name="Group 1025"/>
          <p:cNvGrpSpPr/>
          <p:nvPr/>
        </p:nvGrpSpPr>
        <p:grpSpPr>
          <a:xfrm>
            <a:off x="16102201" y="5437278"/>
            <a:ext cx="683241" cy="902228"/>
            <a:chOff x="0" y="0"/>
            <a:chExt cx="683240" cy="902226"/>
          </a:xfrm>
        </p:grpSpPr>
        <p:sp>
          <p:nvSpPr>
            <p:cNvPr id="1017" name="Shape 1017"/>
            <p:cNvSpPr/>
            <p:nvPr/>
          </p:nvSpPr>
          <p:spPr>
            <a:xfrm>
              <a:off x="113872" y="619003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75" y="0"/>
                  </a:move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600" y="21600"/>
                    <a:pt x="21600" y="16200"/>
                    <a:pt x="21600" y="10800"/>
                  </a:cubicBezTo>
                  <a:cubicBezTo>
                    <a:pt x="21600" y="5400"/>
                    <a:pt x="21600" y="0"/>
                    <a:pt x="20925" y="0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18" name="Shape 1018"/>
            <p:cNvSpPr/>
            <p:nvPr/>
          </p:nvSpPr>
          <p:spPr>
            <a:xfrm>
              <a:off x="113872" y="70367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925" y="0"/>
                  </a:move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600" y="21600"/>
                    <a:pt x="21600" y="16200"/>
                    <a:pt x="21600" y="10800"/>
                  </a:cubicBezTo>
                  <a:cubicBezTo>
                    <a:pt x="21600" y="5400"/>
                    <a:pt x="21600" y="0"/>
                    <a:pt x="20925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19" name="Shape 1019"/>
            <p:cNvSpPr/>
            <p:nvPr/>
          </p:nvSpPr>
          <p:spPr>
            <a:xfrm>
              <a:off x="-1" y="0"/>
              <a:ext cx="683242" cy="902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650" y="338"/>
                  </a:moveTo>
                  <a:cubicBezTo>
                    <a:pt x="16200" y="169"/>
                    <a:pt x="15750" y="0"/>
                    <a:pt x="15300" y="0"/>
                  </a:cubicBezTo>
                  <a:cubicBezTo>
                    <a:pt x="2700" y="0"/>
                    <a:pt x="2700" y="0"/>
                    <a:pt x="2700" y="0"/>
                  </a:cubicBezTo>
                  <a:cubicBezTo>
                    <a:pt x="1125" y="0"/>
                    <a:pt x="0" y="844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587"/>
                    <a:pt x="1125" y="21600"/>
                    <a:pt x="2700" y="21600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20250" y="21600"/>
                    <a:pt x="21600" y="20587"/>
                    <a:pt x="21600" y="19575"/>
                  </a:cubicBezTo>
                  <a:cubicBezTo>
                    <a:pt x="21600" y="5400"/>
                    <a:pt x="21600" y="5400"/>
                    <a:pt x="21600" y="5400"/>
                  </a:cubicBezTo>
                  <a:cubicBezTo>
                    <a:pt x="21600" y="4725"/>
                    <a:pt x="21600" y="4387"/>
                    <a:pt x="16650" y="338"/>
                  </a:cubicBezTo>
                  <a:close/>
                  <a:moveTo>
                    <a:pt x="16200" y="2025"/>
                  </a:moveTo>
                  <a:cubicBezTo>
                    <a:pt x="17100" y="2869"/>
                    <a:pt x="18450" y="3881"/>
                    <a:pt x="19125" y="4725"/>
                  </a:cubicBezTo>
                  <a:cubicBezTo>
                    <a:pt x="16200" y="4725"/>
                    <a:pt x="16200" y="4725"/>
                    <a:pt x="16200" y="4725"/>
                  </a:cubicBezTo>
                  <a:lnTo>
                    <a:pt x="16200" y="2025"/>
                  </a:lnTo>
                  <a:close/>
                  <a:moveTo>
                    <a:pt x="19800" y="19575"/>
                  </a:moveTo>
                  <a:cubicBezTo>
                    <a:pt x="19800" y="19912"/>
                    <a:pt x="19350" y="20250"/>
                    <a:pt x="18900" y="20250"/>
                  </a:cubicBezTo>
                  <a:cubicBezTo>
                    <a:pt x="2700" y="20250"/>
                    <a:pt x="2700" y="20250"/>
                    <a:pt x="2700" y="20250"/>
                  </a:cubicBezTo>
                  <a:cubicBezTo>
                    <a:pt x="2250" y="20250"/>
                    <a:pt x="1800" y="19912"/>
                    <a:pt x="1800" y="19575"/>
                  </a:cubicBezTo>
                  <a:cubicBezTo>
                    <a:pt x="1800" y="2025"/>
                    <a:pt x="1800" y="2025"/>
                    <a:pt x="1800" y="2025"/>
                  </a:cubicBezTo>
                  <a:cubicBezTo>
                    <a:pt x="1800" y="1519"/>
                    <a:pt x="2250" y="1350"/>
                    <a:pt x="2700" y="1350"/>
                  </a:cubicBezTo>
                  <a:cubicBezTo>
                    <a:pt x="14400" y="1350"/>
                    <a:pt x="14400" y="1350"/>
                    <a:pt x="14400" y="1350"/>
                  </a:cubicBezTo>
                  <a:cubicBezTo>
                    <a:pt x="14400" y="6075"/>
                    <a:pt x="14400" y="6075"/>
                    <a:pt x="14400" y="6075"/>
                  </a:cubicBezTo>
                  <a:cubicBezTo>
                    <a:pt x="19800" y="6075"/>
                    <a:pt x="19800" y="6075"/>
                    <a:pt x="19800" y="6075"/>
                  </a:cubicBezTo>
                  <a:lnTo>
                    <a:pt x="19800" y="19575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20" name="Shape 1020"/>
            <p:cNvSpPr/>
            <p:nvPr/>
          </p:nvSpPr>
          <p:spPr>
            <a:xfrm>
              <a:off x="113872" y="140151"/>
              <a:ext cx="286144" cy="58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" y="21600"/>
                  </a:moveTo>
                  <a:cubicBezTo>
                    <a:pt x="19440" y="21600"/>
                    <a:pt x="19440" y="21600"/>
                    <a:pt x="19440" y="21600"/>
                  </a:cubicBezTo>
                  <a:cubicBezTo>
                    <a:pt x="20520" y="21600"/>
                    <a:pt x="21600" y="16200"/>
                    <a:pt x="21600" y="10800"/>
                  </a:cubicBezTo>
                  <a:cubicBezTo>
                    <a:pt x="21600" y="2700"/>
                    <a:pt x="20520" y="0"/>
                    <a:pt x="19440" y="0"/>
                  </a:cubicBezTo>
                  <a:cubicBezTo>
                    <a:pt x="2160" y="0"/>
                    <a:pt x="2160" y="0"/>
                    <a:pt x="2160" y="0"/>
                  </a:cubicBezTo>
                  <a:cubicBezTo>
                    <a:pt x="1080" y="0"/>
                    <a:pt x="0" y="2700"/>
                    <a:pt x="0" y="10800"/>
                  </a:cubicBezTo>
                  <a:cubicBezTo>
                    <a:pt x="0" y="16200"/>
                    <a:pt x="1080" y="21600"/>
                    <a:pt x="216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21" name="Shape 1021"/>
            <p:cNvSpPr/>
            <p:nvPr/>
          </p:nvSpPr>
          <p:spPr>
            <a:xfrm>
              <a:off x="113872" y="280303"/>
              <a:ext cx="28614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" y="21600"/>
                  </a:moveTo>
                  <a:cubicBezTo>
                    <a:pt x="20520" y="21600"/>
                    <a:pt x="20520" y="21600"/>
                    <a:pt x="20520" y="21600"/>
                  </a:cubicBezTo>
                  <a:cubicBezTo>
                    <a:pt x="21060" y="21600"/>
                    <a:pt x="21600" y="16200"/>
                    <a:pt x="21600" y="10800"/>
                  </a:cubicBezTo>
                  <a:cubicBezTo>
                    <a:pt x="21600" y="5400"/>
                    <a:pt x="21060" y="0"/>
                    <a:pt x="20520" y="0"/>
                  </a:cubicBezTo>
                  <a:cubicBezTo>
                    <a:pt x="1080" y="0"/>
                    <a:pt x="1080" y="0"/>
                    <a:pt x="1080" y="0"/>
                  </a:cubicBezTo>
                  <a:cubicBezTo>
                    <a:pt x="540" y="0"/>
                    <a:pt x="0" y="5400"/>
                    <a:pt x="0" y="10800"/>
                  </a:cubicBezTo>
                  <a:cubicBezTo>
                    <a:pt x="0" y="16200"/>
                    <a:pt x="540" y="21600"/>
                    <a:pt x="108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22" name="Shape 1022"/>
            <p:cNvSpPr/>
            <p:nvPr/>
          </p:nvSpPr>
          <p:spPr>
            <a:xfrm>
              <a:off x="113872" y="36497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16200"/>
                    <a:pt x="338" y="21600"/>
                    <a:pt x="675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262" y="21600"/>
                    <a:pt x="21600" y="16200"/>
                    <a:pt x="21600" y="10800"/>
                  </a:cubicBezTo>
                  <a:cubicBezTo>
                    <a:pt x="21600" y="5400"/>
                    <a:pt x="21262" y="0"/>
                    <a:pt x="20925" y="0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23" name="Shape 1023"/>
            <p:cNvSpPr/>
            <p:nvPr/>
          </p:nvSpPr>
          <p:spPr>
            <a:xfrm>
              <a:off x="113872" y="534327"/>
              <a:ext cx="455494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925" y="21600"/>
                  </a:moveTo>
                  <a:cubicBezTo>
                    <a:pt x="21262" y="21600"/>
                    <a:pt x="21600" y="16200"/>
                    <a:pt x="21600" y="10800"/>
                  </a:cubicBezTo>
                  <a:cubicBezTo>
                    <a:pt x="21600" y="5400"/>
                    <a:pt x="21262" y="0"/>
                    <a:pt x="20925" y="0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338" y="0"/>
                    <a:pt x="0" y="5400"/>
                    <a:pt x="0" y="10800"/>
                  </a:cubicBezTo>
                  <a:cubicBezTo>
                    <a:pt x="0" y="16200"/>
                    <a:pt x="338" y="21600"/>
                    <a:pt x="675" y="21600"/>
                  </a:cubicBezTo>
                  <a:lnTo>
                    <a:pt x="20925" y="216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24" name="Shape 1024"/>
            <p:cNvSpPr/>
            <p:nvPr/>
          </p:nvSpPr>
          <p:spPr>
            <a:xfrm>
              <a:off x="113872" y="449653"/>
              <a:ext cx="429217" cy="29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0" y="21600"/>
                  </a:moveTo>
                  <a:cubicBezTo>
                    <a:pt x="20880" y="21600"/>
                    <a:pt x="20880" y="21600"/>
                    <a:pt x="20880" y="21600"/>
                  </a:cubicBezTo>
                  <a:cubicBezTo>
                    <a:pt x="21240" y="21600"/>
                    <a:pt x="21600" y="16200"/>
                    <a:pt x="21600" y="10800"/>
                  </a:cubicBezTo>
                  <a:cubicBezTo>
                    <a:pt x="21600" y="5400"/>
                    <a:pt x="21240" y="0"/>
                    <a:pt x="20880" y="0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360" y="0"/>
                    <a:pt x="0" y="5400"/>
                    <a:pt x="0" y="10800"/>
                  </a:cubicBezTo>
                  <a:cubicBezTo>
                    <a:pt x="0" y="16200"/>
                    <a:pt x="360" y="21600"/>
                    <a:pt x="72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26" name="Shape 1026"/>
          <p:cNvSpPr/>
          <p:nvPr/>
        </p:nvSpPr>
        <p:spPr>
          <a:xfrm>
            <a:off x="15061419" y="1113638"/>
            <a:ext cx="7569302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Estrategia en Pinterest</a:t>
            </a:r>
          </a:p>
        </p:txBody>
      </p:sp>
      <p:grpSp>
        <p:nvGrpSpPr>
          <p:cNvPr id="1035" name="Group 1035"/>
          <p:cNvGrpSpPr/>
          <p:nvPr/>
        </p:nvGrpSpPr>
        <p:grpSpPr>
          <a:xfrm>
            <a:off x="17288566" y="148958"/>
            <a:ext cx="2851791" cy="2753235"/>
            <a:chOff x="0" y="0"/>
            <a:chExt cx="2851789" cy="2753234"/>
          </a:xfrm>
        </p:grpSpPr>
        <p:grpSp>
          <p:nvGrpSpPr>
            <p:cNvPr id="1030" name="Group 1030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027" name="Shape 1027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28" name="Shape 1028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29" name="Shape 1029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034" name="Group 1034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031" name="Shape 1031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32" name="Shape 1032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33" name="Shape 1033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036" name="Shape 1036"/>
          <p:cNvSpPr/>
          <p:nvPr/>
        </p:nvSpPr>
        <p:spPr>
          <a:xfrm>
            <a:off x="15262486" y="2760382"/>
            <a:ext cx="7973595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6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878787"/>
                </a:solidFill>
              </a:rPr>
              <a:t>La estrategia de contenidos propuesta para Pinterest es la siguiente:</a:t>
            </a:r>
          </a:p>
        </p:txBody>
      </p:sp>
      <p:sp>
        <p:nvSpPr>
          <p:cNvPr id="1037" name="Shape 1037"/>
          <p:cNvSpPr/>
          <p:nvPr/>
        </p:nvSpPr>
        <p:spPr>
          <a:xfrm>
            <a:off x="17050619" y="10654347"/>
            <a:ext cx="5552945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Tips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Crear una serie de tips relacionados con gráficas y textos.</a:t>
            </a:r>
          </a:p>
        </p:txBody>
      </p:sp>
      <p:grpSp>
        <p:nvGrpSpPr>
          <p:cNvPr id="1040" name="Group 1040"/>
          <p:cNvGrpSpPr/>
          <p:nvPr/>
        </p:nvGrpSpPr>
        <p:grpSpPr>
          <a:xfrm>
            <a:off x="16135108" y="10695798"/>
            <a:ext cx="617432" cy="887379"/>
            <a:chOff x="0" y="0"/>
            <a:chExt cx="617431" cy="887378"/>
          </a:xfrm>
        </p:grpSpPr>
        <p:sp>
          <p:nvSpPr>
            <p:cNvPr id="1038" name="Shape 1038"/>
            <p:cNvSpPr/>
            <p:nvPr/>
          </p:nvSpPr>
          <p:spPr>
            <a:xfrm>
              <a:off x="0" y="0"/>
              <a:ext cx="617432" cy="887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09" y="0"/>
                    <a:pt x="0" y="3375"/>
                    <a:pt x="0" y="7425"/>
                  </a:cubicBezTo>
                  <a:cubicBezTo>
                    <a:pt x="0" y="10125"/>
                    <a:pt x="3682" y="12994"/>
                    <a:pt x="4909" y="15525"/>
                  </a:cubicBezTo>
                  <a:cubicBezTo>
                    <a:pt x="6873" y="19406"/>
                    <a:pt x="6627" y="21600"/>
                    <a:pt x="10800" y="21600"/>
                  </a:cubicBezTo>
                  <a:cubicBezTo>
                    <a:pt x="14973" y="21600"/>
                    <a:pt x="14727" y="19406"/>
                    <a:pt x="16691" y="15525"/>
                  </a:cubicBezTo>
                  <a:cubicBezTo>
                    <a:pt x="17918" y="12994"/>
                    <a:pt x="21600" y="10125"/>
                    <a:pt x="21600" y="7425"/>
                  </a:cubicBezTo>
                  <a:cubicBezTo>
                    <a:pt x="21600" y="3375"/>
                    <a:pt x="16691" y="0"/>
                    <a:pt x="10800" y="0"/>
                  </a:cubicBezTo>
                  <a:close/>
                  <a:moveTo>
                    <a:pt x="13255" y="18394"/>
                  </a:moveTo>
                  <a:cubicBezTo>
                    <a:pt x="8591" y="18731"/>
                    <a:pt x="8591" y="18731"/>
                    <a:pt x="8591" y="18731"/>
                  </a:cubicBezTo>
                  <a:cubicBezTo>
                    <a:pt x="8345" y="18394"/>
                    <a:pt x="8100" y="18056"/>
                    <a:pt x="7855" y="17550"/>
                  </a:cubicBezTo>
                  <a:cubicBezTo>
                    <a:pt x="7855" y="17550"/>
                    <a:pt x="7855" y="17550"/>
                    <a:pt x="7855" y="17381"/>
                  </a:cubicBezTo>
                  <a:cubicBezTo>
                    <a:pt x="13991" y="16875"/>
                    <a:pt x="13991" y="16875"/>
                    <a:pt x="13991" y="16875"/>
                  </a:cubicBezTo>
                  <a:cubicBezTo>
                    <a:pt x="13991" y="17212"/>
                    <a:pt x="13745" y="17381"/>
                    <a:pt x="13745" y="17550"/>
                  </a:cubicBezTo>
                  <a:cubicBezTo>
                    <a:pt x="13500" y="17887"/>
                    <a:pt x="13500" y="18056"/>
                    <a:pt x="13255" y="18394"/>
                  </a:cubicBezTo>
                  <a:close/>
                  <a:moveTo>
                    <a:pt x="7609" y="16875"/>
                  </a:moveTo>
                  <a:cubicBezTo>
                    <a:pt x="7364" y="16369"/>
                    <a:pt x="7118" y="16031"/>
                    <a:pt x="6873" y="15525"/>
                  </a:cubicBezTo>
                  <a:cubicBezTo>
                    <a:pt x="14727" y="15525"/>
                    <a:pt x="14727" y="15525"/>
                    <a:pt x="14727" y="15525"/>
                  </a:cubicBezTo>
                  <a:cubicBezTo>
                    <a:pt x="14482" y="15694"/>
                    <a:pt x="14482" y="16031"/>
                    <a:pt x="14236" y="16200"/>
                  </a:cubicBezTo>
                  <a:lnTo>
                    <a:pt x="7609" y="16875"/>
                  </a:lnTo>
                  <a:close/>
                  <a:moveTo>
                    <a:pt x="10800" y="20250"/>
                  </a:moveTo>
                  <a:cubicBezTo>
                    <a:pt x="9818" y="20250"/>
                    <a:pt x="9327" y="20250"/>
                    <a:pt x="8836" y="19406"/>
                  </a:cubicBezTo>
                  <a:cubicBezTo>
                    <a:pt x="13009" y="19069"/>
                    <a:pt x="13009" y="19069"/>
                    <a:pt x="13009" y="19069"/>
                  </a:cubicBezTo>
                  <a:cubicBezTo>
                    <a:pt x="12518" y="20081"/>
                    <a:pt x="12027" y="20250"/>
                    <a:pt x="10800" y="20250"/>
                  </a:cubicBezTo>
                  <a:close/>
                  <a:moveTo>
                    <a:pt x="15464" y="14175"/>
                  </a:moveTo>
                  <a:cubicBezTo>
                    <a:pt x="6136" y="14175"/>
                    <a:pt x="6136" y="14175"/>
                    <a:pt x="6136" y="14175"/>
                  </a:cubicBezTo>
                  <a:cubicBezTo>
                    <a:pt x="5645" y="13500"/>
                    <a:pt x="5155" y="12656"/>
                    <a:pt x="4664" y="11981"/>
                  </a:cubicBezTo>
                  <a:cubicBezTo>
                    <a:pt x="3191" y="10462"/>
                    <a:pt x="1964" y="8775"/>
                    <a:pt x="1964" y="7425"/>
                  </a:cubicBezTo>
                  <a:cubicBezTo>
                    <a:pt x="1964" y="4050"/>
                    <a:pt x="5891" y="1350"/>
                    <a:pt x="10800" y="1350"/>
                  </a:cubicBezTo>
                  <a:cubicBezTo>
                    <a:pt x="15709" y="1350"/>
                    <a:pt x="19636" y="4050"/>
                    <a:pt x="19636" y="7425"/>
                  </a:cubicBezTo>
                  <a:cubicBezTo>
                    <a:pt x="19636" y="8775"/>
                    <a:pt x="18409" y="10462"/>
                    <a:pt x="16936" y="11981"/>
                  </a:cubicBezTo>
                  <a:cubicBezTo>
                    <a:pt x="16445" y="12656"/>
                    <a:pt x="15955" y="13500"/>
                    <a:pt x="15464" y="1417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39" name="Shape 1039"/>
            <p:cNvSpPr/>
            <p:nvPr/>
          </p:nvSpPr>
          <p:spPr>
            <a:xfrm>
              <a:off x="137845" y="137845"/>
              <a:ext cx="183794" cy="180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38" y="0"/>
                  </a:moveTo>
                  <a:cubicBezTo>
                    <a:pt x="9138" y="0"/>
                    <a:pt x="0" y="9138"/>
                    <a:pt x="0" y="19938"/>
                  </a:cubicBezTo>
                  <a:cubicBezTo>
                    <a:pt x="0" y="20769"/>
                    <a:pt x="831" y="21600"/>
                    <a:pt x="1662" y="21600"/>
                  </a:cubicBezTo>
                  <a:cubicBezTo>
                    <a:pt x="2492" y="21600"/>
                    <a:pt x="3323" y="20769"/>
                    <a:pt x="3323" y="19938"/>
                  </a:cubicBezTo>
                  <a:cubicBezTo>
                    <a:pt x="3323" y="10800"/>
                    <a:pt x="10800" y="3323"/>
                    <a:pt x="19938" y="3323"/>
                  </a:cubicBezTo>
                  <a:cubicBezTo>
                    <a:pt x="20769" y="3323"/>
                    <a:pt x="21600" y="2492"/>
                    <a:pt x="21600" y="1662"/>
                  </a:cubicBezTo>
                  <a:cubicBezTo>
                    <a:pt x="21600" y="831"/>
                    <a:pt x="20769" y="0"/>
                    <a:pt x="19938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41" name="Shape 1041"/>
          <p:cNvSpPr/>
          <p:nvPr/>
        </p:nvSpPr>
        <p:spPr>
          <a:xfrm>
            <a:off x="16998342" y="5427551"/>
            <a:ext cx="5919992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Noticias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todas las noticias de la web con imágenes.</a:t>
            </a:r>
          </a:p>
        </p:txBody>
      </p:sp>
      <p:sp>
        <p:nvSpPr>
          <p:cNvPr id="1042" name="Shape 1042"/>
          <p:cNvSpPr/>
          <p:nvPr/>
        </p:nvSpPr>
        <p:spPr>
          <a:xfrm>
            <a:off x="17050619" y="7166033"/>
            <a:ext cx="5552945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Gráficas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Compartir gráficas de interés relacionados a contenidos de la web.</a:t>
            </a:r>
          </a:p>
        </p:txBody>
      </p:sp>
      <p:grpSp>
        <p:nvGrpSpPr>
          <p:cNvPr id="1047" name="Group 1047"/>
          <p:cNvGrpSpPr/>
          <p:nvPr/>
        </p:nvGrpSpPr>
        <p:grpSpPr>
          <a:xfrm>
            <a:off x="9129303" y="-2203"/>
            <a:ext cx="5552945" cy="13716001"/>
            <a:chOff x="0" y="0"/>
            <a:chExt cx="5552944" cy="13716000"/>
          </a:xfrm>
        </p:grpSpPr>
        <p:sp>
          <p:nvSpPr>
            <p:cNvPr id="1043" name="Shape 1043"/>
            <p:cNvSpPr/>
            <p:nvPr/>
          </p:nvSpPr>
          <p:spPr>
            <a:xfrm>
              <a:off x="0" y="0"/>
              <a:ext cx="5552945" cy="13716000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44" name="Shape 1044"/>
            <p:cNvSpPr/>
            <p:nvPr/>
          </p:nvSpPr>
          <p:spPr>
            <a:xfrm>
              <a:off x="751991" y="5199514"/>
              <a:ext cx="4175127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FFFFFF"/>
                  </a:solidFill>
                </a:rPr>
                <a:t>Pinterest</a:t>
              </a:r>
            </a:p>
          </p:txBody>
        </p:sp>
        <p:sp>
          <p:nvSpPr>
            <p:cNvPr id="1045" name="Shape 1045"/>
            <p:cNvSpPr/>
            <p:nvPr/>
          </p:nvSpPr>
          <p:spPr>
            <a:xfrm>
              <a:off x="859553" y="5939948"/>
              <a:ext cx="3960001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457200">
                <a:defRPr sz="24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6" name="Shape 1046"/>
            <p:cNvSpPr/>
            <p:nvPr/>
          </p:nvSpPr>
          <p:spPr>
            <a:xfrm>
              <a:off x="2100140" y="6619340"/>
              <a:ext cx="1478830" cy="1897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411" y="0"/>
                  </a:moveTo>
                  <a:cubicBezTo>
                    <a:pt x="3872" y="0"/>
                    <a:pt x="0" y="4129"/>
                    <a:pt x="0" y="7782"/>
                  </a:cubicBezTo>
                  <a:cubicBezTo>
                    <a:pt x="0" y="9847"/>
                    <a:pt x="1019" y="11753"/>
                    <a:pt x="3260" y="12547"/>
                  </a:cubicBezTo>
                  <a:cubicBezTo>
                    <a:pt x="3668" y="12547"/>
                    <a:pt x="4075" y="12547"/>
                    <a:pt x="4075" y="12229"/>
                  </a:cubicBezTo>
                  <a:cubicBezTo>
                    <a:pt x="4279" y="11912"/>
                    <a:pt x="4483" y="11435"/>
                    <a:pt x="4483" y="11118"/>
                  </a:cubicBezTo>
                  <a:cubicBezTo>
                    <a:pt x="4483" y="10800"/>
                    <a:pt x="4483" y="10800"/>
                    <a:pt x="4279" y="10482"/>
                  </a:cubicBezTo>
                  <a:cubicBezTo>
                    <a:pt x="3668" y="9847"/>
                    <a:pt x="3260" y="9053"/>
                    <a:pt x="3260" y="8100"/>
                  </a:cubicBezTo>
                  <a:cubicBezTo>
                    <a:pt x="3260" y="4924"/>
                    <a:pt x="6113" y="2065"/>
                    <a:pt x="11004" y="2065"/>
                  </a:cubicBezTo>
                  <a:cubicBezTo>
                    <a:pt x="15283" y="2065"/>
                    <a:pt x="17728" y="4129"/>
                    <a:pt x="17728" y="6829"/>
                  </a:cubicBezTo>
                  <a:cubicBezTo>
                    <a:pt x="17728" y="10482"/>
                    <a:pt x="15691" y="13500"/>
                    <a:pt x="12634" y="13500"/>
                  </a:cubicBezTo>
                  <a:cubicBezTo>
                    <a:pt x="11004" y="13500"/>
                    <a:pt x="9781" y="12388"/>
                    <a:pt x="10189" y="11118"/>
                  </a:cubicBezTo>
                  <a:cubicBezTo>
                    <a:pt x="10596" y="9529"/>
                    <a:pt x="11615" y="7782"/>
                    <a:pt x="11615" y="6671"/>
                  </a:cubicBezTo>
                  <a:cubicBezTo>
                    <a:pt x="11615" y="5559"/>
                    <a:pt x="10800" y="4765"/>
                    <a:pt x="9374" y="4765"/>
                  </a:cubicBezTo>
                  <a:cubicBezTo>
                    <a:pt x="7743" y="4765"/>
                    <a:pt x="6317" y="6194"/>
                    <a:pt x="6317" y="7941"/>
                  </a:cubicBezTo>
                  <a:cubicBezTo>
                    <a:pt x="6317" y="9212"/>
                    <a:pt x="6725" y="10006"/>
                    <a:pt x="6725" y="10006"/>
                  </a:cubicBezTo>
                  <a:cubicBezTo>
                    <a:pt x="6725" y="10006"/>
                    <a:pt x="5094" y="15724"/>
                    <a:pt x="4687" y="16676"/>
                  </a:cubicBezTo>
                  <a:cubicBezTo>
                    <a:pt x="4075" y="18741"/>
                    <a:pt x="4687" y="21282"/>
                    <a:pt x="4687" y="21441"/>
                  </a:cubicBezTo>
                  <a:cubicBezTo>
                    <a:pt x="4687" y="21600"/>
                    <a:pt x="4891" y="21600"/>
                    <a:pt x="5094" y="21600"/>
                  </a:cubicBezTo>
                  <a:cubicBezTo>
                    <a:pt x="5298" y="21441"/>
                    <a:pt x="7336" y="19376"/>
                    <a:pt x="7947" y="17471"/>
                  </a:cubicBezTo>
                  <a:cubicBezTo>
                    <a:pt x="8151" y="16994"/>
                    <a:pt x="9170" y="14135"/>
                    <a:pt x="9170" y="14135"/>
                  </a:cubicBezTo>
                  <a:cubicBezTo>
                    <a:pt x="9577" y="14929"/>
                    <a:pt x="11208" y="15565"/>
                    <a:pt x="13042" y="15565"/>
                  </a:cubicBezTo>
                  <a:cubicBezTo>
                    <a:pt x="18136" y="15565"/>
                    <a:pt x="21600" y="11912"/>
                    <a:pt x="21600" y="7147"/>
                  </a:cubicBezTo>
                  <a:cubicBezTo>
                    <a:pt x="21600" y="3335"/>
                    <a:pt x="17525" y="0"/>
                    <a:pt x="1141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48" name="Shape 1048"/>
          <p:cNvSpPr/>
          <p:nvPr/>
        </p:nvSpPr>
        <p:spPr>
          <a:xfrm>
            <a:off x="1381404" y="1113638"/>
            <a:ext cx="6508192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¿Por qué Pinterest?</a:t>
            </a:r>
          </a:p>
        </p:txBody>
      </p:sp>
      <p:grpSp>
        <p:nvGrpSpPr>
          <p:cNvPr id="1057" name="Group 1057"/>
          <p:cNvGrpSpPr/>
          <p:nvPr/>
        </p:nvGrpSpPr>
        <p:grpSpPr>
          <a:xfrm>
            <a:off x="3077996" y="148958"/>
            <a:ext cx="2851791" cy="2753235"/>
            <a:chOff x="0" y="0"/>
            <a:chExt cx="2851789" cy="2753234"/>
          </a:xfrm>
        </p:grpSpPr>
        <p:grpSp>
          <p:nvGrpSpPr>
            <p:cNvPr id="1052" name="Group 105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049" name="Shape 104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50" name="Shape 105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51" name="Shape 105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056" name="Group 105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053" name="Shape 105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54" name="Shape 105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055" name="Shape 105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1060" name="Group 1060"/>
          <p:cNvGrpSpPr/>
          <p:nvPr/>
        </p:nvGrpSpPr>
        <p:grpSpPr>
          <a:xfrm>
            <a:off x="1465037" y="4420651"/>
            <a:ext cx="1008001" cy="1008001"/>
            <a:chOff x="0" y="0"/>
            <a:chExt cx="1008000" cy="1008000"/>
          </a:xfrm>
        </p:grpSpPr>
        <p:sp>
          <p:nvSpPr>
            <p:cNvPr id="1058" name="Shape 1058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59" name="Shape 1059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1</a:t>
              </a:r>
            </a:p>
          </p:txBody>
        </p:sp>
      </p:grpSp>
      <p:sp>
        <p:nvSpPr>
          <p:cNvPr id="1061" name="Shape 1061"/>
          <p:cNvSpPr/>
          <p:nvPr/>
        </p:nvSpPr>
        <p:spPr>
          <a:xfrm>
            <a:off x="2645850" y="4381091"/>
            <a:ext cx="6187209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Twitter es la segunda red social más utilizada en España.</a:t>
            </a:r>
          </a:p>
        </p:txBody>
      </p:sp>
      <p:grpSp>
        <p:nvGrpSpPr>
          <p:cNvPr id="1064" name="Group 1064"/>
          <p:cNvGrpSpPr/>
          <p:nvPr/>
        </p:nvGrpSpPr>
        <p:grpSpPr>
          <a:xfrm>
            <a:off x="1465037" y="6119229"/>
            <a:ext cx="1008001" cy="1008001"/>
            <a:chOff x="0" y="0"/>
            <a:chExt cx="1008000" cy="1008000"/>
          </a:xfrm>
        </p:grpSpPr>
        <p:sp>
          <p:nvSpPr>
            <p:cNvPr id="1062" name="Shape 1062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63" name="Shape 1063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2</a:t>
              </a:r>
            </a:p>
          </p:txBody>
        </p:sp>
      </p:grpSp>
      <p:sp>
        <p:nvSpPr>
          <p:cNvPr id="1065" name="Shape 1065"/>
          <p:cNvSpPr/>
          <p:nvPr/>
        </p:nvSpPr>
        <p:spPr>
          <a:xfrm>
            <a:off x="2645850" y="5941239"/>
            <a:ext cx="5350516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72% de los usuarios de Twitter que siguen a una marca son más propensos a comprar sus productos</a:t>
            </a:r>
          </a:p>
        </p:txBody>
      </p:sp>
      <p:grpSp>
        <p:nvGrpSpPr>
          <p:cNvPr id="1068" name="Group 1068"/>
          <p:cNvGrpSpPr/>
          <p:nvPr/>
        </p:nvGrpSpPr>
        <p:grpSpPr>
          <a:xfrm>
            <a:off x="1465037" y="7675850"/>
            <a:ext cx="1008001" cy="1008001"/>
            <a:chOff x="0" y="0"/>
            <a:chExt cx="1008000" cy="1008000"/>
          </a:xfrm>
        </p:grpSpPr>
        <p:sp>
          <p:nvSpPr>
            <p:cNvPr id="1066" name="Shape 1066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67" name="Shape 1067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3</a:t>
              </a:r>
            </a:p>
          </p:txBody>
        </p:sp>
      </p:grpSp>
      <p:sp>
        <p:nvSpPr>
          <p:cNvPr id="1069" name="Shape 1069"/>
          <p:cNvSpPr/>
          <p:nvPr/>
        </p:nvSpPr>
        <p:spPr>
          <a:xfrm>
            <a:off x="2645850" y="7636290"/>
            <a:ext cx="5350515" cy="136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El 47% de los usuarios de Twitter que siguen a una marca están más abiertos a visitar la página web de la marca</a:t>
            </a:r>
          </a:p>
        </p:txBody>
      </p:sp>
      <p:grpSp>
        <p:nvGrpSpPr>
          <p:cNvPr id="1072" name="Group 1072"/>
          <p:cNvGrpSpPr/>
          <p:nvPr/>
        </p:nvGrpSpPr>
        <p:grpSpPr>
          <a:xfrm>
            <a:off x="1465037" y="9374428"/>
            <a:ext cx="1008001" cy="1008001"/>
            <a:chOff x="0" y="0"/>
            <a:chExt cx="1008000" cy="1008000"/>
          </a:xfrm>
        </p:grpSpPr>
        <p:sp>
          <p:nvSpPr>
            <p:cNvPr id="1070" name="Shape 1070"/>
            <p:cNvSpPr/>
            <p:nvPr/>
          </p:nvSpPr>
          <p:spPr>
            <a:xfrm>
              <a:off x="-1" y="-1"/>
              <a:ext cx="1008002" cy="100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40C0C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1" name="Shape 1071"/>
            <p:cNvSpPr/>
            <p:nvPr/>
          </p:nvSpPr>
          <p:spPr>
            <a:xfrm>
              <a:off x="147618" y="101410"/>
              <a:ext cx="712765" cy="805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defTabSz="914400">
                <a:defRPr b="1" sz="40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4000">
                  <a:solidFill>
                    <a:srgbClr val="0A0A0A"/>
                  </a:solidFill>
                </a:rPr>
                <a:t>4</a:t>
              </a:r>
            </a:p>
          </p:txBody>
        </p:sp>
      </p:grpSp>
      <p:sp>
        <p:nvSpPr>
          <p:cNvPr id="1073" name="Shape 1073"/>
          <p:cNvSpPr/>
          <p:nvPr/>
        </p:nvSpPr>
        <p:spPr>
          <a:xfrm>
            <a:off x="2645850" y="9334868"/>
            <a:ext cx="5168573" cy="97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Hay más de 270 millones de usuarios activos en Twitter.</a:t>
            </a:r>
          </a:p>
        </p:txBody>
      </p:sp>
      <p:grpSp>
        <p:nvGrpSpPr>
          <p:cNvPr id="1086" name="Group 1086"/>
          <p:cNvGrpSpPr/>
          <p:nvPr/>
        </p:nvGrpSpPr>
        <p:grpSpPr>
          <a:xfrm>
            <a:off x="16006483" y="7275052"/>
            <a:ext cx="878161" cy="1124663"/>
            <a:chOff x="0" y="0"/>
            <a:chExt cx="878159" cy="1124662"/>
          </a:xfrm>
        </p:grpSpPr>
        <p:sp>
          <p:nvSpPr>
            <p:cNvPr id="1074" name="Shape 1074"/>
            <p:cNvSpPr/>
            <p:nvPr/>
          </p:nvSpPr>
          <p:spPr>
            <a:xfrm>
              <a:off x="639361" y="552701"/>
              <a:ext cx="238799" cy="313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77" y="21600"/>
                  </a:moveTo>
                  <a:cubicBezTo>
                    <a:pt x="2492" y="21600"/>
                    <a:pt x="2492" y="21600"/>
                    <a:pt x="2492" y="21600"/>
                  </a:cubicBezTo>
                  <a:cubicBezTo>
                    <a:pt x="1246" y="21600"/>
                    <a:pt x="0" y="20647"/>
                    <a:pt x="0" y="19694"/>
                  </a:cubicBezTo>
                  <a:cubicBezTo>
                    <a:pt x="0" y="18741"/>
                    <a:pt x="1246" y="17788"/>
                    <a:pt x="2492" y="17788"/>
                  </a:cubicBezTo>
                  <a:cubicBezTo>
                    <a:pt x="7477" y="17788"/>
                    <a:pt x="7477" y="17788"/>
                    <a:pt x="7477" y="17788"/>
                  </a:cubicBezTo>
                  <a:cubicBezTo>
                    <a:pt x="12877" y="17788"/>
                    <a:pt x="16615" y="14929"/>
                    <a:pt x="16615" y="10800"/>
                  </a:cubicBezTo>
                  <a:cubicBezTo>
                    <a:pt x="16615" y="6671"/>
                    <a:pt x="12877" y="3812"/>
                    <a:pt x="7477" y="3812"/>
                  </a:cubicBezTo>
                  <a:cubicBezTo>
                    <a:pt x="2492" y="3812"/>
                    <a:pt x="2492" y="3812"/>
                    <a:pt x="2492" y="3812"/>
                  </a:cubicBezTo>
                  <a:cubicBezTo>
                    <a:pt x="1246" y="3812"/>
                    <a:pt x="0" y="2859"/>
                    <a:pt x="0" y="1906"/>
                  </a:cubicBezTo>
                  <a:cubicBezTo>
                    <a:pt x="0" y="953"/>
                    <a:pt x="1246" y="0"/>
                    <a:pt x="2492" y="0"/>
                  </a:cubicBezTo>
                  <a:cubicBezTo>
                    <a:pt x="7477" y="0"/>
                    <a:pt x="7477" y="0"/>
                    <a:pt x="7477" y="0"/>
                  </a:cubicBezTo>
                  <a:cubicBezTo>
                    <a:pt x="15785" y="0"/>
                    <a:pt x="21600" y="4447"/>
                    <a:pt x="21600" y="10800"/>
                  </a:cubicBezTo>
                  <a:cubicBezTo>
                    <a:pt x="21600" y="17153"/>
                    <a:pt x="15785" y="21600"/>
                    <a:pt x="7477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5" name="Shape 1075"/>
            <p:cNvSpPr/>
            <p:nvPr/>
          </p:nvSpPr>
          <p:spPr>
            <a:xfrm>
              <a:off x="53921" y="479521"/>
              <a:ext cx="641289" cy="645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89" y="21600"/>
                  </a:moveTo>
                  <a:cubicBezTo>
                    <a:pt x="4011" y="21600"/>
                    <a:pt x="4011" y="21600"/>
                    <a:pt x="4011" y="21600"/>
                  </a:cubicBezTo>
                  <a:cubicBezTo>
                    <a:pt x="1851" y="21600"/>
                    <a:pt x="0" y="19749"/>
                    <a:pt x="0" y="17589"/>
                  </a:cubicBezTo>
                  <a:cubicBezTo>
                    <a:pt x="0" y="926"/>
                    <a:pt x="0" y="926"/>
                    <a:pt x="0" y="926"/>
                  </a:cubicBezTo>
                  <a:cubicBezTo>
                    <a:pt x="0" y="463"/>
                    <a:pt x="463" y="0"/>
                    <a:pt x="926" y="0"/>
                  </a:cubicBezTo>
                  <a:cubicBezTo>
                    <a:pt x="20674" y="0"/>
                    <a:pt x="20674" y="0"/>
                    <a:pt x="20674" y="0"/>
                  </a:cubicBezTo>
                  <a:cubicBezTo>
                    <a:pt x="21137" y="0"/>
                    <a:pt x="21600" y="463"/>
                    <a:pt x="21600" y="926"/>
                  </a:cubicBezTo>
                  <a:cubicBezTo>
                    <a:pt x="21600" y="17589"/>
                    <a:pt x="21600" y="17589"/>
                    <a:pt x="21600" y="17589"/>
                  </a:cubicBezTo>
                  <a:cubicBezTo>
                    <a:pt x="21600" y="19903"/>
                    <a:pt x="19903" y="21600"/>
                    <a:pt x="17589" y="21600"/>
                  </a:cubicBezTo>
                  <a:close/>
                  <a:moveTo>
                    <a:pt x="1851" y="1851"/>
                  </a:moveTo>
                  <a:cubicBezTo>
                    <a:pt x="1851" y="17589"/>
                    <a:pt x="1851" y="17589"/>
                    <a:pt x="1851" y="17589"/>
                  </a:cubicBezTo>
                  <a:cubicBezTo>
                    <a:pt x="1851" y="18823"/>
                    <a:pt x="2777" y="19749"/>
                    <a:pt x="4011" y="19749"/>
                  </a:cubicBezTo>
                  <a:cubicBezTo>
                    <a:pt x="17589" y="19749"/>
                    <a:pt x="17589" y="19749"/>
                    <a:pt x="17589" y="19749"/>
                  </a:cubicBezTo>
                  <a:cubicBezTo>
                    <a:pt x="18823" y="19749"/>
                    <a:pt x="19749" y="18823"/>
                    <a:pt x="19749" y="17589"/>
                  </a:cubicBezTo>
                  <a:cubicBezTo>
                    <a:pt x="19749" y="1851"/>
                    <a:pt x="19749" y="1851"/>
                    <a:pt x="19749" y="1851"/>
                  </a:cubicBezTo>
                  <a:lnTo>
                    <a:pt x="1851" y="1851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6" name="Shape 1076"/>
            <p:cNvSpPr/>
            <p:nvPr/>
          </p:nvSpPr>
          <p:spPr>
            <a:xfrm>
              <a:off x="605063" y="2798"/>
              <a:ext cx="218951" cy="314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7" h="21410" fill="norm" stroke="1" extrusionOk="0">
                  <a:moveTo>
                    <a:pt x="10584" y="21410"/>
                  </a:moveTo>
                  <a:cubicBezTo>
                    <a:pt x="10584" y="21410"/>
                    <a:pt x="10584" y="21410"/>
                    <a:pt x="10584" y="21410"/>
                  </a:cubicBezTo>
                  <a:cubicBezTo>
                    <a:pt x="8856" y="21410"/>
                    <a:pt x="7560" y="21097"/>
                    <a:pt x="5832" y="20784"/>
                  </a:cubicBezTo>
                  <a:cubicBezTo>
                    <a:pt x="3672" y="19845"/>
                    <a:pt x="1512" y="18593"/>
                    <a:pt x="648" y="17027"/>
                  </a:cubicBezTo>
                  <a:cubicBezTo>
                    <a:pt x="-216" y="15149"/>
                    <a:pt x="-216" y="13271"/>
                    <a:pt x="648" y="11393"/>
                  </a:cubicBezTo>
                  <a:cubicBezTo>
                    <a:pt x="1512" y="10453"/>
                    <a:pt x="2376" y="9827"/>
                    <a:pt x="3240" y="8888"/>
                  </a:cubicBezTo>
                  <a:cubicBezTo>
                    <a:pt x="5832" y="6697"/>
                    <a:pt x="6696" y="5445"/>
                    <a:pt x="4536" y="2940"/>
                  </a:cubicBezTo>
                  <a:cubicBezTo>
                    <a:pt x="4104" y="2314"/>
                    <a:pt x="4104" y="1375"/>
                    <a:pt x="4968" y="749"/>
                  </a:cubicBezTo>
                  <a:cubicBezTo>
                    <a:pt x="5400" y="123"/>
                    <a:pt x="6264" y="-190"/>
                    <a:pt x="7560" y="123"/>
                  </a:cubicBezTo>
                  <a:cubicBezTo>
                    <a:pt x="17496" y="1688"/>
                    <a:pt x="21384" y="8262"/>
                    <a:pt x="20520" y="13584"/>
                  </a:cubicBezTo>
                  <a:cubicBezTo>
                    <a:pt x="19656" y="18280"/>
                    <a:pt x="15768" y="21410"/>
                    <a:pt x="10584" y="21410"/>
                  </a:cubicBezTo>
                  <a:close/>
                  <a:moveTo>
                    <a:pt x="11016" y="5445"/>
                  </a:moveTo>
                  <a:cubicBezTo>
                    <a:pt x="11016" y="7949"/>
                    <a:pt x="8856" y="9827"/>
                    <a:pt x="7128" y="11080"/>
                  </a:cubicBezTo>
                  <a:cubicBezTo>
                    <a:pt x="6696" y="12019"/>
                    <a:pt x="5832" y="12645"/>
                    <a:pt x="5400" y="12958"/>
                  </a:cubicBezTo>
                  <a:cubicBezTo>
                    <a:pt x="4968" y="13897"/>
                    <a:pt x="4968" y="14836"/>
                    <a:pt x="5400" y="15462"/>
                  </a:cubicBezTo>
                  <a:cubicBezTo>
                    <a:pt x="5832" y="16401"/>
                    <a:pt x="6696" y="16714"/>
                    <a:pt x="7992" y="17340"/>
                  </a:cubicBezTo>
                  <a:cubicBezTo>
                    <a:pt x="8856" y="17653"/>
                    <a:pt x="9720" y="17653"/>
                    <a:pt x="10584" y="17653"/>
                  </a:cubicBezTo>
                  <a:cubicBezTo>
                    <a:pt x="10584" y="17653"/>
                    <a:pt x="10584" y="17653"/>
                    <a:pt x="10584" y="17653"/>
                  </a:cubicBezTo>
                  <a:cubicBezTo>
                    <a:pt x="13608" y="17653"/>
                    <a:pt x="14904" y="15149"/>
                    <a:pt x="15336" y="13271"/>
                  </a:cubicBezTo>
                  <a:cubicBezTo>
                    <a:pt x="15768" y="10453"/>
                    <a:pt x="14472" y="7323"/>
                    <a:pt x="11016" y="544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7" name="Shape 1077"/>
            <p:cNvSpPr/>
            <p:nvPr/>
          </p:nvSpPr>
          <p:spPr>
            <a:xfrm>
              <a:off x="509358" y="247460"/>
              <a:ext cx="182976" cy="287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1" h="21386" fill="norm" stroke="1" extrusionOk="0">
                  <a:moveTo>
                    <a:pt x="3359" y="21386"/>
                  </a:moveTo>
                  <a:cubicBezTo>
                    <a:pt x="2832" y="21386"/>
                    <a:pt x="2305" y="21386"/>
                    <a:pt x="1778" y="21043"/>
                  </a:cubicBezTo>
                  <a:cubicBezTo>
                    <a:pt x="198" y="20700"/>
                    <a:pt x="-329" y="19329"/>
                    <a:pt x="198" y="18300"/>
                  </a:cubicBezTo>
                  <a:cubicBezTo>
                    <a:pt x="14949" y="1157"/>
                    <a:pt x="14949" y="1157"/>
                    <a:pt x="14949" y="1157"/>
                  </a:cubicBezTo>
                  <a:cubicBezTo>
                    <a:pt x="16003" y="129"/>
                    <a:pt x="17583" y="-214"/>
                    <a:pt x="19164" y="129"/>
                  </a:cubicBezTo>
                  <a:cubicBezTo>
                    <a:pt x="20744" y="815"/>
                    <a:pt x="21271" y="1843"/>
                    <a:pt x="20744" y="2872"/>
                  </a:cubicBezTo>
                  <a:cubicBezTo>
                    <a:pt x="5993" y="20357"/>
                    <a:pt x="5993" y="20357"/>
                    <a:pt x="5993" y="20357"/>
                  </a:cubicBezTo>
                  <a:cubicBezTo>
                    <a:pt x="5466" y="21043"/>
                    <a:pt x="4412" y="21386"/>
                    <a:pt x="3359" y="2138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8" name="Shape 1078"/>
            <p:cNvSpPr/>
            <p:nvPr/>
          </p:nvSpPr>
          <p:spPr>
            <a:xfrm>
              <a:off x="605645" y="261475"/>
              <a:ext cx="136234" cy="273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9" h="21334" fill="norm" stroke="1" extrusionOk="0">
                  <a:moveTo>
                    <a:pt x="3746" y="21334"/>
                  </a:moveTo>
                  <a:cubicBezTo>
                    <a:pt x="3746" y="21334"/>
                    <a:pt x="3049" y="21334"/>
                    <a:pt x="2352" y="21334"/>
                  </a:cubicBezTo>
                  <a:cubicBezTo>
                    <a:pt x="262" y="20614"/>
                    <a:pt x="-435" y="19534"/>
                    <a:pt x="262" y="18454"/>
                  </a:cubicBezTo>
                  <a:cubicBezTo>
                    <a:pt x="12804" y="1534"/>
                    <a:pt x="12804" y="1534"/>
                    <a:pt x="12804" y="1534"/>
                  </a:cubicBezTo>
                  <a:cubicBezTo>
                    <a:pt x="13500" y="454"/>
                    <a:pt x="15591" y="-266"/>
                    <a:pt x="17681" y="94"/>
                  </a:cubicBezTo>
                  <a:cubicBezTo>
                    <a:pt x="19771" y="814"/>
                    <a:pt x="21165" y="1894"/>
                    <a:pt x="20468" y="2974"/>
                  </a:cubicBezTo>
                  <a:cubicBezTo>
                    <a:pt x="7926" y="19894"/>
                    <a:pt x="7926" y="19894"/>
                    <a:pt x="7926" y="19894"/>
                  </a:cubicBezTo>
                  <a:cubicBezTo>
                    <a:pt x="7230" y="20974"/>
                    <a:pt x="5836" y="21334"/>
                    <a:pt x="3746" y="2133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79" name="Shape 1079"/>
            <p:cNvSpPr/>
            <p:nvPr/>
          </p:nvSpPr>
          <p:spPr>
            <a:xfrm>
              <a:off x="0" y="186028"/>
              <a:ext cx="292720" cy="349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9" fill="norm" stroke="1" extrusionOk="0">
                  <a:moveTo>
                    <a:pt x="19575" y="21529"/>
                  </a:moveTo>
                  <a:cubicBezTo>
                    <a:pt x="19575" y="21529"/>
                    <a:pt x="19575" y="21529"/>
                    <a:pt x="19575" y="21529"/>
                  </a:cubicBezTo>
                  <a:cubicBezTo>
                    <a:pt x="8775" y="21529"/>
                    <a:pt x="8775" y="21529"/>
                    <a:pt x="8775" y="21529"/>
                  </a:cubicBezTo>
                  <a:cubicBezTo>
                    <a:pt x="8100" y="21529"/>
                    <a:pt x="7425" y="21245"/>
                    <a:pt x="7088" y="20676"/>
                  </a:cubicBezTo>
                  <a:cubicBezTo>
                    <a:pt x="1688" y="11582"/>
                    <a:pt x="1688" y="11582"/>
                    <a:pt x="1688" y="11582"/>
                  </a:cubicBezTo>
                  <a:cubicBezTo>
                    <a:pt x="1350" y="11297"/>
                    <a:pt x="1350" y="11013"/>
                    <a:pt x="1350" y="11013"/>
                  </a:cubicBezTo>
                  <a:cubicBezTo>
                    <a:pt x="0" y="1918"/>
                    <a:pt x="0" y="1918"/>
                    <a:pt x="0" y="1918"/>
                  </a:cubicBezTo>
                  <a:cubicBezTo>
                    <a:pt x="0" y="1066"/>
                    <a:pt x="338" y="497"/>
                    <a:pt x="1013" y="213"/>
                  </a:cubicBezTo>
                  <a:cubicBezTo>
                    <a:pt x="1688" y="-71"/>
                    <a:pt x="2363" y="-71"/>
                    <a:pt x="3038" y="213"/>
                  </a:cubicBezTo>
                  <a:cubicBezTo>
                    <a:pt x="12487" y="4761"/>
                    <a:pt x="12487" y="4761"/>
                    <a:pt x="12487" y="4761"/>
                  </a:cubicBezTo>
                  <a:cubicBezTo>
                    <a:pt x="12825" y="4761"/>
                    <a:pt x="13163" y="5045"/>
                    <a:pt x="13163" y="5329"/>
                  </a:cubicBezTo>
                  <a:cubicBezTo>
                    <a:pt x="21262" y="18971"/>
                    <a:pt x="21262" y="18971"/>
                    <a:pt x="21262" y="18971"/>
                  </a:cubicBezTo>
                  <a:cubicBezTo>
                    <a:pt x="21600" y="19255"/>
                    <a:pt x="21600" y="19540"/>
                    <a:pt x="21600" y="19824"/>
                  </a:cubicBezTo>
                  <a:cubicBezTo>
                    <a:pt x="21600" y="20676"/>
                    <a:pt x="20587" y="21529"/>
                    <a:pt x="19575" y="21529"/>
                  </a:cubicBezTo>
                  <a:close/>
                  <a:moveTo>
                    <a:pt x="10125" y="18118"/>
                  </a:moveTo>
                  <a:cubicBezTo>
                    <a:pt x="16200" y="18118"/>
                    <a:pt x="16200" y="18118"/>
                    <a:pt x="16200" y="18118"/>
                  </a:cubicBezTo>
                  <a:cubicBezTo>
                    <a:pt x="9788" y="7318"/>
                    <a:pt x="9788" y="7318"/>
                    <a:pt x="9788" y="7318"/>
                  </a:cubicBezTo>
                  <a:cubicBezTo>
                    <a:pt x="4388" y="4761"/>
                    <a:pt x="4388" y="4761"/>
                    <a:pt x="4388" y="4761"/>
                  </a:cubicBezTo>
                  <a:cubicBezTo>
                    <a:pt x="5400" y="10161"/>
                    <a:pt x="5400" y="10161"/>
                    <a:pt x="5400" y="10161"/>
                  </a:cubicBezTo>
                  <a:lnTo>
                    <a:pt x="10125" y="18118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0" name="Shape 1080"/>
            <p:cNvSpPr/>
            <p:nvPr/>
          </p:nvSpPr>
          <p:spPr>
            <a:xfrm>
              <a:off x="17856" y="258600"/>
              <a:ext cx="164570" cy="128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9" h="20885" fill="norm" stroke="1" extrusionOk="0">
                  <a:moveTo>
                    <a:pt x="3434" y="20885"/>
                  </a:moveTo>
                  <a:cubicBezTo>
                    <a:pt x="2297" y="20885"/>
                    <a:pt x="1160" y="20140"/>
                    <a:pt x="592" y="18651"/>
                  </a:cubicBezTo>
                  <a:cubicBezTo>
                    <a:pt x="-545" y="17161"/>
                    <a:pt x="23" y="14182"/>
                    <a:pt x="1729" y="12692"/>
                  </a:cubicBezTo>
                  <a:cubicBezTo>
                    <a:pt x="15371" y="775"/>
                    <a:pt x="15371" y="775"/>
                    <a:pt x="15371" y="775"/>
                  </a:cubicBezTo>
                  <a:cubicBezTo>
                    <a:pt x="16508" y="-715"/>
                    <a:pt x="18781" y="30"/>
                    <a:pt x="19918" y="2264"/>
                  </a:cubicBezTo>
                  <a:cubicBezTo>
                    <a:pt x="21055" y="3754"/>
                    <a:pt x="20487" y="6733"/>
                    <a:pt x="18781" y="8223"/>
                  </a:cubicBezTo>
                  <a:cubicBezTo>
                    <a:pt x="5139" y="20140"/>
                    <a:pt x="5139" y="20140"/>
                    <a:pt x="5139" y="20140"/>
                  </a:cubicBezTo>
                  <a:cubicBezTo>
                    <a:pt x="4571" y="20885"/>
                    <a:pt x="4002" y="20885"/>
                    <a:pt x="3434" y="2088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1" name="Shape 1081"/>
            <p:cNvSpPr/>
            <p:nvPr/>
          </p:nvSpPr>
          <p:spPr>
            <a:xfrm>
              <a:off x="273461" y="0"/>
              <a:ext cx="275389" cy="535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21041"/>
                    <a:pt x="0" y="20483"/>
                  </a:cubicBezTo>
                  <a:cubicBezTo>
                    <a:pt x="0" y="1117"/>
                    <a:pt x="0" y="1117"/>
                    <a:pt x="0" y="1117"/>
                  </a:cubicBezTo>
                  <a:cubicBezTo>
                    <a:pt x="0" y="559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59"/>
                    <a:pt x="21600" y="1117"/>
                  </a:cubicBezTo>
                  <a:cubicBezTo>
                    <a:pt x="21600" y="20483"/>
                    <a:pt x="21600" y="20483"/>
                    <a:pt x="21600" y="20483"/>
                  </a:cubicBezTo>
                  <a:cubicBezTo>
                    <a:pt x="21600" y="21041"/>
                    <a:pt x="20520" y="21600"/>
                    <a:pt x="19440" y="21600"/>
                  </a:cubicBezTo>
                  <a:close/>
                  <a:moveTo>
                    <a:pt x="4320" y="19366"/>
                  </a:moveTo>
                  <a:cubicBezTo>
                    <a:pt x="17280" y="19366"/>
                    <a:pt x="17280" y="19366"/>
                    <a:pt x="17280" y="19366"/>
                  </a:cubicBezTo>
                  <a:cubicBezTo>
                    <a:pt x="17280" y="2234"/>
                    <a:pt x="17280" y="2234"/>
                    <a:pt x="17280" y="2234"/>
                  </a:cubicBezTo>
                  <a:cubicBezTo>
                    <a:pt x="4320" y="2234"/>
                    <a:pt x="4320" y="2234"/>
                    <a:pt x="4320" y="2234"/>
                  </a:cubicBezTo>
                  <a:lnTo>
                    <a:pt x="4320" y="19366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2" name="Shape 1082"/>
            <p:cNvSpPr/>
            <p:nvPr/>
          </p:nvSpPr>
          <p:spPr>
            <a:xfrm>
              <a:off x="383231" y="111695"/>
              <a:ext cx="165619" cy="5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3" name="Shape 1083"/>
            <p:cNvSpPr/>
            <p:nvPr/>
          </p:nvSpPr>
          <p:spPr>
            <a:xfrm>
              <a:off x="419822" y="184875"/>
              <a:ext cx="129028" cy="55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4" name="Shape 1084"/>
            <p:cNvSpPr/>
            <p:nvPr/>
          </p:nvSpPr>
          <p:spPr>
            <a:xfrm>
              <a:off x="383231" y="258055"/>
              <a:ext cx="165619" cy="55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5" name="Shape 1085"/>
            <p:cNvSpPr/>
            <p:nvPr/>
          </p:nvSpPr>
          <p:spPr>
            <a:xfrm>
              <a:off x="419822" y="369751"/>
              <a:ext cx="129028" cy="5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090" name="Group 1090"/>
          <p:cNvGrpSpPr/>
          <p:nvPr/>
        </p:nvGrpSpPr>
        <p:grpSpPr>
          <a:xfrm>
            <a:off x="16006483" y="9078321"/>
            <a:ext cx="948804" cy="1012833"/>
            <a:chOff x="0" y="0"/>
            <a:chExt cx="948802" cy="1012832"/>
          </a:xfrm>
        </p:grpSpPr>
        <p:sp>
          <p:nvSpPr>
            <p:cNvPr id="1087" name="Shape 1087"/>
            <p:cNvSpPr/>
            <p:nvPr/>
          </p:nvSpPr>
          <p:spPr>
            <a:xfrm>
              <a:off x="0" y="0"/>
              <a:ext cx="948803" cy="1012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72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1252" y="0"/>
                    <a:pt x="0" y="1233"/>
                    <a:pt x="0" y="27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0" y="20426"/>
                    <a:pt x="1252" y="21600"/>
                    <a:pt x="2880" y="21600"/>
                  </a:cubicBezTo>
                  <a:cubicBezTo>
                    <a:pt x="18720" y="21600"/>
                    <a:pt x="18720" y="21600"/>
                    <a:pt x="18720" y="21600"/>
                  </a:cubicBezTo>
                  <a:cubicBezTo>
                    <a:pt x="20285" y="21600"/>
                    <a:pt x="21600" y="20426"/>
                    <a:pt x="21600" y="18900"/>
                  </a:cubicBezTo>
                  <a:cubicBezTo>
                    <a:pt x="21600" y="2700"/>
                    <a:pt x="21600" y="2700"/>
                    <a:pt x="21600" y="2700"/>
                  </a:cubicBezTo>
                  <a:cubicBezTo>
                    <a:pt x="21600" y="1233"/>
                    <a:pt x="20285" y="0"/>
                    <a:pt x="18720" y="0"/>
                  </a:cubicBezTo>
                  <a:close/>
                  <a:moveTo>
                    <a:pt x="20160" y="18900"/>
                  </a:moveTo>
                  <a:cubicBezTo>
                    <a:pt x="20160" y="19663"/>
                    <a:pt x="19534" y="20250"/>
                    <a:pt x="18720" y="20250"/>
                  </a:cubicBezTo>
                  <a:cubicBezTo>
                    <a:pt x="2880" y="20250"/>
                    <a:pt x="2880" y="20250"/>
                    <a:pt x="2880" y="20250"/>
                  </a:cubicBezTo>
                  <a:cubicBezTo>
                    <a:pt x="2066" y="20250"/>
                    <a:pt x="1440" y="19663"/>
                    <a:pt x="1440" y="18900"/>
                  </a:cubicBezTo>
                  <a:cubicBezTo>
                    <a:pt x="1440" y="2700"/>
                    <a:pt x="1440" y="2700"/>
                    <a:pt x="1440" y="2700"/>
                  </a:cubicBezTo>
                  <a:cubicBezTo>
                    <a:pt x="1440" y="1937"/>
                    <a:pt x="2066" y="1350"/>
                    <a:pt x="2880" y="1350"/>
                  </a:cubicBezTo>
                  <a:cubicBezTo>
                    <a:pt x="18720" y="1350"/>
                    <a:pt x="18720" y="1350"/>
                    <a:pt x="18720" y="1350"/>
                  </a:cubicBezTo>
                  <a:cubicBezTo>
                    <a:pt x="19534" y="1350"/>
                    <a:pt x="20160" y="1937"/>
                    <a:pt x="20160" y="2700"/>
                  </a:cubicBezTo>
                  <a:lnTo>
                    <a:pt x="20160" y="189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8" name="Shape 1088"/>
            <p:cNvSpPr/>
            <p:nvPr/>
          </p:nvSpPr>
          <p:spPr>
            <a:xfrm>
              <a:off x="125730" y="126895"/>
              <a:ext cx="696178" cy="633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575" y="0"/>
                  </a:moveTo>
                  <a:cubicBezTo>
                    <a:pt x="939" y="0"/>
                    <a:pt x="939" y="0"/>
                    <a:pt x="939" y="0"/>
                  </a:cubicBezTo>
                  <a:cubicBezTo>
                    <a:pt x="427" y="0"/>
                    <a:pt x="0" y="470"/>
                    <a:pt x="0" y="1033"/>
                  </a:cubicBezTo>
                  <a:cubicBezTo>
                    <a:pt x="0" y="20567"/>
                    <a:pt x="0" y="20567"/>
                    <a:pt x="0" y="20567"/>
                  </a:cubicBezTo>
                  <a:cubicBezTo>
                    <a:pt x="0" y="21130"/>
                    <a:pt x="427" y="21600"/>
                    <a:pt x="939" y="21600"/>
                  </a:cubicBezTo>
                  <a:cubicBezTo>
                    <a:pt x="20575" y="21600"/>
                    <a:pt x="20575" y="21600"/>
                    <a:pt x="20575" y="21600"/>
                  </a:cubicBezTo>
                  <a:cubicBezTo>
                    <a:pt x="21173" y="21600"/>
                    <a:pt x="21600" y="21130"/>
                    <a:pt x="21600" y="20567"/>
                  </a:cubicBezTo>
                  <a:cubicBezTo>
                    <a:pt x="21600" y="1033"/>
                    <a:pt x="21600" y="1033"/>
                    <a:pt x="21600" y="1033"/>
                  </a:cubicBezTo>
                  <a:cubicBezTo>
                    <a:pt x="21600" y="470"/>
                    <a:pt x="21173" y="0"/>
                    <a:pt x="20575" y="0"/>
                  </a:cubicBezTo>
                  <a:close/>
                  <a:moveTo>
                    <a:pt x="20575" y="1033"/>
                  </a:moveTo>
                  <a:cubicBezTo>
                    <a:pt x="20575" y="16059"/>
                    <a:pt x="20575" y="16059"/>
                    <a:pt x="20575" y="16059"/>
                  </a:cubicBezTo>
                  <a:cubicBezTo>
                    <a:pt x="17417" y="12209"/>
                    <a:pt x="17417" y="12209"/>
                    <a:pt x="17417" y="12209"/>
                  </a:cubicBezTo>
                  <a:cubicBezTo>
                    <a:pt x="17246" y="12021"/>
                    <a:pt x="16990" y="11927"/>
                    <a:pt x="16648" y="11927"/>
                  </a:cubicBezTo>
                  <a:cubicBezTo>
                    <a:pt x="16392" y="11927"/>
                    <a:pt x="16136" y="12021"/>
                    <a:pt x="15965" y="12209"/>
                  </a:cubicBezTo>
                  <a:cubicBezTo>
                    <a:pt x="13404" y="15402"/>
                    <a:pt x="13404" y="15402"/>
                    <a:pt x="13404" y="15402"/>
                  </a:cubicBezTo>
                  <a:cubicBezTo>
                    <a:pt x="5635" y="5729"/>
                    <a:pt x="5635" y="5729"/>
                    <a:pt x="5635" y="5729"/>
                  </a:cubicBezTo>
                  <a:cubicBezTo>
                    <a:pt x="5464" y="5541"/>
                    <a:pt x="5208" y="5353"/>
                    <a:pt x="4866" y="5353"/>
                  </a:cubicBezTo>
                  <a:cubicBezTo>
                    <a:pt x="4610" y="5353"/>
                    <a:pt x="4354" y="5541"/>
                    <a:pt x="4183" y="5729"/>
                  </a:cubicBezTo>
                  <a:cubicBezTo>
                    <a:pt x="939" y="9861"/>
                    <a:pt x="939" y="9861"/>
                    <a:pt x="939" y="9861"/>
                  </a:cubicBezTo>
                  <a:cubicBezTo>
                    <a:pt x="939" y="1033"/>
                    <a:pt x="939" y="1033"/>
                    <a:pt x="939" y="1033"/>
                  </a:cubicBezTo>
                  <a:lnTo>
                    <a:pt x="20575" y="1033"/>
                  </a:lnTo>
                  <a:close/>
                  <a:moveTo>
                    <a:pt x="939" y="11457"/>
                  </a:moveTo>
                  <a:cubicBezTo>
                    <a:pt x="4866" y="6480"/>
                    <a:pt x="4866" y="6480"/>
                    <a:pt x="4866" y="6480"/>
                  </a:cubicBezTo>
                  <a:cubicBezTo>
                    <a:pt x="12806" y="16341"/>
                    <a:pt x="12806" y="16341"/>
                    <a:pt x="12806" y="16341"/>
                  </a:cubicBezTo>
                  <a:cubicBezTo>
                    <a:pt x="13404" y="17092"/>
                    <a:pt x="13404" y="17092"/>
                    <a:pt x="13404" y="17092"/>
                  </a:cubicBezTo>
                  <a:cubicBezTo>
                    <a:pt x="16136" y="20567"/>
                    <a:pt x="16136" y="20567"/>
                    <a:pt x="16136" y="20567"/>
                  </a:cubicBezTo>
                  <a:cubicBezTo>
                    <a:pt x="939" y="20567"/>
                    <a:pt x="939" y="20567"/>
                    <a:pt x="939" y="20567"/>
                  </a:cubicBezTo>
                  <a:lnTo>
                    <a:pt x="939" y="11457"/>
                  </a:lnTo>
                  <a:close/>
                  <a:moveTo>
                    <a:pt x="17417" y="20567"/>
                  </a:moveTo>
                  <a:cubicBezTo>
                    <a:pt x="14087" y="16247"/>
                    <a:pt x="14087" y="16247"/>
                    <a:pt x="14087" y="16247"/>
                  </a:cubicBezTo>
                  <a:cubicBezTo>
                    <a:pt x="16648" y="12960"/>
                    <a:pt x="16648" y="12960"/>
                    <a:pt x="16648" y="12960"/>
                  </a:cubicBezTo>
                  <a:cubicBezTo>
                    <a:pt x="20575" y="17656"/>
                    <a:pt x="20575" y="17656"/>
                    <a:pt x="20575" y="17656"/>
                  </a:cubicBezTo>
                  <a:cubicBezTo>
                    <a:pt x="20575" y="20567"/>
                    <a:pt x="20575" y="20567"/>
                    <a:pt x="20575" y="20567"/>
                  </a:cubicBezTo>
                  <a:lnTo>
                    <a:pt x="17417" y="20567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089" name="Shape 1089"/>
            <p:cNvSpPr/>
            <p:nvPr/>
          </p:nvSpPr>
          <p:spPr>
            <a:xfrm>
              <a:off x="506415" y="220029"/>
              <a:ext cx="189762" cy="193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43" y="21600"/>
                  </a:moveTo>
                  <a:cubicBezTo>
                    <a:pt x="16591" y="21600"/>
                    <a:pt x="21600" y="16663"/>
                    <a:pt x="21600" y="10800"/>
                  </a:cubicBezTo>
                  <a:cubicBezTo>
                    <a:pt x="21600" y="4937"/>
                    <a:pt x="16591" y="0"/>
                    <a:pt x="10643" y="0"/>
                  </a:cubicBezTo>
                  <a:cubicBezTo>
                    <a:pt x="4696" y="0"/>
                    <a:pt x="0" y="4937"/>
                    <a:pt x="0" y="10800"/>
                  </a:cubicBezTo>
                  <a:cubicBezTo>
                    <a:pt x="0" y="16663"/>
                    <a:pt x="4696" y="21600"/>
                    <a:pt x="10643" y="21600"/>
                  </a:cubicBezTo>
                  <a:close/>
                  <a:moveTo>
                    <a:pt x="10643" y="3703"/>
                  </a:moveTo>
                  <a:cubicBezTo>
                    <a:pt x="14713" y="3703"/>
                    <a:pt x="17843" y="6789"/>
                    <a:pt x="17843" y="10800"/>
                  </a:cubicBezTo>
                  <a:cubicBezTo>
                    <a:pt x="17843" y="14811"/>
                    <a:pt x="14713" y="17897"/>
                    <a:pt x="10643" y="17897"/>
                  </a:cubicBezTo>
                  <a:cubicBezTo>
                    <a:pt x="6887" y="17897"/>
                    <a:pt x="3443" y="14811"/>
                    <a:pt x="3443" y="10800"/>
                  </a:cubicBezTo>
                  <a:cubicBezTo>
                    <a:pt x="3443" y="6789"/>
                    <a:pt x="6887" y="3703"/>
                    <a:pt x="10643" y="370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091" name="Shape 1091"/>
          <p:cNvSpPr/>
          <p:nvPr/>
        </p:nvSpPr>
        <p:spPr>
          <a:xfrm>
            <a:off x="17206921" y="8921798"/>
            <a:ext cx="5502832" cy="13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b="1" sz="25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sz="25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nfografías</a:t>
            </a:r>
            <a:endParaRPr sz="2500">
              <a:solidFill>
                <a:srgbClr val="0A0A0A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defRPr sz="1800"/>
            </a:pPr>
            <a:r>
              <a:rPr sz="2500">
                <a:solidFill>
                  <a:srgbClr val="878787"/>
                </a:solidFill>
                <a:latin typeface="Helvetica"/>
                <a:ea typeface="Helvetica"/>
                <a:cs typeface="Helvetica"/>
                <a:sym typeface="Helvetica"/>
              </a:rPr>
              <a:t>Crea resúmenes de contenidos interesantes con infografías</a:t>
            </a: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1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5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nodeType="afterEffect" presetClass="entr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3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nodeType="afterEffect" presetClass="entr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nodeType="afterEffect" presetClass="entr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8" presetID="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75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50"/>
                            </p:stCondLst>
                            <p:childTnLst>
                              <p:par>
                                <p:cTn id="67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9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250"/>
                            </p:stCondLst>
                            <p:childTnLst>
                              <p:par>
                                <p:cTn id="71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3" dur="75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7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500"/>
                            </p:stCondLst>
                            <p:childTnLst>
                              <p:par>
                                <p:cTn id="79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75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250"/>
                            </p:stCondLst>
                            <p:childTnLst>
                              <p:par>
                                <p:cTn id="83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750"/>
                            </p:stCondLst>
                            <p:childTnLst>
                              <p:par>
                                <p:cTn id="87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75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91" nodeType="afterEffect" presetClass="entr" presetSubtype="0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nodeType="afterEffect" presetClass="entr" presetSubtype="0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7"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37" grpId="10"/>
      <p:bldP build="whole" bldLvl="1" animBg="1" rev="0" advAuto="0" spid="1042" grpId="12"/>
      <p:bldP build="whole" bldLvl="1" animBg="1" rev="0" advAuto="0" spid="1064" grpId="17"/>
      <p:bldP build="whole" bldLvl="1" animBg="1" rev="0" advAuto="0" spid="1016" grpId="6"/>
      <p:bldP build="whole" bldLvl="1" animBg="1" rev="0" advAuto="0" spid="1072" grpId="21"/>
      <p:bldP build="whole" bldLvl="1" animBg="1" rev="0" advAuto="0" spid="1025" grpId="4"/>
      <p:bldP build="whole" bldLvl="1" animBg="1" rev="0" advAuto="0" spid="1065" grpId="18"/>
      <p:bldP build="whole" bldLvl="1" animBg="1" rev="0" advAuto="0" spid="1061" grpId="16"/>
      <p:bldP build="whole" bldLvl="1" animBg="1" rev="0" advAuto="0" spid="1041" grpId="11"/>
      <p:bldP build="whole" bldLvl="1" animBg="1" rev="0" advAuto="0" spid="1060" grpId="15"/>
      <p:bldP build="whole" bldLvl="1" animBg="1" rev="0" advAuto="0" spid="1012" grpId="1"/>
      <p:bldP build="whole" bldLvl="1" animBg="1" rev="0" advAuto="0" spid="1026" grpId="7"/>
      <p:bldP build="whole" bldLvl="1" animBg="1" rev="0" advAuto="0" spid="1048" grpId="13"/>
      <p:bldP build="whole" bldLvl="1" animBg="1" rev="0" advAuto="0" spid="1057" grpId="14"/>
      <p:bldP build="whole" bldLvl="1" animBg="1" rev="0" advAuto="0" spid="1013" grpId="2"/>
      <p:bldP build="whole" bldLvl="1" animBg="1" rev="0" advAuto="0" spid="1036" grpId="9"/>
      <p:bldP build="whole" bldLvl="1" animBg="1" rev="0" advAuto="0" spid="1014" grpId="3"/>
      <p:bldP build="whole" bldLvl="1" animBg="1" rev="0" advAuto="0" spid="1015" grpId="5"/>
      <p:bldP build="whole" bldLvl="1" animBg="1" rev="0" advAuto="0" spid="1069" grpId="20"/>
      <p:bldP build="whole" bldLvl="1" animBg="1" rev="0" advAuto="0" spid="1073" grpId="22"/>
      <p:bldP build="whole" bldLvl="1" animBg="1" rev="0" advAuto="0" spid="1068" grpId="19"/>
      <p:bldP build="whole" bldLvl="1" animBg="1" rev="0" advAuto="0" spid="1091" grpId="23"/>
      <p:bldP build="whole" bldLvl="1" animBg="1" rev="0" advAuto="0" spid="1035" grpId="8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3" name="Chart 1093"/>
          <p:cNvGraphicFramePr/>
          <p:nvPr/>
        </p:nvGraphicFramePr>
        <p:xfrm>
          <a:off x="8057600" y="7224060"/>
          <a:ext cx="2222501" cy="2222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94" name="Chart 1094"/>
          <p:cNvGraphicFramePr/>
          <p:nvPr/>
        </p:nvGraphicFramePr>
        <p:xfrm>
          <a:off x="13068712" y="7224060"/>
          <a:ext cx="2222501" cy="2222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95" name="Shape 1095"/>
          <p:cNvSpPr/>
          <p:nvPr/>
        </p:nvSpPr>
        <p:spPr>
          <a:xfrm>
            <a:off x="8341881" y="7508341"/>
            <a:ext cx="1653938" cy="1653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6" name="Shape 1096"/>
          <p:cNvSpPr/>
          <p:nvPr/>
        </p:nvSpPr>
        <p:spPr>
          <a:xfrm>
            <a:off x="13352994" y="7508341"/>
            <a:ext cx="1653938" cy="1653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fill="norm" stroke="1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7" name="Shape 1097"/>
          <p:cNvSpPr/>
          <p:nvPr/>
        </p:nvSpPr>
        <p:spPr>
          <a:xfrm>
            <a:off x="-974916" y="0"/>
            <a:ext cx="9688221" cy="6879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51" y="21577"/>
                </a:moveTo>
                <a:cubicBezTo>
                  <a:pt x="21600" y="21577"/>
                  <a:pt x="21600" y="21577"/>
                  <a:pt x="21600" y="21577"/>
                </a:cubicBezTo>
                <a:cubicBezTo>
                  <a:pt x="21551" y="21531"/>
                  <a:pt x="21551" y="21531"/>
                  <a:pt x="21551" y="21531"/>
                </a:cubicBezTo>
                <a:cubicBezTo>
                  <a:pt x="21012" y="10432"/>
                  <a:pt x="21012" y="10432"/>
                  <a:pt x="21012" y="10432"/>
                </a:cubicBezTo>
                <a:cubicBezTo>
                  <a:pt x="21110" y="10432"/>
                  <a:pt x="21192" y="10293"/>
                  <a:pt x="21192" y="10155"/>
                </a:cubicBezTo>
                <a:cubicBezTo>
                  <a:pt x="21192" y="9994"/>
                  <a:pt x="21094" y="9856"/>
                  <a:pt x="20980" y="9856"/>
                </a:cubicBezTo>
                <a:cubicBezTo>
                  <a:pt x="20865" y="9856"/>
                  <a:pt x="20767" y="9994"/>
                  <a:pt x="20767" y="10155"/>
                </a:cubicBezTo>
                <a:cubicBezTo>
                  <a:pt x="20767" y="10201"/>
                  <a:pt x="20784" y="10247"/>
                  <a:pt x="20800" y="10293"/>
                </a:cubicBezTo>
                <a:cubicBezTo>
                  <a:pt x="13600" y="16741"/>
                  <a:pt x="13600" y="16741"/>
                  <a:pt x="13600" y="16741"/>
                </a:cubicBezTo>
                <a:cubicBezTo>
                  <a:pt x="13584" y="16718"/>
                  <a:pt x="13584" y="16695"/>
                  <a:pt x="13567" y="16695"/>
                </a:cubicBezTo>
                <a:cubicBezTo>
                  <a:pt x="13665" y="16511"/>
                  <a:pt x="13665" y="16511"/>
                  <a:pt x="13665" y="16511"/>
                </a:cubicBezTo>
                <a:cubicBezTo>
                  <a:pt x="17633" y="9833"/>
                  <a:pt x="17633" y="9833"/>
                  <a:pt x="17633" y="9833"/>
                </a:cubicBezTo>
                <a:cubicBezTo>
                  <a:pt x="17649" y="9856"/>
                  <a:pt x="17682" y="9879"/>
                  <a:pt x="17714" y="9879"/>
                </a:cubicBezTo>
                <a:cubicBezTo>
                  <a:pt x="17829" y="9879"/>
                  <a:pt x="17927" y="9741"/>
                  <a:pt x="17927" y="9580"/>
                </a:cubicBezTo>
                <a:cubicBezTo>
                  <a:pt x="17927" y="9418"/>
                  <a:pt x="17845" y="9280"/>
                  <a:pt x="17731" y="9280"/>
                </a:cubicBezTo>
                <a:cubicBezTo>
                  <a:pt x="17698" y="4444"/>
                  <a:pt x="17698" y="4444"/>
                  <a:pt x="17698" y="4444"/>
                </a:cubicBezTo>
                <a:cubicBezTo>
                  <a:pt x="17698" y="4444"/>
                  <a:pt x="17714" y="4444"/>
                  <a:pt x="17714" y="4444"/>
                </a:cubicBezTo>
                <a:cubicBezTo>
                  <a:pt x="17829" y="4444"/>
                  <a:pt x="17927" y="4306"/>
                  <a:pt x="17927" y="4145"/>
                </a:cubicBezTo>
                <a:cubicBezTo>
                  <a:pt x="17927" y="4076"/>
                  <a:pt x="17894" y="3984"/>
                  <a:pt x="17861" y="3938"/>
                </a:cubicBezTo>
                <a:cubicBezTo>
                  <a:pt x="20278" y="599"/>
                  <a:pt x="20278" y="599"/>
                  <a:pt x="20278" y="599"/>
                </a:cubicBezTo>
                <a:cubicBezTo>
                  <a:pt x="20310" y="645"/>
                  <a:pt x="20359" y="668"/>
                  <a:pt x="20408" y="668"/>
                </a:cubicBezTo>
                <a:cubicBezTo>
                  <a:pt x="20522" y="668"/>
                  <a:pt x="20620" y="553"/>
                  <a:pt x="20620" y="391"/>
                </a:cubicBezTo>
                <a:cubicBezTo>
                  <a:pt x="20620" y="230"/>
                  <a:pt x="20522" y="92"/>
                  <a:pt x="20408" y="92"/>
                </a:cubicBezTo>
                <a:cubicBezTo>
                  <a:pt x="20294" y="92"/>
                  <a:pt x="20212" y="230"/>
                  <a:pt x="20212" y="391"/>
                </a:cubicBezTo>
                <a:cubicBezTo>
                  <a:pt x="20212" y="461"/>
                  <a:pt x="20229" y="530"/>
                  <a:pt x="20261" y="576"/>
                </a:cubicBezTo>
                <a:cubicBezTo>
                  <a:pt x="17845" y="3915"/>
                  <a:pt x="17845" y="3915"/>
                  <a:pt x="17845" y="3915"/>
                </a:cubicBezTo>
                <a:cubicBezTo>
                  <a:pt x="17796" y="3869"/>
                  <a:pt x="17763" y="3869"/>
                  <a:pt x="17714" y="3869"/>
                </a:cubicBezTo>
                <a:cubicBezTo>
                  <a:pt x="17616" y="3869"/>
                  <a:pt x="17551" y="3938"/>
                  <a:pt x="17518" y="4076"/>
                </a:cubicBezTo>
                <a:cubicBezTo>
                  <a:pt x="8571" y="322"/>
                  <a:pt x="8571" y="322"/>
                  <a:pt x="8571" y="322"/>
                </a:cubicBezTo>
                <a:cubicBezTo>
                  <a:pt x="8571" y="299"/>
                  <a:pt x="8571" y="299"/>
                  <a:pt x="8571" y="276"/>
                </a:cubicBezTo>
                <a:cubicBezTo>
                  <a:pt x="8571" y="115"/>
                  <a:pt x="8490" y="0"/>
                  <a:pt x="8359" y="0"/>
                </a:cubicBezTo>
                <a:cubicBezTo>
                  <a:pt x="8245" y="0"/>
                  <a:pt x="8163" y="115"/>
                  <a:pt x="8163" y="276"/>
                </a:cubicBezTo>
                <a:cubicBezTo>
                  <a:pt x="8163" y="438"/>
                  <a:pt x="8245" y="576"/>
                  <a:pt x="8359" y="576"/>
                </a:cubicBezTo>
                <a:cubicBezTo>
                  <a:pt x="8441" y="576"/>
                  <a:pt x="8522" y="507"/>
                  <a:pt x="8555" y="414"/>
                </a:cubicBezTo>
                <a:cubicBezTo>
                  <a:pt x="17518" y="9487"/>
                  <a:pt x="17518" y="9487"/>
                  <a:pt x="17518" y="9487"/>
                </a:cubicBezTo>
                <a:cubicBezTo>
                  <a:pt x="17518" y="9487"/>
                  <a:pt x="17518" y="9487"/>
                  <a:pt x="17518" y="9510"/>
                </a:cubicBezTo>
                <a:cubicBezTo>
                  <a:pt x="12947" y="6264"/>
                  <a:pt x="12947" y="6264"/>
                  <a:pt x="12947" y="6264"/>
                </a:cubicBezTo>
                <a:cubicBezTo>
                  <a:pt x="12947" y="6241"/>
                  <a:pt x="12963" y="6194"/>
                  <a:pt x="12963" y="6148"/>
                </a:cubicBezTo>
                <a:cubicBezTo>
                  <a:pt x="12963" y="5987"/>
                  <a:pt x="12865" y="5872"/>
                  <a:pt x="12751" y="5872"/>
                </a:cubicBezTo>
                <a:cubicBezTo>
                  <a:pt x="12669" y="5872"/>
                  <a:pt x="12604" y="5918"/>
                  <a:pt x="12571" y="6010"/>
                </a:cubicBezTo>
                <a:cubicBezTo>
                  <a:pt x="8882" y="3523"/>
                  <a:pt x="8882" y="3523"/>
                  <a:pt x="8882" y="3523"/>
                </a:cubicBezTo>
                <a:cubicBezTo>
                  <a:pt x="8898" y="3500"/>
                  <a:pt x="8914" y="3454"/>
                  <a:pt x="8914" y="3408"/>
                </a:cubicBezTo>
                <a:cubicBezTo>
                  <a:pt x="8914" y="3247"/>
                  <a:pt x="8816" y="3109"/>
                  <a:pt x="8702" y="3109"/>
                </a:cubicBezTo>
                <a:cubicBezTo>
                  <a:pt x="8588" y="3109"/>
                  <a:pt x="8490" y="3247"/>
                  <a:pt x="8490" y="3408"/>
                </a:cubicBezTo>
                <a:cubicBezTo>
                  <a:pt x="8490" y="3477"/>
                  <a:pt x="8506" y="3523"/>
                  <a:pt x="8539" y="3569"/>
                </a:cubicBezTo>
                <a:cubicBezTo>
                  <a:pt x="4212" y="10270"/>
                  <a:pt x="4212" y="10270"/>
                  <a:pt x="4212" y="10270"/>
                </a:cubicBezTo>
                <a:cubicBezTo>
                  <a:pt x="8735" y="2487"/>
                  <a:pt x="8735" y="2487"/>
                  <a:pt x="8735" y="2487"/>
                </a:cubicBezTo>
                <a:cubicBezTo>
                  <a:pt x="8767" y="2533"/>
                  <a:pt x="8816" y="2556"/>
                  <a:pt x="8865" y="2556"/>
                </a:cubicBezTo>
                <a:cubicBezTo>
                  <a:pt x="8980" y="2556"/>
                  <a:pt x="9078" y="2418"/>
                  <a:pt x="9078" y="2257"/>
                </a:cubicBezTo>
                <a:cubicBezTo>
                  <a:pt x="9078" y="2096"/>
                  <a:pt x="8980" y="1980"/>
                  <a:pt x="8865" y="1980"/>
                </a:cubicBezTo>
                <a:cubicBezTo>
                  <a:pt x="8751" y="1980"/>
                  <a:pt x="8653" y="2096"/>
                  <a:pt x="8653" y="2257"/>
                </a:cubicBezTo>
                <a:cubicBezTo>
                  <a:pt x="8653" y="2280"/>
                  <a:pt x="8653" y="2280"/>
                  <a:pt x="8653" y="2280"/>
                </a:cubicBezTo>
                <a:cubicBezTo>
                  <a:pt x="4082" y="3086"/>
                  <a:pt x="4082" y="3086"/>
                  <a:pt x="4082" y="3086"/>
                </a:cubicBezTo>
                <a:cubicBezTo>
                  <a:pt x="4065" y="2948"/>
                  <a:pt x="3967" y="2832"/>
                  <a:pt x="3869" y="2832"/>
                </a:cubicBezTo>
                <a:cubicBezTo>
                  <a:pt x="3755" y="2832"/>
                  <a:pt x="3657" y="2971"/>
                  <a:pt x="3657" y="3132"/>
                </a:cubicBezTo>
                <a:cubicBezTo>
                  <a:pt x="3657" y="3201"/>
                  <a:pt x="3673" y="3247"/>
                  <a:pt x="3690" y="3293"/>
                </a:cubicBezTo>
                <a:cubicBezTo>
                  <a:pt x="82" y="7000"/>
                  <a:pt x="82" y="7000"/>
                  <a:pt x="82" y="7000"/>
                </a:cubicBezTo>
                <a:cubicBezTo>
                  <a:pt x="49" y="7023"/>
                  <a:pt x="49" y="7023"/>
                  <a:pt x="49" y="7023"/>
                </a:cubicBezTo>
                <a:cubicBezTo>
                  <a:pt x="65" y="7023"/>
                  <a:pt x="65" y="7023"/>
                  <a:pt x="65" y="7023"/>
                </a:cubicBezTo>
                <a:cubicBezTo>
                  <a:pt x="0" y="7093"/>
                  <a:pt x="0" y="7093"/>
                  <a:pt x="0" y="7093"/>
                </a:cubicBezTo>
                <a:cubicBezTo>
                  <a:pt x="82" y="7046"/>
                  <a:pt x="82" y="7046"/>
                  <a:pt x="82" y="7046"/>
                </a:cubicBezTo>
                <a:cubicBezTo>
                  <a:pt x="1208" y="8083"/>
                  <a:pt x="1208" y="8083"/>
                  <a:pt x="1208" y="8083"/>
                </a:cubicBezTo>
                <a:cubicBezTo>
                  <a:pt x="65" y="10201"/>
                  <a:pt x="65" y="10201"/>
                  <a:pt x="65" y="10201"/>
                </a:cubicBezTo>
                <a:cubicBezTo>
                  <a:pt x="98" y="10224"/>
                  <a:pt x="98" y="10224"/>
                  <a:pt x="98" y="10224"/>
                </a:cubicBezTo>
                <a:cubicBezTo>
                  <a:pt x="1224" y="8106"/>
                  <a:pt x="1224" y="8106"/>
                  <a:pt x="1224" y="8106"/>
                </a:cubicBezTo>
                <a:cubicBezTo>
                  <a:pt x="3804" y="10478"/>
                  <a:pt x="3804" y="10478"/>
                  <a:pt x="3804" y="10478"/>
                </a:cubicBezTo>
                <a:cubicBezTo>
                  <a:pt x="3788" y="10524"/>
                  <a:pt x="3771" y="10593"/>
                  <a:pt x="3771" y="10639"/>
                </a:cubicBezTo>
                <a:cubicBezTo>
                  <a:pt x="3771" y="10800"/>
                  <a:pt x="3869" y="10938"/>
                  <a:pt x="3984" y="10938"/>
                </a:cubicBezTo>
                <a:cubicBezTo>
                  <a:pt x="4016" y="10938"/>
                  <a:pt x="4049" y="10915"/>
                  <a:pt x="4082" y="10892"/>
                </a:cubicBezTo>
                <a:cubicBezTo>
                  <a:pt x="7510" y="18606"/>
                  <a:pt x="7510" y="18606"/>
                  <a:pt x="7510" y="18606"/>
                </a:cubicBezTo>
                <a:cubicBezTo>
                  <a:pt x="7445" y="18652"/>
                  <a:pt x="7412" y="18745"/>
                  <a:pt x="7412" y="18837"/>
                </a:cubicBezTo>
                <a:cubicBezTo>
                  <a:pt x="7412" y="18998"/>
                  <a:pt x="7510" y="19136"/>
                  <a:pt x="7624" y="19136"/>
                </a:cubicBezTo>
                <a:cubicBezTo>
                  <a:pt x="7739" y="19136"/>
                  <a:pt x="7837" y="18998"/>
                  <a:pt x="7837" y="18837"/>
                </a:cubicBezTo>
                <a:cubicBezTo>
                  <a:pt x="7837" y="18722"/>
                  <a:pt x="7788" y="18629"/>
                  <a:pt x="7739" y="18583"/>
                </a:cubicBezTo>
                <a:cubicBezTo>
                  <a:pt x="9078" y="14968"/>
                  <a:pt x="9078" y="14968"/>
                  <a:pt x="9078" y="14968"/>
                </a:cubicBezTo>
                <a:cubicBezTo>
                  <a:pt x="9110" y="14968"/>
                  <a:pt x="9143" y="14991"/>
                  <a:pt x="9176" y="14991"/>
                </a:cubicBezTo>
                <a:cubicBezTo>
                  <a:pt x="9290" y="14991"/>
                  <a:pt x="9371" y="14853"/>
                  <a:pt x="9371" y="14692"/>
                </a:cubicBezTo>
                <a:cubicBezTo>
                  <a:pt x="9371" y="14669"/>
                  <a:pt x="9371" y="14623"/>
                  <a:pt x="9371" y="14600"/>
                </a:cubicBezTo>
                <a:cubicBezTo>
                  <a:pt x="9649" y="14438"/>
                  <a:pt x="9649" y="14438"/>
                  <a:pt x="9649" y="14438"/>
                </a:cubicBezTo>
                <a:cubicBezTo>
                  <a:pt x="13224" y="16810"/>
                  <a:pt x="13224" y="16810"/>
                  <a:pt x="13224" y="16810"/>
                </a:cubicBezTo>
                <a:cubicBezTo>
                  <a:pt x="13208" y="16833"/>
                  <a:pt x="13208" y="16856"/>
                  <a:pt x="13208" y="16879"/>
                </a:cubicBezTo>
                <a:cubicBezTo>
                  <a:pt x="13208" y="16971"/>
                  <a:pt x="13241" y="17064"/>
                  <a:pt x="13290" y="17110"/>
                </a:cubicBezTo>
                <a:cubicBezTo>
                  <a:pt x="10808" y="21554"/>
                  <a:pt x="10808" y="21554"/>
                  <a:pt x="10808" y="21554"/>
                </a:cubicBezTo>
                <a:cubicBezTo>
                  <a:pt x="10792" y="21577"/>
                  <a:pt x="10792" y="21577"/>
                  <a:pt x="10792" y="21577"/>
                </a:cubicBezTo>
                <a:cubicBezTo>
                  <a:pt x="21535" y="21577"/>
                  <a:pt x="21535" y="21577"/>
                  <a:pt x="21535" y="21577"/>
                </a:cubicBezTo>
                <a:cubicBezTo>
                  <a:pt x="21551" y="21600"/>
                  <a:pt x="21551" y="21600"/>
                  <a:pt x="21551" y="21600"/>
                </a:cubicBezTo>
                <a:lnTo>
                  <a:pt x="21551" y="21577"/>
                </a:lnTo>
                <a:close/>
                <a:moveTo>
                  <a:pt x="21518" y="21508"/>
                </a:moveTo>
                <a:cubicBezTo>
                  <a:pt x="19543" y="18606"/>
                  <a:pt x="19543" y="18606"/>
                  <a:pt x="19543" y="18606"/>
                </a:cubicBezTo>
                <a:cubicBezTo>
                  <a:pt x="19576" y="18560"/>
                  <a:pt x="19592" y="18491"/>
                  <a:pt x="19592" y="18422"/>
                </a:cubicBezTo>
                <a:cubicBezTo>
                  <a:pt x="19592" y="18307"/>
                  <a:pt x="19543" y="18192"/>
                  <a:pt x="19461" y="18146"/>
                </a:cubicBezTo>
                <a:cubicBezTo>
                  <a:pt x="20947" y="10432"/>
                  <a:pt x="20947" y="10432"/>
                  <a:pt x="20947" y="10432"/>
                </a:cubicBezTo>
                <a:cubicBezTo>
                  <a:pt x="20947" y="10455"/>
                  <a:pt x="20963" y="10455"/>
                  <a:pt x="20980" y="10455"/>
                </a:cubicBezTo>
                <a:cubicBezTo>
                  <a:pt x="20980" y="10455"/>
                  <a:pt x="20980" y="10455"/>
                  <a:pt x="20980" y="10455"/>
                </a:cubicBezTo>
                <a:lnTo>
                  <a:pt x="21518" y="21508"/>
                </a:lnTo>
                <a:close/>
                <a:moveTo>
                  <a:pt x="20816" y="10316"/>
                </a:moveTo>
                <a:cubicBezTo>
                  <a:pt x="20833" y="10386"/>
                  <a:pt x="20865" y="10409"/>
                  <a:pt x="20914" y="10432"/>
                </a:cubicBezTo>
                <a:cubicBezTo>
                  <a:pt x="19429" y="18146"/>
                  <a:pt x="19429" y="18146"/>
                  <a:pt x="19429" y="18146"/>
                </a:cubicBezTo>
                <a:cubicBezTo>
                  <a:pt x="19412" y="18123"/>
                  <a:pt x="19396" y="18123"/>
                  <a:pt x="19380" y="18123"/>
                </a:cubicBezTo>
                <a:cubicBezTo>
                  <a:pt x="19282" y="18123"/>
                  <a:pt x="19200" y="18215"/>
                  <a:pt x="19184" y="18353"/>
                </a:cubicBezTo>
                <a:cubicBezTo>
                  <a:pt x="13616" y="16948"/>
                  <a:pt x="13616" y="16948"/>
                  <a:pt x="13616" y="16948"/>
                </a:cubicBezTo>
                <a:cubicBezTo>
                  <a:pt x="13633" y="16925"/>
                  <a:pt x="13633" y="16902"/>
                  <a:pt x="13633" y="16879"/>
                </a:cubicBezTo>
                <a:cubicBezTo>
                  <a:pt x="13633" y="16833"/>
                  <a:pt x="13616" y="16810"/>
                  <a:pt x="13616" y="16764"/>
                </a:cubicBezTo>
                <a:lnTo>
                  <a:pt x="20816" y="10316"/>
                </a:lnTo>
                <a:close/>
                <a:moveTo>
                  <a:pt x="4180" y="10570"/>
                </a:moveTo>
                <a:cubicBezTo>
                  <a:pt x="9012" y="8083"/>
                  <a:pt x="9012" y="8083"/>
                  <a:pt x="9012" y="8083"/>
                </a:cubicBezTo>
                <a:cubicBezTo>
                  <a:pt x="12555" y="6264"/>
                  <a:pt x="12555" y="6264"/>
                  <a:pt x="12555" y="6264"/>
                </a:cubicBezTo>
                <a:cubicBezTo>
                  <a:pt x="12571" y="6333"/>
                  <a:pt x="12604" y="6379"/>
                  <a:pt x="12637" y="6402"/>
                </a:cubicBezTo>
                <a:cubicBezTo>
                  <a:pt x="10776" y="10823"/>
                  <a:pt x="10776" y="10823"/>
                  <a:pt x="10776" y="10823"/>
                </a:cubicBezTo>
                <a:cubicBezTo>
                  <a:pt x="7837" y="11330"/>
                  <a:pt x="7837" y="11330"/>
                  <a:pt x="7837" y="11330"/>
                </a:cubicBezTo>
                <a:cubicBezTo>
                  <a:pt x="7820" y="11191"/>
                  <a:pt x="7722" y="11076"/>
                  <a:pt x="7624" y="11076"/>
                </a:cubicBezTo>
                <a:cubicBezTo>
                  <a:pt x="7510" y="11076"/>
                  <a:pt x="7412" y="11214"/>
                  <a:pt x="7412" y="11376"/>
                </a:cubicBezTo>
                <a:cubicBezTo>
                  <a:pt x="7412" y="11537"/>
                  <a:pt x="7510" y="11675"/>
                  <a:pt x="7624" y="11675"/>
                </a:cubicBezTo>
                <a:cubicBezTo>
                  <a:pt x="7690" y="11675"/>
                  <a:pt x="7755" y="11629"/>
                  <a:pt x="7788" y="11560"/>
                </a:cubicBezTo>
                <a:cubicBezTo>
                  <a:pt x="9698" y="13379"/>
                  <a:pt x="9698" y="13379"/>
                  <a:pt x="9698" y="13379"/>
                </a:cubicBezTo>
                <a:cubicBezTo>
                  <a:pt x="9355" y="14208"/>
                  <a:pt x="9355" y="14208"/>
                  <a:pt x="9355" y="14208"/>
                </a:cubicBezTo>
                <a:cubicBezTo>
                  <a:pt x="4180" y="10754"/>
                  <a:pt x="4180" y="10754"/>
                  <a:pt x="4180" y="10754"/>
                </a:cubicBezTo>
                <a:cubicBezTo>
                  <a:pt x="4180" y="10708"/>
                  <a:pt x="4196" y="10685"/>
                  <a:pt x="4196" y="10639"/>
                </a:cubicBezTo>
                <a:cubicBezTo>
                  <a:pt x="4196" y="10616"/>
                  <a:pt x="4180" y="10593"/>
                  <a:pt x="4180" y="10570"/>
                </a:cubicBezTo>
                <a:close/>
                <a:moveTo>
                  <a:pt x="9714" y="13356"/>
                </a:moveTo>
                <a:cubicBezTo>
                  <a:pt x="7804" y="11537"/>
                  <a:pt x="7804" y="11537"/>
                  <a:pt x="7804" y="11537"/>
                </a:cubicBezTo>
                <a:cubicBezTo>
                  <a:pt x="7820" y="11491"/>
                  <a:pt x="7837" y="11422"/>
                  <a:pt x="7837" y="11376"/>
                </a:cubicBezTo>
                <a:cubicBezTo>
                  <a:pt x="7837" y="11376"/>
                  <a:pt x="7837" y="11376"/>
                  <a:pt x="7837" y="11353"/>
                </a:cubicBezTo>
                <a:cubicBezTo>
                  <a:pt x="10759" y="10869"/>
                  <a:pt x="10759" y="10869"/>
                  <a:pt x="10759" y="10869"/>
                </a:cubicBezTo>
                <a:cubicBezTo>
                  <a:pt x="10302" y="11951"/>
                  <a:pt x="10302" y="11951"/>
                  <a:pt x="10302" y="11951"/>
                </a:cubicBezTo>
                <a:lnTo>
                  <a:pt x="9714" y="13356"/>
                </a:lnTo>
                <a:close/>
                <a:moveTo>
                  <a:pt x="9731" y="13402"/>
                </a:moveTo>
                <a:cubicBezTo>
                  <a:pt x="10335" y="13978"/>
                  <a:pt x="10335" y="13978"/>
                  <a:pt x="10335" y="13978"/>
                </a:cubicBezTo>
                <a:cubicBezTo>
                  <a:pt x="9649" y="14392"/>
                  <a:pt x="9649" y="14392"/>
                  <a:pt x="9649" y="14392"/>
                </a:cubicBezTo>
                <a:cubicBezTo>
                  <a:pt x="9388" y="14208"/>
                  <a:pt x="9388" y="14208"/>
                  <a:pt x="9388" y="14208"/>
                </a:cubicBezTo>
                <a:lnTo>
                  <a:pt x="9731" y="13402"/>
                </a:lnTo>
                <a:close/>
                <a:moveTo>
                  <a:pt x="9731" y="13379"/>
                </a:moveTo>
                <a:cubicBezTo>
                  <a:pt x="10351" y="11905"/>
                  <a:pt x="10351" y="11905"/>
                  <a:pt x="10351" y="11905"/>
                </a:cubicBezTo>
                <a:cubicBezTo>
                  <a:pt x="10792" y="10846"/>
                  <a:pt x="10792" y="10846"/>
                  <a:pt x="10792" y="10846"/>
                </a:cubicBezTo>
                <a:cubicBezTo>
                  <a:pt x="17535" y="9718"/>
                  <a:pt x="17535" y="9718"/>
                  <a:pt x="17535" y="9718"/>
                </a:cubicBezTo>
                <a:cubicBezTo>
                  <a:pt x="17535" y="9718"/>
                  <a:pt x="17535" y="9741"/>
                  <a:pt x="17551" y="9741"/>
                </a:cubicBezTo>
                <a:cubicBezTo>
                  <a:pt x="10367" y="13978"/>
                  <a:pt x="10367" y="13978"/>
                  <a:pt x="10367" y="13978"/>
                </a:cubicBezTo>
                <a:lnTo>
                  <a:pt x="9731" y="13379"/>
                </a:lnTo>
                <a:close/>
                <a:moveTo>
                  <a:pt x="17567" y="9764"/>
                </a:moveTo>
                <a:cubicBezTo>
                  <a:pt x="17567" y="9787"/>
                  <a:pt x="17584" y="9810"/>
                  <a:pt x="17600" y="9833"/>
                </a:cubicBezTo>
                <a:cubicBezTo>
                  <a:pt x="13698" y="16419"/>
                  <a:pt x="13698" y="16419"/>
                  <a:pt x="13698" y="16419"/>
                </a:cubicBezTo>
                <a:cubicBezTo>
                  <a:pt x="13551" y="16672"/>
                  <a:pt x="13551" y="16672"/>
                  <a:pt x="13551" y="16672"/>
                </a:cubicBezTo>
                <a:cubicBezTo>
                  <a:pt x="13518" y="16626"/>
                  <a:pt x="13469" y="16580"/>
                  <a:pt x="13420" y="16580"/>
                </a:cubicBezTo>
                <a:cubicBezTo>
                  <a:pt x="13339" y="16580"/>
                  <a:pt x="13273" y="16649"/>
                  <a:pt x="13241" y="16718"/>
                </a:cubicBezTo>
                <a:cubicBezTo>
                  <a:pt x="10384" y="14001"/>
                  <a:pt x="10384" y="14001"/>
                  <a:pt x="10384" y="14001"/>
                </a:cubicBezTo>
                <a:lnTo>
                  <a:pt x="17567" y="9764"/>
                </a:lnTo>
                <a:close/>
                <a:moveTo>
                  <a:pt x="8555" y="391"/>
                </a:moveTo>
                <a:cubicBezTo>
                  <a:pt x="8571" y="368"/>
                  <a:pt x="8571" y="368"/>
                  <a:pt x="8571" y="345"/>
                </a:cubicBezTo>
                <a:cubicBezTo>
                  <a:pt x="17518" y="4099"/>
                  <a:pt x="17518" y="4099"/>
                  <a:pt x="17518" y="4099"/>
                </a:cubicBezTo>
                <a:cubicBezTo>
                  <a:pt x="17518" y="4122"/>
                  <a:pt x="17502" y="4145"/>
                  <a:pt x="17502" y="4145"/>
                </a:cubicBezTo>
                <a:cubicBezTo>
                  <a:pt x="17502" y="4283"/>
                  <a:pt x="17584" y="4398"/>
                  <a:pt x="17665" y="4444"/>
                </a:cubicBezTo>
                <a:cubicBezTo>
                  <a:pt x="17698" y="9280"/>
                  <a:pt x="17698" y="9280"/>
                  <a:pt x="17698" y="9280"/>
                </a:cubicBezTo>
                <a:cubicBezTo>
                  <a:pt x="17633" y="9280"/>
                  <a:pt x="17567" y="9349"/>
                  <a:pt x="17535" y="9441"/>
                </a:cubicBezTo>
                <a:lnTo>
                  <a:pt x="8555" y="391"/>
                </a:lnTo>
                <a:close/>
                <a:moveTo>
                  <a:pt x="17518" y="9533"/>
                </a:moveTo>
                <a:cubicBezTo>
                  <a:pt x="17518" y="9557"/>
                  <a:pt x="17502" y="9557"/>
                  <a:pt x="17502" y="9580"/>
                </a:cubicBezTo>
                <a:cubicBezTo>
                  <a:pt x="17502" y="9603"/>
                  <a:pt x="17518" y="9649"/>
                  <a:pt x="17518" y="9672"/>
                </a:cubicBezTo>
                <a:cubicBezTo>
                  <a:pt x="10808" y="10823"/>
                  <a:pt x="10808" y="10823"/>
                  <a:pt x="10808" y="10823"/>
                </a:cubicBezTo>
                <a:cubicBezTo>
                  <a:pt x="12653" y="6425"/>
                  <a:pt x="12653" y="6425"/>
                  <a:pt x="12653" y="6425"/>
                </a:cubicBezTo>
                <a:cubicBezTo>
                  <a:pt x="12686" y="6448"/>
                  <a:pt x="12718" y="6448"/>
                  <a:pt x="12751" y="6448"/>
                </a:cubicBezTo>
                <a:cubicBezTo>
                  <a:pt x="12833" y="6448"/>
                  <a:pt x="12898" y="6402"/>
                  <a:pt x="12931" y="6310"/>
                </a:cubicBezTo>
                <a:lnTo>
                  <a:pt x="17518" y="9533"/>
                </a:lnTo>
                <a:close/>
                <a:moveTo>
                  <a:pt x="8702" y="3707"/>
                </a:moveTo>
                <a:cubicBezTo>
                  <a:pt x="8767" y="3707"/>
                  <a:pt x="8833" y="3638"/>
                  <a:pt x="8865" y="3569"/>
                </a:cubicBezTo>
                <a:cubicBezTo>
                  <a:pt x="12555" y="6056"/>
                  <a:pt x="12555" y="6056"/>
                  <a:pt x="12555" y="6056"/>
                </a:cubicBezTo>
                <a:cubicBezTo>
                  <a:pt x="12539" y="6079"/>
                  <a:pt x="12539" y="6125"/>
                  <a:pt x="12539" y="6148"/>
                </a:cubicBezTo>
                <a:cubicBezTo>
                  <a:pt x="12539" y="6194"/>
                  <a:pt x="12539" y="6217"/>
                  <a:pt x="12555" y="6241"/>
                </a:cubicBezTo>
                <a:cubicBezTo>
                  <a:pt x="8980" y="8060"/>
                  <a:pt x="8980" y="8060"/>
                  <a:pt x="8980" y="8060"/>
                </a:cubicBezTo>
                <a:cubicBezTo>
                  <a:pt x="4163" y="10524"/>
                  <a:pt x="4163" y="10524"/>
                  <a:pt x="4163" y="10524"/>
                </a:cubicBezTo>
                <a:cubicBezTo>
                  <a:pt x="4163" y="10501"/>
                  <a:pt x="4147" y="10455"/>
                  <a:pt x="4131" y="10432"/>
                </a:cubicBezTo>
                <a:cubicBezTo>
                  <a:pt x="8555" y="3615"/>
                  <a:pt x="8555" y="3615"/>
                  <a:pt x="8555" y="3615"/>
                </a:cubicBezTo>
                <a:cubicBezTo>
                  <a:pt x="8588" y="3661"/>
                  <a:pt x="8637" y="3707"/>
                  <a:pt x="8702" y="3707"/>
                </a:cubicBezTo>
                <a:close/>
                <a:moveTo>
                  <a:pt x="8653" y="2326"/>
                </a:moveTo>
                <a:cubicBezTo>
                  <a:pt x="8653" y="2326"/>
                  <a:pt x="8669" y="2349"/>
                  <a:pt x="8669" y="2349"/>
                </a:cubicBezTo>
                <a:cubicBezTo>
                  <a:pt x="5159" y="4260"/>
                  <a:pt x="5159" y="4260"/>
                  <a:pt x="5159" y="4260"/>
                </a:cubicBezTo>
                <a:cubicBezTo>
                  <a:pt x="2514" y="5688"/>
                  <a:pt x="2514" y="5688"/>
                  <a:pt x="2514" y="5688"/>
                </a:cubicBezTo>
                <a:cubicBezTo>
                  <a:pt x="3755" y="3385"/>
                  <a:pt x="3755" y="3385"/>
                  <a:pt x="3755" y="3385"/>
                </a:cubicBezTo>
                <a:cubicBezTo>
                  <a:pt x="3788" y="3408"/>
                  <a:pt x="3820" y="3431"/>
                  <a:pt x="3869" y="3431"/>
                </a:cubicBezTo>
                <a:cubicBezTo>
                  <a:pt x="3984" y="3431"/>
                  <a:pt x="4082" y="3293"/>
                  <a:pt x="4082" y="3132"/>
                </a:cubicBezTo>
                <a:cubicBezTo>
                  <a:pt x="4082" y="3132"/>
                  <a:pt x="4082" y="3109"/>
                  <a:pt x="4082" y="3109"/>
                </a:cubicBezTo>
                <a:lnTo>
                  <a:pt x="8653" y="2326"/>
                </a:lnTo>
                <a:close/>
                <a:moveTo>
                  <a:pt x="3706" y="3316"/>
                </a:moveTo>
                <a:cubicBezTo>
                  <a:pt x="3722" y="3339"/>
                  <a:pt x="3722" y="3339"/>
                  <a:pt x="3739" y="3362"/>
                </a:cubicBezTo>
                <a:cubicBezTo>
                  <a:pt x="2465" y="5711"/>
                  <a:pt x="2465" y="5711"/>
                  <a:pt x="2465" y="5711"/>
                </a:cubicBezTo>
                <a:cubicBezTo>
                  <a:pt x="180" y="6954"/>
                  <a:pt x="180" y="6954"/>
                  <a:pt x="180" y="6954"/>
                </a:cubicBezTo>
                <a:lnTo>
                  <a:pt x="3706" y="3316"/>
                </a:lnTo>
                <a:close/>
                <a:moveTo>
                  <a:pt x="114" y="7023"/>
                </a:moveTo>
                <a:cubicBezTo>
                  <a:pt x="2449" y="5757"/>
                  <a:pt x="2449" y="5757"/>
                  <a:pt x="2449" y="5757"/>
                </a:cubicBezTo>
                <a:cubicBezTo>
                  <a:pt x="1224" y="8060"/>
                  <a:pt x="1224" y="8060"/>
                  <a:pt x="1224" y="8060"/>
                </a:cubicBezTo>
                <a:lnTo>
                  <a:pt x="114" y="7023"/>
                </a:lnTo>
                <a:close/>
                <a:moveTo>
                  <a:pt x="1241" y="8083"/>
                </a:moveTo>
                <a:cubicBezTo>
                  <a:pt x="2482" y="5734"/>
                  <a:pt x="2482" y="5734"/>
                  <a:pt x="2482" y="5734"/>
                </a:cubicBezTo>
                <a:cubicBezTo>
                  <a:pt x="5224" y="4260"/>
                  <a:pt x="5224" y="4260"/>
                  <a:pt x="5224" y="4260"/>
                </a:cubicBezTo>
                <a:cubicBezTo>
                  <a:pt x="8669" y="2395"/>
                  <a:pt x="8669" y="2395"/>
                  <a:pt x="8669" y="2395"/>
                </a:cubicBezTo>
                <a:cubicBezTo>
                  <a:pt x="8686" y="2418"/>
                  <a:pt x="8702" y="2441"/>
                  <a:pt x="8718" y="2464"/>
                </a:cubicBezTo>
                <a:cubicBezTo>
                  <a:pt x="4098" y="10409"/>
                  <a:pt x="4098" y="10409"/>
                  <a:pt x="4098" y="10409"/>
                </a:cubicBezTo>
                <a:cubicBezTo>
                  <a:pt x="4065" y="10362"/>
                  <a:pt x="4033" y="10339"/>
                  <a:pt x="3984" y="10339"/>
                </a:cubicBezTo>
                <a:cubicBezTo>
                  <a:pt x="3918" y="10339"/>
                  <a:pt x="3853" y="10386"/>
                  <a:pt x="3820" y="10455"/>
                </a:cubicBezTo>
                <a:lnTo>
                  <a:pt x="1241" y="8083"/>
                </a:lnTo>
                <a:close/>
                <a:moveTo>
                  <a:pt x="7706" y="18560"/>
                </a:moveTo>
                <a:cubicBezTo>
                  <a:pt x="7690" y="18560"/>
                  <a:pt x="7657" y="18537"/>
                  <a:pt x="7624" y="18537"/>
                </a:cubicBezTo>
                <a:cubicBezTo>
                  <a:pt x="7592" y="18537"/>
                  <a:pt x="7559" y="18560"/>
                  <a:pt x="7527" y="18583"/>
                </a:cubicBezTo>
                <a:cubicBezTo>
                  <a:pt x="4098" y="10869"/>
                  <a:pt x="4098" y="10869"/>
                  <a:pt x="4098" y="10869"/>
                </a:cubicBezTo>
                <a:cubicBezTo>
                  <a:pt x="4131" y="10846"/>
                  <a:pt x="4147" y="10823"/>
                  <a:pt x="4163" y="10777"/>
                </a:cubicBezTo>
                <a:cubicBezTo>
                  <a:pt x="9355" y="14231"/>
                  <a:pt x="9355" y="14231"/>
                  <a:pt x="9355" y="14231"/>
                </a:cubicBezTo>
                <a:cubicBezTo>
                  <a:pt x="9257" y="14438"/>
                  <a:pt x="9257" y="14438"/>
                  <a:pt x="9257" y="14438"/>
                </a:cubicBezTo>
                <a:cubicBezTo>
                  <a:pt x="9241" y="14415"/>
                  <a:pt x="9208" y="14392"/>
                  <a:pt x="9176" y="14392"/>
                </a:cubicBezTo>
                <a:cubicBezTo>
                  <a:pt x="9061" y="14392"/>
                  <a:pt x="8963" y="14530"/>
                  <a:pt x="8963" y="14692"/>
                </a:cubicBezTo>
                <a:cubicBezTo>
                  <a:pt x="8963" y="14807"/>
                  <a:pt x="8996" y="14899"/>
                  <a:pt x="9061" y="14945"/>
                </a:cubicBezTo>
                <a:lnTo>
                  <a:pt x="7706" y="18560"/>
                </a:lnTo>
                <a:close/>
                <a:moveTo>
                  <a:pt x="9355" y="14554"/>
                </a:moveTo>
                <a:cubicBezTo>
                  <a:pt x="9339" y="14507"/>
                  <a:pt x="9322" y="14484"/>
                  <a:pt x="9290" y="14438"/>
                </a:cubicBezTo>
                <a:cubicBezTo>
                  <a:pt x="9371" y="14254"/>
                  <a:pt x="9371" y="14254"/>
                  <a:pt x="9371" y="14254"/>
                </a:cubicBezTo>
                <a:cubicBezTo>
                  <a:pt x="9616" y="14415"/>
                  <a:pt x="9616" y="14415"/>
                  <a:pt x="9616" y="14415"/>
                </a:cubicBezTo>
                <a:lnTo>
                  <a:pt x="9355" y="14554"/>
                </a:lnTo>
                <a:close/>
                <a:moveTo>
                  <a:pt x="9682" y="14415"/>
                </a:moveTo>
                <a:cubicBezTo>
                  <a:pt x="10351" y="14001"/>
                  <a:pt x="10351" y="14001"/>
                  <a:pt x="10351" y="14001"/>
                </a:cubicBezTo>
                <a:cubicBezTo>
                  <a:pt x="13224" y="16764"/>
                  <a:pt x="13224" y="16764"/>
                  <a:pt x="13224" y="16764"/>
                </a:cubicBezTo>
                <a:cubicBezTo>
                  <a:pt x="13224" y="16764"/>
                  <a:pt x="13224" y="16764"/>
                  <a:pt x="13224" y="16764"/>
                </a:cubicBezTo>
                <a:lnTo>
                  <a:pt x="9682" y="14415"/>
                </a:lnTo>
                <a:close/>
                <a:moveTo>
                  <a:pt x="10841" y="21531"/>
                </a:moveTo>
                <a:cubicBezTo>
                  <a:pt x="13306" y="17133"/>
                  <a:pt x="13306" y="17133"/>
                  <a:pt x="13306" y="17133"/>
                </a:cubicBezTo>
                <a:cubicBezTo>
                  <a:pt x="13339" y="17156"/>
                  <a:pt x="13371" y="17179"/>
                  <a:pt x="13420" y="17179"/>
                </a:cubicBezTo>
                <a:cubicBezTo>
                  <a:pt x="13502" y="17179"/>
                  <a:pt x="13567" y="17133"/>
                  <a:pt x="13600" y="17041"/>
                </a:cubicBezTo>
                <a:cubicBezTo>
                  <a:pt x="21469" y="21531"/>
                  <a:pt x="21469" y="21531"/>
                  <a:pt x="21469" y="21531"/>
                </a:cubicBezTo>
                <a:lnTo>
                  <a:pt x="10841" y="21531"/>
                </a:lnTo>
                <a:close/>
                <a:moveTo>
                  <a:pt x="13600" y="17017"/>
                </a:moveTo>
                <a:cubicBezTo>
                  <a:pt x="13616" y="16994"/>
                  <a:pt x="13616" y="16994"/>
                  <a:pt x="13616" y="16994"/>
                </a:cubicBezTo>
                <a:cubicBezTo>
                  <a:pt x="19184" y="18376"/>
                  <a:pt x="19184" y="18376"/>
                  <a:pt x="19184" y="18376"/>
                </a:cubicBezTo>
                <a:cubicBezTo>
                  <a:pt x="19184" y="18399"/>
                  <a:pt x="19167" y="18399"/>
                  <a:pt x="19167" y="18422"/>
                </a:cubicBezTo>
                <a:cubicBezTo>
                  <a:pt x="19167" y="18583"/>
                  <a:pt x="19265" y="18722"/>
                  <a:pt x="19380" y="18722"/>
                </a:cubicBezTo>
                <a:cubicBezTo>
                  <a:pt x="19445" y="18722"/>
                  <a:pt x="19478" y="18699"/>
                  <a:pt x="19527" y="18629"/>
                </a:cubicBezTo>
                <a:cubicBezTo>
                  <a:pt x="21486" y="21508"/>
                  <a:pt x="21486" y="21508"/>
                  <a:pt x="21486" y="21508"/>
                </a:cubicBezTo>
                <a:lnTo>
                  <a:pt x="13600" y="17017"/>
                </a:lnTo>
                <a:close/>
              </a:path>
            </a:pathLst>
          </a:custGeom>
          <a:solidFill>
            <a:srgbClr val="FFFFFF">
              <a:alpha val="33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8" name="Shape 1098"/>
          <p:cNvSpPr/>
          <p:nvPr/>
        </p:nvSpPr>
        <p:spPr>
          <a:xfrm>
            <a:off x="13324147" y="-1393957"/>
            <a:ext cx="11896550" cy="84481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51" y="21577"/>
                </a:moveTo>
                <a:cubicBezTo>
                  <a:pt x="21600" y="21577"/>
                  <a:pt x="21600" y="21577"/>
                  <a:pt x="21600" y="21577"/>
                </a:cubicBezTo>
                <a:cubicBezTo>
                  <a:pt x="21551" y="21531"/>
                  <a:pt x="21551" y="21531"/>
                  <a:pt x="21551" y="21531"/>
                </a:cubicBezTo>
                <a:cubicBezTo>
                  <a:pt x="21012" y="10432"/>
                  <a:pt x="21012" y="10432"/>
                  <a:pt x="21012" y="10432"/>
                </a:cubicBezTo>
                <a:cubicBezTo>
                  <a:pt x="21110" y="10432"/>
                  <a:pt x="21192" y="10293"/>
                  <a:pt x="21192" y="10155"/>
                </a:cubicBezTo>
                <a:cubicBezTo>
                  <a:pt x="21192" y="9994"/>
                  <a:pt x="21094" y="9856"/>
                  <a:pt x="20980" y="9856"/>
                </a:cubicBezTo>
                <a:cubicBezTo>
                  <a:pt x="20865" y="9856"/>
                  <a:pt x="20767" y="9994"/>
                  <a:pt x="20767" y="10155"/>
                </a:cubicBezTo>
                <a:cubicBezTo>
                  <a:pt x="20767" y="10201"/>
                  <a:pt x="20784" y="10247"/>
                  <a:pt x="20800" y="10293"/>
                </a:cubicBezTo>
                <a:cubicBezTo>
                  <a:pt x="13600" y="16741"/>
                  <a:pt x="13600" y="16741"/>
                  <a:pt x="13600" y="16741"/>
                </a:cubicBezTo>
                <a:cubicBezTo>
                  <a:pt x="13584" y="16718"/>
                  <a:pt x="13584" y="16695"/>
                  <a:pt x="13567" y="16695"/>
                </a:cubicBezTo>
                <a:cubicBezTo>
                  <a:pt x="13665" y="16511"/>
                  <a:pt x="13665" y="16511"/>
                  <a:pt x="13665" y="16511"/>
                </a:cubicBezTo>
                <a:cubicBezTo>
                  <a:pt x="17633" y="9833"/>
                  <a:pt x="17633" y="9833"/>
                  <a:pt x="17633" y="9833"/>
                </a:cubicBezTo>
                <a:cubicBezTo>
                  <a:pt x="17649" y="9856"/>
                  <a:pt x="17682" y="9879"/>
                  <a:pt x="17714" y="9879"/>
                </a:cubicBezTo>
                <a:cubicBezTo>
                  <a:pt x="17829" y="9879"/>
                  <a:pt x="17927" y="9741"/>
                  <a:pt x="17927" y="9580"/>
                </a:cubicBezTo>
                <a:cubicBezTo>
                  <a:pt x="17927" y="9418"/>
                  <a:pt x="17845" y="9280"/>
                  <a:pt x="17731" y="9280"/>
                </a:cubicBezTo>
                <a:cubicBezTo>
                  <a:pt x="17698" y="4444"/>
                  <a:pt x="17698" y="4444"/>
                  <a:pt x="17698" y="4444"/>
                </a:cubicBezTo>
                <a:cubicBezTo>
                  <a:pt x="17698" y="4444"/>
                  <a:pt x="17714" y="4444"/>
                  <a:pt x="17714" y="4444"/>
                </a:cubicBezTo>
                <a:cubicBezTo>
                  <a:pt x="17829" y="4444"/>
                  <a:pt x="17927" y="4306"/>
                  <a:pt x="17927" y="4145"/>
                </a:cubicBezTo>
                <a:cubicBezTo>
                  <a:pt x="17927" y="4076"/>
                  <a:pt x="17894" y="3984"/>
                  <a:pt x="17861" y="3938"/>
                </a:cubicBezTo>
                <a:cubicBezTo>
                  <a:pt x="20278" y="599"/>
                  <a:pt x="20278" y="599"/>
                  <a:pt x="20278" y="599"/>
                </a:cubicBezTo>
                <a:cubicBezTo>
                  <a:pt x="20310" y="645"/>
                  <a:pt x="20359" y="668"/>
                  <a:pt x="20408" y="668"/>
                </a:cubicBezTo>
                <a:cubicBezTo>
                  <a:pt x="20522" y="668"/>
                  <a:pt x="20620" y="553"/>
                  <a:pt x="20620" y="391"/>
                </a:cubicBezTo>
                <a:cubicBezTo>
                  <a:pt x="20620" y="230"/>
                  <a:pt x="20522" y="92"/>
                  <a:pt x="20408" y="92"/>
                </a:cubicBezTo>
                <a:cubicBezTo>
                  <a:pt x="20294" y="92"/>
                  <a:pt x="20212" y="230"/>
                  <a:pt x="20212" y="391"/>
                </a:cubicBezTo>
                <a:cubicBezTo>
                  <a:pt x="20212" y="461"/>
                  <a:pt x="20229" y="530"/>
                  <a:pt x="20261" y="576"/>
                </a:cubicBezTo>
                <a:cubicBezTo>
                  <a:pt x="17845" y="3915"/>
                  <a:pt x="17845" y="3915"/>
                  <a:pt x="17845" y="3915"/>
                </a:cubicBezTo>
                <a:cubicBezTo>
                  <a:pt x="17796" y="3869"/>
                  <a:pt x="17763" y="3869"/>
                  <a:pt x="17714" y="3869"/>
                </a:cubicBezTo>
                <a:cubicBezTo>
                  <a:pt x="17616" y="3869"/>
                  <a:pt x="17551" y="3938"/>
                  <a:pt x="17518" y="4076"/>
                </a:cubicBezTo>
                <a:cubicBezTo>
                  <a:pt x="8571" y="322"/>
                  <a:pt x="8571" y="322"/>
                  <a:pt x="8571" y="322"/>
                </a:cubicBezTo>
                <a:cubicBezTo>
                  <a:pt x="8571" y="299"/>
                  <a:pt x="8571" y="299"/>
                  <a:pt x="8571" y="276"/>
                </a:cubicBezTo>
                <a:cubicBezTo>
                  <a:pt x="8571" y="115"/>
                  <a:pt x="8490" y="0"/>
                  <a:pt x="8359" y="0"/>
                </a:cubicBezTo>
                <a:cubicBezTo>
                  <a:pt x="8245" y="0"/>
                  <a:pt x="8163" y="115"/>
                  <a:pt x="8163" y="276"/>
                </a:cubicBezTo>
                <a:cubicBezTo>
                  <a:pt x="8163" y="438"/>
                  <a:pt x="8245" y="576"/>
                  <a:pt x="8359" y="576"/>
                </a:cubicBezTo>
                <a:cubicBezTo>
                  <a:pt x="8441" y="576"/>
                  <a:pt x="8522" y="507"/>
                  <a:pt x="8555" y="414"/>
                </a:cubicBezTo>
                <a:cubicBezTo>
                  <a:pt x="17518" y="9487"/>
                  <a:pt x="17518" y="9487"/>
                  <a:pt x="17518" y="9487"/>
                </a:cubicBezTo>
                <a:cubicBezTo>
                  <a:pt x="17518" y="9487"/>
                  <a:pt x="17518" y="9487"/>
                  <a:pt x="17518" y="9510"/>
                </a:cubicBezTo>
                <a:cubicBezTo>
                  <a:pt x="12947" y="6264"/>
                  <a:pt x="12947" y="6264"/>
                  <a:pt x="12947" y="6264"/>
                </a:cubicBezTo>
                <a:cubicBezTo>
                  <a:pt x="12947" y="6241"/>
                  <a:pt x="12963" y="6194"/>
                  <a:pt x="12963" y="6148"/>
                </a:cubicBezTo>
                <a:cubicBezTo>
                  <a:pt x="12963" y="5987"/>
                  <a:pt x="12865" y="5872"/>
                  <a:pt x="12751" y="5872"/>
                </a:cubicBezTo>
                <a:cubicBezTo>
                  <a:pt x="12669" y="5872"/>
                  <a:pt x="12604" y="5918"/>
                  <a:pt x="12571" y="6010"/>
                </a:cubicBezTo>
                <a:cubicBezTo>
                  <a:pt x="8882" y="3523"/>
                  <a:pt x="8882" y="3523"/>
                  <a:pt x="8882" y="3523"/>
                </a:cubicBezTo>
                <a:cubicBezTo>
                  <a:pt x="8898" y="3500"/>
                  <a:pt x="8914" y="3454"/>
                  <a:pt x="8914" y="3408"/>
                </a:cubicBezTo>
                <a:cubicBezTo>
                  <a:pt x="8914" y="3247"/>
                  <a:pt x="8816" y="3109"/>
                  <a:pt x="8702" y="3109"/>
                </a:cubicBezTo>
                <a:cubicBezTo>
                  <a:pt x="8588" y="3109"/>
                  <a:pt x="8490" y="3247"/>
                  <a:pt x="8490" y="3408"/>
                </a:cubicBezTo>
                <a:cubicBezTo>
                  <a:pt x="8490" y="3477"/>
                  <a:pt x="8506" y="3523"/>
                  <a:pt x="8539" y="3569"/>
                </a:cubicBezTo>
                <a:cubicBezTo>
                  <a:pt x="4212" y="10270"/>
                  <a:pt x="4212" y="10270"/>
                  <a:pt x="4212" y="10270"/>
                </a:cubicBezTo>
                <a:cubicBezTo>
                  <a:pt x="8735" y="2487"/>
                  <a:pt x="8735" y="2487"/>
                  <a:pt x="8735" y="2487"/>
                </a:cubicBezTo>
                <a:cubicBezTo>
                  <a:pt x="8767" y="2533"/>
                  <a:pt x="8816" y="2556"/>
                  <a:pt x="8865" y="2556"/>
                </a:cubicBezTo>
                <a:cubicBezTo>
                  <a:pt x="8980" y="2556"/>
                  <a:pt x="9078" y="2418"/>
                  <a:pt x="9078" y="2257"/>
                </a:cubicBezTo>
                <a:cubicBezTo>
                  <a:pt x="9078" y="2096"/>
                  <a:pt x="8980" y="1980"/>
                  <a:pt x="8865" y="1980"/>
                </a:cubicBezTo>
                <a:cubicBezTo>
                  <a:pt x="8751" y="1980"/>
                  <a:pt x="8653" y="2096"/>
                  <a:pt x="8653" y="2257"/>
                </a:cubicBezTo>
                <a:cubicBezTo>
                  <a:pt x="8653" y="2280"/>
                  <a:pt x="8653" y="2280"/>
                  <a:pt x="8653" y="2280"/>
                </a:cubicBezTo>
                <a:cubicBezTo>
                  <a:pt x="4082" y="3086"/>
                  <a:pt x="4082" y="3086"/>
                  <a:pt x="4082" y="3086"/>
                </a:cubicBezTo>
                <a:cubicBezTo>
                  <a:pt x="4065" y="2948"/>
                  <a:pt x="3967" y="2832"/>
                  <a:pt x="3869" y="2832"/>
                </a:cubicBezTo>
                <a:cubicBezTo>
                  <a:pt x="3755" y="2832"/>
                  <a:pt x="3657" y="2971"/>
                  <a:pt x="3657" y="3132"/>
                </a:cubicBezTo>
                <a:cubicBezTo>
                  <a:pt x="3657" y="3201"/>
                  <a:pt x="3673" y="3247"/>
                  <a:pt x="3690" y="3293"/>
                </a:cubicBezTo>
                <a:cubicBezTo>
                  <a:pt x="82" y="7000"/>
                  <a:pt x="82" y="7000"/>
                  <a:pt x="82" y="7000"/>
                </a:cubicBezTo>
                <a:cubicBezTo>
                  <a:pt x="49" y="7023"/>
                  <a:pt x="49" y="7023"/>
                  <a:pt x="49" y="7023"/>
                </a:cubicBezTo>
                <a:cubicBezTo>
                  <a:pt x="65" y="7023"/>
                  <a:pt x="65" y="7023"/>
                  <a:pt x="65" y="7023"/>
                </a:cubicBezTo>
                <a:cubicBezTo>
                  <a:pt x="0" y="7093"/>
                  <a:pt x="0" y="7093"/>
                  <a:pt x="0" y="7093"/>
                </a:cubicBezTo>
                <a:cubicBezTo>
                  <a:pt x="82" y="7046"/>
                  <a:pt x="82" y="7046"/>
                  <a:pt x="82" y="7046"/>
                </a:cubicBezTo>
                <a:cubicBezTo>
                  <a:pt x="1208" y="8083"/>
                  <a:pt x="1208" y="8083"/>
                  <a:pt x="1208" y="8083"/>
                </a:cubicBezTo>
                <a:cubicBezTo>
                  <a:pt x="65" y="10201"/>
                  <a:pt x="65" y="10201"/>
                  <a:pt x="65" y="10201"/>
                </a:cubicBezTo>
                <a:cubicBezTo>
                  <a:pt x="98" y="10224"/>
                  <a:pt x="98" y="10224"/>
                  <a:pt x="98" y="10224"/>
                </a:cubicBezTo>
                <a:cubicBezTo>
                  <a:pt x="1224" y="8106"/>
                  <a:pt x="1224" y="8106"/>
                  <a:pt x="1224" y="8106"/>
                </a:cubicBezTo>
                <a:cubicBezTo>
                  <a:pt x="3804" y="10478"/>
                  <a:pt x="3804" y="10478"/>
                  <a:pt x="3804" y="10478"/>
                </a:cubicBezTo>
                <a:cubicBezTo>
                  <a:pt x="3788" y="10524"/>
                  <a:pt x="3771" y="10593"/>
                  <a:pt x="3771" y="10639"/>
                </a:cubicBezTo>
                <a:cubicBezTo>
                  <a:pt x="3771" y="10800"/>
                  <a:pt x="3869" y="10938"/>
                  <a:pt x="3984" y="10938"/>
                </a:cubicBezTo>
                <a:cubicBezTo>
                  <a:pt x="4016" y="10938"/>
                  <a:pt x="4049" y="10915"/>
                  <a:pt x="4082" y="10892"/>
                </a:cubicBezTo>
                <a:cubicBezTo>
                  <a:pt x="7510" y="18606"/>
                  <a:pt x="7510" y="18606"/>
                  <a:pt x="7510" y="18606"/>
                </a:cubicBezTo>
                <a:cubicBezTo>
                  <a:pt x="7445" y="18652"/>
                  <a:pt x="7412" y="18745"/>
                  <a:pt x="7412" y="18837"/>
                </a:cubicBezTo>
                <a:cubicBezTo>
                  <a:pt x="7412" y="18998"/>
                  <a:pt x="7510" y="19136"/>
                  <a:pt x="7624" y="19136"/>
                </a:cubicBezTo>
                <a:cubicBezTo>
                  <a:pt x="7739" y="19136"/>
                  <a:pt x="7837" y="18998"/>
                  <a:pt x="7837" y="18837"/>
                </a:cubicBezTo>
                <a:cubicBezTo>
                  <a:pt x="7837" y="18722"/>
                  <a:pt x="7788" y="18629"/>
                  <a:pt x="7739" y="18583"/>
                </a:cubicBezTo>
                <a:cubicBezTo>
                  <a:pt x="9078" y="14968"/>
                  <a:pt x="9078" y="14968"/>
                  <a:pt x="9078" y="14968"/>
                </a:cubicBezTo>
                <a:cubicBezTo>
                  <a:pt x="9110" y="14968"/>
                  <a:pt x="9143" y="14991"/>
                  <a:pt x="9176" y="14991"/>
                </a:cubicBezTo>
                <a:cubicBezTo>
                  <a:pt x="9290" y="14991"/>
                  <a:pt x="9371" y="14853"/>
                  <a:pt x="9371" y="14692"/>
                </a:cubicBezTo>
                <a:cubicBezTo>
                  <a:pt x="9371" y="14669"/>
                  <a:pt x="9371" y="14623"/>
                  <a:pt x="9371" y="14600"/>
                </a:cubicBezTo>
                <a:cubicBezTo>
                  <a:pt x="9649" y="14438"/>
                  <a:pt x="9649" y="14438"/>
                  <a:pt x="9649" y="14438"/>
                </a:cubicBezTo>
                <a:cubicBezTo>
                  <a:pt x="13224" y="16810"/>
                  <a:pt x="13224" y="16810"/>
                  <a:pt x="13224" y="16810"/>
                </a:cubicBezTo>
                <a:cubicBezTo>
                  <a:pt x="13208" y="16833"/>
                  <a:pt x="13208" y="16856"/>
                  <a:pt x="13208" y="16879"/>
                </a:cubicBezTo>
                <a:cubicBezTo>
                  <a:pt x="13208" y="16971"/>
                  <a:pt x="13241" y="17064"/>
                  <a:pt x="13290" y="17110"/>
                </a:cubicBezTo>
                <a:cubicBezTo>
                  <a:pt x="10808" y="21554"/>
                  <a:pt x="10808" y="21554"/>
                  <a:pt x="10808" y="21554"/>
                </a:cubicBezTo>
                <a:cubicBezTo>
                  <a:pt x="10792" y="21577"/>
                  <a:pt x="10792" y="21577"/>
                  <a:pt x="10792" y="21577"/>
                </a:cubicBezTo>
                <a:cubicBezTo>
                  <a:pt x="21535" y="21577"/>
                  <a:pt x="21535" y="21577"/>
                  <a:pt x="21535" y="21577"/>
                </a:cubicBezTo>
                <a:cubicBezTo>
                  <a:pt x="21551" y="21600"/>
                  <a:pt x="21551" y="21600"/>
                  <a:pt x="21551" y="21600"/>
                </a:cubicBezTo>
                <a:lnTo>
                  <a:pt x="21551" y="21577"/>
                </a:lnTo>
                <a:close/>
                <a:moveTo>
                  <a:pt x="21518" y="21508"/>
                </a:moveTo>
                <a:cubicBezTo>
                  <a:pt x="19543" y="18606"/>
                  <a:pt x="19543" y="18606"/>
                  <a:pt x="19543" y="18606"/>
                </a:cubicBezTo>
                <a:cubicBezTo>
                  <a:pt x="19576" y="18560"/>
                  <a:pt x="19592" y="18491"/>
                  <a:pt x="19592" y="18422"/>
                </a:cubicBezTo>
                <a:cubicBezTo>
                  <a:pt x="19592" y="18307"/>
                  <a:pt x="19543" y="18192"/>
                  <a:pt x="19461" y="18146"/>
                </a:cubicBezTo>
                <a:cubicBezTo>
                  <a:pt x="20947" y="10432"/>
                  <a:pt x="20947" y="10432"/>
                  <a:pt x="20947" y="10432"/>
                </a:cubicBezTo>
                <a:cubicBezTo>
                  <a:pt x="20947" y="10455"/>
                  <a:pt x="20963" y="10455"/>
                  <a:pt x="20980" y="10455"/>
                </a:cubicBezTo>
                <a:cubicBezTo>
                  <a:pt x="20980" y="10455"/>
                  <a:pt x="20980" y="10455"/>
                  <a:pt x="20980" y="10455"/>
                </a:cubicBezTo>
                <a:lnTo>
                  <a:pt x="21518" y="21508"/>
                </a:lnTo>
                <a:close/>
                <a:moveTo>
                  <a:pt x="20816" y="10316"/>
                </a:moveTo>
                <a:cubicBezTo>
                  <a:pt x="20833" y="10386"/>
                  <a:pt x="20865" y="10409"/>
                  <a:pt x="20914" y="10432"/>
                </a:cubicBezTo>
                <a:cubicBezTo>
                  <a:pt x="19429" y="18146"/>
                  <a:pt x="19429" y="18146"/>
                  <a:pt x="19429" y="18146"/>
                </a:cubicBezTo>
                <a:cubicBezTo>
                  <a:pt x="19412" y="18123"/>
                  <a:pt x="19396" y="18123"/>
                  <a:pt x="19380" y="18123"/>
                </a:cubicBezTo>
                <a:cubicBezTo>
                  <a:pt x="19282" y="18123"/>
                  <a:pt x="19200" y="18215"/>
                  <a:pt x="19184" y="18353"/>
                </a:cubicBezTo>
                <a:cubicBezTo>
                  <a:pt x="13616" y="16948"/>
                  <a:pt x="13616" y="16948"/>
                  <a:pt x="13616" y="16948"/>
                </a:cubicBezTo>
                <a:cubicBezTo>
                  <a:pt x="13633" y="16925"/>
                  <a:pt x="13633" y="16902"/>
                  <a:pt x="13633" y="16879"/>
                </a:cubicBezTo>
                <a:cubicBezTo>
                  <a:pt x="13633" y="16833"/>
                  <a:pt x="13616" y="16810"/>
                  <a:pt x="13616" y="16764"/>
                </a:cubicBezTo>
                <a:lnTo>
                  <a:pt x="20816" y="10316"/>
                </a:lnTo>
                <a:close/>
                <a:moveTo>
                  <a:pt x="4180" y="10570"/>
                </a:moveTo>
                <a:cubicBezTo>
                  <a:pt x="9012" y="8083"/>
                  <a:pt x="9012" y="8083"/>
                  <a:pt x="9012" y="8083"/>
                </a:cubicBezTo>
                <a:cubicBezTo>
                  <a:pt x="12555" y="6264"/>
                  <a:pt x="12555" y="6264"/>
                  <a:pt x="12555" y="6264"/>
                </a:cubicBezTo>
                <a:cubicBezTo>
                  <a:pt x="12571" y="6333"/>
                  <a:pt x="12604" y="6379"/>
                  <a:pt x="12637" y="6402"/>
                </a:cubicBezTo>
                <a:cubicBezTo>
                  <a:pt x="10776" y="10823"/>
                  <a:pt x="10776" y="10823"/>
                  <a:pt x="10776" y="10823"/>
                </a:cubicBezTo>
                <a:cubicBezTo>
                  <a:pt x="7837" y="11330"/>
                  <a:pt x="7837" y="11330"/>
                  <a:pt x="7837" y="11330"/>
                </a:cubicBezTo>
                <a:cubicBezTo>
                  <a:pt x="7820" y="11191"/>
                  <a:pt x="7722" y="11076"/>
                  <a:pt x="7624" y="11076"/>
                </a:cubicBezTo>
                <a:cubicBezTo>
                  <a:pt x="7510" y="11076"/>
                  <a:pt x="7412" y="11214"/>
                  <a:pt x="7412" y="11376"/>
                </a:cubicBezTo>
                <a:cubicBezTo>
                  <a:pt x="7412" y="11537"/>
                  <a:pt x="7510" y="11675"/>
                  <a:pt x="7624" y="11675"/>
                </a:cubicBezTo>
                <a:cubicBezTo>
                  <a:pt x="7690" y="11675"/>
                  <a:pt x="7755" y="11629"/>
                  <a:pt x="7788" y="11560"/>
                </a:cubicBezTo>
                <a:cubicBezTo>
                  <a:pt x="9698" y="13379"/>
                  <a:pt x="9698" y="13379"/>
                  <a:pt x="9698" y="13379"/>
                </a:cubicBezTo>
                <a:cubicBezTo>
                  <a:pt x="9355" y="14208"/>
                  <a:pt x="9355" y="14208"/>
                  <a:pt x="9355" y="14208"/>
                </a:cubicBezTo>
                <a:cubicBezTo>
                  <a:pt x="4180" y="10754"/>
                  <a:pt x="4180" y="10754"/>
                  <a:pt x="4180" y="10754"/>
                </a:cubicBezTo>
                <a:cubicBezTo>
                  <a:pt x="4180" y="10708"/>
                  <a:pt x="4196" y="10685"/>
                  <a:pt x="4196" y="10639"/>
                </a:cubicBezTo>
                <a:cubicBezTo>
                  <a:pt x="4196" y="10616"/>
                  <a:pt x="4180" y="10593"/>
                  <a:pt x="4180" y="10570"/>
                </a:cubicBezTo>
                <a:close/>
                <a:moveTo>
                  <a:pt x="9714" y="13356"/>
                </a:moveTo>
                <a:cubicBezTo>
                  <a:pt x="7804" y="11537"/>
                  <a:pt x="7804" y="11537"/>
                  <a:pt x="7804" y="11537"/>
                </a:cubicBezTo>
                <a:cubicBezTo>
                  <a:pt x="7820" y="11491"/>
                  <a:pt x="7837" y="11422"/>
                  <a:pt x="7837" y="11376"/>
                </a:cubicBezTo>
                <a:cubicBezTo>
                  <a:pt x="7837" y="11376"/>
                  <a:pt x="7837" y="11376"/>
                  <a:pt x="7837" y="11353"/>
                </a:cubicBezTo>
                <a:cubicBezTo>
                  <a:pt x="10759" y="10869"/>
                  <a:pt x="10759" y="10869"/>
                  <a:pt x="10759" y="10869"/>
                </a:cubicBezTo>
                <a:cubicBezTo>
                  <a:pt x="10302" y="11951"/>
                  <a:pt x="10302" y="11951"/>
                  <a:pt x="10302" y="11951"/>
                </a:cubicBezTo>
                <a:lnTo>
                  <a:pt x="9714" y="13356"/>
                </a:lnTo>
                <a:close/>
                <a:moveTo>
                  <a:pt x="9731" y="13402"/>
                </a:moveTo>
                <a:cubicBezTo>
                  <a:pt x="10335" y="13978"/>
                  <a:pt x="10335" y="13978"/>
                  <a:pt x="10335" y="13978"/>
                </a:cubicBezTo>
                <a:cubicBezTo>
                  <a:pt x="9649" y="14392"/>
                  <a:pt x="9649" y="14392"/>
                  <a:pt x="9649" y="14392"/>
                </a:cubicBezTo>
                <a:cubicBezTo>
                  <a:pt x="9388" y="14208"/>
                  <a:pt x="9388" y="14208"/>
                  <a:pt x="9388" y="14208"/>
                </a:cubicBezTo>
                <a:lnTo>
                  <a:pt x="9731" y="13402"/>
                </a:lnTo>
                <a:close/>
                <a:moveTo>
                  <a:pt x="9731" y="13379"/>
                </a:moveTo>
                <a:cubicBezTo>
                  <a:pt x="10351" y="11905"/>
                  <a:pt x="10351" y="11905"/>
                  <a:pt x="10351" y="11905"/>
                </a:cubicBezTo>
                <a:cubicBezTo>
                  <a:pt x="10792" y="10846"/>
                  <a:pt x="10792" y="10846"/>
                  <a:pt x="10792" y="10846"/>
                </a:cubicBezTo>
                <a:cubicBezTo>
                  <a:pt x="17535" y="9718"/>
                  <a:pt x="17535" y="9718"/>
                  <a:pt x="17535" y="9718"/>
                </a:cubicBezTo>
                <a:cubicBezTo>
                  <a:pt x="17535" y="9718"/>
                  <a:pt x="17535" y="9741"/>
                  <a:pt x="17551" y="9741"/>
                </a:cubicBezTo>
                <a:cubicBezTo>
                  <a:pt x="10367" y="13978"/>
                  <a:pt x="10367" y="13978"/>
                  <a:pt x="10367" y="13978"/>
                </a:cubicBezTo>
                <a:lnTo>
                  <a:pt x="9731" y="13379"/>
                </a:lnTo>
                <a:close/>
                <a:moveTo>
                  <a:pt x="17567" y="9764"/>
                </a:moveTo>
                <a:cubicBezTo>
                  <a:pt x="17567" y="9787"/>
                  <a:pt x="17584" y="9810"/>
                  <a:pt x="17600" y="9833"/>
                </a:cubicBezTo>
                <a:cubicBezTo>
                  <a:pt x="13698" y="16419"/>
                  <a:pt x="13698" y="16419"/>
                  <a:pt x="13698" y="16419"/>
                </a:cubicBezTo>
                <a:cubicBezTo>
                  <a:pt x="13551" y="16672"/>
                  <a:pt x="13551" y="16672"/>
                  <a:pt x="13551" y="16672"/>
                </a:cubicBezTo>
                <a:cubicBezTo>
                  <a:pt x="13518" y="16626"/>
                  <a:pt x="13469" y="16580"/>
                  <a:pt x="13420" y="16580"/>
                </a:cubicBezTo>
                <a:cubicBezTo>
                  <a:pt x="13339" y="16580"/>
                  <a:pt x="13273" y="16649"/>
                  <a:pt x="13241" y="16718"/>
                </a:cubicBezTo>
                <a:cubicBezTo>
                  <a:pt x="10384" y="14001"/>
                  <a:pt x="10384" y="14001"/>
                  <a:pt x="10384" y="14001"/>
                </a:cubicBezTo>
                <a:lnTo>
                  <a:pt x="17567" y="9764"/>
                </a:lnTo>
                <a:close/>
                <a:moveTo>
                  <a:pt x="8555" y="391"/>
                </a:moveTo>
                <a:cubicBezTo>
                  <a:pt x="8571" y="368"/>
                  <a:pt x="8571" y="368"/>
                  <a:pt x="8571" y="345"/>
                </a:cubicBezTo>
                <a:cubicBezTo>
                  <a:pt x="17518" y="4099"/>
                  <a:pt x="17518" y="4099"/>
                  <a:pt x="17518" y="4099"/>
                </a:cubicBezTo>
                <a:cubicBezTo>
                  <a:pt x="17518" y="4122"/>
                  <a:pt x="17502" y="4145"/>
                  <a:pt x="17502" y="4145"/>
                </a:cubicBezTo>
                <a:cubicBezTo>
                  <a:pt x="17502" y="4283"/>
                  <a:pt x="17584" y="4398"/>
                  <a:pt x="17665" y="4444"/>
                </a:cubicBezTo>
                <a:cubicBezTo>
                  <a:pt x="17698" y="9280"/>
                  <a:pt x="17698" y="9280"/>
                  <a:pt x="17698" y="9280"/>
                </a:cubicBezTo>
                <a:cubicBezTo>
                  <a:pt x="17633" y="9280"/>
                  <a:pt x="17567" y="9349"/>
                  <a:pt x="17535" y="9441"/>
                </a:cubicBezTo>
                <a:lnTo>
                  <a:pt x="8555" y="391"/>
                </a:lnTo>
                <a:close/>
                <a:moveTo>
                  <a:pt x="17518" y="9533"/>
                </a:moveTo>
                <a:cubicBezTo>
                  <a:pt x="17518" y="9557"/>
                  <a:pt x="17502" y="9557"/>
                  <a:pt x="17502" y="9580"/>
                </a:cubicBezTo>
                <a:cubicBezTo>
                  <a:pt x="17502" y="9603"/>
                  <a:pt x="17518" y="9649"/>
                  <a:pt x="17518" y="9672"/>
                </a:cubicBezTo>
                <a:cubicBezTo>
                  <a:pt x="10808" y="10823"/>
                  <a:pt x="10808" y="10823"/>
                  <a:pt x="10808" y="10823"/>
                </a:cubicBezTo>
                <a:cubicBezTo>
                  <a:pt x="12653" y="6425"/>
                  <a:pt x="12653" y="6425"/>
                  <a:pt x="12653" y="6425"/>
                </a:cubicBezTo>
                <a:cubicBezTo>
                  <a:pt x="12686" y="6448"/>
                  <a:pt x="12718" y="6448"/>
                  <a:pt x="12751" y="6448"/>
                </a:cubicBezTo>
                <a:cubicBezTo>
                  <a:pt x="12833" y="6448"/>
                  <a:pt x="12898" y="6402"/>
                  <a:pt x="12931" y="6310"/>
                </a:cubicBezTo>
                <a:lnTo>
                  <a:pt x="17518" y="9533"/>
                </a:lnTo>
                <a:close/>
                <a:moveTo>
                  <a:pt x="8702" y="3707"/>
                </a:moveTo>
                <a:cubicBezTo>
                  <a:pt x="8767" y="3707"/>
                  <a:pt x="8833" y="3638"/>
                  <a:pt x="8865" y="3569"/>
                </a:cubicBezTo>
                <a:cubicBezTo>
                  <a:pt x="12555" y="6056"/>
                  <a:pt x="12555" y="6056"/>
                  <a:pt x="12555" y="6056"/>
                </a:cubicBezTo>
                <a:cubicBezTo>
                  <a:pt x="12539" y="6079"/>
                  <a:pt x="12539" y="6125"/>
                  <a:pt x="12539" y="6148"/>
                </a:cubicBezTo>
                <a:cubicBezTo>
                  <a:pt x="12539" y="6194"/>
                  <a:pt x="12539" y="6217"/>
                  <a:pt x="12555" y="6241"/>
                </a:cubicBezTo>
                <a:cubicBezTo>
                  <a:pt x="8980" y="8060"/>
                  <a:pt x="8980" y="8060"/>
                  <a:pt x="8980" y="8060"/>
                </a:cubicBezTo>
                <a:cubicBezTo>
                  <a:pt x="4163" y="10524"/>
                  <a:pt x="4163" y="10524"/>
                  <a:pt x="4163" y="10524"/>
                </a:cubicBezTo>
                <a:cubicBezTo>
                  <a:pt x="4163" y="10501"/>
                  <a:pt x="4147" y="10455"/>
                  <a:pt x="4131" y="10432"/>
                </a:cubicBezTo>
                <a:cubicBezTo>
                  <a:pt x="8555" y="3615"/>
                  <a:pt x="8555" y="3615"/>
                  <a:pt x="8555" y="3615"/>
                </a:cubicBezTo>
                <a:cubicBezTo>
                  <a:pt x="8588" y="3661"/>
                  <a:pt x="8637" y="3707"/>
                  <a:pt x="8702" y="3707"/>
                </a:cubicBezTo>
                <a:close/>
                <a:moveTo>
                  <a:pt x="8653" y="2326"/>
                </a:moveTo>
                <a:cubicBezTo>
                  <a:pt x="8653" y="2326"/>
                  <a:pt x="8669" y="2349"/>
                  <a:pt x="8669" y="2349"/>
                </a:cubicBezTo>
                <a:cubicBezTo>
                  <a:pt x="5159" y="4260"/>
                  <a:pt x="5159" y="4260"/>
                  <a:pt x="5159" y="4260"/>
                </a:cubicBezTo>
                <a:cubicBezTo>
                  <a:pt x="2514" y="5688"/>
                  <a:pt x="2514" y="5688"/>
                  <a:pt x="2514" y="5688"/>
                </a:cubicBezTo>
                <a:cubicBezTo>
                  <a:pt x="3755" y="3385"/>
                  <a:pt x="3755" y="3385"/>
                  <a:pt x="3755" y="3385"/>
                </a:cubicBezTo>
                <a:cubicBezTo>
                  <a:pt x="3788" y="3408"/>
                  <a:pt x="3820" y="3431"/>
                  <a:pt x="3869" y="3431"/>
                </a:cubicBezTo>
                <a:cubicBezTo>
                  <a:pt x="3984" y="3431"/>
                  <a:pt x="4082" y="3293"/>
                  <a:pt x="4082" y="3132"/>
                </a:cubicBezTo>
                <a:cubicBezTo>
                  <a:pt x="4082" y="3132"/>
                  <a:pt x="4082" y="3109"/>
                  <a:pt x="4082" y="3109"/>
                </a:cubicBezTo>
                <a:lnTo>
                  <a:pt x="8653" y="2326"/>
                </a:lnTo>
                <a:close/>
                <a:moveTo>
                  <a:pt x="3706" y="3316"/>
                </a:moveTo>
                <a:cubicBezTo>
                  <a:pt x="3722" y="3339"/>
                  <a:pt x="3722" y="3339"/>
                  <a:pt x="3739" y="3362"/>
                </a:cubicBezTo>
                <a:cubicBezTo>
                  <a:pt x="2465" y="5711"/>
                  <a:pt x="2465" y="5711"/>
                  <a:pt x="2465" y="5711"/>
                </a:cubicBezTo>
                <a:cubicBezTo>
                  <a:pt x="180" y="6954"/>
                  <a:pt x="180" y="6954"/>
                  <a:pt x="180" y="6954"/>
                </a:cubicBezTo>
                <a:lnTo>
                  <a:pt x="3706" y="3316"/>
                </a:lnTo>
                <a:close/>
                <a:moveTo>
                  <a:pt x="114" y="7023"/>
                </a:moveTo>
                <a:cubicBezTo>
                  <a:pt x="2449" y="5757"/>
                  <a:pt x="2449" y="5757"/>
                  <a:pt x="2449" y="5757"/>
                </a:cubicBezTo>
                <a:cubicBezTo>
                  <a:pt x="1224" y="8060"/>
                  <a:pt x="1224" y="8060"/>
                  <a:pt x="1224" y="8060"/>
                </a:cubicBezTo>
                <a:lnTo>
                  <a:pt x="114" y="7023"/>
                </a:lnTo>
                <a:close/>
                <a:moveTo>
                  <a:pt x="1241" y="8083"/>
                </a:moveTo>
                <a:cubicBezTo>
                  <a:pt x="2482" y="5734"/>
                  <a:pt x="2482" y="5734"/>
                  <a:pt x="2482" y="5734"/>
                </a:cubicBezTo>
                <a:cubicBezTo>
                  <a:pt x="5224" y="4260"/>
                  <a:pt x="5224" y="4260"/>
                  <a:pt x="5224" y="4260"/>
                </a:cubicBezTo>
                <a:cubicBezTo>
                  <a:pt x="8669" y="2395"/>
                  <a:pt x="8669" y="2395"/>
                  <a:pt x="8669" y="2395"/>
                </a:cubicBezTo>
                <a:cubicBezTo>
                  <a:pt x="8686" y="2418"/>
                  <a:pt x="8702" y="2441"/>
                  <a:pt x="8718" y="2464"/>
                </a:cubicBezTo>
                <a:cubicBezTo>
                  <a:pt x="4098" y="10409"/>
                  <a:pt x="4098" y="10409"/>
                  <a:pt x="4098" y="10409"/>
                </a:cubicBezTo>
                <a:cubicBezTo>
                  <a:pt x="4065" y="10362"/>
                  <a:pt x="4033" y="10339"/>
                  <a:pt x="3984" y="10339"/>
                </a:cubicBezTo>
                <a:cubicBezTo>
                  <a:pt x="3918" y="10339"/>
                  <a:pt x="3853" y="10386"/>
                  <a:pt x="3820" y="10455"/>
                </a:cubicBezTo>
                <a:lnTo>
                  <a:pt x="1241" y="8083"/>
                </a:lnTo>
                <a:close/>
                <a:moveTo>
                  <a:pt x="7706" y="18560"/>
                </a:moveTo>
                <a:cubicBezTo>
                  <a:pt x="7690" y="18560"/>
                  <a:pt x="7657" y="18537"/>
                  <a:pt x="7624" y="18537"/>
                </a:cubicBezTo>
                <a:cubicBezTo>
                  <a:pt x="7592" y="18537"/>
                  <a:pt x="7559" y="18560"/>
                  <a:pt x="7527" y="18583"/>
                </a:cubicBezTo>
                <a:cubicBezTo>
                  <a:pt x="4098" y="10869"/>
                  <a:pt x="4098" y="10869"/>
                  <a:pt x="4098" y="10869"/>
                </a:cubicBezTo>
                <a:cubicBezTo>
                  <a:pt x="4131" y="10846"/>
                  <a:pt x="4147" y="10823"/>
                  <a:pt x="4163" y="10777"/>
                </a:cubicBezTo>
                <a:cubicBezTo>
                  <a:pt x="9355" y="14231"/>
                  <a:pt x="9355" y="14231"/>
                  <a:pt x="9355" y="14231"/>
                </a:cubicBezTo>
                <a:cubicBezTo>
                  <a:pt x="9257" y="14438"/>
                  <a:pt x="9257" y="14438"/>
                  <a:pt x="9257" y="14438"/>
                </a:cubicBezTo>
                <a:cubicBezTo>
                  <a:pt x="9241" y="14415"/>
                  <a:pt x="9208" y="14392"/>
                  <a:pt x="9176" y="14392"/>
                </a:cubicBezTo>
                <a:cubicBezTo>
                  <a:pt x="9061" y="14392"/>
                  <a:pt x="8963" y="14530"/>
                  <a:pt x="8963" y="14692"/>
                </a:cubicBezTo>
                <a:cubicBezTo>
                  <a:pt x="8963" y="14807"/>
                  <a:pt x="8996" y="14899"/>
                  <a:pt x="9061" y="14945"/>
                </a:cubicBezTo>
                <a:lnTo>
                  <a:pt x="7706" y="18560"/>
                </a:lnTo>
                <a:close/>
                <a:moveTo>
                  <a:pt x="9355" y="14554"/>
                </a:moveTo>
                <a:cubicBezTo>
                  <a:pt x="9339" y="14507"/>
                  <a:pt x="9322" y="14484"/>
                  <a:pt x="9290" y="14438"/>
                </a:cubicBezTo>
                <a:cubicBezTo>
                  <a:pt x="9371" y="14254"/>
                  <a:pt x="9371" y="14254"/>
                  <a:pt x="9371" y="14254"/>
                </a:cubicBezTo>
                <a:cubicBezTo>
                  <a:pt x="9616" y="14415"/>
                  <a:pt x="9616" y="14415"/>
                  <a:pt x="9616" y="14415"/>
                </a:cubicBezTo>
                <a:lnTo>
                  <a:pt x="9355" y="14554"/>
                </a:lnTo>
                <a:close/>
                <a:moveTo>
                  <a:pt x="9682" y="14415"/>
                </a:moveTo>
                <a:cubicBezTo>
                  <a:pt x="10351" y="14001"/>
                  <a:pt x="10351" y="14001"/>
                  <a:pt x="10351" y="14001"/>
                </a:cubicBezTo>
                <a:cubicBezTo>
                  <a:pt x="13224" y="16764"/>
                  <a:pt x="13224" y="16764"/>
                  <a:pt x="13224" y="16764"/>
                </a:cubicBezTo>
                <a:cubicBezTo>
                  <a:pt x="13224" y="16764"/>
                  <a:pt x="13224" y="16764"/>
                  <a:pt x="13224" y="16764"/>
                </a:cubicBezTo>
                <a:lnTo>
                  <a:pt x="9682" y="14415"/>
                </a:lnTo>
                <a:close/>
                <a:moveTo>
                  <a:pt x="10841" y="21531"/>
                </a:moveTo>
                <a:cubicBezTo>
                  <a:pt x="13306" y="17133"/>
                  <a:pt x="13306" y="17133"/>
                  <a:pt x="13306" y="17133"/>
                </a:cubicBezTo>
                <a:cubicBezTo>
                  <a:pt x="13339" y="17156"/>
                  <a:pt x="13371" y="17179"/>
                  <a:pt x="13420" y="17179"/>
                </a:cubicBezTo>
                <a:cubicBezTo>
                  <a:pt x="13502" y="17179"/>
                  <a:pt x="13567" y="17133"/>
                  <a:pt x="13600" y="17041"/>
                </a:cubicBezTo>
                <a:cubicBezTo>
                  <a:pt x="21469" y="21531"/>
                  <a:pt x="21469" y="21531"/>
                  <a:pt x="21469" y="21531"/>
                </a:cubicBezTo>
                <a:lnTo>
                  <a:pt x="10841" y="21531"/>
                </a:lnTo>
                <a:close/>
                <a:moveTo>
                  <a:pt x="13600" y="17017"/>
                </a:moveTo>
                <a:cubicBezTo>
                  <a:pt x="13616" y="16994"/>
                  <a:pt x="13616" y="16994"/>
                  <a:pt x="13616" y="16994"/>
                </a:cubicBezTo>
                <a:cubicBezTo>
                  <a:pt x="19184" y="18376"/>
                  <a:pt x="19184" y="18376"/>
                  <a:pt x="19184" y="18376"/>
                </a:cubicBezTo>
                <a:cubicBezTo>
                  <a:pt x="19184" y="18399"/>
                  <a:pt x="19167" y="18399"/>
                  <a:pt x="19167" y="18422"/>
                </a:cubicBezTo>
                <a:cubicBezTo>
                  <a:pt x="19167" y="18583"/>
                  <a:pt x="19265" y="18722"/>
                  <a:pt x="19380" y="18722"/>
                </a:cubicBezTo>
                <a:cubicBezTo>
                  <a:pt x="19445" y="18722"/>
                  <a:pt x="19478" y="18699"/>
                  <a:pt x="19527" y="18629"/>
                </a:cubicBezTo>
                <a:cubicBezTo>
                  <a:pt x="21486" y="21508"/>
                  <a:pt x="21486" y="21508"/>
                  <a:pt x="21486" y="21508"/>
                </a:cubicBezTo>
                <a:lnTo>
                  <a:pt x="13600" y="17017"/>
                </a:lnTo>
                <a:close/>
              </a:path>
            </a:pathLst>
          </a:custGeom>
          <a:solidFill>
            <a:srgbClr val="FFFFFF">
              <a:alpha val="33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99" name="image12.png"/>
          <p:cNvPicPr/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16150173" y="725894"/>
            <a:ext cx="6683210" cy="13069390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Shape 1100"/>
          <p:cNvSpPr/>
          <p:nvPr/>
        </p:nvSpPr>
        <p:spPr>
          <a:xfrm>
            <a:off x="4075784" y="3155806"/>
            <a:ext cx="11558283" cy="3535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marL="355582" indent="-355582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r>
              <a:rPr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Es de las páginas más vistas en la mayoría de países</a:t>
            </a:r>
            <a:endParaRPr b="1"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342900" indent="-342900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endParaRPr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355582" indent="-355582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r>
              <a:rPr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Cada día se generan miles de millones de reproducciones y se suben 300 horas de contenidos por minuto</a:t>
            </a:r>
            <a:endParaRPr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457178" indent="-457178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endParaRPr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355582" indent="-355582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r>
              <a:rPr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El 80% del trafico de Youtube es de fuera de Estados Unidos</a:t>
            </a:r>
            <a:endParaRPr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457178" indent="-457178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endParaRPr sz="2800">
              <a:solidFill>
                <a:srgbClr val="0A0A0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marL="355582" indent="-355582" algn="l" defTabSz="914400">
              <a:buClr>
                <a:srgbClr val="FFFFFF"/>
              </a:buClr>
              <a:buSzPct val="100000"/>
              <a:buFont typeface="Wingdings"/>
              <a:buChar char="❖"/>
              <a:defRPr sz="1800"/>
            </a:pPr>
            <a:r>
              <a:rPr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La mitad de las reproducciones son de dispositivos móviles</a:t>
            </a:r>
          </a:p>
        </p:txBody>
      </p:sp>
      <p:sp>
        <p:nvSpPr>
          <p:cNvPr id="1101" name="Shape 1101"/>
          <p:cNvSpPr/>
          <p:nvPr/>
        </p:nvSpPr>
        <p:spPr>
          <a:xfrm>
            <a:off x="7014677" y="9702090"/>
            <a:ext cx="4308349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A0A0A"/>
                </a:solidFill>
              </a:rPr>
              <a:t>Cápsulas informativas</a:t>
            </a:r>
          </a:p>
        </p:txBody>
      </p:sp>
      <p:sp>
        <p:nvSpPr>
          <p:cNvPr id="1102" name="Shape 1102"/>
          <p:cNvSpPr/>
          <p:nvPr/>
        </p:nvSpPr>
        <p:spPr>
          <a:xfrm>
            <a:off x="7042868" y="10474200"/>
            <a:ext cx="4251965" cy="151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8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A6A6A6"/>
                </a:solidFill>
              </a:rPr>
              <a:t>Mini vídeos de 30 y 1 minuto explicando temas interesantes.</a:t>
            </a:r>
          </a:p>
        </p:txBody>
      </p:sp>
      <p:sp>
        <p:nvSpPr>
          <p:cNvPr id="1103" name="Shape 1103"/>
          <p:cNvSpPr/>
          <p:nvPr/>
        </p:nvSpPr>
        <p:spPr>
          <a:xfrm>
            <a:off x="12974122" y="9702090"/>
            <a:ext cx="2411681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A0A0A"/>
                </a:solidFill>
              </a:rPr>
              <a:t>Especialista</a:t>
            </a:r>
          </a:p>
        </p:txBody>
      </p:sp>
      <p:sp>
        <p:nvSpPr>
          <p:cNvPr id="1104" name="Shape 1104"/>
          <p:cNvSpPr/>
          <p:nvPr/>
        </p:nvSpPr>
        <p:spPr>
          <a:xfrm>
            <a:off x="11523594" y="10474200"/>
            <a:ext cx="4782351" cy="151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8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A6A6A6"/>
                </a:solidFill>
              </a:rPr>
              <a:t>Un especialista respondiendo con vídeos a las preguntas más frecuentes del público </a:t>
            </a:r>
          </a:p>
        </p:txBody>
      </p:sp>
      <p:sp>
        <p:nvSpPr>
          <p:cNvPr id="1105" name="Shape 1105"/>
          <p:cNvSpPr/>
          <p:nvPr/>
        </p:nvSpPr>
        <p:spPr>
          <a:xfrm>
            <a:off x="8742818" y="7966366"/>
            <a:ext cx="852067" cy="737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03" y="21600"/>
                </a:moveTo>
                <a:cubicBezTo>
                  <a:pt x="18554" y="21600"/>
                  <a:pt x="18554" y="21600"/>
                  <a:pt x="18554" y="21600"/>
                </a:cubicBezTo>
                <a:cubicBezTo>
                  <a:pt x="18086" y="21600"/>
                  <a:pt x="17711" y="21167"/>
                  <a:pt x="17711" y="20626"/>
                </a:cubicBezTo>
                <a:cubicBezTo>
                  <a:pt x="17711" y="974"/>
                  <a:pt x="17711" y="974"/>
                  <a:pt x="17711" y="974"/>
                </a:cubicBezTo>
                <a:cubicBezTo>
                  <a:pt x="17711" y="433"/>
                  <a:pt x="18086" y="0"/>
                  <a:pt x="18554" y="0"/>
                </a:cubicBezTo>
                <a:cubicBezTo>
                  <a:pt x="20803" y="0"/>
                  <a:pt x="20803" y="0"/>
                  <a:pt x="20803" y="0"/>
                </a:cubicBezTo>
                <a:cubicBezTo>
                  <a:pt x="21272" y="0"/>
                  <a:pt x="21600" y="433"/>
                  <a:pt x="21600" y="974"/>
                </a:cubicBezTo>
                <a:cubicBezTo>
                  <a:pt x="21600" y="20626"/>
                  <a:pt x="21600" y="20626"/>
                  <a:pt x="21600" y="20626"/>
                </a:cubicBezTo>
                <a:cubicBezTo>
                  <a:pt x="21600" y="21167"/>
                  <a:pt x="21272" y="21600"/>
                  <a:pt x="20803" y="21600"/>
                </a:cubicBezTo>
                <a:close/>
                <a:moveTo>
                  <a:pt x="18648" y="20517"/>
                </a:moveTo>
                <a:cubicBezTo>
                  <a:pt x="20710" y="20517"/>
                  <a:pt x="20710" y="20517"/>
                  <a:pt x="20710" y="20517"/>
                </a:cubicBezTo>
                <a:cubicBezTo>
                  <a:pt x="20710" y="1083"/>
                  <a:pt x="20710" y="1083"/>
                  <a:pt x="20710" y="1083"/>
                </a:cubicBezTo>
                <a:cubicBezTo>
                  <a:pt x="18648" y="1083"/>
                  <a:pt x="18648" y="1083"/>
                  <a:pt x="18648" y="1083"/>
                </a:cubicBezTo>
                <a:lnTo>
                  <a:pt x="18648" y="20517"/>
                </a:lnTo>
                <a:close/>
                <a:moveTo>
                  <a:pt x="16352" y="21600"/>
                </a:moveTo>
                <a:cubicBezTo>
                  <a:pt x="14150" y="21600"/>
                  <a:pt x="14150" y="21600"/>
                  <a:pt x="14150" y="21600"/>
                </a:cubicBezTo>
                <a:cubicBezTo>
                  <a:pt x="13682" y="21600"/>
                  <a:pt x="13307" y="21167"/>
                  <a:pt x="13307" y="20626"/>
                </a:cubicBezTo>
                <a:cubicBezTo>
                  <a:pt x="13307" y="7795"/>
                  <a:pt x="13307" y="7795"/>
                  <a:pt x="13307" y="7795"/>
                </a:cubicBezTo>
                <a:cubicBezTo>
                  <a:pt x="13307" y="7254"/>
                  <a:pt x="13682" y="6821"/>
                  <a:pt x="14150" y="6821"/>
                </a:cubicBezTo>
                <a:cubicBezTo>
                  <a:pt x="16352" y="6821"/>
                  <a:pt x="16352" y="6821"/>
                  <a:pt x="16352" y="6821"/>
                </a:cubicBezTo>
                <a:cubicBezTo>
                  <a:pt x="16821" y="6821"/>
                  <a:pt x="17196" y="7254"/>
                  <a:pt x="17196" y="7795"/>
                </a:cubicBezTo>
                <a:cubicBezTo>
                  <a:pt x="17196" y="20626"/>
                  <a:pt x="17196" y="20626"/>
                  <a:pt x="17196" y="20626"/>
                </a:cubicBezTo>
                <a:cubicBezTo>
                  <a:pt x="17196" y="21167"/>
                  <a:pt x="16821" y="21600"/>
                  <a:pt x="16352" y="21600"/>
                </a:cubicBezTo>
                <a:close/>
                <a:moveTo>
                  <a:pt x="14244" y="20517"/>
                </a:moveTo>
                <a:cubicBezTo>
                  <a:pt x="16259" y="20517"/>
                  <a:pt x="16259" y="20517"/>
                  <a:pt x="16259" y="20517"/>
                </a:cubicBezTo>
                <a:cubicBezTo>
                  <a:pt x="16259" y="7904"/>
                  <a:pt x="16259" y="7904"/>
                  <a:pt x="16259" y="7904"/>
                </a:cubicBezTo>
                <a:cubicBezTo>
                  <a:pt x="14244" y="7904"/>
                  <a:pt x="14244" y="7904"/>
                  <a:pt x="14244" y="7904"/>
                </a:cubicBezTo>
                <a:lnTo>
                  <a:pt x="14244" y="20517"/>
                </a:lnTo>
                <a:close/>
                <a:moveTo>
                  <a:pt x="11901" y="21600"/>
                </a:moveTo>
                <a:cubicBezTo>
                  <a:pt x="9699" y="21600"/>
                  <a:pt x="9699" y="21600"/>
                  <a:pt x="9699" y="21600"/>
                </a:cubicBezTo>
                <a:cubicBezTo>
                  <a:pt x="9230" y="21600"/>
                  <a:pt x="8856" y="21167"/>
                  <a:pt x="8856" y="20626"/>
                </a:cubicBezTo>
                <a:cubicBezTo>
                  <a:pt x="8856" y="12938"/>
                  <a:pt x="8856" y="12938"/>
                  <a:pt x="8856" y="12938"/>
                </a:cubicBezTo>
                <a:cubicBezTo>
                  <a:pt x="8856" y="12397"/>
                  <a:pt x="9230" y="11964"/>
                  <a:pt x="9699" y="11964"/>
                </a:cubicBezTo>
                <a:cubicBezTo>
                  <a:pt x="11901" y="11964"/>
                  <a:pt x="11901" y="11964"/>
                  <a:pt x="11901" y="11964"/>
                </a:cubicBezTo>
                <a:cubicBezTo>
                  <a:pt x="12370" y="11964"/>
                  <a:pt x="12744" y="12397"/>
                  <a:pt x="12744" y="12938"/>
                </a:cubicBezTo>
                <a:cubicBezTo>
                  <a:pt x="12744" y="20626"/>
                  <a:pt x="12744" y="20626"/>
                  <a:pt x="12744" y="20626"/>
                </a:cubicBezTo>
                <a:cubicBezTo>
                  <a:pt x="12744" y="21167"/>
                  <a:pt x="12370" y="21600"/>
                  <a:pt x="11901" y="21600"/>
                </a:cubicBezTo>
                <a:close/>
                <a:moveTo>
                  <a:pt x="9793" y="20517"/>
                </a:moveTo>
                <a:cubicBezTo>
                  <a:pt x="11807" y="20517"/>
                  <a:pt x="11807" y="20517"/>
                  <a:pt x="11807" y="20517"/>
                </a:cubicBezTo>
                <a:cubicBezTo>
                  <a:pt x="11807" y="13047"/>
                  <a:pt x="11807" y="13047"/>
                  <a:pt x="11807" y="13047"/>
                </a:cubicBezTo>
                <a:cubicBezTo>
                  <a:pt x="9793" y="13047"/>
                  <a:pt x="9793" y="13047"/>
                  <a:pt x="9793" y="13047"/>
                </a:cubicBezTo>
                <a:lnTo>
                  <a:pt x="9793" y="20517"/>
                </a:lnTo>
                <a:close/>
                <a:moveTo>
                  <a:pt x="7450" y="21600"/>
                </a:moveTo>
                <a:cubicBezTo>
                  <a:pt x="5248" y="21600"/>
                  <a:pt x="5248" y="21600"/>
                  <a:pt x="5248" y="21600"/>
                </a:cubicBezTo>
                <a:cubicBezTo>
                  <a:pt x="4779" y="21600"/>
                  <a:pt x="4404" y="21167"/>
                  <a:pt x="4404" y="20626"/>
                </a:cubicBezTo>
                <a:cubicBezTo>
                  <a:pt x="4404" y="16349"/>
                  <a:pt x="4404" y="16349"/>
                  <a:pt x="4404" y="16349"/>
                </a:cubicBezTo>
                <a:cubicBezTo>
                  <a:pt x="4404" y="15808"/>
                  <a:pt x="4779" y="15374"/>
                  <a:pt x="5248" y="15374"/>
                </a:cubicBezTo>
                <a:cubicBezTo>
                  <a:pt x="7450" y="15374"/>
                  <a:pt x="7450" y="15374"/>
                  <a:pt x="7450" y="15374"/>
                </a:cubicBezTo>
                <a:cubicBezTo>
                  <a:pt x="7918" y="15374"/>
                  <a:pt x="8293" y="15808"/>
                  <a:pt x="8293" y="16349"/>
                </a:cubicBezTo>
                <a:cubicBezTo>
                  <a:pt x="8293" y="20626"/>
                  <a:pt x="8293" y="20626"/>
                  <a:pt x="8293" y="20626"/>
                </a:cubicBezTo>
                <a:cubicBezTo>
                  <a:pt x="8293" y="21167"/>
                  <a:pt x="7918" y="21600"/>
                  <a:pt x="7450" y="21600"/>
                </a:cubicBezTo>
                <a:close/>
                <a:moveTo>
                  <a:pt x="5341" y="20517"/>
                </a:moveTo>
                <a:cubicBezTo>
                  <a:pt x="7356" y="20517"/>
                  <a:pt x="7356" y="20517"/>
                  <a:pt x="7356" y="20517"/>
                </a:cubicBezTo>
                <a:cubicBezTo>
                  <a:pt x="7356" y="16457"/>
                  <a:pt x="7356" y="16457"/>
                  <a:pt x="7356" y="16457"/>
                </a:cubicBezTo>
                <a:cubicBezTo>
                  <a:pt x="5341" y="16457"/>
                  <a:pt x="5341" y="16457"/>
                  <a:pt x="5341" y="16457"/>
                </a:cubicBezTo>
                <a:lnTo>
                  <a:pt x="5341" y="20517"/>
                </a:lnTo>
                <a:close/>
                <a:moveTo>
                  <a:pt x="3046" y="21600"/>
                </a:moveTo>
                <a:cubicBezTo>
                  <a:pt x="797" y="21600"/>
                  <a:pt x="797" y="21600"/>
                  <a:pt x="797" y="21600"/>
                </a:cubicBezTo>
                <a:cubicBezTo>
                  <a:pt x="328" y="21600"/>
                  <a:pt x="0" y="21167"/>
                  <a:pt x="0" y="20626"/>
                </a:cubicBezTo>
                <a:cubicBezTo>
                  <a:pt x="0" y="18081"/>
                  <a:pt x="0" y="18081"/>
                  <a:pt x="0" y="18081"/>
                </a:cubicBezTo>
                <a:cubicBezTo>
                  <a:pt x="0" y="17540"/>
                  <a:pt x="328" y="17107"/>
                  <a:pt x="797" y="17107"/>
                </a:cubicBezTo>
                <a:cubicBezTo>
                  <a:pt x="3046" y="17107"/>
                  <a:pt x="3046" y="17107"/>
                  <a:pt x="3046" y="17107"/>
                </a:cubicBezTo>
                <a:cubicBezTo>
                  <a:pt x="3514" y="17107"/>
                  <a:pt x="3889" y="17540"/>
                  <a:pt x="3889" y="18081"/>
                </a:cubicBezTo>
                <a:cubicBezTo>
                  <a:pt x="3889" y="20626"/>
                  <a:pt x="3889" y="20626"/>
                  <a:pt x="3889" y="20626"/>
                </a:cubicBezTo>
                <a:cubicBezTo>
                  <a:pt x="3889" y="21167"/>
                  <a:pt x="3514" y="21600"/>
                  <a:pt x="3046" y="21600"/>
                </a:cubicBezTo>
                <a:close/>
                <a:moveTo>
                  <a:pt x="890" y="20517"/>
                </a:moveTo>
                <a:cubicBezTo>
                  <a:pt x="2952" y="20517"/>
                  <a:pt x="2952" y="20517"/>
                  <a:pt x="2952" y="20517"/>
                </a:cubicBezTo>
                <a:cubicBezTo>
                  <a:pt x="2952" y="18189"/>
                  <a:pt x="2952" y="18189"/>
                  <a:pt x="2952" y="18189"/>
                </a:cubicBezTo>
                <a:cubicBezTo>
                  <a:pt x="890" y="18189"/>
                  <a:pt x="890" y="18189"/>
                  <a:pt x="890" y="18189"/>
                </a:cubicBezTo>
                <a:lnTo>
                  <a:pt x="890" y="20517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12" name="Group 1112"/>
          <p:cNvGrpSpPr/>
          <p:nvPr/>
        </p:nvGrpSpPr>
        <p:grpSpPr>
          <a:xfrm>
            <a:off x="13809417" y="8169947"/>
            <a:ext cx="741093" cy="496983"/>
            <a:chOff x="0" y="0"/>
            <a:chExt cx="741092" cy="496982"/>
          </a:xfrm>
        </p:grpSpPr>
        <p:sp>
          <p:nvSpPr>
            <p:cNvPr id="1106" name="Shape 1106"/>
            <p:cNvSpPr/>
            <p:nvPr/>
          </p:nvSpPr>
          <p:spPr>
            <a:xfrm>
              <a:off x="267308" y="323244"/>
              <a:ext cx="129918" cy="130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686" y="21600"/>
                  </a:moveTo>
                  <a:lnTo>
                    <a:pt x="0" y="2951"/>
                  </a:lnTo>
                  <a:lnTo>
                    <a:pt x="2957" y="0"/>
                  </a:lnTo>
                  <a:lnTo>
                    <a:pt x="21600" y="18691"/>
                  </a:lnTo>
                  <a:lnTo>
                    <a:pt x="18686" y="216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7" name="Shape 1107"/>
            <p:cNvSpPr/>
            <p:nvPr/>
          </p:nvSpPr>
          <p:spPr>
            <a:xfrm>
              <a:off x="154920" y="59287"/>
              <a:ext cx="105687" cy="105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62" y="21600"/>
                  </a:moveTo>
                  <a:cubicBezTo>
                    <a:pt x="4869" y="21600"/>
                    <a:pt x="0" y="16731"/>
                    <a:pt x="0" y="10738"/>
                  </a:cubicBezTo>
                  <a:cubicBezTo>
                    <a:pt x="0" y="4869"/>
                    <a:pt x="4869" y="0"/>
                    <a:pt x="10862" y="0"/>
                  </a:cubicBezTo>
                  <a:cubicBezTo>
                    <a:pt x="16731" y="0"/>
                    <a:pt x="21600" y="4869"/>
                    <a:pt x="21600" y="10738"/>
                  </a:cubicBezTo>
                  <a:cubicBezTo>
                    <a:pt x="21600" y="16731"/>
                    <a:pt x="16731" y="21600"/>
                    <a:pt x="10862" y="21600"/>
                  </a:cubicBezTo>
                  <a:close/>
                  <a:moveTo>
                    <a:pt x="10862" y="5119"/>
                  </a:moveTo>
                  <a:cubicBezTo>
                    <a:pt x="7741" y="5119"/>
                    <a:pt x="5244" y="7616"/>
                    <a:pt x="5244" y="10738"/>
                  </a:cubicBezTo>
                  <a:cubicBezTo>
                    <a:pt x="5244" y="13859"/>
                    <a:pt x="7741" y="16356"/>
                    <a:pt x="10862" y="16356"/>
                  </a:cubicBezTo>
                  <a:cubicBezTo>
                    <a:pt x="13859" y="16356"/>
                    <a:pt x="16356" y="13859"/>
                    <a:pt x="16356" y="10738"/>
                  </a:cubicBezTo>
                  <a:cubicBezTo>
                    <a:pt x="16356" y="7616"/>
                    <a:pt x="13859" y="5119"/>
                    <a:pt x="10862" y="5119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8" name="Shape 1108"/>
            <p:cNvSpPr/>
            <p:nvPr/>
          </p:nvSpPr>
          <p:spPr>
            <a:xfrm>
              <a:off x="715314" y="415010"/>
              <a:ext cx="25777" cy="69599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9" name="Shape 1109"/>
            <p:cNvSpPr/>
            <p:nvPr/>
          </p:nvSpPr>
          <p:spPr>
            <a:xfrm>
              <a:off x="-1" y="441303"/>
              <a:ext cx="25003" cy="43305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0" name="Shape 1110"/>
            <p:cNvSpPr/>
            <p:nvPr/>
          </p:nvSpPr>
          <p:spPr>
            <a:xfrm>
              <a:off x="-1" y="-1"/>
              <a:ext cx="741094" cy="472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0398"/>
                  </a:lnTo>
                  <a:lnTo>
                    <a:pt x="13539" y="7400"/>
                  </a:lnTo>
                  <a:lnTo>
                    <a:pt x="8129" y="16120"/>
                  </a:lnTo>
                  <a:lnTo>
                    <a:pt x="5763" y="12326"/>
                  </a:lnTo>
                  <a:lnTo>
                    <a:pt x="0" y="21600"/>
                  </a:lnTo>
                  <a:close/>
                  <a:moveTo>
                    <a:pt x="729" y="1178"/>
                  </a:moveTo>
                  <a:lnTo>
                    <a:pt x="729" y="18748"/>
                  </a:lnTo>
                  <a:lnTo>
                    <a:pt x="5763" y="10641"/>
                  </a:lnTo>
                  <a:lnTo>
                    <a:pt x="8129" y="14471"/>
                  </a:lnTo>
                  <a:lnTo>
                    <a:pt x="13539" y="5727"/>
                  </a:lnTo>
                  <a:lnTo>
                    <a:pt x="20849" y="17523"/>
                  </a:lnTo>
                  <a:lnTo>
                    <a:pt x="20849" y="1178"/>
                  </a:lnTo>
                  <a:lnTo>
                    <a:pt x="729" y="1178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1" name="Shape 1111"/>
            <p:cNvSpPr/>
            <p:nvPr/>
          </p:nvSpPr>
          <p:spPr>
            <a:xfrm>
              <a:off x="-1" y="125276"/>
              <a:ext cx="741094" cy="3717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8080"/>
                  </a:lnTo>
                  <a:lnTo>
                    <a:pt x="5763" y="6246"/>
                  </a:lnTo>
                  <a:lnTo>
                    <a:pt x="8129" y="11115"/>
                  </a:lnTo>
                  <a:lnTo>
                    <a:pt x="13539" y="0"/>
                  </a:lnTo>
                  <a:lnTo>
                    <a:pt x="21600" y="16522"/>
                  </a:lnTo>
                  <a:lnTo>
                    <a:pt x="21600" y="21600"/>
                  </a:lnTo>
                  <a:close/>
                  <a:moveTo>
                    <a:pt x="729" y="20147"/>
                  </a:moveTo>
                  <a:lnTo>
                    <a:pt x="20849" y="20147"/>
                  </a:lnTo>
                  <a:lnTo>
                    <a:pt x="20849" y="17121"/>
                  </a:lnTo>
                  <a:lnTo>
                    <a:pt x="13539" y="2127"/>
                  </a:lnTo>
                  <a:lnTo>
                    <a:pt x="8129" y="13212"/>
                  </a:lnTo>
                  <a:lnTo>
                    <a:pt x="5763" y="8388"/>
                  </a:lnTo>
                  <a:lnTo>
                    <a:pt x="729" y="18679"/>
                  </a:lnTo>
                  <a:lnTo>
                    <a:pt x="729" y="20147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13" name="Shape 1113"/>
          <p:cNvSpPr/>
          <p:nvPr/>
        </p:nvSpPr>
        <p:spPr>
          <a:xfrm>
            <a:off x="8124850" y="10373962"/>
            <a:ext cx="2088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14" name="Shape 1114"/>
          <p:cNvSpPr/>
          <p:nvPr/>
        </p:nvSpPr>
        <p:spPr>
          <a:xfrm>
            <a:off x="13135962" y="10373962"/>
            <a:ext cx="2088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15" name="Shape 1115"/>
          <p:cNvSpPr/>
          <p:nvPr/>
        </p:nvSpPr>
        <p:spPr>
          <a:xfrm>
            <a:off x="17219220" y="2538288"/>
            <a:ext cx="4085113" cy="76744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38"/>
                </a:moveTo>
                <a:lnTo>
                  <a:pt x="21349" y="0"/>
                </a:lnTo>
                <a:lnTo>
                  <a:pt x="21600" y="21266"/>
                </a:lnTo>
                <a:lnTo>
                  <a:pt x="0" y="21600"/>
                </a:lnTo>
                <a:lnTo>
                  <a:pt x="0" y="1738"/>
                </a:lnTo>
                <a:close/>
              </a:path>
            </a:pathLst>
          </a:custGeom>
          <a:solidFill/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6" name="Shape 1116"/>
          <p:cNvSpPr/>
          <p:nvPr/>
        </p:nvSpPr>
        <p:spPr>
          <a:xfrm>
            <a:off x="3991203" y="1780388"/>
            <a:ext cx="6432094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¿Por qué Youtube?</a:t>
            </a:r>
          </a:p>
        </p:txBody>
      </p:sp>
      <p:grpSp>
        <p:nvGrpSpPr>
          <p:cNvPr id="1123" name="Group 1123"/>
          <p:cNvGrpSpPr/>
          <p:nvPr/>
        </p:nvGrpSpPr>
        <p:grpSpPr>
          <a:xfrm rot="21360000">
            <a:off x="17963946" y="5108193"/>
            <a:ext cx="2595661" cy="2534683"/>
            <a:chOff x="0" y="0"/>
            <a:chExt cx="2595659" cy="2534681"/>
          </a:xfrm>
        </p:grpSpPr>
        <p:sp>
          <p:nvSpPr>
            <p:cNvPr id="1117" name="Shape 1117"/>
            <p:cNvSpPr/>
            <p:nvPr/>
          </p:nvSpPr>
          <p:spPr>
            <a:xfrm>
              <a:off x="0" y="1210722"/>
              <a:ext cx="2595660" cy="1323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657" y="0"/>
                  </a:moveTo>
                  <a:cubicBezTo>
                    <a:pt x="3943" y="0"/>
                    <a:pt x="3943" y="0"/>
                    <a:pt x="3943" y="0"/>
                  </a:cubicBezTo>
                  <a:cubicBezTo>
                    <a:pt x="1714" y="0"/>
                    <a:pt x="0" y="3375"/>
                    <a:pt x="0" y="7762"/>
                  </a:cubicBezTo>
                  <a:cubicBezTo>
                    <a:pt x="0" y="13837"/>
                    <a:pt x="0" y="13837"/>
                    <a:pt x="0" y="13837"/>
                  </a:cubicBezTo>
                  <a:cubicBezTo>
                    <a:pt x="0" y="18225"/>
                    <a:pt x="1714" y="21600"/>
                    <a:pt x="3943" y="21600"/>
                  </a:cubicBezTo>
                  <a:cubicBezTo>
                    <a:pt x="17657" y="21600"/>
                    <a:pt x="17657" y="21600"/>
                    <a:pt x="17657" y="21600"/>
                  </a:cubicBezTo>
                  <a:cubicBezTo>
                    <a:pt x="19714" y="21600"/>
                    <a:pt x="21600" y="18225"/>
                    <a:pt x="21600" y="13837"/>
                  </a:cubicBezTo>
                  <a:cubicBezTo>
                    <a:pt x="21600" y="7762"/>
                    <a:pt x="21600" y="7762"/>
                    <a:pt x="21600" y="7762"/>
                  </a:cubicBezTo>
                  <a:cubicBezTo>
                    <a:pt x="21600" y="3375"/>
                    <a:pt x="19714" y="0"/>
                    <a:pt x="17657" y="0"/>
                  </a:cubicBezTo>
                  <a:close/>
                  <a:moveTo>
                    <a:pt x="6857" y="4725"/>
                  </a:moveTo>
                  <a:cubicBezTo>
                    <a:pt x="5486" y="4725"/>
                    <a:pt x="5486" y="4725"/>
                    <a:pt x="5486" y="4725"/>
                  </a:cubicBezTo>
                  <a:cubicBezTo>
                    <a:pt x="5486" y="17212"/>
                    <a:pt x="5486" y="17212"/>
                    <a:pt x="5486" y="17212"/>
                  </a:cubicBezTo>
                  <a:cubicBezTo>
                    <a:pt x="4286" y="17212"/>
                    <a:pt x="4286" y="17212"/>
                    <a:pt x="4286" y="17212"/>
                  </a:cubicBezTo>
                  <a:cubicBezTo>
                    <a:pt x="4286" y="4725"/>
                    <a:pt x="4286" y="4725"/>
                    <a:pt x="4286" y="4725"/>
                  </a:cubicBezTo>
                  <a:cubicBezTo>
                    <a:pt x="3086" y="4725"/>
                    <a:pt x="3086" y="4725"/>
                    <a:pt x="3086" y="4725"/>
                  </a:cubicBezTo>
                  <a:cubicBezTo>
                    <a:pt x="3086" y="2700"/>
                    <a:pt x="3086" y="2700"/>
                    <a:pt x="3086" y="2700"/>
                  </a:cubicBezTo>
                  <a:cubicBezTo>
                    <a:pt x="6857" y="2700"/>
                    <a:pt x="6857" y="2700"/>
                    <a:pt x="6857" y="2700"/>
                  </a:cubicBezTo>
                  <a:lnTo>
                    <a:pt x="6857" y="4725"/>
                  </a:lnTo>
                  <a:close/>
                  <a:moveTo>
                    <a:pt x="10457" y="17212"/>
                  </a:moveTo>
                  <a:cubicBezTo>
                    <a:pt x="9257" y="17212"/>
                    <a:pt x="9257" y="17212"/>
                    <a:pt x="9257" y="17212"/>
                  </a:cubicBezTo>
                  <a:cubicBezTo>
                    <a:pt x="9257" y="16200"/>
                    <a:pt x="9257" y="16200"/>
                    <a:pt x="9257" y="16200"/>
                  </a:cubicBezTo>
                  <a:cubicBezTo>
                    <a:pt x="9086" y="16537"/>
                    <a:pt x="8914" y="16875"/>
                    <a:pt x="8571" y="17212"/>
                  </a:cubicBezTo>
                  <a:cubicBezTo>
                    <a:pt x="8400" y="17212"/>
                    <a:pt x="8229" y="17550"/>
                    <a:pt x="8057" y="17550"/>
                  </a:cubicBezTo>
                  <a:cubicBezTo>
                    <a:pt x="7714" y="17550"/>
                    <a:pt x="7543" y="17212"/>
                    <a:pt x="7371" y="16875"/>
                  </a:cubicBezTo>
                  <a:cubicBezTo>
                    <a:pt x="7371" y="16537"/>
                    <a:pt x="7200" y="16200"/>
                    <a:pt x="7200" y="15525"/>
                  </a:cubicBezTo>
                  <a:cubicBezTo>
                    <a:pt x="7200" y="6412"/>
                    <a:pt x="7200" y="6412"/>
                    <a:pt x="7200" y="6412"/>
                  </a:cubicBezTo>
                  <a:cubicBezTo>
                    <a:pt x="8400" y="6412"/>
                    <a:pt x="8400" y="6412"/>
                    <a:pt x="8400" y="6412"/>
                  </a:cubicBezTo>
                  <a:cubicBezTo>
                    <a:pt x="8400" y="14850"/>
                    <a:pt x="8400" y="14850"/>
                    <a:pt x="8400" y="14850"/>
                  </a:cubicBezTo>
                  <a:cubicBezTo>
                    <a:pt x="8400" y="14850"/>
                    <a:pt x="8400" y="15187"/>
                    <a:pt x="8400" y="15187"/>
                  </a:cubicBezTo>
                  <a:cubicBezTo>
                    <a:pt x="8400" y="15525"/>
                    <a:pt x="8571" y="15525"/>
                    <a:pt x="8571" y="15525"/>
                  </a:cubicBezTo>
                  <a:cubicBezTo>
                    <a:pt x="8743" y="15525"/>
                    <a:pt x="8743" y="15525"/>
                    <a:pt x="8914" y="15187"/>
                  </a:cubicBezTo>
                  <a:cubicBezTo>
                    <a:pt x="9086" y="15187"/>
                    <a:pt x="9257" y="14850"/>
                    <a:pt x="9257" y="14512"/>
                  </a:cubicBezTo>
                  <a:cubicBezTo>
                    <a:pt x="9257" y="6412"/>
                    <a:pt x="9257" y="6412"/>
                    <a:pt x="9257" y="6412"/>
                  </a:cubicBezTo>
                  <a:cubicBezTo>
                    <a:pt x="10457" y="6412"/>
                    <a:pt x="10457" y="6412"/>
                    <a:pt x="10457" y="6412"/>
                  </a:cubicBezTo>
                  <a:lnTo>
                    <a:pt x="10457" y="17212"/>
                  </a:lnTo>
                  <a:close/>
                  <a:moveTo>
                    <a:pt x="14400" y="14850"/>
                  </a:moveTo>
                  <a:cubicBezTo>
                    <a:pt x="14400" y="15862"/>
                    <a:pt x="14229" y="16200"/>
                    <a:pt x="14057" y="16875"/>
                  </a:cubicBezTo>
                  <a:cubicBezTo>
                    <a:pt x="13886" y="17212"/>
                    <a:pt x="13714" y="17212"/>
                    <a:pt x="13371" y="17212"/>
                  </a:cubicBezTo>
                  <a:cubicBezTo>
                    <a:pt x="13200" y="17212"/>
                    <a:pt x="12857" y="17212"/>
                    <a:pt x="12686" y="17212"/>
                  </a:cubicBezTo>
                  <a:cubicBezTo>
                    <a:pt x="12686" y="16875"/>
                    <a:pt x="12514" y="16875"/>
                    <a:pt x="12343" y="16537"/>
                  </a:cubicBezTo>
                  <a:cubicBezTo>
                    <a:pt x="12343" y="17212"/>
                    <a:pt x="12343" y="17212"/>
                    <a:pt x="12343" y="17212"/>
                  </a:cubicBezTo>
                  <a:cubicBezTo>
                    <a:pt x="11143" y="17212"/>
                    <a:pt x="11143" y="17212"/>
                    <a:pt x="11143" y="17212"/>
                  </a:cubicBezTo>
                  <a:cubicBezTo>
                    <a:pt x="11143" y="2700"/>
                    <a:pt x="11143" y="2700"/>
                    <a:pt x="11143" y="2700"/>
                  </a:cubicBezTo>
                  <a:cubicBezTo>
                    <a:pt x="12343" y="2700"/>
                    <a:pt x="12343" y="2700"/>
                    <a:pt x="12343" y="2700"/>
                  </a:cubicBezTo>
                  <a:cubicBezTo>
                    <a:pt x="12343" y="7425"/>
                    <a:pt x="12343" y="7425"/>
                    <a:pt x="12343" y="7425"/>
                  </a:cubicBezTo>
                  <a:cubicBezTo>
                    <a:pt x="12514" y="7088"/>
                    <a:pt x="12686" y="6750"/>
                    <a:pt x="12686" y="6750"/>
                  </a:cubicBezTo>
                  <a:cubicBezTo>
                    <a:pt x="12857" y="6412"/>
                    <a:pt x="13029" y="6412"/>
                    <a:pt x="13200" y="6412"/>
                  </a:cubicBezTo>
                  <a:cubicBezTo>
                    <a:pt x="13543" y="6412"/>
                    <a:pt x="13886" y="6412"/>
                    <a:pt x="14057" y="7088"/>
                  </a:cubicBezTo>
                  <a:cubicBezTo>
                    <a:pt x="14229" y="7425"/>
                    <a:pt x="14400" y="8100"/>
                    <a:pt x="14400" y="9112"/>
                  </a:cubicBezTo>
                  <a:lnTo>
                    <a:pt x="14400" y="14850"/>
                  </a:lnTo>
                  <a:close/>
                  <a:moveTo>
                    <a:pt x="18171" y="12150"/>
                  </a:moveTo>
                  <a:cubicBezTo>
                    <a:pt x="16114" y="12150"/>
                    <a:pt x="16114" y="12150"/>
                    <a:pt x="16114" y="12150"/>
                  </a:cubicBezTo>
                  <a:cubicBezTo>
                    <a:pt x="16114" y="14175"/>
                    <a:pt x="16114" y="14175"/>
                    <a:pt x="16114" y="14175"/>
                  </a:cubicBezTo>
                  <a:cubicBezTo>
                    <a:pt x="16114" y="14850"/>
                    <a:pt x="16114" y="15187"/>
                    <a:pt x="16114" y="15187"/>
                  </a:cubicBezTo>
                  <a:cubicBezTo>
                    <a:pt x="16286" y="15525"/>
                    <a:pt x="16286" y="15525"/>
                    <a:pt x="16457" y="15525"/>
                  </a:cubicBezTo>
                  <a:cubicBezTo>
                    <a:pt x="16629" y="15525"/>
                    <a:pt x="16800" y="15525"/>
                    <a:pt x="16971" y="15525"/>
                  </a:cubicBezTo>
                  <a:cubicBezTo>
                    <a:pt x="16971" y="15187"/>
                    <a:pt x="16971" y="14850"/>
                    <a:pt x="16971" y="14175"/>
                  </a:cubicBezTo>
                  <a:cubicBezTo>
                    <a:pt x="16971" y="13500"/>
                    <a:pt x="16971" y="13500"/>
                    <a:pt x="16971" y="13500"/>
                  </a:cubicBezTo>
                  <a:cubicBezTo>
                    <a:pt x="18171" y="13500"/>
                    <a:pt x="18171" y="13500"/>
                    <a:pt x="18171" y="13500"/>
                  </a:cubicBezTo>
                  <a:cubicBezTo>
                    <a:pt x="18171" y="14175"/>
                    <a:pt x="18171" y="14175"/>
                    <a:pt x="18171" y="14175"/>
                  </a:cubicBezTo>
                  <a:cubicBezTo>
                    <a:pt x="18171" y="15187"/>
                    <a:pt x="18000" y="16200"/>
                    <a:pt x="17657" y="16537"/>
                  </a:cubicBezTo>
                  <a:cubicBezTo>
                    <a:pt x="17486" y="17212"/>
                    <a:pt x="16971" y="17550"/>
                    <a:pt x="16457" y="17550"/>
                  </a:cubicBezTo>
                  <a:cubicBezTo>
                    <a:pt x="15943" y="17550"/>
                    <a:pt x="15600" y="17212"/>
                    <a:pt x="15257" y="16537"/>
                  </a:cubicBezTo>
                  <a:cubicBezTo>
                    <a:pt x="15086" y="16200"/>
                    <a:pt x="14914" y="15187"/>
                    <a:pt x="14914" y="14175"/>
                  </a:cubicBezTo>
                  <a:cubicBezTo>
                    <a:pt x="14914" y="9450"/>
                    <a:pt x="14914" y="9450"/>
                    <a:pt x="14914" y="9450"/>
                  </a:cubicBezTo>
                  <a:cubicBezTo>
                    <a:pt x="14914" y="8437"/>
                    <a:pt x="15086" y="7762"/>
                    <a:pt x="15429" y="7088"/>
                  </a:cubicBezTo>
                  <a:cubicBezTo>
                    <a:pt x="15600" y="6412"/>
                    <a:pt x="16114" y="6075"/>
                    <a:pt x="16629" y="6075"/>
                  </a:cubicBezTo>
                  <a:cubicBezTo>
                    <a:pt x="17143" y="6075"/>
                    <a:pt x="17486" y="6412"/>
                    <a:pt x="17657" y="7088"/>
                  </a:cubicBezTo>
                  <a:cubicBezTo>
                    <a:pt x="18000" y="7425"/>
                    <a:pt x="18171" y="8437"/>
                    <a:pt x="18171" y="9450"/>
                  </a:cubicBezTo>
                  <a:lnTo>
                    <a:pt x="18171" y="1215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8" name="Shape 1118"/>
            <p:cNvSpPr/>
            <p:nvPr/>
          </p:nvSpPr>
          <p:spPr>
            <a:xfrm>
              <a:off x="1933679" y="1707210"/>
              <a:ext cx="104524" cy="148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640" y="0"/>
                  </a:moveTo>
                  <a:cubicBezTo>
                    <a:pt x="4320" y="0"/>
                    <a:pt x="4320" y="0"/>
                    <a:pt x="0" y="3086"/>
                  </a:cubicBezTo>
                  <a:cubicBezTo>
                    <a:pt x="0" y="3086"/>
                    <a:pt x="0" y="6171"/>
                    <a:pt x="0" y="12343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12343"/>
                    <a:pt x="21600" y="12343"/>
                    <a:pt x="21600" y="12343"/>
                  </a:cubicBezTo>
                  <a:cubicBezTo>
                    <a:pt x="21600" y="6171"/>
                    <a:pt x="21600" y="3086"/>
                    <a:pt x="17280" y="3086"/>
                  </a:cubicBezTo>
                  <a:cubicBezTo>
                    <a:pt x="17280" y="0"/>
                    <a:pt x="12960" y="0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9" name="Shape 1119"/>
            <p:cNvSpPr/>
            <p:nvPr/>
          </p:nvSpPr>
          <p:spPr>
            <a:xfrm>
              <a:off x="1480745" y="1707210"/>
              <a:ext cx="104524" cy="452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640" y="0"/>
                  </a:moveTo>
                  <a:cubicBezTo>
                    <a:pt x="8640" y="0"/>
                    <a:pt x="8640" y="0"/>
                    <a:pt x="4320" y="0"/>
                  </a:cubicBezTo>
                  <a:cubicBezTo>
                    <a:pt x="4320" y="0"/>
                    <a:pt x="0" y="982"/>
                    <a:pt x="0" y="982"/>
                  </a:cubicBezTo>
                  <a:cubicBezTo>
                    <a:pt x="0" y="20618"/>
                    <a:pt x="0" y="20618"/>
                    <a:pt x="0" y="20618"/>
                  </a:cubicBezTo>
                  <a:cubicBezTo>
                    <a:pt x="0" y="21600"/>
                    <a:pt x="4320" y="21600"/>
                    <a:pt x="4320" y="21600"/>
                  </a:cubicBezTo>
                  <a:cubicBezTo>
                    <a:pt x="8640" y="21600"/>
                    <a:pt x="8640" y="21600"/>
                    <a:pt x="12960" y="21600"/>
                  </a:cubicBezTo>
                  <a:cubicBezTo>
                    <a:pt x="17280" y="21600"/>
                    <a:pt x="17280" y="21600"/>
                    <a:pt x="21600" y="21600"/>
                  </a:cubicBezTo>
                  <a:cubicBezTo>
                    <a:pt x="21600" y="20618"/>
                    <a:pt x="21600" y="20618"/>
                    <a:pt x="21600" y="19636"/>
                  </a:cubicBezTo>
                  <a:cubicBezTo>
                    <a:pt x="21600" y="2945"/>
                    <a:pt x="21600" y="2945"/>
                    <a:pt x="21600" y="2945"/>
                  </a:cubicBezTo>
                  <a:cubicBezTo>
                    <a:pt x="21600" y="1964"/>
                    <a:pt x="21600" y="982"/>
                    <a:pt x="17280" y="982"/>
                  </a:cubicBezTo>
                  <a:cubicBezTo>
                    <a:pt x="17280" y="0"/>
                    <a:pt x="12960" y="0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20" name="Shape 1120"/>
            <p:cNvSpPr/>
            <p:nvPr/>
          </p:nvSpPr>
          <p:spPr>
            <a:xfrm>
              <a:off x="496487" y="0"/>
              <a:ext cx="557458" cy="98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087" y="21600"/>
                  </a:moveTo>
                  <a:lnTo>
                    <a:pt x="13500" y="21600"/>
                  </a:lnTo>
                  <a:lnTo>
                    <a:pt x="13500" y="12616"/>
                  </a:lnTo>
                  <a:lnTo>
                    <a:pt x="21600" y="0"/>
                  </a:lnTo>
                  <a:lnTo>
                    <a:pt x="14175" y="0"/>
                  </a:lnTo>
                  <a:lnTo>
                    <a:pt x="10463" y="8602"/>
                  </a:lnTo>
                  <a:lnTo>
                    <a:pt x="6413" y="0"/>
                  </a:lnTo>
                  <a:lnTo>
                    <a:pt x="0" y="0"/>
                  </a:lnTo>
                  <a:lnTo>
                    <a:pt x="7087" y="12998"/>
                  </a:lnTo>
                  <a:lnTo>
                    <a:pt x="7087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21" name="Shape 1121"/>
            <p:cNvSpPr/>
            <p:nvPr/>
          </p:nvSpPr>
          <p:spPr>
            <a:xfrm>
              <a:off x="1053944" y="243887"/>
              <a:ext cx="426807" cy="766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314" y="21600"/>
                  </a:moveTo>
                  <a:cubicBezTo>
                    <a:pt x="14400" y="21600"/>
                    <a:pt x="16457" y="21016"/>
                    <a:pt x="18514" y="19849"/>
                  </a:cubicBezTo>
                  <a:cubicBezTo>
                    <a:pt x="20571" y="18681"/>
                    <a:pt x="21600" y="17514"/>
                    <a:pt x="21600" y="15762"/>
                  </a:cubicBezTo>
                  <a:cubicBezTo>
                    <a:pt x="21600" y="5254"/>
                    <a:pt x="21600" y="5254"/>
                    <a:pt x="21600" y="5254"/>
                  </a:cubicBezTo>
                  <a:cubicBezTo>
                    <a:pt x="21600" y="3503"/>
                    <a:pt x="20571" y="2335"/>
                    <a:pt x="18514" y="1168"/>
                  </a:cubicBezTo>
                  <a:cubicBezTo>
                    <a:pt x="16457" y="584"/>
                    <a:pt x="14400" y="0"/>
                    <a:pt x="11314" y="0"/>
                  </a:cubicBezTo>
                  <a:cubicBezTo>
                    <a:pt x="8229" y="0"/>
                    <a:pt x="5143" y="584"/>
                    <a:pt x="3086" y="1168"/>
                  </a:cubicBezTo>
                  <a:cubicBezTo>
                    <a:pt x="1029" y="2335"/>
                    <a:pt x="0" y="3503"/>
                    <a:pt x="0" y="5254"/>
                  </a:cubicBezTo>
                  <a:cubicBezTo>
                    <a:pt x="0" y="15762"/>
                    <a:pt x="0" y="15762"/>
                    <a:pt x="0" y="15762"/>
                  </a:cubicBezTo>
                  <a:cubicBezTo>
                    <a:pt x="0" y="17514"/>
                    <a:pt x="1029" y="18681"/>
                    <a:pt x="3086" y="19849"/>
                  </a:cubicBezTo>
                  <a:cubicBezTo>
                    <a:pt x="5143" y="21016"/>
                    <a:pt x="7200" y="21600"/>
                    <a:pt x="11314" y="21600"/>
                  </a:cubicBezTo>
                  <a:close/>
                  <a:moveTo>
                    <a:pt x="8229" y="4670"/>
                  </a:moveTo>
                  <a:cubicBezTo>
                    <a:pt x="8229" y="4670"/>
                    <a:pt x="8229" y="4086"/>
                    <a:pt x="8229" y="4086"/>
                  </a:cubicBezTo>
                  <a:cubicBezTo>
                    <a:pt x="9257" y="3503"/>
                    <a:pt x="10286" y="3503"/>
                    <a:pt x="11314" y="3503"/>
                  </a:cubicBezTo>
                  <a:cubicBezTo>
                    <a:pt x="12343" y="3503"/>
                    <a:pt x="12343" y="3503"/>
                    <a:pt x="13371" y="4086"/>
                  </a:cubicBezTo>
                  <a:cubicBezTo>
                    <a:pt x="13371" y="4086"/>
                    <a:pt x="14400" y="4670"/>
                    <a:pt x="14400" y="4670"/>
                  </a:cubicBezTo>
                  <a:cubicBezTo>
                    <a:pt x="14400" y="16346"/>
                    <a:pt x="14400" y="16346"/>
                    <a:pt x="14400" y="16346"/>
                  </a:cubicBezTo>
                  <a:cubicBezTo>
                    <a:pt x="14400" y="16346"/>
                    <a:pt x="13371" y="16930"/>
                    <a:pt x="13371" y="17514"/>
                  </a:cubicBezTo>
                  <a:cubicBezTo>
                    <a:pt x="12343" y="17514"/>
                    <a:pt x="12343" y="18097"/>
                    <a:pt x="11314" y="18097"/>
                  </a:cubicBezTo>
                  <a:cubicBezTo>
                    <a:pt x="10286" y="18097"/>
                    <a:pt x="9257" y="17514"/>
                    <a:pt x="8229" y="17514"/>
                  </a:cubicBezTo>
                  <a:cubicBezTo>
                    <a:pt x="8229" y="16930"/>
                    <a:pt x="8229" y="16346"/>
                    <a:pt x="8229" y="16346"/>
                  </a:cubicBezTo>
                  <a:lnTo>
                    <a:pt x="8229" y="467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22" name="Shape 1122"/>
            <p:cNvSpPr/>
            <p:nvPr/>
          </p:nvSpPr>
          <p:spPr>
            <a:xfrm>
              <a:off x="1611402" y="261307"/>
              <a:ext cx="409386" cy="722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21600"/>
                  </a:moveTo>
                  <a:cubicBezTo>
                    <a:pt x="6480" y="21600"/>
                    <a:pt x="8640" y="21600"/>
                    <a:pt x="9720" y="20983"/>
                  </a:cubicBezTo>
                  <a:cubicBezTo>
                    <a:pt x="10800" y="20366"/>
                    <a:pt x="12960" y="19749"/>
                    <a:pt x="14040" y="19131"/>
                  </a:cubicBezTo>
                  <a:cubicBezTo>
                    <a:pt x="14040" y="21600"/>
                    <a:pt x="14040" y="21600"/>
                    <a:pt x="1404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14040" y="0"/>
                    <a:pt x="14040" y="0"/>
                    <a:pt x="14040" y="0"/>
                  </a:cubicBezTo>
                  <a:cubicBezTo>
                    <a:pt x="14040" y="16046"/>
                    <a:pt x="14040" y="16046"/>
                    <a:pt x="14040" y="16046"/>
                  </a:cubicBezTo>
                  <a:cubicBezTo>
                    <a:pt x="14040" y="16663"/>
                    <a:pt x="12960" y="17280"/>
                    <a:pt x="11880" y="17280"/>
                  </a:cubicBezTo>
                  <a:cubicBezTo>
                    <a:pt x="10800" y="17897"/>
                    <a:pt x="9720" y="17897"/>
                    <a:pt x="9720" y="17897"/>
                  </a:cubicBezTo>
                  <a:cubicBezTo>
                    <a:pt x="8640" y="17897"/>
                    <a:pt x="8640" y="17897"/>
                    <a:pt x="8640" y="17280"/>
                  </a:cubicBezTo>
                  <a:cubicBezTo>
                    <a:pt x="7560" y="17280"/>
                    <a:pt x="7560" y="16663"/>
                    <a:pt x="7560" y="16663"/>
                  </a:cubicBezTo>
                  <a:cubicBezTo>
                    <a:pt x="7560" y="0"/>
                    <a:pt x="7560" y="0"/>
                    <a:pt x="75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897"/>
                    <a:pt x="0" y="17897"/>
                    <a:pt x="0" y="17897"/>
                  </a:cubicBezTo>
                  <a:cubicBezTo>
                    <a:pt x="0" y="19131"/>
                    <a:pt x="0" y="20366"/>
                    <a:pt x="1080" y="20983"/>
                  </a:cubicBezTo>
                  <a:cubicBezTo>
                    <a:pt x="2160" y="21600"/>
                    <a:pt x="3240" y="21600"/>
                    <a:pt x="5400" y="216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24" name="Shape 1124"/>
          <p:cNvSpPr/>
          <p:nvPr/>
        </p:nvSpPr>
        <p:spPr>
          <a:xfrm>
            <a:off x="1392686" y="9140293"/>
            <a:ext cx="4953016" cy="157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47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700">
                <a:solidFill>
                  <a:srgbClr val="0A0A0A"/>
                </a:solidFill>
              </a:rPr>
              <a:t>Estrategia en Youtube</a:t>
            </a:r>
          </a:p>
        </p:txBody>
      </p:sp>
      <p:grpSp>
        <p:nvGrpSpPr>
          <p:cNvPr id="1133" name="Group 1133"/>
          <p:cNvGrpSpPr/>
          <p:nvPr/>
        </p:nvGrpSpPr>
        <p:grpSpPr>
          <a:xfrm>
            <a:off x="2426428" y="8437550"/>
            <a:ext cx="2327916" cy="3181860"/>
            <a:chOff x="-523874" y="261937"/>
            <a:chExt cx="2327914" cy="3181859"/>
          </a:xfrm>
        </p:grpSpPr>
        <p:grpSp>
          <p:nvGrpSpPr>
            <p:cNvPr id="1128" name="Group 1128"/>
            <p:cNvGrpSpPr/>
            <p:nvPr/>
          </p:nvGrpSpPr>
          <p:grpSpPr>
            <a:xfrm>
              <a:off x="-523875" y="261937"/>
              <a:ext cx="1233797" cy="797423"/>
              <a:chOff x="0" y="0"/>
              <a:chExt cx="1233796" cy="797422"/>
            </a:xfrm>
          </p:grpSpPr>
          <p:sp>
            <p:nvSpPr>
              <p:cNvPr id="1125" name="Shape 1125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26" name="Shape 1126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27" name="Shape 1127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132" name="Group 1132"/>
            <p:cNvGrpSpPr/>
            <p:nvPr/>
          </p:nvGrpSpPr>
          <p:grpSpPr>
            <a:xfrm>
              <a:off x="845872" y="2629216"/>
              <a:ext cx="958168" cy="814581"/>
              <a:chOff x="0" y="0"/>
              <a:chExt cx="958167" cy="814580"/>
            </a:xfrm>
          </p:grpSpPr>
          <p:sp>
            <p:nvSpPr>
              <p:cNvPr id="1129" name="Shape 1129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30" name="Shape 1130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31" name="Shape 1131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75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nodeType="afterEffect" presetClass="entr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75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1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500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500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500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nodeType="afterEffect" presetClass="entr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nodeType="afterEffect" presetClass="entr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nodeType="afterEffect" presetClass="entr" presetSubtype="32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7"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500"/>
                            </p:stCondLst>
                            <p:childTnLst>
                              <p:par>
                                <p:cTn id="79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0"/>
                            </p:stCondLst>
                            <p:childTnLst>
                              <p:par>
                                <p:cTn id="83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500"/>
                            </p:stCondLst>
                            <p:childTnLst>
                              <p:par>
                                <p:cTn id="87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000"/>
                            </p:stCondLst>
                            <p:childTnLst>
                              <p:par>
                                <p:cTn id="91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500"/>
                            </p:stCondLst>
                            <p:childTnLst>
                              <p:par>
                                <p:cTn id="95" nodeType="afterEffect" presetClass="entr" presetSubtype="8" presetID="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0" nodeType="afterEffect" presetClass="entr" presetSubtype="8" presetID="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nodeType="afterEffect" presetClass="entr" presetSubtype="0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94" grpId="15"/>
      <p:bldP build="whole" bldLvl="1" animBg="1" rev="0" advAuto="0" spid="1113" grpId="8"/>
      <p:bldP build="p" bldLvl="5" animBg="1" rev="0" advAuto="0" spid="1100" grpId="3"/>
      <p:bldP build="whole" bldLvl="1" animBg="1" rev="0" advAuto="0" spid="1098" grpId="1"/>
      <p:bldP build="whole" bldLvl="1" animBg="1" rev="0" advAuto="0" spid="1112" grpId="10"/>
      <p:bldP build="whole" bldLvl="1" animBg="1" rev="0" advAuto="0" spid="1124" grpId="17"/>
      <p:bldP build="whole" bldLvl="1" animBg="1" rev="0" advAuto="0" spid="1103" grpId="11"/>
      <p:bldP build="whole" bldLvl="1" animBg="1" rev="0" advAuto="0" spid="1133" grpId="18"/>
      <p:bldP build="whole" bldLvl="1" animBg="1" rev="0" advAuto="0" spid="1099" grpId="4"/>
      <p:bldP build="whole" bldLvl="1" animBg="1" rev="0" advAuto="0" spid="1097" grpId="2"/>
      <p:bldP build="whole" bldLvl="1" animBg="1" rev="0" advAuto="0" spid="1115" grpId="5"/>
      <p:bldP build="whole" bldLvl="1" animBg="1" rev="0" advAuto="0" spid="1101" grpId="7"/>
      <p:bldP build="whole" bldLvl="1" animBg="1" rev="0" advAuto="0" spid="1114" grpId="12"/>
      <p:bldP build="whole" bldLvl="1" animBg="1" rev="0" advAuto="0" spid="1104" grpId="13"/>
      <p:bldP build="whole" bldLvl="1" animBg="1" rev="0" advAuto="0" spid="1105" grpId="6"/>
      <p:bldP build="whole" bldLvl="1" animBg="1" rev="0" advAuto="0" spid="1116" grpId="16"/>
      <p:bldP build="whole" bldLvl="1" animBg="1" rev="0" advAuto="0" spid="1102" grpId="9"/>
      <p:bldP build="whole" bldLvl="1" animBg="1" rev="0" advAuto="0" spid="1093" grpId="14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1135"/>
          <p:cNvSpPr/>
          <p:nvPr/>
        </p:nvSpPr>
        <p:spPr>
          <a:xfrm>
            <a:off x="9154515" y="1338722"/>
            <a:ext cx="6073649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Optimización web</a:t>
            </a:r>
          </a:p>
        </p:txBody>
      </p:sp>
      <p:grpSp>
        <p:nvGrpSpPr>
          <p:cNvPr id="1144" name="Group 1144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139" name="Group 1139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136" name="Shape 1136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37" name="Shape 1137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38" name="Shape 1138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143" name="Group 1143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140" name="Shape 1140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41" name="Shape 1141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42" name="Shape 1142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145" name="Shape 1145"/>
          <p:cNvSpPr/>
          <p:nvPr/>
        </p:nvSpPr>
        <p:spPr>
          <a:xfrm>
            <a:off x="12205168" y="3969156"/>
            <a:ext cx="1845158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Visuales</a:t>
            </a:r>
          </a:p>
        </p:txBody>
      </p:sp>
      <p:sp>
        <p:nvSpPr>
          <p:cNvPr id="1146" name="Shape 1146"/>
          <p:cNvSpPr/>
          <p:nvPr/>
        </p:nvSpPr>
        <p:spPr>
          <a:xfrm>
            <a:off x="12205169" y="4660994"/>
            <a:ext cx="440103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Uso más frecuenta de fotografías para los contenidos.</a:t>
            </a:r>
          </a:p>
        </p:txBody>
      </p:sp>
      <p:sp>
        <p:nvSpPr>
          <p:cNvPr id="1147" name="Shape 1147"/>
          <p:cNvSpPr/>
          <p:nvPr/>
        </p:nvSpPr>
        <p:spPr>
          <a:xfrm>
            <a:off x="12205168" y="4640695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48" name="Shape 1148"/>
          <p:cNvSpPr/>
          <p:nvPr/>
        </p:nvSpPr>
        <p:spPr>
          <a:xfrm>
            <a:off x="12210656" y="6815180"/>
            <a:ext cx="2172310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Captación</a:t>
            </a:r>
          </a:p>
        </p:txBody>
      </p:sp>
      <p:sp>
        <p:nvSpPr>
          <p:cNvPr id="1149" name="Shape 1149"/>
          <p:cNvSpPr/>
          <p:nvPr/>
        </p:nvSpPr>
        <p:spPr>
          <a:xfrm>
            <a:off x="12210657" y="7507017"/>
            <a:ext cx="440103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Mejorar las formas de captación de leads e implementar nuevas.</a:t>
            </a:r>
          </a:p>
        </p:txBody>
      </p:sp>
      <p:sp>
        <p:nvSpPr>
          <p:cNvPr id="1150" name="Shape 1150"/>
          <p:cNvSpPr/>
          <p:nvPr/>
        </p:nvSpPr>
        <p:spPr>
          <a:xfrm>
            <a:off x="12210656" y="7505382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51" name="Shape 1151"/>
          <p:cNvSpPr/>
          <p:nvPr/>
        </p:nvSpPr>
        <p:spPr>
          <a:xfrm>
            <a:off x="17722146" y="3969156"/>
            <a:ext cx="2603907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Social Share</a:t>
            </a:r>
          </a:p>
        </p:txBody>
      </p:sp>
      <p:sp>
        <p:nvSpPr>
          <p:cNvPr id="1152" name="Shape 1152"/>
          <p:cNvSpPr/>
          <p:nvPr/>
        </p:nvSpPr>
        <p:spPr>
          <a:xfrm>
            <a:off x="17722147" y="4660994"/>
            <a:ext cx="440103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Mayor incentivo del social share de los posts existentes y nuevos.</a:t>
            </a:r>
          </a:p>
        </p:txBody>
      </p:sp>
      <p:sp>
        <p:nvSpPr>
          <p:cNvPr id="1153" name="Shape 1153"/>
          <p:cNvSpPr/>
          <p:nvPr/>
        </p:nvSpPr>
        <p:spPr>
          <a:xfrm>
            <a:off x="17722146" y="4659357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54" name="Shape 1154"/>
          <p:cNvSpPr/>
          <p:nvPr/>
        </p:nvSpPr>
        <p:spPr>
          <a:xfrm>
            <a:off x="17702020" y="6824509"/>
            <a:ext cx="1901242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Gráficas </a:t>
            </a:r>
          </a:p>
        </p:txBody>
      </p:sp>
      <p:sp>
        <p:nvSpPr>
          <p:cNvPr id="1155" name="Shape 1155"/>
          <p:cNvSpPr/>
          <p:nvPr/>
        </p:nvSpPr>
        <p:spPr>
          <a:xfrm>
            <a:off x="17702020" y="7497685"/>
            <a:ext cx="440103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Creación de gráficas con branding de marca para potenciar contenidos.</a:t>
            </a:r>
          </a:p>
        </p:txBody>
      </p:sp>
      <p:sp>
        <p:nvSpPr>
          <p:cNvPr id="1156" name="Shape 1156"/>
          <p:cNvSpPr/>
          <p:nvPr/>
        </p:nvSpPr>
        <p:spPr>
          <a:xfrm>
            <a:off x="17702020" y="7496050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161" name="Group 1161"/>
          <p:cNvGrpSpPr/>
          <p:nvPr/>
        </p:nvGrpSpPr>
        <p:grpSpPr>
          <a:xfrm>
            <a:off x="16606201" y="6767679"/>
            <a:ext cx="963814" cy="965201"/>
            <a:chOff x="0" y="0"/>
            <a:chExt cx="963812" cy="965200"/>
          </a:xfrm>
        </p:grpSpPr>
        <p:sp>
          <p:nvSpPr>
            <p:cNvPr id="1157" name="Shape 1157"/>
            <p:cNvSpPr/>
            <p:nvPr/>
          </p:nvSpPr>
          <p:spPr>
            <a:xfrm>
              <a:off x="0" y="361950"/>
              <a:ext cx="963813" cy="603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600" fill="norm" stroke="1" extrusionOk="0">
                  <a:moveTo>
                    <a:pt x="19758" y="9720"/>
                  </a:moveTo>
                  <a:cubicBezTo>
                    <a:pt x="17916" y="9720"/>
                    <a:pt x="17916" y="9720"/>
                    <a:pt x="17916" y="9720"/>
                  </a:cubicBezTo>
                  <a:cubicBezTo>
                    <a:pt x="17916" y="9450"/>
                    <a:pt x="17916" y="9180"/>
                    <a:pt x="17916" y="8910"/>
                  </a:cubicBezTo>
                  <a:cubicBezTo>
                    <a:pt x="21098" y="6480"/>
                    <a:pt x="21098" y="6480"/>
                    <a:pt x="21098" y="6480"/>
                  </a:cubicBezTo>
                  <a:cubicBezTo>
                    <a:pt x="21433" y="6210"/>
                    <a:pt x="21600" y="5400"/>
                    <a:pt x="21433" y="4860"/>
                  </a:cubicBezTo>
                  <a:cubicBezTo>
                    <a:pt x="21265" y="4320"/>
                    <a:pt x="20763" y="4050"/>
                    <a:pt x="20428" y="4320"/>
                  </a:cubicBezTo>
                  <a:cubicBezTo>
                    <a:pt x="17414" y="7020"/>
                    <a:pt x="17414" y="7020"/>
                    <a:pt x="17414" y="7020"/>
                  </a:cubicBezTo>
                  <a:cubicBezTo>
                    <a:pt x="16242" y="2970"/>
                    <a:pt x="13730" y="0"/>
                    <a:pt x="10716" y="0"/>
                  </a:cubicBezTo>
                  <a:cubicBezTo>
                    <a:pt x="7033" y="0"/>
                    <a:pt x="4186" y="4320"/>
                    <a:pt x="3516" y="9720"/>
                  </a:cubicBezTo>
                  <a:cubicBezTo>
                    <a:pt x="1674" y="9720"/>
                    <a:pt x="1674" y="9720"/>
                    <a:pt x="1674" y="9720"/>
                  </a:cubicBezTo>
                  <a:cubicBezTo>
                    <a:pt x="670" y="9720"/>
                    <a:pt x="0" y="10800"/>
                    <a:pt x="0" y="12420"/>
                  </a:cubicBezTo>
                  <a:cubicBezTo>
                    <a:pt x="0" y="12960"/>
                    <a:pt x="167" y="13500"/>
                    <a:pt x="335" y="13770"/>
                  </a:cubicBezTo>
                  <a:cubicBezTo>
                    <a:pt x="2679" y="18090"/>
                    <a:pt x="2679" y="18090"/>
                    <a:pt x="2679" y="18090"/>
                  </a:cubicBezTo>
                  <a:cubicBezTo>
                    <a:pt x="2679" y="18900"/>
                    <a:pt x="2679" y="18900"/>
                    <a:pt x="2679" y="18900"/>
                  </a:cubicBezTo>
                  <a:cubicBezTo>
                    <a:pt x="2679" y="20520"/>
                    <a:pt x="3349" y="21600"/>
                    <a:pt x="4353" y="21600"/>
                  </a:cubicBezTo>
                  <a:cubicBezTo>
                    <a:pt x="17079" y="21600"/>
                    <a:pt x="17079" y="21600"/>
                    <a:pt x="17079" y="21600"/>
                  </a:cubicBezTo>
                  <a:cubicBezTo>
                    <a:pt x="18084" y="21600"/>
                    <a:pt x="18753" y="20520"/>
                    <a:pt x="18753" y="18900"/>
                  </a:cubicBezTo>
                  <a:cubicBezTo>
                    <a:pt x="18753" y="18090"/>
                    <a:pt x="18753" y="18090"/>
                    <a:pt x="18753" y="18090"/>
                  </a:cubicBezTo>
                  <a:cubicBezTo>
                    <a:pt x="21098" y="13770"/>
                    <a:pt x="21098" y="13770"/>
                    <a:pt x="21098" y="13770"/>
                  </a:cubicBezTo>
                  <a:cubicBezTo>
                    <a:pt x="21265" y="13500"/>
                    <a:pt x="21433" y="12960"/>
                    <a:pt x="21433" y="12420"/>
                  </a:cubicBezTo>
                  <a:cubicBezTo>
                    <a:pt x="21433" y="10800"/>
                    <a:pt x="20763" y="9720"/>
                    <a:pt x="19758" y="9720"/>
                  </a:cubicBezTo>
                  <a:close/>
                  <a:moveTo>
                    <a:pt x="17247" y="9720"/>
                  </a:moveTo>
                  <a:cubicBezTo>
                    <a:pt x="16912" y="9720"/>
                    <a:pt x="16912" y="9720"/>
                    <a:pt x="16912" y="9720"/>
                  </a:cubicBezTo>
                  <a:cubicBezTo>
                    <a:pt x="17247" y="9450"/>
                    <a:pt x="17247" y="9450"/>
                    <a:pt x="17247" y="9450"/>
                  </a:cubicBezTo>
                  <a:cubicBezTo>
                    <a:pt x="17247" y="9450"/>
                    <a:pt x="17247" y="9720"/>
                    <a:pt x="17247" y="9720"/>
                  </a:cubicBezTo>
                  <a:close/>
                  <a:moveTo>
                    <a:pt x="10716" y="1080"/>
                  </a:moveTo>
                  <a:cubicBezTo>
                    <a:pt x="13395" y="1080"/>
                    <a:pt x="15740" y="3780"/>
                    <a:pt x="16744" y="7290"/>
                  </a:cubicBezTo>
                  <a:cubicBezTo>
                    <a:pt x="16242" y="7830"/>
                    <a:pt x="16242" y="7830"/>
                    <a:pt x="16242" y="7830"/>
                  </a:cubicBezTo>
                  <a:cubicBezTo>
                    <a:pt x="15237" y="4590"/>
                    <a:pt x="13228" y="2160"/>
                    <a:pt x="10716" y="2160"/>
                  </a:cubicBezTo>
                  <a:cubicBezTo>
                    <a:pt x="7870" y="2160"/>
                    <a:pt x="5526" y="5400"/>
                    <a:pt x="4856" y="9720"/>
                  </a:cubicBezTo>
                  <a:cubicBezTo>
                    <a:pt x="4186" y="9720"/>
                    <a:pt x="4186" y="9720"/>
                    <a:pt x="4186" y="9720"/>
                  </a:cubicBezTo>
                  <a:cubicBezTo>
                    <a:pt x="4856" y="4860"/>
                    <a:pt x="7535" y="1080"/>
                    <a:pt x="10716" y="1080"/>
                  </a:cubicBezTo>
                  <a:close/>
                  <a:moveTo>
                    <a:pt x="13730" y="9720"/>
                  </a:moveTo>
                  <a:cubicBezTo>
                    <a:pt x="13228" y="7830"/>
                    <a:pt x="12056" y="6480"/>
                    <a:pt x="10716" y="6480"/>
                  </a:cubicBezTo>
                  <a:cubicBezTo>
                    <a:pt x="9377" y="6480"/>
                    <a:pt x="8205" y="7830"/>
                    <a:pt x="7702" y="9720"/>
                  </a:cubicBezTo>
                  <a:cubicBezTo>
                    <a:pt x="6865" y="9720"/>
                    <a:pt x="6865" y="9720"/>
                    <a:pt x="6865" y="9720"/>
                  </a:cubicBezTo>
                  <a:cubicBezTo>
                    <a:pt x="7535" y="7290"/>
                    <a:pt x="9042" y="5400"/>
                    <a:pt x="10716" y="5400"/>
                  </a:cubicBezTo>
                  <a:cubicBezTo>
                    <a:pt x="12391" y="5400"/>
                    <a:pt x="13730" y="7020"/>
                    <a:pt x="14400" y="9450"/>
                  </a:cubicBezTo>
                  <a:cubicBezTo>
                    <a:pt x="13898" y="9720"/>
                    <a:pt x="13898" y="9720"/>
                    <a:pt x="13898" y="9720"/>
                  </a:cubicBezTo>
                  <a:lnTo>
                    <a:pt x="13730" y="9720"/>
                  </a:lnTo>
                  <a:close/>
                  <a:moveTo>
                    <a:pt x="10716" y="8640"/>
                  </a:moveTo>
                  <a:cubicBezTo>
                    <a:pt x="10047" y="8640"/>
                    <a:pt x="9544" y="9180"/>
                    <a:pt x="9209" y="9720"/>
                  </a:cubicBezTo>
                  <a:cubicBezTo>
                    <a:pt x="8372" y="9720"/>
                    <a:pt x="8372" y="9720"/>
                    <a:pt x="8372" y="9720"/>
                  </a:cubicBezTo>
                  <a:cubicBezTo>
                    <a:pt x="8874" y="8370"/>
                    <a:pt x="9712" y="7560"/>
                    <a:pt x="10716" y="7560"/>
                  </a:cubicBezTo>
                  <a:cubicBezTo>
                    <a:pt x="11721" y="7560"/>
                    <a:pt x="12558" y="8370"/>
                    <a:pt x="13060" y="9720"/>
                  </a:cubicBezTo>
                  <a:cubicBezTo>
                    <a:pt x="12223" y="9720"/>
                    <a:pt x="12223" y="9720"/>
                    <a:pt x="12223" y="9720"/>
                  </a:cubicBezTo>
                  <a:cubicBezTo>
                    <a:pt x="11888" y="9180"/>
                    <a:pt x="11386" y="8640"/>
                    <a:pt x="10716" y="8640"/>
                  </a:cubicBezTo>
                  <a:close/>
                  <a:moveTo>
                    <a:pt x="10716" y="4320"/>
                  </a:moveTo>
                  <a:cubicBezTo>
                    <a:pt x="8540" y="4320"/>
                    <a:pt x="6865" y="6480"/>
                    <a:pt x="6195" y="9720"/>
                  </a:cubicBezTo>
                  <a:cubicBezTo>
                    <a:pt x="5526" y="9720"/>
                    <a:pt x="5526" y="9720"/>
                    <a:pt x="5526" y="9720"/>
                  </a:cubicBezTo>
                  <a:cubicBezTo>
                    <a:pt x="6195" y="5940"/>
                    <a:pt x="8205" y="3240"/>
                    <a:pt x="10716" y="3240"/>
                  </a:cubicBezTo>
                  <a:cubicBezTo>
                    <a:pt x="12893" y="3240"/>
                    <a:pt x="14735" y="5400"/>
                    <a:pt x="15572" y="8370"/>
                  </a:cubicBezTo>
                  <a:cubicBezTo>
                    <a:pt x="15070" y="8910"/>
                    <a:pt x="15070" y="8910"/>
                    <a:pt x="15070" y="8910"/>
                  </a:cubicBezTo>
                  <a:cubicBezTo>
                    <a:pt x="14233" y="6210"/>
                    <a:pt x="12558" y="4320"/>
                    <a:pt x="10716" y="4320"/>
                  </a:cubicBezTo>
                  <a:close/>
                  <a:moveTo>
                    <a:pt x="17414" y="17280"/>
                  </a:moveTo>
                  <a:cubicBezTo>
                    <a:pt x="17414" y="18900"/>
                    <a:pt x="17414" y="18900"/>
                    <a:pt x="17414" y="18900"/>
                  </a:cubicBezTo>
                  <a:cubicBezTo>
                    <a:pt x="17414" y="19170"/>
                    <a:pt x="17247" y="19440"/>
                    <a:pt x="17079" y="19440"/>
                  </a:cubicBezTo>
                  <a:cubicBezTo>
                    <a:pt x="4353" y="19440"/>
                    <a:pt x="4353" y="19440"/>
                    <a:pt x="4353" y="19440"/>
                  </a:cubicBezTo>
                  <a:cubicBezTo>
                    <a:pt x="4186" y="19440"/>
                    <a:pt x="4019" y="19170"/>
                    <a:pt x="4019" y="18900"/>
                  </a:cubicBezTo>
                  <a:cubicBezTo>
                    <a:pt x="4019" y="17280"/>
                    <a:pt x="4019" y="17280"/>
                    <a:pt x="4019" y="17280"/>
                  </a:cubicBezTo>
                  <a:cubicBezTo>
                    <a:pt x="1340" y="12420"/>
                    <a:pt x="1340" y="12420"/>
                    <a:pt x="1340" y="12420"/>
                  </a:cubicBezTo>
                  <a:cubicBezTo>
                    <a:pt x="1340" y="12150"/>
                    <a:pt x="1507" y="11880"/>
                    <a:pt x="1674" y="11880"/>
                  </a:cubicBezTo>
                  <a:cubicBezTo>
                    <a:pt x="3349" y="11880"/>
                    <a:pt x="3349" y="11880"/>
                    <a:pt x="3349" y="11880"/>
                  </a:cubicBezTo>
                  <a:cubicBezTo>
                    <a:pt x="4019" y="11880"/>
                    <a:pt x="4019" y="11880"/>
                    <a:pt x="4019" y="11880"/>
                  </a:cubicBezTo>
                  <a:cubicBezTo>
                    <a:pt x="4688" y="11880"/>
                    <a:pt x="4688" y="11880"/>
                    <a:pt x="4688" y="11880"/>
                  </a:cubicBezTo>
                  <a:cubicBezTo>
                    <a:pt x="5358" y="11880"/>
                    <a:pt x="5358" y="11880"/>
                    <a:pt x="5358" y="11880"/>
                  </a:cubicBezTo>
                  <a:cubicBezTo>
                    <a:pt x="6028" y="11880"/>
                    <a:pt x="6028" y="11880"/>
                    <a:pt x="6028" y="11880"/>
                  </a:cubicBezTo>
                  <a:cubicBezTo>
                    <a:pt x="6698" y="11880"/>
                    <a:pt x="6698" y="11880"/>
                    <a:pt x="6698" y="11880"/>
                  </a:cubicBezTo>
                  <a:cubicBezTo>
                    <a:pt x="7367" y="11880"/>
                    <a:pt x="7367" y="11880"/>
                    <a:pt x="7367" y="11880"/>
                  </a:cubicBezTo>
                  <a:cubicBezTo>
                    <a:pt x="8037" y="11880"/>
                    <a:pt x="8037" y="11880"/>
                    <a:pt x="8037" y="11880"/>
                  </a:cubicBezTo>
                  <a:cubicBezTo>
                    <a:pt x="8707" y="11880"/>
                    <a:pt x="8707" y="11880"/>
                    <a:pt x="8707" y="11880"/>
                  </a:cubicBezTo>
                  <a:cubicBezTo>
                    <a:pt x="12726" y="11880"/>
                    <a:pt x="12726" y="11880"/>
                    <a:pt x="12726" y="11880"/>
                  </a:cubicBezTo>
                  <a:cubicBezTo>
                    <a:pt x="13395" y="11880"/>
                    <a:pt x="13395" y="11880"/>
                    <a:pt x="13395" y="11880"/>
                  </a:cubicBezTo>
                  <a:cubicBezTo>
                    <a:pt x="14065" y="11880"/>
                    <a:pt x="14065" y="11880"/>
                    <a:pt x="14065" y="11880"/>
                  </a:cubicBezTo>
                  <a:cubicBezTo>
                    <a:pt x="14735" y="11880"/>
                    <a:pt x="14735" y="11880"/>
                    <a:pt x="14735" y="11880"/>
                  </a:cubicBezTo>
                  <a:cubicBezTo>
                    <a:pt x="15405" y="11880"/>
                    <a:pt x="15405" y="11880"/>
                    <a:pt x="15405" y="11880"/>
                  </a:cubicBezTo>
                  <a:cubicBezTo>
                    <a:pt x="16074" y="11880"/>
                    <a:pt x="16074" y="11880"/>
                    <a:pt x="16074" y="11880"/>
                  </a:cubicBezTo>
                  <a:cubicBezTo>
                    <a:pt x="16744" y="11880"/>
                    <a:pt x="16744" y="11880"/>
                    <a:pt x="16744" y="11880"/>
                  </a:cubicBezTo>
                  <a:cubicBezTo>
                    <a:pt x="17414" y="11880"/>
                    <a:pt x="17414" y="11880"/>
                    <a:pt x="17414" y="11880"/>
                  </a:cubicBezTo>
                  <a:cubicBezTo>
                    <a:pt x="18084" y="11880"/>
                    <a:pt x="18084" y="11880"/>
                    <a:pt x="18084" y="11880"/>
                  </a:cubicBezTo>
                  <a:cubicBezTo>
                    <a:pt x="19758" y="11880"/>
                    <a:pt x="19758" y="11880"/>
                    <a:pt x="19758" y="11880"/>
                  </a:cubicBezTo>
                  <a:cubicBezTo>
                    <a:pt x="19926" y="11880"/>
                    <a:pt x="20093" y="12150"/>
                    <a:pt x="20093" y="12420"/>
                  </a:cubicBezTo>
                  <a:lnTo>
                    <a:pt x="17414" y="1728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58" name="Shape 1158"/>
            <p:cNvSpPr/>
            <p:nvPr/>
          </p:nvSpPr>
          <p:spPr>
            <a:xfrm>
              <a:off x="234218" y="136526"/>
              <a:ext cx="64966" cy="225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999" h="21600" fill="norm" stroke="1" extrusionOk="0">
                  <a:moveTo>
                    <a:pt x="1626" y="20880"/>
                  </a:moveTo>
                  <a:cubicBezTo>
                    <a:pt x="1626" y="20880"/>
                    <a:pt x="1626" y="20880"/>
                    <a:pt x="1626" y="20880"/>
                  </a:cubicBezTo>
                  <a:cubicBezTo>
                    <a:pt x="1626" y="20880"/>
                    <a:pt x="1626" y="20880"/>
                    <a:pt x="1626" y="20880"/>
                  </a:cubicBezTo>
                  <a:cubicBezTo>
                    <a:pt x="1626" y="21600"/>
                    <a:pt x="3590" y="21600"/>
                    <a:pt x="5554" y="21600"/>
                  </a:cubicBezTo>
                  <a:cubicBezTo>
                    <a:pt x="7517" y="21600"/>
                    <a:pt x="9481" y="20880"/>
                    <a:pt x="9481" y="20160"/>
                  </a:cubicBezTo>
                  <a:cubicBezTo>
                    <a:pt x="9481" y="20160"/>
                    <a:pt x="9481" y="20160"/>
                    <a:pt x="9481" y="19440"/>
                  </a:cubicBezTo>
                  <a:cubicBezTo>
                    <a:pt x="9481" y="19440"/>
                    <a:pt x="9481" y="19440"/>
                    <a:pt x="9481" y="19440"/>
                  </a:cubicBezTo>
                  <a:cubicBezTo>
                    <a:pt x="5554" y="17280"/>
                    <a:pt x="9481" y="14400"/>
                    <a:pt x="11444" y="11520"/>
                  </a:cubicBezTo>
                  <a:cubicBezTo>
                    <a:pt x="15372" y="7920"/>
                    <a:pt x="19299" y="4320"/>
                    <a:pt x="15372" y="720"/>
                  </a:cubicBezTo>
                  <a:cubicBezTo>
                    <a:pt x="15372" y="720"/>
                    <a:pt x="13408" y="0"/>
                    <a:pt x="11444" y="0"/>
                  </a:cubicBezTo>
                  <a:cubicBezTo>
                    <a:pt x="9481" y="0"/>
                    <a:pt x="7517" y="720"/>
                    <a:pt x="7517" y="1440"/>
                  </a:cubicBezTo>
                  <a:cubicBezTo>
                    <a:pt x="7517" y="1440"/>
                    <a:pt x="7517" y="1440"/>
                    <a:pt x="7517" y="2160"/>
                  </a:cubicBezTo>
                  <a:cubicBezTo>
                    <a:pt x="7517" y="2160"/>
                    <a:pt x="7517" y="2160"/>
                    <a:pt x="7517" y="2160"/>
                  </a:cubicBezTo>
                  <a:cubicBezTo>
                    <a:pt x="7517" y="2160"/>
                    <a:pt x="7517" y="2160"/>
                    <a:pt x="7517" y="2160"/>
                  </a:cubicBezTo>
                  <a:cubicBezTo>
                    <a:pt x="7517" y="2160"/>
                    <a:pt x="7517" y="2160"/>
                    <a:pt x="7517" y="2160"/>
                  </a:cubicBezTo>
                  <a:cubicBezTo>
                    <a:pt x="11444" y="4320"/>
                    <a:pt x="7517" y="7200"/>
                    <a:pt x="5554" y="10080"/>
                  </a:cubicBezTo>
                  <a:cubicBezTo>
                    <a:pt x="1626" y="13680"/>
                    <a:pt x="-2301" y="17280"/>
                    <a:pt x="1626" y="20880"/>
                  </a:cubicBezTo>
                  <a:cubicBezTo>
                    <a:pt x="1626" y="20880"/>
                    <a:pt x="1626" y="20880"/>
                    <a:pt x="1626" y="2088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59" name="Shape 1159"/>
            <p:cNvSpPr/>
            <p:nvPr/>
          </p:nvSpPr>
          <p:spPr>
            <a:xfrm>
              <a:off x="597251" y="130176"/>
              <a:ext cx="70034" cy="225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429" h="21600" fill="norm" stroke="1" extrusionOk="0">
                  <a:moveTo>
                    <a:pt x="2338" y="20880"/>
                  </a:moveTo>
                  <a:cubicBezTo>
                    <a:pt x="2338" y="20880"/>
                    <a:pt x="2338" y="20880"/>
                    <a:pt x="2338" y="20880"/>
                  </a:cubicBezTo>
                  <a:cubicBezTo>
                    <a:pt x="2338" y="20880"/>
                    <a:pt x="2338" y="20880"/>
                    <a:pt x="2338" y="20880"/>
                  </a:cubicBezTo>
                  <a:cubicBezTo>
                    <a:pt x="2338" y="21600"/>
                    <a:pt x="4138" y="21600"/>
                    <a:pt x="4138" y="21600"/>
                  </a:cubicBezTo>
                  <a:cubicBezTo>
                    <a:pt x="7738" y="21600"/>
                    <a:pt x="7738" y="21600"/>
                    <a:pt x="7738" y="20160"/>
                  </a:cubicBezTo>
                  <a:cubicBezTo>
                    <a:pt x="7738" y="20160"/>
                    <a:pt x="7738" y="20160"/>
                    <a:pt x="7738" y="20160"/>
                  </a:cubicBezTo>
                  <a:cubicBezTo>
                    <a:pt x="7738" y="20160"/>
                    <a:pt x="7738" y="20160"/>
                    <a:pt x="7738" y="20160"/>
                  </a:cubicBezTo>
                  <a:cubicBezTo>
                    <a:pt x="5938" y="17280"/>
                    <a:pt x="7738" y="14400"/>
                    <a:pt x="11338" y="11520"/>
                  </a:cubicBezTo>
                  <a:cubicBezTo>
                    <a:pt x="14938" y="8640"/>
                    <a:pt x="18538" y="5040"/>
                    <a:pt x="14938" y="1440"/>
                  </a:cubicBezTo>
                  <a:cubicBezTo>
                    <a:pt x="13138" y="720"/>
                    <a:pt x="13138" y="0"/>
                    <a:pt x="11338" y="0"/>
                  </a:cubicBezTo>
                  <a:cubicBezTo>
                    <a:pt x="9538" y="0"/>
                    <a:pt x="7738" y="720"/>
                    <a:pt x="7738" y="1440"/>
                  </a:cubicBezTo>
                  <a:cubicBezTo>
                    <a:pt x="7738" y="2160"/>
                    <a:pt x="7738" y="2160"/>
                    <a:pt x="7738" y="2160"/>
                  </a:cubicBezTo>
                  <a:cubicBezTo>
                    <a:pt x="7738" y="2160"/>
                    <a:pt x="7738" y="2160"/>
                    <a:pt x="7738" y="2160"/>
                  </a:cubicBezTo>
                  <a:cubicBezTo>
                    <a:pt x="7738" y="2160"/>
                    <a:pt x="7738" y="2160"/>
                    <a:pt x="7738" y="2160"/>
                  </a:cubicBezTo>
                  <a:cubicBezTo>
                    <a:pt x="7738" y="2160"/>
                    <a:pt x="7738" y="2160"/>
                    <a:pt x="7738" y="2160"/>
                  </a:cubicBezTo>
                  <a:cubicBezTo>
                    <a:pt x="11338" y="5040"/>
                    <a:pt x="7738" y="7920"/>
                    <a:pt x="4138" y="10800"/>
                  </a:cubicBezTo>
                  <a:cubicBezTo>
                    <a:pt x="2338" y="13680"/>
                    <a:pt x="-3062" y="17280"/>
                    <a:pt x="2338" y="20880"/>
                  </a:cubicBezTo>
                  <a:cubicBezTo>
                    <a:pt x="2338" y="20880"/>
                    <a:pt x="2338" y="20880"/>
                    <a:pt x="2338" y="2088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60" name="Shape 1160"/>
            <p:cNvSpPr/>
            <p:nvPr/>
          </p:nvSpPr>
          <p:spPr>
            <a:xfrm>
              <a:off x="443768" y="0"/>
              <a:ext cx="65171" cy="225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53" h="21600" fill="norm" stroke="1" extrusionOk="0">
                  <a:moveTo>
                    <a:pt x="1626" y="20880"/>
                  </a:moveTo>
                  <a:cubicBezTo>
                    <a:pt x="1626" y="20880"/>
                    <a:pt x="1626" y="20880"/>
                    <a:pt x="1626" y="20880"/>
                  </a:cubicBezTo>
                  <a:cubicBezTo>
                    <a:pt x="1626" y="20880"/>
                    <a:pt x="1626" y="20880"/>
                    <a:pt x="1626" y="20880"/>
                  </a:cubicBezTo>
                  <a:cubicBezTo>
                    <a:pt x="1626" y="21600"/>
                    <a:pt x="3590" y="21600"/>
                    <a:pt x="5554" y="21600"/>
                  </a:cubicBezTo>
                  <a:cubicBezTo>
                    <a:pt x="7517" y="21600"/>
                    <a:pt x="9481" y="20880"/>
                    <a:pt x="9481" y="20160"/>
                  </a:cubicBezTo>
                  <a:cubicBezTo>
                    <a:pt x="9481" y="20160"/>
                    <a:pt x="9481" y="20160"/>
                    <a:pt x="9481" y="20160"/>
                  </a:cubicBezTo>
                  <a:cubicBezTo>
                    <a:pt x="9481" y="20160"/>
                    <a:pt x="9481" y="20160"/>
                    <a:pt x="9481" y="20160"/>
                  </a:cubicBezTo>
                  <a:cubicBezTo>
                    <a:pt x="5554" y="17280"/>
                    <a:pt x="9481" y="14400"/>
                    <a:pt x="13408" y="11520"/>
                  </a:cubicBezTo>
                  <a:cubicBezTo>
                    <a:pt x="15372" y="7920"/>
                    <a:pt x="19299" y="4320"/>
                    <a:pt x="15372" y="720"/>
                  </a:cubicBezTo>
                  <a:cubicBezTo>
                    <a:pt x="15372" y="720"/>
                    <a:pt x="13408" y="0"/>
                    <a:pt x="11444" y="0"/>
                  </a:cubicBezTo>
                  <a:cubicBezTo>
                    <a:pt x="9481" y="0"/>
                    <a:pt x="7517" y="720"/>
                    <a:pt x="7517" y="1440"/>
                  </a:cubicBezTo>
                  <a:cubicBezTo>
                    <a:pt x="7517" y="1440"/>
                    <a:pt x="7517" y="2160"/>
                    <a:pt x="9481" y="2160"/>
                  </a:cubicBezTo>
                  <a:cubicBezTo>
                    <a:pt x="9481" y="2160"/>
                    <a:pt x="9481" y="2160"/>
                    <a:pt x="9481" y="2160"/>
                  </a:cubicBezTo>
                  <a:cubicBezTo>
                    <a:pt x="9481" y="2160"/>
                    <a:pt x="9481" y="2160"/>
                    <a:pt x="9481" y="2160"/>
                  </a:cubicBezTo>
                  <a:cubicBezTo>
                    <a:pt x="9481" y="2160"/>
                    <a:pt x="9481" y="2160"/>
                    <a:pt x="9481" y="2160"/>
                  </a:cubicBezTo>
                  <a:cubicBezTo>
                    <a:pt x="11444" y="5040"/>
                    <a:pt x="9481" y="7200"/>
                    <a:pt x="5554" y="10080"/>
                  </a:cubicBezTo>
                  <a:cubicBezTo>
                    <a:pt x="1626" y="13680"/>
                    <a:pt x="-2301" y="17280"/>
                    <a:pt x="1626" y="20880"/>
                  </a:cubicBezTo>
                  <a:cubicBezTo>
                    <a:pt x="1626" y="20880"/>
                    <a:pt x="1626" y="20880"/>
                    <a:pt x="1626" y="2088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62" name="Shape 1162"/>
          <p:cNvSpPr/>
          <p:nvPr/>
        </p:nvSpPr>
        <p:spPr>
          <a:xfrm>
            <a:off x="11075554" y="7143543"/>
            <a:ext cx="962025" cy="63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900" y="0"/>
                </a:moveTo>
                <a:cubicBezTo>
                  <a:pt x="2700" y="0"/>
                  <a:pt x="2700" y="0"/>
                  <a:pt x="2700" y="0"/>
                </a:cubicBezTo>
                <a:cubicBezTo>
                  <a:pt x="1181" y="0"/>
                  <a:pt x="0" y="1800"/>
                  <a:pt x="0" y="4114"/>
                </a:cubicBezTo>
                <a:cubicBezTo>
                  <a:pt x="0" y="17486"/>
                  <a:pt x="0" y="17486"/>
                  <a:pt x="0" y="17486"/>
                </a:cubicBezTo>
                <a:cubicBezTo>
                  <a:pt x="0" y="19800"/>
                  <a:pt x="1181" y="21600"/>
                  <a:pt x="2700" y="21600"/>
                </a:cubicBezTo>
                <a:cubicBezTo>
                  <a:pt x="18900" y="21600"/>
                  <a:pt x="18900" y="21600"/>
                  <a:pt x="18900" y="21600"/>
                </a:cubicBezTo>
                <a:cubicBezTo>
                  <a:pt x="20419" y="21600"/>
                  <a:pt x="21600" y="19800"/>
                  <a:pt x="21600" y="17486"/>
                </a:cubicBezTo>
                <a:cubicBezTo>
                  <a:pt x="21600" y="4114"/>
                  <a:pt x="21600" y="4114"/>
                  <a:pt x="21600" y="4114"/>
                </a:cubicBezTo>
                <a:cubicBezTo>
                  <a:pt x="21600" y="1800"/>
                  <a:pt x="20419" y="0"/>
                  <a:pt x="18900" y="0"/>
                </a:cubicBezTo>
                <a:close/>
                <a:moveTo>
                  <a:pt x="1350" y="5400"/>
                </a:moveTo>
                <a:cubicBezTo>
                  <a:pt x="6075" y="10800"/>
                  <a:pt x="6075" y="10800"/>
                  <a:pt x="6075" y="10800"/>
                </a:cubicBezTo>
                <a:cubicBezTo>
                  <a:pt x="1350" y="16200"/>
                  <a:pt x="1350" y="16200"/>
                  <a:pt x="1350" y="16200"/>
                </a:cubicBezTo>
                <a:lnTo>
                  <a:pt x="1350" y="5400"/>
                </a:lnTo>
                <a:close/>
                <a:moveTo>
                  <a:pt x="20250" y="17486"/>
                </a:moveTo>
                <a:cubicBezTo>
                  <a:pt x="20250" y="18514"/>
                  <a:pt x="19575" y="19543"/>
                  <a:pt x="18900" y="19543"/>
                </a:cubicBezTo>
                <a:cubicBezTo>
                  <a:pt x="2700" y="19543"/>
                  <a:pt x="2700" y="19543"/>
                  <a:pt x="2700" y="19543"/>
                </a:cubicBezTo>
                <a:cubicBezTo>
                  <a:pt x="2025" y="19543"/>
                  <a:pt x="1350" y="18514"/>
                  <a:pt x="1350" y="17486"/>
                </a:cubicBezTo>
                <a:cubicBezTo>
                  <a:pt x="6581" y="11571"/>
                  <a:pt x="6581" y="11571"/>
                  <a:pt x="6581" y="11571"/>
                </a:cubicBezTo>
                <a:cubicBezTo>
                  <a:pt x="9619" y="14914"/>
                  <a:pt x="9619" y="14914"/>
                  <a:pt x="9619" y="14914"/>
                </a:cubicBezTo>
                <a:cubicBezTo>
                  <a:pt x="9956" y="15171"/>
                  <a:pt x="10294" y="15429"/>
                  <a:pt x="10800" y="15429"/>
                </a:cubicBezTo>
                <a:cubicBezTo>
                  <a:pt x="11306" y="15429"/>
                  <a:pt x="11644" y="15171"/>
                  <a:pt x="11981" y="14914"/>
                </a:cubicBezTo>
                <a:cubicBezTo>
                  <a:pt x="15019" y="11571"/>
                  <a:pt x="15019" y="11571"/>
                  <a:pt x="15019" y="11571"/>
                </a:cubicBezTo>
                <a:cubicBezTo>
                  <a:pt x="20250" y="17486"/>
                  <a:pt x="20250" y="17486"/>
                  <a:pt x="20250" y="17486"/>
                </a:cubicBezTo>
                <a:close/>
                <a:moveTo>
                  <a:pt x="20250" y="16200"/>
                </a:moveTo>
                <a:cubicBezTo>
                  <a:pt x="15525" y="10800"/>
                  <a:pt x="15525" y="10800"/>
                  <a:pt x="15525" y="10800"/>
                </a:cubicBezTo>
                <a:cubicBezTo>
                  <a:pt x="20250" y="5400"/>
                  <a:pt x="20250" y="5400"/>
                  <a:pt x="20250" y="5400"/>
                </a:cubicBezTo>
                <a:lnTo>
                  <a:pt x="20250" y="16200"/>
                </a:lnTo>
                <a:close/>
                <a:moveTo>
                  <a:pt x="11644" y="13886"/>
                </a:moveTo>
                <a:cubicBezTo>
                  <a:pt x="11306" y="14143"/>
                  <a:pt x="11138" y="14400"/>
                  <a:pt x="10800" y="14400"/>
                </a:cubicBezTo>
                <a:cubicBezTo>
                  <a:pt x="10462" y="14400"/>
                  <a:pt x="10294" y="14143"/>
                  <a:pt x="9956" y="13886"/>
                </a:cubicBezTo>
                <a:cubicBezTo>
                  <a:pt x="7256" y="10800"/>
                  <a:pt x="7256" y="10800"/>
                  <a:pt x="7256" y="10800"/>
                </a:cubicBezTo>
                <a:cubicBezTo>
                  <a:pt x="6581" y="10286"/>
                  <a:pt x="6581" y="10286"/>
                  <a:pt x="6581" y="10286"/>
                </a:cubicBezTo>
                <a:cubicBezTo>
                  <a:pt x="1350" y="4114"/>
                  <a:pt x="1350" y="4114"/>
                  <a:pt x="1350" y="4114"/>
                </a:cubicBezTo>
                <a:cubicBezTo>
                  <a:pt x="1350" y="4114"/>
                  <a:pt x="1350" y="4114"/>
                  <a:pt x="1350" y="4114"/>
                </a:cubicBezTo>
                <a:cubicBezTo>
                  <a:pt x="1350" y="3086"/>
                  <a:pt x="2025" y="2057"/>
                  <a:pt x="2700" y="2057"/>
                </a:cubicBezTo>
                <a:cubicBezTo>
                  <a:pt x="18900" y="2057"/>
                  <a:pt x="18900" y="2057"/>
                  <a:pt x="18900" y="2057"/>
                </a:cubicBezTo>
                <a:cubicBezTo>
                  <a:pt x="19575" y="2057"/>
                  <a:pt x="20250" y="3086"/>
                  <a:pt x="20250" y="4114"/>
                </a:cubicBezTo>
                <a:lnTo>
                  <a:pt x="11644" y="13886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65" name="Group 1165"/>
          <p:cNvGrpSpPr/>
          <p:nvPr/>
        </p:nvGrpSpPr>
        <p:grpSpPr>
          <a:xfrm>
            <a:off x="11303313" y="4117104"/>
            <a:ext cx="723901" cy="962025"/>
            <a:chOff x="0" y="0"/>
            <a:chExt cx="723900" cy="962024"/>
          </a:xfrm>
        </p:grpSpPr>
        <p:sp>
          <p:nvSpPr>
            <p:cNvPr id="1163" name="Shape 1163"/>
            <p:cNvSpPr/>
            <p:nvPr/>
          </p:nvSpPr>
          <p:spPr>
            <a:xfrm>
              <a:off x="180973" y="171450"/>
              <a:ext cx="361951" cy="361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16650" y="21600"/>
                    <a:pt x="21600" y="16650"/>
                    <a:pt x="21600" y="10800"/>
                  </a:cubicBezTo>
                  <a:cubicBezTo>
                    <a:pt x="21600" y="4950"/>
                    <a:pt x="16650" y="0"/>
                    <a:pt x="10800" y="0"/>
                  </a:cubicBezTo>
                  <a:cubicBezTo>
                    <a:pt x="4950" y="0"/>
                    <a:pt x="0" y="4950"/>
                    <a:pt x="0" y="10800"/>
                  </a:cubicBezTo>
                  <a:cubicBezTo>
                    <a:pt x="0" y="16650"/>
                    <a:pt x="4950" y="21600"/>
                    <a:pt x="10800" y="21600"/>
                  </a:cubicBezTo>
                  <a:close/>
                  <a:moveTo>
                    <a:pt x="10800" y="1800"/>
                  </a:moveTo>
                  <a:cubicBezTo>
                    <a:pt x="15750" y="1800"/>
                    <a:pt x="19800" y="5850"/>
                    <a:pt x="19800" y="10800"/>
                  </a:cubicBezTo>
                  <a:cubicBezTo>
                    <a:pt x="19800" y="15750"/>
                    <a:pt x="15750" y="19800"/>
                    <a:pt x="10800" y="19800"/>
                  </a:cubicBezTo>
                  <a:cubicBezTo>
                    <a:pt x="5850" y="19800"/>
                    <a:pt x="1800" y="15750"/>
                    <a:pt x="1800" y="10800"/>
                  </a:cubicBezTo>
                  <a:cubicBezTo>
                    <a:pt x="1800" y="5850"/>
                    <a:pt x="5850" y="1800"/>
                    <a:pt x="10800" y="1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64" name="Shape 1164"/>
            <p:cNvSpPr/>
            <p:nvPr/>
          </p:nvSpPr>
          <p:spPr>
            <a:xfrm>
              <a:off x="0" y="-1"/>
              <a:ext cx="723900" cy="962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50" y="0"/>
                    <a:pt x="0" y="3544"/>
                    <a:pt x="0" y="8100"/>
                  </a:cubicBezTo>
                  <a:cubicBezTo>
                    <a:pt x="0" y="12825"/>
                    <a:pt x="5400" y="17719"/>
                    <a:pt x="9225" y="21094"/>
                  </a:cubicBezTo>
                  <a:cubicBezTo>
                    <a:pt x="9450" y="21094"/>
                    <a:pt x="9900" y="21600"/>
                    <a:pt x="10800" y="216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1700" y="21600"/>
                    <a:pt x="12150" y="21094"/>
                    <a:pt x="12150" y="21094"/>
                  </a:cubicBezTo>
                  <a:cubicBezTo>
                    <a:pt x="16200" y="17719"/>
                    <a:pt x="21600" y="12825"/>
                    <a:pt x="21600" y="8100"/>
                  </a:cubicBezTo>
                  <a:cubicBezTo>
                    <a:pt x="21600" y="3544"/>
                    <a:pt x="16650" y="0"/>
                    <a:pt x="10800" y="0"/>
                  </a:cubicBezTo>
                  <a:close/>
                  <a:moveTo>
                    <a:pt x="10800" y="20250"/>
                  </a:moveTo>
                  <a:cubicBezTo>
                    <a:pt x="10800" y="20250"/>
                    <a:pt x="10800" y="20250"/>
                    <a:pt x="10800" y="20250"/>
                  </a:cubicBezTo>
                  <a:cubicBezTo>
                    <a:pt x="10800" y="20250"/>
                    <a:pt x="10800" y="20250"/>
                    <a:pt x="10575" y="20081"/>
                  </a:cubicBezTo>
                  <a:cubicBezTo>
                    <a:pt x="7425" y="17381"/>
                    <a:pt x="1800" y="12487"/>
                    <a:pt x="1800" y="8100"/>
                  </a:cubicBezTo>
                  <a:cubicBezTo>
                    <a:pt x="1800" y="4387"/>
                    <a:pt x="5850" y="1350"/>
                    <a:pt x="10800" y="1350"/>
                  </a:cubicBezTo>
                  <a:cubicBezTo>
                    <a:pt x="15750" y="1350"/>
                    <a:pt x="19800" y="4387"/>
                    <a:pt x="19800" y="8100"/>
                  </a:cubicBezTo>
                  <a:cubicBezTo>
                    <a:pt x="19800" y="12487"/>
                    <a:pt x="14175" y="17381"/>
                    <a:pt x="10800" y="2025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168" name="Group 1168"/>
          <p:cNvGrpSpPr/>
          <p:nvPr/>
        </p:nvGrpSpPr>
        <p:grpSpPr>
          <a:xfrm>
            <a:off x="16594018" y="4124759"/>
            <a:ext cx="962025" cy="904875"/>
            <a:chOff x="0" y="0"/>
            <a:chExt cx="962024" cy="904874"/>
          </a:xfrm>
        </p:grpSpPr>
        <p:sp>
          <p:nvSpPr>
            <p:cNvPr id="1166" name="Shape 1166"/>
            <p:cNvSpPr/>
            <p:nvPr/>
          </p:nvSpPr>
          <p:spPr>
            <a:xfrm>
              <a:off x="120650" y="120650"/>
              <a:ext cx="723901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700" y="0"/>
                  </a:moveTo>
                  <a:cubicBezTo>
                    <a:pt x="900" y="0"/>
                    <a:pt x="900" y="0"/>
                    <a:pt x="900" y="0"/>
                  </a:cubicBezTo>
                  <a:cubicBezTo>
                    <a:pt x="450" y="0"/>
                    <a:pt x="0" y="675"/>
                    <a:pt x="0" y="1350"/>
                  </a:cubicBezTo>
                  <a:cubicBezTo>
                    <a:pt x="0" y="20250"/>
                    <a:pt x="0" y="20250"/>
                    <a:pt x="0" y="20250"/>
                  </a:cubicBezTo>
                  <a:cubicBezTo>
                    <a:pt x="0" y="20925"/>
                    <a:pt x="450" y="21600"/>
                    <a:pt x="900" y="21600"/>
                  </a:cubicBezTo>
                  <a:cubicBezTo>
                    <a:pt x="20700" y="21600"/>
                    <a:pt x="20700" y="21600"/>
                    <a:pt x="20700" y="21600"/>
                  </a:cubicBezTo>
                  <a:cubicBezTo>
                    <a:pt x="21150" y="21600"/>
                    <a:pt x="21600" y="20925"/>
                    <a:pt x="21600" y="20250"/>
                  </a:cubicBezTo>
                  <a:cubicBezTo>
                    <a:pt x="21600" y="1350"/>
                    <a:pt x="21600" y="1350"/>
                    <a:pt x="21600" y="1350"/>
                  </a:cubicBezTo>
                  <a:cubicBezTo>
                    <a:pt x="21600" y="675"/>
                    <a:pt x="21150" y="0"/>
                    <a:pt x="20700" y="0"/>
                  </a:cubicBezTo>
                  <a:close/>
                  <a:moveTo>
                    <a:pt x="20700" y="20250"/>
                  </a:moveTo>
                  <a:cubicBezTo>
                    <a:pt x="900" y="20250"/>
                    <a:pt x="900" y="20250"/>
                    <a:pt x="900" y="20250"/>
                  </a:cubicBezTo>
                  <a:cubicBezTo>
                    <a:pt x="900" y="1350"/>
                    <a:pt x="900" y="1350"/>
                    <a:pt x="900" y="1350"/>
                  </a:cubicBezTo>
                  <a:cubicBezTo>
                    <a:pt x="20700" y="1350"/>
                    <a:pt x="20700" y="1350"/>
                    <a:pt x="20700" y="1350"/>
                  </a:cubicBezTo>
                  <a:lnTo>
                    <a:pt x="20700" y="2025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67" name="Shape 1167"/>
            <p:cNvSpPr/>
            <p:nvPr/>
          </p:nvSpPr>
          <p:spPr>
            <a:xfrm>
              <a:off x="-1" y="-1"/>
              <a:ext cx="962026" cy="904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844" y="0"/>
                    <a:pt x="0" y="900"/>
                    <a:pt x="0" y="2160"/>
                  </a:cubicBezTo>
                  <a:cubicBezTo>
                    <a:pt x="0" y="16560"/>
                    <a:pt x="0" y="16560"/>
                    <a:pt x="0" y="16560"/>
                  </a:cubicBezTo>
                  <a:cubicBezTo>
                    <a:pt x="0" y="17820"/>
                    <a:pt x="844" y="18720"/>
                    <a:pt x="2025" y="18720"/>
                  </a:cubicBezTo>
                  <a:cubicBezTo>
                    <a:pt x="8775" y="18720"/>
                    <a:pt x="8775" y="18720"/>
                    <a:pt x="8775" y="18720"/>
                  </a:cubicBezTo>
                  <a:cubicBezTo>
                    <a:pt x="8775" y="19620"/>
                    <a:pt x="8775" y="19620"/>
                    <a:pt x="8775" y="19620"/>
                  </a:cubicBezTo>
                  <a:cubicBezTo>
                    <a:pt x="4556" y="20160"/>
                    <a:pt x="4556" y="20160"/>
                    <a:pt x="4556" y="20160"/>
                  </a:cubicBezTo>
                  <a:cubicBezTo>
                    <a:pt x="4219" y="20340"/>
                    <a:pt x="4050" y="20520"/>
                    <a:pt x="4050" y="20880"/>
                  </a:cubicBezTo>
                  <a:cubicBezTo>
                    <a:pt x="4050" y="21240"/>
                    <a:pt x="4387" y="21600"/>
                    <a:pt x="4725" y="21600"/>
                  </a:cubicBezTo>
                  <a:cubicBezTo>
                    <a:pt x="16875" y="21600"/>
                    <a:pt x="16875" y="21600"/>
                    <a:pt x="16875" y="21600"/>
                  </a:cubicBezTo>
                  <a:cubicBezTo>
                    <a:pt x="17212" y="21600"/>
                    <a:pt x="17550" y="21240"/>
                    <a:pt x="17550" y="20880"/>
                  </a:cubicBezTo>
                  <a:cubicBezTo>
                    <a:pt x="17550" y="20520"/>
                    <a:pt x="17381" y="20340"/>
                    <a:pt x="17044" y="20160"/>
                  </a:cubicBezTo>
                  <a:cubicBezTo>
                    <a:pt x="12825" y="19620"/>
                    <a:pt x="12825" y="19620"/>
                    <a:pt x="12825" y="19620"/>
                  </a:cubicBezTo>
                  <a:cubicBezTo>
                    <a:pt x="12825" y="18720"/>
                    <a:pt x="12825" y="18720"/>
                    <a:pt x="12825" y="18720"/>
                  </a:cubicBezTo>
                  <a:cubicBezTo>
                    <a:pt x="19575" y="18720"/>
                    <a:pt x="19575" y="18720"/>
                    <a:pt x="19575" y="18720"/>
                  </a:cubicBezTo>
                  <a:cubicBezTo>
                    <a:pt x="20756" y="18720"/>
                    <a:pt x="21600" y="17820"/>
                    <a:pt x="21600" y="16560"/>
                  </a:cubicBezTo>
                  <a:cubicBezTo>
                    <a:pt x="21600" y="2160"/>
                    <a:pt x="21600" y="2160"/>
                    <a:pt x="21600" y="2160"/>
                  </a:cubicBezTo>
                  <a:cubicBezTo>
                    <a:pt x="21600" y="900"/>
                    <a:pt x="20756" y="0"/>
                    <a:pt x="19575" y="0"/>
                  </a:cubicBezTo>
                  <a:close/>
                  <a:moveTo>
                    <a:pt x="20250" y="16560"/>
                  </a:moveTo>
                  <a:cubicBezTo>
                    <a:pt x="20250" y="16920"/>
                    <a:pt x="19913" y="17280"/>
                    <a:pt x="19575" y="17280"/>
                  </a:cubicBezTo>
                  <a:cubicBezTo>
                    <a:pt x="13500" y="17280"/>
                    <a:pt x="13500" y="17280"/>
                    <a:pt x="13500" y="17280"/>
                  </a:cubicBezTo>
                  <a:cubicBezTo>
                    <a:pt x="8100" y="17280"/>
                    <a:pt x="8100" y="17280"/>
                    <a:pt x="8100" y="17280"/>
                  </a:cubicBezTo>
                  <a:cubicBezTo>
                    <a:pt x="2025" y="17280"/>
                    <a:pt x="2025" y="17280"/>
                    <a:pt x="2025" y="17280"/>
                  </a:cubicBezTo>
                  <a:cubicBezTo>
                    <a:pt x="1687" y="17280"/>
                    <a:pt x="1350" y="16920"/>
                    <a:pt x="1350" y="16560"/>
                  </a:cubicBezTo>
                  <a:cubicBezTo>
                    <a:pt x="1350" y="2160"/>
                    <a:pt x="1350" y="2160"/>
                    <a:pt x="1350" y="2160"/>
                  </a:cubicBezTo>
                  <a:cubicBezTo>
                    <a:pt x="1350" y="1800"/>
                    <a:pt x="1687" y="1440"/>
                    <a:pt x="2025" y="1440"/>
                  </a:cubicBezTo>
                  <a:cubicBezTo>
                    <a:pt x="19575" y="1440"/>
                    <a:pt x="19575" y="1440"/>
                    <a:pt x="19575" y="1440"/>
                  </a:cubicBezTo>
                  <a:cubicBezTo>
                    <a:pt x="19913" y="1440"/>
                    <a:pt x="20250" y="1800"/>
                    <a:pt x="20250" y="2160"/>
                  </a:cubicBezTo>
                  <a:lnTo>
                    <a:pt x="20250" y="1656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174" name="Group 1174"/>
          <p:cNvGrpSpPr/>
          <p:nvPr/>
        </p:nvGrpSpPr>
        <p:grpSpPr>
          <a:xfrm>
            <a:off x="2116421" y="4328921"/>
            <a:ext cx="7276825" cy="5629245"/>
            <a:chOff x="0" y="0"/>
            <a:chExt cx="7276823" cy="5629243"/>
          </a:xfrm>
        </p:grpSpPr>
        <p:sp>
          <p:nvSpPr>
            <p:cNvPr id="1169" name="Shape 1169"/>
            <p:cNvSpPr/>
            <p:nvPr/>
          </p:nvSpPr>
          <p:spPr>
            <a:xfrm>
              <a:off x="0" y="0"/>
              <a:ext cx="7276824" cy="5629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298" y="21600"/>
                  </a:moveTo>
                  <a:cubicBezTo>
                    <a:pt x="2302" y="21600"/>
                    <a:pt x="2302" y="21600"/>
                    <a:pt x="2302" y="21600"/>
                  </a:cubicBezTo>
                  <a:cubicBezTo>
                    <a:pt x="1062" y="21600"/>
                    <a:pt x="0" y="20221"/>
                    <a:pt x="0" y="18613"/>
                  </a:cubicBezTo>
                  <a:cubicBezTo>
                    <a:pt x="0" y="2987"/>
                    <a:pt x="0" y="2987"/>
                    <a:pt x="0" y="2987"/>
                  </a:cubicBezTo>
                  <a:cubicBezTo>
                    <a:pt x="0" y="1379"/>
                    <a:pt x="1062" y="0"/>
                    <a:pt x="2302" y="0"/>
                  </a:cubicBezTo>
                  <a:cubicBezTo>
                    <a:pt x="19298" y="0"/>
                    <a:pt x="19298" y="0"/>
                    <a:pt x="19298" y="0"/>
                  </a:cubicBezTo>
                  <a:cubicBezTo>
                    <a:pt x="20626" y="0"/>
                    <a:pt x="21600" y="1379"/>
                    <a:pt x="21600" y="2987"/>
                  </a:cubicBezTo>
                  <a:cubicBezTo>
                    <a:pt x="21600" y="18613"/>
                    <a:pt x="21600" y="18613"/>
                    <a:pt x="21600" y="18613"/>
                  </a:cubicBezTo>
                  <a:cubicBezTo>
                    <a:pt x="21600" y="20221"/>
                    <a:pt x="20626" y="21600"/>
                    <a:pt x="19298" y="21600"/>
                  </a:cubicBezTo>
                  <a:close/>
                  <a:moveTo>
                    <a:pt x="2302" y="1379"/>
                  </a:moveTo>
                  <a:cubicBezTo>
                    <a:pt x="1682" y="1379"/>
                    <a:pt x="1062" y="2068"/>
                    <a:pt x="1062" y="2987"/>
                  </a:cubicBezTo>
                  <a:cubicBezTo>
                    <a:pt x="1062" y="18613"/>
                    <a:pt x="1062" y="18613"/>
                    <a:pt x="1062" y="18613"/>
                  </a:cubicBezTo>
                  <a:cubicBezTo>
                    <a:pt x="1062" y="19532"/>
                    <a:pt x="1682" y="20221"/>
                    <a:pt x="2302" y="20221"/>
                  </a:cubicBezTo>
                  <a:cubicBezTo>
                    <a:pt x="19298" y="20221"/>
                    <a:pt x="19298" y="20221"/>
                    <a:pt x="19298" y="20221"/>
                  </a:cubicBezTo>
                  <a:cubicBezTo>
                    <a:pt x="20007" y="20221"/>
                    <a:pt x="20538" y="19532"/>
                    <a:pt x="20538" y="18613"/>
                  </a:cubicBezTo>
                  <a:cubicBezTo>
                    <a:pt x="20538" y="2987"/>
                    <a:pt x="20538" y="2987"/>
                    <a:pt x="20538" y="2987"/>
                  </a:cubicBezTo>
                  <a:cubicBezTo>
                    <a:pt x="20538" y="2068"/>
                    <a:pt x="20007" y="1379"/>
                    <a:pt x="19298" y="1379"/>
                  </a:cubicBezTo>
                  <a:lnTo>
                    <a:pt x="2302" y="1379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70" name="Shape 1170"/>
            <p:cNvSpPr/>
            <p:nvPr/>
          </p:nvSpPr>
          <p:spPr>
            <a:xfrm>
              <a:off x="0" y="1198241"/>
              <a:ext cx="7276824" cy="361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9" y="21600"/>
                  </a:moveTo>
                  <a:cubicBezTo>
                    <a:pt x="531" y="21600"/>
                    <a:pt x="531" y="21600"/>
                    <a:pt x="531" y="21600"/>
                  </a:cubicBezTo>
                  <a:cubicBezTo>
                    <a:pt x="266" y="21600"/>
                    <a:pt x="0" y="16200"/>
                    <a:pt x="0" y="10800"/>
                  </a:cubicBezTo>
                  <a:cubicBezTo>
                    <a:pt x="0" y="5400"/>
                    <a:pt x="266" y="0"/>
                    <a:pt x="531" y="0"/>
                  </a:cubicBezTo>
                  <a:cubicBezTo>
                    <a:pt x="21069" y="0"/>
                    <a:pt x="21069" y="0"/>
                    <a:pt x="21069" y="0"/>
                  </a:cubicBezTo>
                  <a:cubicBezTo>
                    <a:pt x="21423" y="0"/>
                    <a:pt x="21600" y="5400"/>
                    <a:pt x="21600" y="10800"/>
                  </a:cubicBezTo>
                  <a:cubicBezTo>
                    <a:pt x="21600" y="16200"/>
                    <a:pt x="21423" y="21600"/>
                    <a:pt x="21069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71" name="Shape 1171"/>
            <p:cNvSpPr/>
            <p:nvPr/>
          </p:nvSpPr>
          <p:spPr>
            <a:xfrm>
              <a:off x="711452" y="474304"/>
              <a:ext cx="599122" cy="599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5400" y="21600"/>
                    <a:pt x="0" y="17280"/>
                    <a:pt x="0" y="10800"/>
                  </a:cubicBezTo>
                  <a:cubicBezTo>
                    <a:pt x="0" y="4320"/>
                    <a:pt x="5400" y="0"/>
                    <a:pt x="10800" y="0"/>
                  </a:cubicBezTo>
                  <a:cubicBezTo>
                    <a:pt x="17280" y="0"/>
                    <a:pt x="21600" y="4320"/>
                    <a:pt x="21600" y="10800"/>
                  </a:cubicBezTo>
                  <a:cubicBezTo>
                    <a:pt x="21600" y="17280"/>
                    <a:pt x="17280" y="21600"/>
                    <a:pt x="10800" y="21600"/>
                  </a:cubicBezTo>
                  <a:close/>
                  <a:moveTo>
                    <a:pt x="10800" y="8640"/>
                  </a:moveTo>
                  <a:cubicBezTo>
                    <a:pt x="9720" y="8640"/>
                    <a:pt x="8640" y="9720"/>
                    <a:pt x="8640" y="10800"/>
                  </a:cubicBezTo>
                  <a:cubicBezTo>
                    <a:pt x="8640" y="11880"/>
                    <a:pt x="9720" y="12960"/>
                    <a:pt x="10800" y="12960"/>
                  </a:cubicBezTo>
                  <a:cubicBezTo>
                    <a:pt x="11880" y="12960"/>
                    <a:pt x="12960" y="11880"/>
                    <a:pt x="12960" y="10800"/>
                  </a:cubicBezTo>
                  <a:cubicBezTo>
                    <a:pt x="12960" y="9720"/>
                    <a:pt x="11880" y="8640"/>
                    <a:pt x="10800" y="864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72" name="Shape 1172"/>
            <p:cNvSpPr/>
            <p:nvPr/>
          </p:nvSpPr>
          <p:spPr>
            <a:xfrm>
              <a:off x="1422913" y="474304"/>
              <a:ext cx="599122" cy="599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5400" y="21600"/>
                    <a:pt x="0" y="17280"/>
                    <a:pt x="0" y="10800"/>
                  </a:cubicBezTo>
                  <a:cubicBezTo>
                    <a:pt x="0" y="4320"/>
                    <a:pt x="5400" y="0"/>
                    <a:pt x="10800" y="0"/>
                  </a:cubicBezTo>
                  <a:cubicBezTo>
                    <a:pt x="17280" y="0"/>
                    <a:pt x="21600" y="4320"/>
                    <a:pt x="21600" y="10800"/>
                  </a:cubicBezTo>
                  <a:cubicBezTo>
                    <a:pt x="21600" y="17280"/>
                    <a:pt x="17280" y="21600"/>
                    <a:pt x="10800" y="21600"/>
                  </a:cubicBezTo>
                  <a:close/>
                  <a:moveTo>
                    <a:pt x="10800" y="8640"/>
                  </a:moveTo>
                  <a:cubicBezTo>
                    <a:pt x="9720" y="8640"/>
                    <a:pt x="8640" y="9720"/>
                    <a:pt x="8640" y="10800"/>
                  </a:cubicBezTo>
                  <a:cubicBezTo>
                    <a:pt x="8640" y="11880"/>
                    <a:pt x="9720" y="12960"/>
                    <a:pt x="10800" y="12960"/>
                  </a:cubicBezTo>
                  <a:cubicBezTo>
                    <a:pt x="11880" y="12960"/>
                    <a:pt x="12960" y="11880"/>
                    <a:pt x="12960" y="10800"/>
                  </a:cubicBezTo>
                  <a:cubicBezTo>
                    <a:pt x="12960" y="9720"/>
                    <a:pt x="11880" y="8640"/>
                    <a:pt x="10800" y="864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73" name="Shape 1173"/>
            <p:cNvSpPr/>
            <p:nvPr/>
          </p:nvSpPr>
          <p:spPr>
            <a:xfrm>
              <a:off x="2146851" y="474304"/>
              <a:ext cx="599122" cy="599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5400" y="21600"/>
                    <a:pt x="0" y="17280"/>
                    <a:pt x="0" y="10800"/>
                  </a:cubicBezTo>
                  <a:cubicBezTo>
                    <a:pt x="0" y="4320"/>
                    <a:pt x="5400" y="0"/>
                    <a:pt x="10800" y="0"/>
                  </a:cubicBezTo>
                  <a:cubicBezTo>
                    <a:pt x="17280" y="0"/>
                    <a:pt x="21600" y="4320"/>
                    <a:pt x="21600" y="10800"/>
                  </a:cubicBezTo>
                  <a:cubicBezTo>
                    <a:pt x="21600" y="17280"/>
                    <a:pt x="17280" y="21600"/>
                    <a:pt x="10800" y="21600"/>
                  </a:cubicBezTo>
                  <a:close/>
                  <a:moveTo>
                    <a:pt x="10800" y="8640"/>
                  </a:moveTo>
                  <a:cubicBezTo>
                    <a:pt x="9720" y="8640"/>
                    <a:pt x="8640" y="9720"/>
                    <a:pt x="8640" y="10800"/>
                  </a:cubicBezTo>
                  <a:cubicBezTo>
                    <a:pt x="8640" y="11880"/>
                    <a:pt x="9720" y="12960"/>
                    <a:pt x="10800" y="12960"/>
                  </a:cubicBezTo>
                  <a:cubicBezTo>
                    <a:pt x="11880" y="12960"/>
                    <a:pt x="12960" y="11880"/>
                    <a:pt x="12960" y="10800"/>
                  </a:cubicBezTo>
                  <a:cubicBezTo>
                    <a:pt x="12960" y="9720"/>
                    <a:pt x="11880" y="8640"/>
                    <a:pt x="10800" y="864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75" name="Shape 1175"/>
          <p:cNvSpPr/>
          <p:nvPr/>
        </p:nvSpPr>
        <p:spPr>
          <a:xfrm>
            <a:off x="12544031" y="9880499"/>
            <a:ext cx="4186022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Re-diseño de la web</a:t>
            </a:r>
          </a:p>
        </p:txBody>
      </p:sp>
      <p:sp>
        <p:nvSpPr>
          <p:cNvPr id="1176" name="Shape 1176"/>
          <p:cNvSpPr/>
          <p:nvPr/>
        </p:nvSpPr>
        <p:spPr>
          <a:xfrm>
            <a:off x="12544032" y="10572336"/>
            <a:ext cx="9680990" cy="94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5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Propones que el diseño de la web cambie a uno más actual, funcional y más atractivo de cara al público.</a:t>
            </a:r>
          </a:p>
        </p:txBody>
      </p:sp>
      <p:sp>
        <p:nvSpPr>
          <p:cNvPr id="1177" name="Shape 1177"/>
          <p:cNvSpPr/>
          <p:nvPr/>
        </p:nvSpPr>
        <p:spPr>
          <a:xfrm>
            <a:off x="12544031" y="10570701"/>
            <a:ext cx="4496286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78" name="Shape 1178"/>
          <p:cNvSpPr/>
          <p:nvPr/>
        </p:nvSpPr>
        <p:spPr>
          <a:xfrm>
            <a:off x="11408929" y="10208862"/>
            <a:ext cx="962025" cy="63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900" y="0"/>
                </a:moveTo>
                <a:cubicBezTo>
                  <a:pt x="2700" y="0"/>
                  <a:pt x="2700" y="0"/>
                  <a:pt x="2700" y="0"/>
                </a:cubicBezTo>
                <a:cubicBezTo>
                  <a:pt x="1181" y="0"/>
                  <a:pt x="0" y="1800"/>
                  <a:pt x="0" y="4114"/>
                </a:cubicBezTo>
                <a:cubicBezTo>
                  <a:pt x="0" y="17486"/>
                  <a:pt x="0" y="17486"/>
                  <a:pt x="0" y="17486"/>
                </a:cubicBezTo>
                <a:cubicBezTo>
                  <a:pt x="0" y="19800"/>
                  <a:pt x="1181" y="21600"/>
                  <a:pt x="2700" y="21600"/>
                </a:cubicBezTo>
                <a:cubicBezTo>
                  <a:pt x="18900" y="21600"/>
                  <a:pt x="18900" y="21600"/>
                  <a:pt x="18900" y="21600"/>
                </a:cubicBezTo>
                <a:cubicBezTo>
                  <a:pt x="20419" y="21600"/>
                  <a:pt x="21600" y="19800"/>
                  <a:pt x="21600" y="17486"/>
                </a:cubicBezTo>
                <a:cubicBezTo>
                  <a:pt x="21600" y="4114"/>
                  <a:pt x="21600" y="4114"/>
                  <a:pt x="21600" y="4114"/>
                </a:cubicBezTo>
                <a:cubicBezTo>
                  <a:pt x="21600" y="1800"/>
                  <a:pt x="20419" y="0"/>
                  <a:pt x="18900" y="0"/>
                </a:cubicBezTo>
                <a:close/>
                <a:moveTo>
                  <a:pt x="1350" y="5400"/>
                </a:moveTo>
                <a:cubicBezTo>
                  <a:pt x="6075" y="10800"/>
                  <a:pt x="6075" y="10800"/>
                  <a:pt x="6075" y="10800"/>
                </a:cubicBezTo>
                <a:cubicBezTo>
                  <a:pt x="1350" y="16200"/>
                  <a:pt x="1350" y="16200"/>
                  <a:pt x="1350" y="16200"/>
                </a:cubicBezTo>
                <a:lnTo>
                  <a:pt x="1350" y="5400"/>
                </a:lnTo>
                <a:close/>
                <a:moveTo>
                  <a:pt x="20250" y="17486"/>
                </a:moveTo>
                <a:cubicBezTo>
                  <a:pt x="20250" y="18514"/>
                  <a:pt x="19575" y="19543"/>
                  <a:pt x="18900" y="19543"/>
                </a:cubicBezTo>
                <a:cubicBezTo>
                  <a:pt x="2700" y="19543"/>
                  <a:pt x="2700" y="19543"/>
                  <a:pt x="2700" y="19543"/>
                </a:cubicBezTo>
                <a:cubicBezTo>
                  <a:pt x="2025" y="19543"/>
                  <a:pt x="1350" y="18514"/>
                  <a:pt x="1350" y="17486"/>
                </a:cubicBezTo>
                <a:cubicBezTo>
                  <a:pt x="6581" y="11571"/>
                  <a:pt x="6581" y="11571"/>
                  <a:pt x="6581" y="11571"/>
                </a:cubicBezTo>
                <a:cubicBezTo>
                  <a:pt x="9619" y="14914"/>
                  <a:pt x="9619" y="14914"/>
                  <a:pt x="9619" y="14914"/>
                </a:cubicBezTo>
                <a:cubicBezTo>
                  <a:pt x="9956" y="15171"/>
                  <a:pt x="10294" y="15429"/>
                  <a:pt x="10800" y="15429"/>
                </a:cubicBezTo>
                <a:cubicBezTo>
                  <a:pt x="11306" y="15429"/>
                  <a:pt x="11644" y="15171"/>
                  <a:pt x="11981" y="14914"/>
                </a:cubicBezTo>
                <a:cubicBezTo>
                  <a:pt x="15019" y="11571"/>
                  <a:pt x="15019" y="11571"/>
                  <a:pt x="15019" y="11571"/>
                </a:cubicBezTo>
                <a:cubicBezTo>
                  <a:pt x="20250" y="17486"/>
                  <a:pt x="20250" y="17486"/>
                  <a:pt x="20250" y="17486"/>
                </a:cubicBezTo>
                <a:close/>
                <a:moveTo>
                  <a:pt x="20250" y="16200"/>
                </a:moveTo>
                <a:cubicBezTo>
                  <a:pt x="15525" y="10800"/>
                  <a:pt x="15525" y="10800"/>
                  <a:pt x="15525" y="10800"/>
                </a:cubicBezTo>
                <a:cubicBezTo>
                  <a:pt x="20250" y="5400"/>
                  <a:pt x="20250" y="5400"/>
                  <a:pt x="20250" y="5400"/>
                </a:cubicBezTo>
                <a:lnTo>
                  <a:pt x="20250" y="16200"/>
                </a:lnTo>
                <a:close/>
                <a:moveTo>
                  <a:pt x="11644" y="13886"/>
                </a:moveTo>
                <a:cubicBezTo>
                  <a:pt x="11306" y="14143"/>
                  <a:pt x="11138" y="14400"/>
                  <a:pt x="10800" y="14400"/>
                </a:cubicBezTo>
                <a:cubicBezTo>
                  <a:pt x="10462" y="14400"/>
                  <a:pt x="10294" y="14143"/>
                  <a:pt x="9956" y="13886"/>
                </a:cubicBezTo>
                <a:cubicBezTo>
                  <a:pt x="7256" y="10800"/>
                  <a:pt x="7256" y="10800"/>
                  <a:pt x="7256" y="10800"/>
                </a:cubicBezTo>
                <a:cubicBezTo>
                  <a:pt x="6581" y="10286"/>
                  <a:pt x="6581" y="10286"/>
                  <a:pt x="6581" y="10286"/>
                </a:cubicBezTo>
                <a:cubicBezTo>
                  <a:pt x="1350" y="4114"/>
                  <a:pt x="1350" y="4114"/>
                  <a:pt x="1350" y="4114"/>
                </a:cubicBezTo>
                <a:cubicBezTo>
                  <a:pt x="1350" y="4114"/>
                  <a:pt x="1350" y="4114"/>
                  <a:pt x="1350" y="4114"/>
                </a:cubicBezTo>
                <a:cubicBezTo>
                  <a:pt x="1350" y="3086"/>
                  <a:pt x="2025" y="2057"/>
                  <a:pt x="2700" y="2057"/>
                </a:cubicBezTo>
                <a:cubicBezTo>
                  <a:pt x="18900" y="2057"/>
                  <a:pt x="18900" y="2057"/>
                  <a:pt x="18900" y="2057"/>
                </a:cubicBezTo>
                <a:cubicBezTo>
                  <a:pt x="19575" y="2057"/>
                  <a:pt x="20250" y="3086"/>
                  <a:pt x="20250" y="4114"/>
                </a:cubicBezTo>
                <a:lnTo>
                  <a:pt x="11644" y="13886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9" name="Shape 1179"/>
          <p:cNvSpPr/>
          <p:nvPr/>
        </p:nvSpPr>
        <p:spPr>
          <a:xfrm>
            <a:off x="11134208" y="9642441"/>
            <a:ext cx="11276553" cy="2112833"/>
          </a:xfrm>
          <a:prstGeom prst="rect">
            <a:avLst/>
          </a:prstGeom>
          <a:ln w="38100">
            <a:solidFill>
              <a:srgbClr val="FDBF2D"/>
            </a:solidFill>
            <a:miter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32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nodeType="afterEffect" presetClass="entr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nodeType="afterEffect" presetClass="entr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nodeType="afterEffect" presetClass="entr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nodeType="afterEffect" presetClass="entr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8"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nodeType="afterEffect" presetClass="entr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2"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nodeType="afterEffect" presetClass="entr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6"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nodeType="afterEffect" presetClass="entr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0"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nodeType="afterEffect" presetClass="entr" presetSubtype="32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nodeType="afterEffect" presetClass="entr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7"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49" grpId="12"/>
      <p:bldP build="whole" bldLvl="1" animBg="1" rev="0" advAuto="0" spid="1155" grpId="14"/>
      <p:bldP build="whole" bldLvl="1" animBg="1" rev="0" advAuto="0" spid="1145" grpId="7"/>
      <p:bldP build="whole" bldLvl="1" animBg="1" rev="0" advAuto="0" spid="1148" grpId="11"/>
      <p:bldP build="whole" bldLvl="1" animBg="1" rev="0" advAuto="0" spid="1146" grpId="8"/>
      <p:bldP build="whole" bldLvl="1" animBg="1" rev="0" advAuto="0" spid="1177" grpId="22"/>
      <p:bldP build="whole" bldLvl="1" animBg="1" rev="0" advAuto="0" spid="1175" grpId="20"/>
      <p:bldP build="whole" bldLvl="1" animBg="1" rev="0" advAuto="0" spid="1152" grpId="10"/>
      <p:bldP build="whole" bldLvl="1" animBg="1" rev="0" advAuto="0" spid="1144" grpId="2"/>
      <p:bldP build="whole" bldLvl="1" animBg="1" rev="0" advAuto="0" spid="1162" grpId="5"/>
      <p:bldP build="whole" bldLvl="1" animBg="1" rev="0" advAuto="0" spid="1151" grpId="9"/>
      <p:bldP build="whole" bldLvl="1" animBg="1" rev="0" advAuto="0" spid="1168" grpId="4"/>
      <p:bldP build="whole" bldLvl="1" animBg="1" rev="0" advAuto="0" spid="1135" grpId="1"/>
      <p:bldP build="whole" bldLvl="1" animBg="1" rev="0" advAuto="0" spid="1161" grpId="6"/>
      <p:bldP build="whole" bldLvl="1" animBg="1" rev="0" advAuto="0" spid="1178" grpId="19"/>
      <p:bldP build="whole" bldLvl="1" animBg="1" rev="0" advAuto="0" spid="1156" grpId="18"/>
      <p:bldP build="whole" bldLvl="1" animBg="1" rev="0" advAuto="0" spid="1147" grpId="15"/>
      <p:bldP build="whole" bldLvl="1" animBg="1" rev="0" advAuto="0" spid="1154" grpId="13"/>
      <p:bldP build="whole" bldLvl="1" animBg="1" rev="0" advAuto="0" spid="1150" grpId="17"/>
      <p:bldP build="whole" bldLvl="1" animBg="1" rev="0" advAuto="0" spid="1153" grpId="16"/>
      <p:bldP build="whole" bldLvl="1" animBg="1" rev="0" advAuto="0" spid="1165" grpId="3"/>
      <p:bldP build="whole" bldLvl="1" animBg="1" rev="0" advAuto="0" spid="1176" grpId="2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Shape 1181"/>
          <p:cNvSpPr/>
          <p:nvPr/>
        </p:nvSpPr>
        <p:spPr>
          <a:xfrm>
            <a:off x="9214256" y="1338722"/>
            <a:ext cx="5954167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Publicidad Online</a:t>
            </a:r>
          </a:p>
        </p:txBody>
      </p:sp>
      <p:grpSp>
        <p:nvGrpSpPr>
          <p:cNvPr id="1190" name="Group 1190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185" name="Group 1185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182" name="Shape 1182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83" name="Shape 1183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84" name="Shape 1184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189" name="Group 1189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186" name="Shape 1186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87" name="Shape 1187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188" name="Shape 1188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191" name="Shape 1191"/>
          <p:cNvSpPr/>
          <p:nvPr/>
        </p:nvSpPr>
        <p:spPr>
          <a:xfrm>
            <a:off x="5750930" y="5969827"/>
            <a:ext cx="2537722" cy="1062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86" h="21600" fill="norm" stroke="1" extrusionOk="0">
                <a:moveTo>
                  <a:pt x="3922" y="0"/>
                </a:moveTo>
                <a:cubicBezTo>
                  <a:pt x="15064" y="0"/>
                  <a:pt x="15064" y="0"/>
                  <a:pt x="15064" y="0"/>
                </a:cubicBezTo>
                <a:cubicBezTo>
                  <a:pt x="20293" y="0"/>
                  <a:pt x="20293" y="21600"/>
                  <a:pt x="15064" y="21600"/>
                </a:cubicBezTo>
                <a:cubicBezTo>
                  <a:pt x="3922" y="21600"/>
                  <a:pt x="3922" y="21600"/>
                  <a:pt x="3922" y="21600"/>
                </a:cubicBezTo>
                <a:cubicBezTo>
                  <a:pt x="-1307" y="21600"/>
                  <a:pt x="-1307" y="0"/>
                  <a:pt x="3922" y="0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2" name="Shape 1192"/>
          <p:cNvSpPr/>
          <p:nvPr/>
        </p:nvSpPr>
        <p:spPr>
          <a:xfrm>
            <a:off x="1826255" y="2769397"/>
            <a:ext cx="5571603" cy="83540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50" h="19814" fill="norm" stroke="1" extrusionOk="0">
                <a:moveTo>
                  <a:pt x="1593" y="8812"/>
                </a:moveTo>
                <a:cubicBezTo>
                  <a:pt x="5004" y="8221"/>
                  <a:pt x="7666" y="7096"/>
                  <a:pt x="10060" y="5538"/>
                </a:cubicBezTo>
                <a:cubicBezTo>
                  <a:pt x="12184" y="4177"/>
                  <a:pt x="14248" y="3486"/>
                  <a:pt x="15475" y="1553"/>
                </a:cubicBezTo>
                <a:cubicBezTo>
                  <a:pt x="17000" y="-1603"/>
                  <a:pt x="21069" y="606"/>
                  <a:pt x="19812" y="3269"/>
                </a:cubicBezTo>
                <a:cubicBezTo>
                  <a:pt x="18855" y="4847"/>
                  <a:pt x="17808" y="5873"/>
                  <a:pt x="16073" y="6998"/>
                </a:cubicBezTo>
                <a:cubicBezTo>
                  <a:pt x="12902" y="6998"/>
                  <a:pt x="12333" y="9187"/>
                  <a:pt x="13919" y="10312"/>
                </a:cubicBezTo>
                <a:cubicBezTo>
                  <a:pt x="11466" y="10627"/>
                  <a:pt x="11346" y="12659"/>
                  <a:pt x="12722" y="13566"/>
                </a:cubicBezTo>
                <a:cubicBezTo>
                  <a:pt x="10748" y="14276"/>
                  <a:pt x="10957" y="16486"/>
                  <a:pt x="12872" y="16861"/>
                </a:cubicBezTo>
                <a:cubicBezTo>
                  <a:pt x="11735" y="17137"/>
                  <a:pt x="10808" y="18596"/>
                  <a:pt x="12333" y="19800"/>
                </a:cubicBezTo>
                <a:cubicBezTo>
                  <a:pt x="4854" y="19997"/>
                  <a:pt x="3747" y="18162"/>
                  <a:pt x="1593" y="17117"/>
                </a:cubicBezTo>
                <a:cubicBezTo>
                  <a:pt x="-531" y="16091"/>
                  <a:pt x="-531" y="9187"/>
                  <a:pt x="1593" y="8812"/>
                </a:cubicBez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3" name="Shape 1193"/>
          <p:cNvSpPr/>
          <p:nvPr/>
        </p:nvSpPr>
        <p:spPr>
          <a:xfrm>
            <a:off x="5270094" y="8653532"/>
            <a:ext cx="2941606" cy="10664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09" h="21600" fill="norm" stroke="1" extrusionOk="0">
                <a:moveTo>
                  <a:pt x="3437" y="0"/>
                </a:moveTo>
                <a:cubicBezTo>
                  <a:pt x="15873" y="0"/>
                  <a:pt x="15873" y="0"/>
                  <a:pt x="15873" y="0"/>
                </a:cubicBezTo>
                <a:cubicBezTo>
                  <a:pt x="20455" y="0"/>
                  <a:pt x="20455" y="21600"/>
                  <a:pt x="15873" y="21600"/>
                </a:cubicBezTo>
                <a:cubicBezTo>
                  <a:pt x="3437" y="21600"/>
                  <a:pt x="3437" y="21600"/>
                  <a:pt x="3437" y="21600"/>
                </a:cubicBezTo>
                <a:cubicBezTo>
                  <a:pt x="-1145" y="21600"/>
                  <a:pt x="-1145" y="0"/>
                  <a:pt x="3437" y="0"/>
                </a:cubicBezTo>
                <a:close/>
              </a:path>
            </a:pathLst>
          </a:custGeom>
          <a:solidFill>
            <a:srgbClr val="B3E6E6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4" name="Shape 1194"/>
          <p:cNvSpPr/>
          <p:nvPr/>
        </p:nvSpPr>
        <p:spPr>
          <a:xfrm>
            <a:off x="5289691" y="9983107"/>
            <a:ext cx="2330590" cy="10664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758" h="21600" fill="norm" stroke="1" extrusionOk="0">
                <a:moveTo>
                  <a:pt x="4263" y="0"/>
                </a:moveTo>
                <a:cubicBezTo>
                  <a:pt x="14495" y="0"/>
                  <a:pt x="14495" y="0"/>
                  <a:pt x="14495" y="0"/>
                </a:cubicBezTo>
                <a:cubicBezTo>
                  <a:pt x="20179" y="0"/>
                  <a:pt x="20179" y="21600"/>
                  <a:pt x="14495" y="21600"/>
                </a:cubicBezTo>
                <a:cubicBezTo>
                  <a:pt x="4263" y="21600"/>
                  <a:pt x="4263" y="21600"/>
                  <a:pt x="4263" y="21600"/>
                </a:cubicBezTo>
                <a:cubicBezTo>
                  <a:pt x="-1421" y="21600"/>
                  <a:pt x="-1421" y="0"/>
                  <a:pt x="4263" y="0"/>
                </a:cubicBezTo>
                <a:close/>
              </a:path>
            </a:pathLst>
          </a:custGeom>
          <a:solidFill>
            <a:srgbClr val="D8D8D8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5" name="Shape 1195"/>
          <p:cNvSpPr/>
          <p:nvPr/>
        </p:nvSpPr>
        <p:spPr>
          <a:xfrm>
            <a:off x="5403400" y="7316941"/>
            <a:ext cx="3255263" cy="1062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7" h="21600" fill="norm" stroke="1" extrusionOk="0">
                <a:moveTo>
                  <a:pt x="3136" y="0"/>
                </a:moveTo>
                <a:cubicBezTo>
                  <a:pt x="16325" y="0"/>
                  <a:pt x="16325" y="0"/>
                  <a:pt x="16325" y="0"/>
                </a:cubicBezTo>
                <a:cubicBezTo>
                  <a:pt x="20555" y="0"/>
                  <a:pt x="20555" y="21600"/>
                  <a:pt x="16325" y="21600"/>
                </a:cubicBezTo>
                <a:cubicBezTo>
                  <a:pt x="3136" y="21600"/>
                  <a:pt x="3136" y="21600"/>
                  <a:pt x="3136" y="21600"/>
                </a:cubicBezTo>
                <a:cubicBezTo>
                  <a:pt x="-1045" y="21600"/>
                  <a:pt x="-1045" y="0"/>
                  <a:pt x="3136" y="0"/>
                </a:cubicBezTo>
                <a:close/>
              </a:path>
            </a:pathLst>
          </a:custGeom>
          <a:solidFill>
            <a:srgbClr val="8CD9D9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6" name="Shape 1196"/>
          <p:cNvSpPr/>
          <p:nvPr/>
        </p:nvSpPr>
        <p:spPr>
          <a:xfrm>
            <a:off x="6582454" y="8836974"/>
            <a:ext cx="316885" cy="689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937"/>
                </a:moveTo>
                <a:cubicBezTo>
                  <a:pt x="14400" y="6937"/>
                  <a:pt x="14400" y="6937"/>
                  <a:pt x="14400" y="6937"/>
                </a:cubicBezTo>
                <a:cubicBezTo>
                  <a:pt x="14400" y="4730"/>
                  <a:pt x="14400" y="4730"/>
                  <a:pt x="14400" y="4730"/>
                </a:cubicBezTo>
                <a:cubicBezTo>
                  <a:pt x="14400" y="3942"/>
                  <a:pt x="15429" y="3784"/>
                  <a:pt x="16457" y="3784"/>
                </a:cubicBezTo>
                <a:cubicBezTo>
                  <a:pt x="17143" y="3784"/>
                  <a:pt x="21600" y="3784"/>
                  <a:pt x="21600" y="3784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400" y="0"/>
                  <a:pt x="14400" y="0"/>
                  <a:pt x="14400" y="0"/>
                </a:cubicBezTo>
                <a:cubicBezTo>
                  <a:pt x="6514" y="0"/>
                  <a:pt x="4457" y="2838"/>
                  <a:pt x="4457" y="4572"/>
                </a:cubicBezTo>
                <a:cubicBezTo>
                  <a:pt x="4457" y="6937"/>
                  <a:pt x="4457" y="6937"/>
                  <a:pt x="4457" y="6937"/>
                </a:cubicBezTo>
                <a:cubicBezTo>
                  <a:pt x="0" y="6937"/>
                  <a:pt x="0" y="6937"/>
                  <a:pt x="0" y="6937"/>
                </a:cubicBezTo>
                <a:cubicBezTo>
                  <a:pt x="0" y="10721"/>
                  <a:pt x="0" y="10721"/>
                  <a:pt x="0" y="10721"/>
                </a:cubicBezTo>
                <a:cubicBezTo>
                  <a:pt x="4457" y="10721"/>
                  <a:pt x="4457" y="10721"/>
                  <a:pt x="4457" y="10721"/>
                </a:cubicBezTo>
                <a:cubicBezTo>
                  <a:pt x="4457" y="15609"/>
                  <a:pt x="4457" y="21600"/>
                  <a:pt x="4457" y="21600"/>
                </a:cubicBezTo>
                <a:cubicBezTo>
                  <a:pt x="14400" y="21600"/>
                  <a:pt x="14400" y="21600"/>
                  <a:pt x="14400" y="21600"/>
                </a:cubicBezTo>
                <a:cubicBezTo>
                  <a:pt x="14400" y="21600"/>
                  <a:pt x="14400" y="15609"/>
                  <a:pt x="14400" y="10721"/>
                </a:cubicBezTo>
                <a:cubicBezTo>
                  <a:pt x="20914" y="10721"/>
                  <a:pt x="20914" y="10721"/>
                  <a:pt x="20914" y="10721"/>
                </a:cubicBezTo>
                <a:lnTo>
                  <a:pt x="21600" y="693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7" name="Shape 1197"/>
          <p:cNvSpPr/>
          <p:nvPr/>
        </p:nvSpPr>
        <p:spPr>
          <a:xfrm>
            <a:off x="6663766" y="6212160"/>
            <a:ext cx="712049" cy="578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439"/>
                </a:moveTo>
                <a:cubicBezTo>
                  <a:pt x="20894" y="2961"/>
                  <a:pt x="20047" y="3135"/>
                  <a:pt x="19059" y="3310"/>
                </a:cubicBezTo>
                <a:cubicBezTo>
                  <a:pt x="20047" y="2613"/>
                  <a:pt x="20753" y="1568"/>
                  <a:pt x="21035" y="348"/>
                </a:cubicBezTo>
                <a:cubicBezTo>
                  <a:pt x="20188" y="871"/>
                  <a:pt x="19200" y="1394"/>
                  <a:pt x="18212" y="1568"/>
                </a:cubicBezTo>
                <a:cubicBezTo>
                  <a:pt x="17506" y="523"/>
                  <a:pt x="16235" y="0"/>
                  <a:pt x="14965" y="0"/>
                </a:cubicBezTo>
                <a:cubicBezTo>
                  <a:pt x="12565" y="0"/>
                  <a:pt x="10588" y="2439"/>
                  <a:pt x="10588" y="5400"/>
                </a:cubicBezTo>
                <a:cubicBezTo>
                  <a:pt x="10588" y="5748"/>
                  <a:pt x="10588" y="6271"/>
                  <a:pt x="10729" y="6619"/>
                </a:cubicBezTo>
                <a:cubicBezTo>
                  <a:pt x="7059" y="6445"/>
                  <a:pt x="3671" y="4181"/>
                  <a:pt x="1553" y="871"/>
                </a:cubicBezTo>
                <a:cubicBezTo>
                  <a:pt x="1129" y="1742"/>
                  <a:pt x="988" y="2613"/>
                  <a:pt x="988" y="3658"/>
                </a:cubicBezTo>
                <a:cubicBezTo>
                  <a:pt x="988" y="5574"/>
                  <a:pt x="1694" y="7316"/>
                  <a:pt x="2965" y="8187"/>
                </a:cubicBezTo>
                <a:cubicBezTo>
                  <a:pt x="2259" y="8187"/>
                  <a:pt x="1553" y="8013"/>
                  <a:pt x="847" y="7490"/>
                </a:cubicBezTo>
                <a:cubicBezTo>
                  <a:pt x="847" y="7490"/>
                  <a:pt x="847" y="7665"/>
                  <a:pt x="847" y="7665"/>
                </a:cubicBezTo>
                <a:cubicBezTo>
                  <a:pt x="847" y="10277"/>
                  <a:pt x="2400" y="12542"/>
                  <a:pt x="4518" y="12890"/>
                </a:cubicBezTo>
                <a:cubicBezTo>
                  <a:pt x="4094" y="13065"/>
                  <a:pt x="3671" y="13239"/>
                  <a:pt x="3247" y="13239"/>
                </a:cubicBezTo>
                <a:cubicBezTo>
                  <a:pt x="2965" y="13239"/>
                  <a:pt x="2682" y="13065"/>
                  <a:pt x="2400" y="13065"/>
                </a:cubicBezTo>
                <a:cubicBezTo>
                  <a:pt x="2965" y="15155"/>
                  <a:pt x="4659" y="16897"/>
                  <a:pt x="6635" y="16897"/>
                </a:cubicBezTo>
                <a:cubicBezTo>
                  <a:pt x="5082" y="18290"/>
                  <a:pt x="3247" y="19161"/>
                  <a:pt x="1129" y="19161"/>
                </a:cubicBezTo>
                <a:cubicBezTo>
                  <a:pt x="706" y="19161"/>
                  <a:pt x="424" y="19161"/>
                  <a:pt x="0" y="19161"/>
                </a:cubicBezTo>
                <a:cubicBezTo>
                  <a:pt x="1976" y="20729"/>
                  <a:pt x="4376" y="21600"/>
                  <a:pt x="6776" y="21600"/>
                </a:cubicBezTo>
                <a:cubicBezTo>
                  <a:pt x="14965" y="21600"/>
                  <a:pt x="19482" y="13239"/>
                  <a:pt x="19482" y="6097"/>
                </a:cubicBezTo>
                <a:cubicBezTo>
                  <a:pt x="19482" y="5748"/>
                  <a:pt x="19482" y="5574"/>
                  <a:pt x="19482" y="5400"/>
                </a:cubicBezTo>
                <a:cubicBezTo>
                  <a:pt x="20329" y="4529"/>
                  <a:pt x="21035" y="3658"/>
                  <a:pt x="21600" y="243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8" name="Shape 1198"/>
          <p:cNvSpPr/>
          <p:nvPr/>
        </p:nvSpPr>
        <p:spPr>
          <a:xfrm>
            <a:off x="9615552" y="5640427"/>
            <a:ext cx="5872341" cy="49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lnSpc>
                <a:spcPct val="150000"/>
              </a:lnSpc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Inversión en Facebook para: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lnSpc>
                <a:spcPct val="150000"/>
              </a:lnSpc>
              <a:defRPr sz="1800"/>
            </a:pP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Aumento de fans en la nueva página para conseguir una nueva comunidad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Campañas de publicidad a suscriptores de la página (convertir leads en fans)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Promoción de contenidos</a:t>
            </a:r>
            <a:endParaRPr b="1" sz="2400">
              <a:solidFill>
                <a:srgbClr val="878787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9615552" y="4957501"/>
            <a:ext cx="3660709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Facebook</a:t>
            </a:r>
          </a:p>
        </p:txBody>
      </p:sp>
      <p:sp>
        <p:nvSpPr>
          <p:cNvPr id="1200" name="Shape 1200"/>
          <p:cNvSpPr/>
          <p:nvPr/>
        </p:nvSpPr>
        <p:spPr>
          <a:xfrm>
            <a:off x="9615552" y="5663241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01" name="Shape 1201"/>
          <p:cNvSpPr/>
          <p:nvPr/>
        </p:nvSpPr>
        <p:spPr>
          <a:xfrm>
            <a:off x="16081440" y="4957501"/>
            <a:ext cx="3660709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Twitter</a:t>
            </a:r>
          </a:p>
        </p:txBody>
      </p:sp>
      <p:sp>
        <p:nvSpPr>
          <p:cNvPr id="1202" name="Shape 1202"/>
          <p:cNvSpPr/>
          <p:nvPr/>
        </p:nvSpPr>
        <p:spPr>
          <a:xfrm>
            <a:off x="16081440" y="5663241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03" name="Shape 1203"/>
          <p:cNvSpPr/>
          <p:nvPr/>
        </p:nvSpPr>
        <p:spPr>
          <a:xfrm>
            <a:off x="16057627" y="5640427"/>
            <a:ext cx="7179517" cy="49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lnSpc>
                <a:spcPct val="150000"/>
              </a:lnSpc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Inversión en Twitter para: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l" defTabSz="914400">
              <a:lnSpc>
                <a:spcPct val="150000"/>
              </a:lnSpc>
              <a:defRPr sz="1800"/>
            </a:pP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Aumento de seguidores en el nuevo perfil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Campañas de publicidad a suscriptores de la página (convertir leads en seguidores)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Promoción de contenidos</a:t>
            </a:r>
            <a:endParaRPr sz="24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marL="228600" indent="-228600" algn="l" defTabSz="914400">
              <a:lnSpc>
                <a:spcPct val="150000"/>
              </a:lnSpc>
              <a:buSzPct val="100000"/>
              <a:buChar char="•"/>
              <a:defRPr sz="1800"/>
            </a:pPr>
            <a:r>
              <a: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Promoción de captación de leads a través de Twitter Card</a:t>
            </a:r>
            <a:endParaRPr b="1" sz="2400">
              <a:solidFill>
                <a:srgbClr val="878787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0"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2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4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2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8"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2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2"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2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6"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32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00" grpId="12"/>
      <p:bldP build="whole" bldLvl="1" animBg="1" rev="0" advAuto="0" spid="1192" grpId="3"/>
      <p:bldP build="whole" bldLvl="1" animBg="1" rev="0" advAuto="0" spid="1181" grpId="1"/>
      <p:bldP build="whole" bldLvl="1" animBg="1" rev="0" advAuto="0" spid="1193" grpId="6"/>
      <p:bldP build="whole" bldLvl="1" animBg="1" rev="0" advAuto="0" spid="1199" grpId="10"/>
      <p:bldP build="whole" bldLvl="1" animBg="1" rev="0" advAuto="0" spid="1201" grpId="13"/>
      <p:bldP build="whole" bldLvl="1" animBg="1" rev="0" advAuto="0" spid="1196" grpId="4"/>
      <p:bldP build="whole" bldLvl="1" animBg="1" rev="0" advAuto="0" spid="1202" grpId="14"/>
      <p:bldP build="whole" bldLvl="1" animBg="1" rev="0" advAuto="0" spid="1203" grpId="15"/>
      <p:bldP build="whole" bldLvl="1" animBg="1" rev="0" advAuto="0" spid="1191" grpId="5"/>
      <p:bldP build="whole" bldLvl="1" animBg="1" rev="0" advAuto="0" spid="1195" grpId="8"/>
      <p:bldP build="whole" bldLvl="1" animBg="1" rev="0" advAuto="0" spid="1194" grpId="7"/>
      <p:bldP build="whole" bldLvl="1" animBg="1" rev="0" advAuto="0" spid="1197" grpId="9"/>
      <p:bldP build="whole" bldLvl="1" animBg="1" rev="0" advAuto="0" spid="1198" grpId="11"/>
      <p:bldP build="whole" bldLvl="1" animBg="1" rev="0" advAuto="0" spid="1190" grpId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Shape 1205"/>
          <p:cNvSpPr/>
          <p:nvPr/>
        </p:nvSpPr>
        <p:spPr>
          <a:xfrm>
            <a:off x="9897668" y="1409512"/>
            <a:ext cx="4588664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Lead magnet</a:t>
            </a:r>
          </a:p>
        </p:txBody>
      </p:sp>
      <p:grpSp>
        <p:nvGrpSpPr>
          <p:cNvPr id="1214" name="Group 1214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209" name="Group 1209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206" name="Shape 1206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07" name="Shape 1207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08" name="Shape 1208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213" name="Group 1213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210" name="Shape 1210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11" name="Shape 1211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12" name="Shape 1212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215" name="Shape 1215"/>
          <p:cNvSpPr/>
          <p:nvPr/>
        </p:nvSpPr>
        <p:spPr>
          <a:xfrm>
            <a:off x="1554227" y="3611812"/>
            <a:ext cx="1562317" cy="1803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16336"/>
                </a:lnTo>
                <a:lnTo>
                  <a:pt x="21600" y="0"/>
                </a:lnTo>
                <a:lnTo>
                  <a:pt x="0" y="11653"/>
                </a:lnTo>
                <a:lnTo>
                  <a:pt x="0" y="21600"/>
                </a:lnTo>
                <a:close/>
              </a:path>
            </a:pathLst>
          </a:custGeom>
          <a:solidFill>
            <a:srgbClr val="30909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6" name="Shape 1216"/>
          <p:cNvSpPr/>
          <p:nvPr/>
        </p:nvSpPr>
        <p:spPr>
          <a:xfrm>
            <a:off x="1554227" y="5498500"/>
            <a:ext cx="1562317" cy="1609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003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5898"/>
                </a:lnTo>
                <a:lnTo>
                  <a:pt x="0" y="17003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7" name="Shape 1217"/>
          <p:cNvSpPr/>
          <p:nvPr/>
        </p:nvSpPr>
        <p:spPr>
          <a:xfrm>
            <a:off x="1554227" y="7288169"/>
            <a:ext cx="1562317" cy="1803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9947"/>
                </a:moveTo>
                <a:lnTo>
                  <a:pt x="21600" y="21600"/>
                </a:lnTo>
                <a:lnTo>
                  <a:pt x="21600" y="4102"/>
                </a:lnTo>
                <a:lnTo>
                  <a:pt x="0" y="0"/>
                </a:lnTo>
                <a:lnTo>
                  <a:pt x="0" y="9947"/>
                </a:lnTo>
                <a:close/>
              </a:path>
            </a:pathLst>
          </a:custGeom>
          <a:solidFill>
            <a:srgbClr val="656565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8" name="Shape 1218"/>
          <p:cNvSpPr/>
          <p:nvPr/>
        </p:nvSpPr>
        <p:spPr>
          <a:xfrm>
            <a:off x="1554227" y="8641247"/>
            <a:ext cx="1562317" cy="2289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810"/>
                </a:moveTo>
                <a:lnTo>
                  <a:pt x="21600" y="21600"/>
                </a:lnTo>
                <a:lnTo>
                  <a:pt x="21600" y="9184"/>
                </a:lnTo>
                <a:lnTo>
                  <a:pt x="0" y="0"/>
                </a:lnTo>
                <a:lnTo>
                  <a:pt x="0" y="7810"/>
                </a:lnTo>
                <a:close/>
              </a:path>
            </a:pathLst>
          </a:custGeom>
          <a:solidFill>
            <a:srgbClr val="A2A2A2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9" name="Shape 1219"/>
          <p:cNvSpPr/>
          <p:nvPr/>
        </p:nvSpPr>
        <p:spPr>
          <a:xfrm>
            <a:off x="-63797" y="4585048"/>
            <a:ext cx="1553442" cy="830737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0" name="Shape 1220"/>
          <p:cNvSpPr/>
          <p:nvPr/>
        </p:nvSpPr>
        <p:spPr>
          <a:xfrm>
            <a:off x="-63797" y="5938125"/>
            <a:ext cx="1553442" cy="827707"/>
          </a:xfrm>
          <a:prstGeom prst="rect">
            <a:avLst/>
          </a:prstGeom>
          <a:solidFill>
            <a:srgbClr val="8CD9D9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1" name="Shape 1221"/>
          <p:cNvSpPr/>
          <p:nvPr/>
        </p:nvSpPr>
        <p:spPr>
          <a:xfrm>
            <a:off x="-63797" y="7288169"/>
            <a:ext cx="1553442" cy="830737"/>
          </a:xfrm>
          <a:prstGeom prst="rect">
            <a:avLst/>
          </a:pr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2" name="Shape 1222"/>
          <p:cNvSpPr/>
          <p:nvPr/>
        </p:nvSpPr>
        <p:spPr>
          <a:xfrm>
            <a:off x="-63797" y="8641247"/>
            <a:ext cx="1553442" cy="827707"/>
          </a:xfrm>
          <a:prstGeom prst="rect">
            <a:avLst/>
          </a:prstGeom>
          <a:solidFill>
            <a:srgbClr val="D8D8D8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3" name="Shape 1223"/>
          <p:cNvSpPr/>
          <p:nvPr/>
        </p:nvSpPr>
        <p:spPr>
          <a:xfrm>
            <a:off x="3190445" y="3611812"/>
            <a:ext cx="6038603" cy="1364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0"/>
                </a:lnTo>
                <a:lnTo>
                  <a:pt x="19917" y="0"/>
                </a:lnTo>
                <a:lnTo>
                  <a:pt x="21600" y="10800"/>
                </a:lnTo>
                <a:lnTo>
                  <a:pt x="1991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4" name="Shape 1224"/>
          <p:cNvSpPr/>
          <p:nvPr/>
        </p:nvSpPr>
        <p:spPr>
          <a:xfrm>
            <a:off x="3393263" y="3765200"/>
            <a:ext cx="1809497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600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225" name="Shape 1225"/>
          <p:cNvSpPr/>
          <p:nvPr/>
        </p:nvSpPr>
        <p:spPr>
          <a:xfrm>
            <a:off x="11096304" y="3765200"/>
            <a:ext cx="8991211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Crear un plan estratégico de Lead Magnet para conseguir mejores leads de calidad.</a:t>
            </a:r>
          </a:p>
        </p:txBody>
      </p:sp>
      <p:sp>
        <p:nvSpPr>
          <p:cNvPr id="1226" name="Shape 1226"/>
          <p:cNvSpPr/>
          <p:nvPr/>
        </p:nvSpPr>
        <p:spPr>
          <a:xfrm>
            <a:off x="3190445" y="5498500"/>
            <a:ext cx="6038603" cy="1609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19917" y="21600"/>
                </a:lnTo>
                <a:lnTo>
                  <a:pt x="21600" y="11105"/>
                </a:lnTo>
                <a:lnTo>
                  <a:pt x="19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CD9D9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7" name="Shape 1227"/>
          <p:cNvSpPr/>
          <p:nvPr/>
        </p:nvSpPr>
        <p:spPr>
          <a:xfrm>
            <a:off x="3393263" y="5767047"/>
            <a:ext cx="4360673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6000">
                <a:solidFill>
                  <a:srgbClr val="FFFFFF"/>
                </a:solidFill>
              </a:rPr>
              <a:t>Contenidos</a:t>
            </a:r>
          </a:p>
        </p:txBody>
      </p:sp>
      <p:sp>
        <p:nvSpPr>
          <p:cNvPr id="1228" name="Shape 1228"/>
          <p:cNvSpPr/>
          <p:nvPr/>
        </p:nvSpPr>
        <p:spPr>
          <a:xfrm>
            <a:off x="11096304" y="5721346"/>
            <a:ext cx="8991211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Creación de contenidos afines a la audiencia para conseguir mayor interés.</a:t>
            </a:r>
          </a:p>
        </p:txBody>
      </p:sp>
      <p:sp>
        <p:nvSpPr>
          <p:cNvPr id="1229" name="Shape 1229"/>
          <p:cNvSpPr/>
          <p:nvPr/>
        </p:nvSpPr>
        <p:spPr>
          <a:xfrm>
            <a:off x="3190445" y="7630773"/>
            <a:ext cx="6038603" cy="146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0"/>
                </a:lnTo>
                <a:lnTo>
                  <a:pt x="19917" y="0"/>
                </a:lnTo>
                <a:lnTo>
                  <a:pt x="21600" y="10800"/>
                </a:lnTo>
                <a:lnTo>
                  <a:pt x="1991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0" name="Shape 1230"/>
          <p:cNvSpPr/>
          <p:nvPr/>
        </p:nvSpPr>
        <p:spPr>
          <a:xfrm>
            <a:off x="3393263" y="7832672"/>
            <a:ext cx="5332985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6000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1231" name="Shape 1231"/>
          <p:cNvSpPr/>
          <p:nvPr/>
        </p:nvSpPr>
        <p:spPr>
          <a:xfrm>
            <a:off x="11096304" y="7835344"/>
            <a:ext cx="8991211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Configurar las estrategias de lead magnet (landing pages, plugins, etc…)</a:t>
            </a:r>
          </a:p>
        </p:txBody>
      </p:sp>
      <p:sp>
        <p:nvSpPr>
          <p:cNvPr id="1232" name="Shape 1232"/>
          <p:cNvSpPr/>
          <p:nvPr/>
        </p:nvSpPr>
        <p:spPr>
          <a:xfrm>
            <a:off x="3190445" y="9614483"/>
            <a:ext cx="6038603" cy="1315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19917" y="21600"/>
                </a:lnTo>
                <a:lnTo>
                  <a:pt x="21600" y="11198"/>
                </a:lnTo>
                <a:lnTo>
                  <a:pt x="19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3" name="Shape 1233"/>
          <p:cNvSpPr/>
          <p:nvPr/>
        </p:nvSpPr>
        <p:spPr>
          <a:xfrm>
            <a:off x="3393263" y="9764883"/>
            <a:ext cx="3901949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6000">
                <a:solidFill>
                  <a:srgbClr val="FFFFFF"/>
                </a:solidFill>
              </a:rPr>
              <a:t>Captación</a:t>
            </a:r>
          </a:p>
        </p:txBody>
      </p:sp>
      <p:sp>
        <p:nvSpPr>
          <p:cNvPr id="1234" name="Shape 1234"/>
          <p:cNvSpPr/>
          <p:nvPr/>
        </p:nvSpPr>
        <p:spPr>
          <a:xfrm>
            <a:off x="11096304" y="9798227"/>
            <a:ext cx="8991211" cy="107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Captar nuevos leads de calidad y activar una estrategia de contenidos con ellos para no dejarlo en un sólo contenido.</a:t>
            </a:r>
          </a:p>
        </p:txBody>
      </p:sp>
      <p:sp>
        <p:nvSpPr>
          <p:cNvPr id="1235" name="Shape 1235"/>
          <p:cNvSpPr/>
          <p:nvPr/>
        </p:nvSpPr>
        <p:spPr>
          <a:xfrm rot="2700000">
            <a:off x="9913170" y="3854150"/>
            <a:ext cx="499013" cy="91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981" y="7388"/>
                </a:moveTo>
                <a:cubicBezTo>
                  <a:pt x="17981" y="2979"/>
                  <a:pt x="17981" y="2979"/>
                  <a:pt x="17981" y="2979"/>
                </a:cubicBezTo>
                <a:cubicBezTo>
                  <a:pt x="18951" y="2718"/>
                  <a:pt x="19585" y="2194"/>
                  <a:pt x="19585" y="1590"/>
                </a:cubicBezTo>
                <a:cubicBezTo>
                  <a:pt x="19585" y="705"/>
                  <a:pt x="18280" y="0"/>
                  <a:pt x="16676" y="0"/>
                </a:cubicBezTo>
                <a:cubicBezTo>
                  <a:pt x="4924" y="0"/>
                  <a:pt x="4924" y="0"/>
                  <a:pt x="4924" y="0"/>
                </a:cubicBezTo>
                <a:cubicBezTo>
                  <a:pt x="3320" y="0"/>
                  <a:pt x="2015" y="705"/>
                  <a:pt x="2015" y="1590"/>
                </a:cubicBezTo>
                <a:cubicBezTo>
                  <a:pt x="2015" y="2194"/>
                  <a:pt x="2649" y="2718"/>
                  <a:pt x="3581" y="2979"/>
                </a:cubicBezTo>
                <a:cubicBezTo>
                  <a:pt x="3581" y="7388"/>
                  <a:pt x="3581" y="7388"/>
                  <a:pt x="3581" y="7388"/>
                </a:cubicBezTo>
                <a:cubicBezTo>
                  <a:pt x="1306" y="8495"/>
                  <a:pt x="0" y="10065"/>
                  <a:pt x="0" y="11736"/>
                </a:cubicBezTo>
                <a:cubicBezTo>
                  <a:pt x="0" y="12320"/>
                  <a:pt x="0" y="12320"/>
                  <a:pt x="0" y="12320"/>
                </a:cubicBezTo>
                <a:cubicBezTo>
                  <a:pt x="8356" y="12320"/>
                  <a:pt x="8356" y="12320"/>
                  <a:pt x="8356" y="12320"/>
                </a:cubicBezTo>
                <a:cubicBezTo>
                  <a:pt x="8356" y="18580"/>
                  <a:pt x="8356" y="18580"/>
                  <a:pt x="8356" y="18580"/>
                </a:cubicBezTo>
                <a:cubicBezTo>
                  <a:pt x="10781" y="21600"/>
                  <a:pt x="10781" y="21600"/>
                  <a:pt x="10781" y="21600"/>
                </a:cubicBezTo>
                <a:cubicBezTo>
                  <a:pt x="13244" y="18580"/>
                  <a:pt x="13244" y="18580"/>
                  <a:pt x="13244" y="18580"/>
                </a:cubicBezTo>
                <a:cubicBezTo>
                  <a:pt x="13244" y="12320"/>
                  <a:pt x="13244" y="12320"/>
                  <a:pt x="13244" y="12320"/>
                </a:cubicBezTo>
                <a:cubicBezTo>
                  <a:pt x="21600" y="12320"/>
                  <a:pt x="21600" y="12320"/>
                  <a:pt x="21600" y="12320"/>
                </a:cubicBezTo>
                <a:cubicBezTo>
                  <a:pt x="21600" y="11736"/>
                  <a:pt x="21600" y="11736"/>
                  <a:pt x="21600" y="11736"/>
                </a:cubicBezTo>
                <a:cubicBezTo>
                  <a:pt x="21600" y="10065"/>
                  <a:pt x="20294" y="8495"/>
                  <a:pt x="17981" y="7388"/>
                </a:cubicBezTo>
                <a:close/>
                <a:moveTo>
                  <a:pt x="4924" y="1168"/>
                </a:moveTo>
                <a:cubicBezTo>
                  <a:pt x="16676" y="1168"/>
                  <a:pt x="16676" y="1168"/>
                  <a:pt x="16676" y="1168"/>
                </a:cubicBezTo>
                <a:cubicBezTo>
                  <a:pt x="17086" y="1168"/>
                  <a:pt x="17422" y="1349"/>
                  <a:pt x="17422" y="1590"/>
                </a:cubicBezTo>
                <a:cubicBezTo>
                  <a:pt x="17422" y="1792"/>
                  <a:pt x="17123" y="1953"/>
                  <a:pt x="16750" y="1993"/>
                </a:cubicBezTo>
                <a:cubicBezTo>
                  <a:pt x="16265" y="2033"/>
                  <a:pt x="16265" y="2033"/>
                  <a:pt x="16265" y="2033"/>
                </a:cubicBezTo>
                <a:cubicBezTo>
                  <a:pt x="5335" y="2033"/>
                  <a:pt x="5335" y="2033"/>
                  <a:pt x="5335" y="2033"/>
                </a:cubicBezTo>
                <a:cubicBezTo>
                  <a:pt x="4812" y="1993"/>
                  <a:pt x="4812" y="1993"/>
                  <a:pt x="4812" y="1993"/>
                </a:cubicBezTo>
                <a:cubicBezTo>
                  <a:pt x="4439" y="1953"/>
                  <a:pt x="4141" y="1792"/>
                  <a:pt x="4141" y="1590"/>
                </a:cubicBezTo>
                <a:cubicBezTo>
                  <a:pt x="4141" y="1349"/>
                  <a:pt x="4514" y="1168"/>
                  <a:pt x="4924" y="1168"/>
                </a:cubicBezTo>
                <a:close/>
                <a:moveTo>
                  <a:pt x="15818" y="7448"/>
                </a:moveTo>
                <a:cubicBezTo>
                  <a:pt x="5745" y="7448"/>
                  <a:pt x="5745" y="7448"/>
                  <a:pt x="5745" y="7448"/>
                </a:cubicBezTo>
                <a:cubicBezTo>
                  <a:pt x="5745" y="2617"/>
                  <a:pt x="5745" y="2617"/>
                  <a:pt x="5745" y="2617"/>
                </a:cubicBezTo>
                <a:cubicBezTo>
                  <a:pt x="15818" y="2617"/>
                  <a:pt x="15818" y="2617"/>
                  <a:pt x="15818" y="2617"/>
                </a:cubicBezTo>
                <a:lnTo>
                  <a:pt x="15818" y="7448"/>
                </a:lnTo>
                <a:close/>
                <a:moveTo>
                  <a:pt x="11080" y="18339"/>
                </a:moveTo>
                <a:cubicBezTo>
                  <a:pt x="10781" y="18681"/>
                  <a:pt x="10781" y="18681"/>
                  <a:pt x="10781" y="18681"/>
                </a:cubicBezTo>
                <a:cubicBezTo>
                  <a:pt x="10520" y="18339"/>
                  <a:pt x="10520" y="18339"/>
                  <a:pt x="10520" y="18339"/>
                </a:cubicBezTo>
                <a:cubicBezTo>
                  <a:pt x="10520" y="12320"/>
                  <a:pt x="10520" y="12320"/>
                  <a:pt x="10520" y="12320"/>
                </a:cubicBezTo>
                <a:cubicBezTo>
                  <a:pt x="11080" y="12320"/>
                  <a:pt x="11080" y="12320"/>
                  <a:pt x="11080" y="12320"/>
                </a:cubicBezTo>
                <a:lnTo>
                  <a:pt x="11080" y="18339"/>
                </a:lnTo>
                <a:close/>
                <a:moveTo>
                  <a:pt x="13244" y="11152"/>
                </a:moveTo>
                <a:cubicBezTo>
                  <a:pt x="8356" y="11152"/>
                  <a:pt x="8356" y="11152"/>
                  <a:pt x="8356" y="11152"/>
                </a:cubicBezTo>
                <a:cubicBezTo>
                  <a:pt x="2201" y="11152"/>
                  <a:pt x="2201" y="11152"/>
                  <a:pt x="2201" y="11152"/>
                </a:cubicBezTo>
                <a:cubicBezTo>
                  <a:pt x="2499" y="9965"/>
                  <a:pt x="3619" y="8878"/>
                  <a:pt x="5372" y="8113"/>
                </a:cubicBezTo>
                <a:cubicBezTo>
                  <a:pt x="5559" y="8032"/>
                  <a:pt x="5559" y="8032"/>
                  <a:pt x="5559" y="8032"/>
                </a:cubicBezTo>
                <a:cubicBezTo>
                  <a:pt x="16041" y="8032"/>
                  <a:pt x="16041" y="8032"/>
                  <a:pt x="16041" y="8032"/>
                </a:cubicBezTo>
                <a:cubicBezTo>
                  <a:pt x="16228" y="8113"/>
                  <a:pt x="16228" y="8113"/>
                  <a:pt x="16228" y="8113"/>
                </a:cubicBezTo>
                <a:cubicBezTo>
                  <a:pt x="17981" y="8878"/>
                  <a:pt x="19101" y="9965"/>
                  <a:pt x="19362" y="11152"/>
                </a:cubicBezTo>
                <a:lnTo>
                  <a:pt x="13244" y="11152"/>
                </a:lnTo>
                <a:close/>
              </a:path>
            </a:pathLst>
          </a:custGeom>
          <a:solidFill>
            <a:srgbClr val="0A0A0A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42" name="Group 1242"/>
          <p:cNvGrpSpPr/>
          <p:nvPr/>
        </p:nvGrpSpPr>
        <p:grpSpPr>
          <a:xfrm>
            <a:off x="9780758" y="8004446"/>
            <a:ext cx="763837" cy="726877"/>
            <a:chOff x="0" y="0"/>
            <a:chExt cx="763836" cy="726876"/>
          </a:xfrm>
        </p:grpSpPr>
        <p:sp>
          <p:nvSpPr>
            <p:cNvPr id="1236" name="Shape 1236"/>
            <p:cNvSpPr/>
            <p:nvPr/>
          </p:nvSpPr>
          <p:spPr>
            <a:xfrm>
              <a:off x="-1" y="-1"/>
              <a:ext cx="763838" cy="72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44" y="0"/>
                  </a:moveTo>
                  <a:cubicBezTo>
                    <a:pt x="1856" y="0"/>
                    <a:pt x="1856" y="0"/>
                    <a:pt x="1856" y="0"/>
                  </a:cubicBezTo>
                  <a:cubicBezTo>
                    <a:pt x="844" y="0"/>
                    <a:pt x="0" y="885"/>
                    <a:pt x="0" y="1948"/>
                  </a:cubicBezTo>
                  <a:cubicBezTo>
                    <a:pt x="0" y="16466"/>
                    <a:pt x="0" y="16466"/>
                    <a:pt x="0" y="16466"/>
                  </a:cubicBezTo>
                  <a:cubicBezTo>
                    <a:pt x="0" y="17528"/>
                    <a:pt x="844" y="18413"/>
                    <a:pt x="1856" y="18413"/>
                  </a:cubicBezTo>
                  <a:cubicBezTo>
                    <a:pt x="7256" y="18413"/>
                    <a:pt x="7256" y="18413"/>
                    <a:pt x="7256" y="18413"/>
                  </a:cubicBezTo>
                  <a:cubicBezTo>
                    <a:pt x="7087" y="18767"/>
                    <a:pt x="6581" y="19298"/>
                    <a:pt x="6412" y="19475"/>
                  </a:cubicBezTo>
                  <a:cubicBezTo>
                    <a:pt x="6075" y="19652"/>
                    <a:pt x="5906" y="19830"/>
                    <a:pt x="5906" y="20007"/>
                  </a:cubicBezTo>
                  <a:cubicBezTo>
                    <a:pt x="5737" y="20184"/>
                    <a:pt x="5569" y="20538"/>
                    <a:pt x="5737" y="20892"/>
                  </a:cubicBezTo>
                  <a:cubicBezTo>
                    <a:pt x="5906" y="21246"/>
                    <a:pt x="6244" y="21600"/>
                    <a:pt x="7087" y="21600"/>
                  </a:cubicBezTo>
                  <a:cubicBezTo>
                    <a:pt x="14512" y="21600"/>
                    <a:pt x="14512" y="21600"/>
                    <a:pt x="14512" y="21600"/>
                  </a:cubicBezTo>
                  <a:cubicBezTo>
                    <a:pt x="15356" y="21600"/>
                    <a:pt x="15694" y="21246"/>
                    <a:pt x="15862" y="20892"/>
                  </a:cubicBezTo>
                  <a:cubicBezTo>
                    <a:pt x="16031" y="20538"/>
                    <a:pt x="16031" y="20184"/>
                    <a:pt x="15862" y="20007"/>
                  </a:cubicBezTo>
                  <a:cubicBezTo>
                    <a:pt x="15694" y="19830"/>
                    <a:pt x="15525" y="19652"/>
                    <a:pt x="15356" y="19475"/>
                  </a:cubicBezTo>
                  <a:cubicBezTo>
                    <a:pt x="15019" y="19298"/>
                    <a:pt x="14681" y="18767"/>
                    <a:pt x="14344" y="18413"/>
                  </a:cubicBezTo>
                  <a:cubicBezTo>
                    <a:pt x="19744" y="18413"/>
                    <a:pt x="19744" y="18413"/>
                    <a:pt x="19744" y="18413"/>
                  </a:cubicBezTo>
                  <a:cubicBezTo>
                    <a:pt x="20756" y="18413"/>
                    <a:pt x="21600" y="17528"/>
                    <a:pt x="21600" y="16466"/>
                  </a:cubicBezTo>
                  <a:cubicBezTo>
                    <a:pt x="21600" y="1948"/>
                    <a:pt x="21600" y="1948"/>
                    <a:pt x="21600" y="1948"/>
                  </a:cubicBezTo>
                  <a:cubicBezTo>
                    <a:pt x="21600" y="885"/>
                    <a:pt x="20756" y="0"/>
                    <a:pt x="19744" y="0"/>
                  </a:cubicBezTo>
                  <a:close/>
                  <a:moveTo>
                    <a:pt x="14850" y="20007"/>
                  </a:moveTo>
                  <a:cubicBezTo>
                    <a:pt x="15019" y="20184"/>
                    <a:pt x="15188" y="20361"/>
                    <a:pt x="15188" y="20538"/>
                  </a:cubicBezTo>
                  <a:cubicBezTo>
                    <a:pt x="15188" y="20538"/>
                    <a:pt x="15356" y="20538"/>
                    <a:pt x="15188" y="20538"/>
                  </a:cubicBezTo>
                  <a:cubicBezTo>
                    <a:pt x="15188" y="20715"/>
                    <a:pt x="14850" y="20892"/>
                    <a:pt x="14512" y="20892"/>
                  </a:cubicBezTo>
                  <a:cubicBezTo>
                    <a:pt x="7087" y="20892"/>
                    <a:pt x="7087" y="20892"/>
                    <a:pt x="7087" y="20892"/>
                  </a:cubicBezTo>
                  <a:cubicBezTo>
                    <a:pt x="6750" y="20892"/>
                    <a:pt x="6412" y="20715"/>
                    <a:pt x="6412" y="20538"/>
                  </a:cubicBezTo>
                  <a:cubicBezTo>
                    <a:pt x="6412" y="20538"/>
                    <a:pt x="6412" y="20538"/>
                    <a:pt x="6412" y="20538"/>
                  </a:cubicBezTo>
                  <a:cubicBezTo>
                    <a:pt x="6412" y="20538"/>
                    <a:pt x="6412" y="20538"/>
                    <a:pt x="6412" y="20538"/>
                  </a:cubicBezTo>
                  <a:cubicBezTo>
                    <a:pt x="6412" y="20361"/>
                    <a:pt x="6581" y="20184"/>
                    <a:pt x="6750" y="20007"/>
                  </a:cubicBezTo>
                  <a:cubicBezTo>
                    <a:pt x="7425" y="19298"/>
                    <a:pt x="7931" y="18767"/>
                    <a:pt x="8100" y="18413"/>
                  </a:cubicBezTo>
                  <a:cubicBezTo>
                    <a:pt x="13500" y="18413"/>
                    <a:pt x="13500" y="18413"/>
                    <a:pt x="13500" y="18413"/>
                  </a:cubicBezTo>
                  <a:cubicBezTo>
                    <a:pt x="13837" y="18767"/>
                    <a:pt x="14175" y="19298"/>
                    <a:pt x="14850" y="20007"/>
                  </a:cubicBezTo>
                  <a:close/>
                  <a:moveTo>
                    <a:pt x="20250" y="16466"/>
                  </a:moveTo>
                  <a:cubicBezTo>
                    <a:pt x="20250" y="16820"/>
                    <a:pt x="20081" y="16997"/>
                    <a:pt x="19744" y="16997"/>
                  </a:cubicBezTo>
                  <a:cubicBezTo>
                    <a:pt x="1856" y="16997"/>
                    <a:pt x="1856" y="16997"/>
                    <a:pt x="1856" y="16997"/>
                  </a:cubicBezTo>
                  <a:cubicBezTo>
                    <a:pt x="1519" y="16997"/>
                    <a:pt x="1350" y="16820"/>
                    <a:pt x="1350" y="16466"/>
                  </a:cubicBezTo>
                  <a:cubicBezTo>
                    <a:pt x="1350" y="1948"/>
                    <a:pt x="1350" y="1948"/>
                    <a:pt x="1350" y="1948"/>
                  </a:cubicBezTo>
                  <a:cubicBezTo>
                    <a:pt x="1350" y="1593"/>
                    <a:pt x="1519" y="1416"/>
                    <a:pt x="1856" y="1416"/>
                  </a:cubicBezTo>
                  <a:cubicBezTo>
                    <a:pt x="19744" y="1416"/>
                    <a:pt x="19744" y="1416"/>
                    <a:pt x="19744" y="1416"/>
                  </a:cubicBezTo>
                  <a:cubicBezTo>
                    <a:pt x="20081" y="1416"/>
                    <a:pt x="20250" y="1593"/>
                    <a:pt x="20250" y="1948"/>
                  </a:cubicBezTo>
                  <a:lnTo>
                    <a:pt x="20250" y="16466"/>
                  </a:ln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37" name="Shape 1237"/>
            <p:cNvSpPr/>
            <p:nvPr/>
          </p:nvSpPr>
          <p:spPr>
            <a:xfrm>
              <a:off x="96096" y="93631"/>
              <a:ext cx="571646" cy="384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25" y="0"/>
                  </a:moveTo>
                  <a:cubicBezTo>
                    <a:pt x="1575" y="0"/>
                    <a:pt x="1575" y="0"/>
                    <a:pt x="1575" y="0"/>
                  </a:cubicBezTo>
                  <a:cubicBezTo>
                    <a:pt x="675" y="0"/>
                    <a:pt x="0" y="1012"/>
                    <a:pt x="0" y="2362"/>
                  </a:cubicBezTo>
                  <a:cubicBezTo>
                    <a:pt x="0" y="19238"/>
                    <a:pt x="0" y="19238"/>
                    <a:pt x="0" y="19238"/>
                  </a:cubicBezTo>
                  <a:cubicBezTo>
                    <a:pt x="0" y="20588"/>
                    <a:pt x="675" y="21600"/>
                    <a:pt x="1575" y="21600"/>
                  </a:cubicBezTo>
                  <a:cubicBezTo>
                    <a:pt x="20025" y="21600"/>
                    <a:pt x="20025" y="21600"/>
                    <a:pt x="20025" y="21600"/>
                  </a:cubicBezTo>
                  <a:cubicBezTo>
                    <a:pt x="20925" y="21600"/>
                    <a:pt x="21600" y="20588"/>
                    <a:pt x="21600" y="19238"/>
                  </a:cubicBezTo>
                  <a:cubicBezTo>
                    <a:pt x="21600" y="2362"/>
                    <a:pt x="21600" y="2362"/>
                    <a:pt x="21600" y="2362"/>
                  </a:cubicBezTo>
                  <a:cubicBezTo>
                    <a:pt x="21600" y="1012"/>
                    <a:pt x="20925" y="0"/>
                    <a:pt x="20025" y="0"/>
                  </a:cubicBezTo>
                  <a:close/>
                  <a:moveTo>
                    <a:pt x="20700" y="19238"/>
                  </a:moveTo>
                  <a:cubicBezTo>
                    <a:pt x="20700" y="19913"/>
                    <a:pt x="20475" y="20250"/>
                    <a:pt x="20025" y="20250"/>
                  </a:cubicBezTo>
                  <a:cubicBezTo>
                    <a:pt x="1575" y="20250"/>
                    <a:pt x="1575" y="20250"/>
                    <a:pt x="1575" y="20250"/>
                  </a:cubicBezTo>
                  <a:cubicBezTo>
                    <a:pt x="1125" y="20250"/>
                    <a:pt x="900" y="19913"/>
                    <a:pt x="900" y="19238"/>
                  </a:cubicBezTo>
                  <a:cubicBezTo>
                    <a:pt x="900" y="2362"/>
                    <a:pt x="900" y="2362"/>
                    <a:pt x="900" y="2362"/>
                  </a:cubicBezTo>
                  <a:cubicBezTo>
                    <a:pt x="900" y="1687"/>
                    <a:pt x="1125" y="1350"/>
                    <a:pt x="1575" y="1350"/>
                  </a:cubicBezTo>
                  <a:cubicBezTo>
                    <a:pt x="20025" y="1350"/>
                    <a:pt x="20025" y="1350"/>
                    <a:pt x="20025" y="1350"/>
                  </a:cubicBezTo>
                  <a:cubicBezTo>
                    <a:pt x="20475" y="1350"/>
                    <a:pt x="20700" y="1687"/>
                    <a:pt x="20700" y="2362"/>
                  </a:cubicBezTo>
                  <a:lnTo>
                    <a:pt x="20700" y="19238"/>
                  </a:ln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38" name="Shape 1238"/>
            <p:cNvSpPr/>
            <p:nvPr/>
          </p:nvSpPr>
          <p:spPr>
            <a:xfrm>
              <a:off x="347422" y="487869"/>
              <a:ext cx="71458" cy="73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5400" y="0"/>
                    <a:pt x="0" y="5400"/>
                    <a:pt x="0" y="10800"/>
                  </a:cubicBezTo>
                  <a:cubicBezTo>
                    <a:pt x="0" y="16200"/>
                    <a:pt x="5400" y="21600"/>
                    <a:pt x="10800" y="21600"/>
                  </a:cubicBezTo>
                  <a:cubicBezTo>
                    <a:pt x="16200" y="21600"/>
                    <a:pt x="21600" y="16200"/>
                    <a:pt x="21600" y="10800"/>
                  </a:cubicBezTo>
                  <a:cubicBezTo>
                    <a:pt x="21600" y="5400"/>
                    <a:pt x="16200" y="0"/>
                    <a:pt x="10800" y="0"/>
                  </a:cubicBezTo>
                  <a:close/>
                  <a:moveTo>
                    <a:pt x="10800" y="14400"/>
                  </a:moveTo>
                  <a:cubicBezTo>
                    <a:pt x="9000" y="14400"/>
                    <a:pt x="7200" y="12600"/>
                    <a:pt x="7200" y="10800"/>
                  </a:cubicBezTo>
                  <a:cubicBezTo>
                    <a:pt x="7200" y="9000"/>
                    <a:pt x="9000" y="7200"/>
                    <a:pt x="10800" y="7200"/>
                  </a:cubicBezTo>
                  <a:cubicBezTo>
                    <a:pt x="12600" y="7200"/>
                    <a:pt x="14400" y="9000"/>
                    <a:pt x="14400" y="10800"/>
                  </a:cubicBezTo>
                  <a:cubicBezTo>
                    <a:pt x="14400" y="12600"/>
                    <a:pt x="12600" y="14400"/>
                    <a:pt x="10800" y="14400"/>
                  </a:cubicBez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39" name="Shape 1239"/>
            <p:cNvSpPr/>
            <p:nvPr/>
          </p:nvSpPr>
          <p:spPr>
            <a:xfrm>
              <a:off x="251326" y="243934"/>
              <a:ext cx="96097" cy="101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2644"/>
                  </a:moveTo>
                  <a:lnTo>
                    <a:pt x="21600" y="21600"/>
                  </a:lnTo>
                  <a:lnTo>
                    <a:pt x="21600" y="16859"/>
                  </a:lnTo>
                  <a:lnTo>
                    <a:pt x="6646" y="10010"/>
                  </a:lnTo>
                  <a:lnTo>
                    <a:pt x="21600" y="5268"/>
                  </a:lnTo>
                  <a:lnTo>
                    <a:pt x="21600" y="0"/>
                  </a:lnTo>
                  <a:lnTo>
                    <a:pt x="0" y="8956"/>
                  </a:lnTo>
                  <a:lnTo>
                    <a:pt x="0" y="12644"/>
                  </a:ln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40" name="Shape 1240"/>
            <p:cNvSpPr/>
            <p:nvPr/>
          </p:nvSpPr>
          <p:spPr>
            <a:xfrm>
              <a:off x="357278" y="226687"/>
              <a:ext cx="49281" cy="135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0"/>
                  </a:moveTo>
                  <a:cubicBezTo>
                    <a:pt x="16200" y="0"/>
                    <a:pt x="16200" y="0"/>
                    <a:pt x="13500" y="0"/>
                  </a:cubicBezTo>
                  <a:cubicBezTo>
                    <a:pt x="13500" y="0"/>
                    <a:pt x="13500" y="939"/>
                    <a:pt x="13500" y="1878"/>
                  </a:cubicBezTo>
                  <a:cubicBezTo>
                    <a:pt x="0" y="18783"/>
                    <a:pt x="0" y="18783"/>
                    <a:pt x="0" y="18783"/>
                  </a:cubicBezTo>
                  <a:cubicBezTo>
                    <a:pt x="0" y="19722"/>
                    <a:pt x="0" y="20661"/>
                    <a:pt x="0" y="20661"/>
                  </a:cubicBezTo>
                  <a:cubicBezTo>
                    <a:pt x="0" y="21600"/>
                    <a:pt x="2700" y="21600"/>
                    <a:pt x="5400" y="21600"/>
                  </a:cubicBezTo>
                  <a:cubicBezTo>
                    <a:pt x="5400" y="21600"/>
                    <a:pt x="5400" y="21600"/>
                    <a:pt x="8100" y="21600"/>
                  </a:cubicBezTo>
                  <a:cubicBezTo>
                    <a:pt x="8100" y="21600"/>
                    <a:pt x="8100" y="20661"/>
                    <a:pt x="8100" y="20661"/>
                  </a:cubicBezTo>
                  <a:cubicBezTo>
                    <a:pt x="8100" y="20661"/>
                    <a:pt x="8100" y="19722"/>
                    <a:pt x="10800" y="19722"/>
                  </a:cubicBezTo>
                  <a:cubicBezTo>
                    <a:pt x="21600" y="2817"/>
                    <a:pt x="21600" y="2817"/>
                    <a:pt x="21600" y="2817"/>
                  </a:cubicBezTo>
                  <a:cubicBezTo>
                    <a:pt x="21600" y="1878"/>
                    <a:pt x="21600" y="939"/>
                    <a:pt x="21600" y="939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0"/>
                    <a:pt x="18900" y="0"/>
                    <a:pt x="18900" y="0"/>
                  </a:cubicBez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41" name="Shape 1241"/>
            <p:cNvSpPr/>
            <p:nvPr/>
          </p:nvSpPr>
          <p:spPr>
            <a:xfrm>
              <a:off x="418877" y="243934"/>
              <a:ext cx="93633" cy="101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68"/>
                  </a:moveTo>
                  <a:lnTo>
                    <a:pt x="14779" y="10010"/>
                  </a:lnTo>
                  <a:lnTo>
                    <a:pt x="0" y="16859"/>
                  </a:lnTo>
                  <a:lnTo>
                    <a:pt x="0" y="21600"/>
                  </a:lnTo>
                  <a:lnTo>
                    <a:pt x="21600" y="12644"/>
                  </a:lnTo>
                  <a:lnTo>
                    <a:pt x="21600" y="8956"/>
                  </a:lnTo>
                  <a:lnTo>
                    <a:pt x="0" y="0"/>
                  </a:lnTo>
                  <a:lnTo>
                    <a:pt x="0" y="5268"/>
                  </a:ln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43" name="Shape 1243"/>
          <p:cNvSpPr/>
          <p:nvPr/>
        </p:nvSpPr>
        <p:spPr>
          <a:xfrm>
            <a:off x="9775273" y="5867508"/>
            <a:ext cx="774805" cy="779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112"/>
                </a:moveTo>
                <a:lnTo>
                  <a:pt x="14510" y="0"/>
                </a:lnTo>
                <a:lnTo>
                  <a:pt x="2054" y="12380"/>
                </a:lnTo>
                <a:lnTo>
                  <a:pt x="0" y="21600"/>
                </a:lnTo>
                <a:lnTo>
                  <a:pt x="9210" y="19427"/>
                </a:lnTo>
                <a:lnTo>
                  <a:pt x="21600" y="7112"/>
                </a:lnTo>
                <a:close/>
                <a:moveTo>
                  <a:pt x="8547" y="18110"/>
                </a:moveTo>
                <a:lnTo>
                  <a:pt x="7421" y="16990"/>
                </a:lnTo>
                <a:lnTo>
                  <a:pt x="18552" y="5993"/>
                </a:lnTo>
                <a:lnTo>
                  <a:pt x="19679" y="7112"/>
                </a:lnTo>
                <a:lnTo>
                  <a:pt x="8547" y="18110"/>
                </a:lnTo>
                <a:close/>
                <a:moveTo>
                  <a:pt x="4439" y="19098"/>
                </a:moveTo>
                <a:lnTo>
                  <a:pt x="2452" y="17122"/>
                </a:lnTo>
                <a:lnTo>
                  <a:pt x="3180" y="13698"/>
                </a:lnTo>
                <a:lnTo>
                  <a:pt x="6957" y="17451"/>
                </a:lnTo>
                <a:lnTo>
                  <a:pt x="7885" y="18307"/>
                </a:lnTo>
                <a:lnTo>
                  <a:pt x="4439" y="19098"/>
                </a:lnTo>
                <a:close/>
                <a:moveTo>
                  <a:pt x="18022" y="5466"/>
                </a:moveTo>
                <a:lnTo>
                  <a:pt x="6957" y="16463"/>
                </a:lnTo>
                <a:lnTo>
                  <a:pt x="5301" y="14883"/>
                </a:lnTo>
                <a:lnTo>
                  <a:pt x="16432" y="3885"/>
                </a:lnTo>
                <a:lnTo>
                  <a:pt x="18022" y="5466"/>
                </a:lnTo>
                <a:close/>
                <a:moveTo>
                  <a:pt x="14510" y="1976"/>
                </a:moveTo>
                <a:lnTo>
                  <a:pt x="15902" y="3359"/>
                </a:lnTo>
                <a:lnTo>
                  <a:pt x="4837" y="14356"/>
                </a:lnTo>
                <a:lnTo>
                  <a:pt x="3445" y="12973"/>
                </a:lnTo>
                <a:lnTo>
                  <a:pt x="14510" y="1976"/>
                </a:lnTo>
                <a:close/>
              </a:path>
            </a:pathLst>
          </a:custGeom>
          <a:solidFill>
            <a:srgbClr val="0A0A0A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47" name="Group 1247"/>
          <p:cNvGrpSpPr/>
          <p:nvPr/>
        </p:nvGrpSpPr>
        <p:grpSpPr>
          <a:xfrm>
            <a:off x="9711705" y="9856410"/>
            <a:ext cx="928738" cy="928737"/>
            <a:chOff x="0" y="0"/>
            <a:chExt cx="928736" cy="928736"/>
          </a:xfrm>
        </p:grpSpPr>
        <p:sp>
          <p:nvSpPr>
            <p:cNvPr id="1244" name="Shape 1244"/>
            <p:cNvSpPr/>
            <p:nvPr/>
          </p:nvSpPr>
          <p:spPr>
            <a:xfrm rot="2700000">
              <a:off x="231809" y="40210"/>
              <a:ext cx="465118" cy="848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56" h="21600" fill="norm" stroke="1" extrusionOk="0">
                  <a:moveTo>
                    <a:pt x="4948" y="21600"/>
                  </a:moveTo>
                  <a:cubicBezTo>
                    <a:pt x="2835" y="19649"/>
                    <a:pt x="2835" y="19649"/>
                    <a:pt x="2835" y="19649"/>
                  </a:cubicBezTo>
                  <a:cubicBezTo>
                    <a:pt x="2365" y="19231"/>
                    <a:pt x="-922" y="16026"/>
                    <a:pt x="252" y="13866"/>
                  </a:cubicBezTo>
                  <a:cubicBezTo>
                    <a:pt x="721" y="13030"/>
                    <a:pt x="1895" y="12403"/>
                    <a:pt x="3656" y="11915"/>
                  </a:cubicBezTo>
                  <a:cubicBezTo>
                    <a:pt x="2952" y="10521"/>
                    <a:pt x="2600" y="9197"/>
                    <a:pt x="2600" y="8083"/>
                  </a:cubicBezTo>
                  <a:cubicBezTo>
                    <a:pt x="2600" y="7107"/>
                    <a:pt x="2835" y="6062"/>
                    <a:pt x="3304" y="5086"/>
                  </a:cubicBezTo>
                  <a:cubicBezTo>
                    <a:pt x="3304" y="5017"/>
                    <a:pt x="3304" y="5017"/>
                    <a:pt x="3304" y="5017"/>
                  </a:cubicBezTo>
                  <a:cubicBezTo>
                    <a:pt x="4948" y="2439"/>
                    <a:pt x="8117" y="0"/>
                    <a:pt x="9878" y="0"/>
                  </a:cubicBezTo>
                  <a:cubicBezTo>
                    <a:pt x="11639" y="0"/>
                    <a:pt x="14808" y="2439"/>
                    <a:pt x="16452" y="5017"/>
                  </a:cubicBezTo>
                  <a:cubicBezTo>
                    <a:pt x="16452" y="5086"/>
                    <a:pt x="16452" y="5086"/>
                    <a:pt x="16452" y="5086"/>
                  </a:cubicBezTo>
                  <a:cubicBezTo>
                    <a:pt x="16921" y="6062"/>
                    <a:pt x="17274" y="7107"/>
                    <a:pt x="17274" y="8083"/>
                  </a:cubicBezTo>
                  <a:cubicBezTo>
                    <a:pt x="17274" y="9197"/>
                    <a:pt x="16921" y="10521"/>
                    <a:pt x="16100" y="11915"/>
                  </a:cubicBezTo>
                  <a:cubicBezTo>
                    <a:pt x="17861" y="12403"/>
                    <a:pt x="19035" y="13030"/>
                    <a:pt x="19504" y="13866"/>
                  </a:cubicBezTo>
                  <a:cubicBezTo>
                    <a:pt x="20678" y="16026"/>
                    <a:pt x="17391" y="19231"/>
                    <a:pt x="17039" y="19649"/>
                  </a:cubicBezTo>
                  <a:cubicBezTo>
                    <a:pt x="14808" y="21600"/>
                    <a:pt x="14808" y="21600"/>
                    <a:pt x="14808" y="21600"/>
                  </a:cubicBezTo>
                  <a:cubicBezTo>
                    <a:pt x="14808" y="19231"/>
                    <a:pt x="14808" y="19231"/>
                    <a:pt x="14808" y="19231"/>
                  </a:cubicBezTo>
                  <a:cubicBezTo>
                    <a:pt x="14808" y="18255"/>
                    <a:pt x="14104" y="17280"/>
                    <a:pt x="12930" y="16653"/>
                  </a:cubicBezTo>
                  <a:cubicBezTo>
                    <a:pt x="12930" y="16653"/>
                    <a:pt x="12930" y="16653"/>
                    <a:pt x="12930" y="16723"/>
                  </a:cubicBezTo>
                  <a:cubicBezTo>
                    <a:pt x="12578" y="17141"/>
                    <a:pt x="12578" y="17141"/>
                    <a:pt x="12578" y="17141"/>
                  </a:cubicBezTo>
                  <a:cubicBezTo>
                    <a:pt x="11756" y="17071"/>
                    <a:pt x="11756" y="17071"/>
                    <a:pt x="11756" y="17071"/>
                  </a:cubicBezTo>
                  <a:cubicBezTo>
                    <a:pt x="10582" y="17071"/>
                    <a:pt x="9291" y="17071"/>
                    <a:pt x="8000" y="17071"/>
                  </a:cubicBezTo>
                  <a:cubicBezTo>
                    <a:pt x="7178" y="17141"/>
                    <a:pt x="7178" y="17141"/>
                    <a:pt x="7178" y="17141"/>
                  </a:cubicBezTo>
                  <a:cubicBezTo>
                    <a:pt x="6826" y="16723"/>
                    <a:pt x="6826" y="16723"/>
                    <a:pt x="6826" y="16723"/>
                  </a:cubicBezTo>
                  <a:cubicBezTo>
                    <a:pt x="6826" y="16653"/>
                    <a:pt x="6826" y="16653"/>
                    <a:pt x="6826" y="16653"/>
                  </a:cubicBezTo>
                  <a:cubicBezTo>
                    <a:pt x="5652" y="17350"/>
                    <a:pt x="4948" y="18255"/>
                    <a:pt x="4948" y="19231"/>
                  </a:cubicBezTo>
                  <a:lnTo>
                    <a:pt x="4948" y="21600"/>
                  </a:lnTo>
                  <a:close/>
                  <a:moveTo>
                    <a:pt x="5535" y="5505"/>
                  </a:moveTo>
                  <a:cubicBezTo>
                    <a:pt x="5182" y="6341"/>
                    <a:pt x="4948" y="7246"/>
                    <a:pt x="4948" y="8083"/>
                  </a:cubicBezTo>
                  <a:cubicBezTo>
                    <a:pt x="4948" y="9197"/>
                    <a:pt x="5300" y="10591"/>
                    <a:pt x="6239" y="12124"/>
                  </a:cubicBezTo>
                  <a:cubicBezTo>
                    <a:pt x="6591" y="12821"/>
                    <a:pt x="6591" y="12821"/>
                    <a:pt x="6591" y="12821"/>
                  </a:cubicBezTo>
                  <a:cubicBezTo>
                    <a:pt x="5417" y="13030"/>
                    <a:pt x="5417" y="13030"/>
                    <a:pt x="5417" y="13030"/>
                  </a:cubicBezTo>
                  <a:cubicBezTo>
                    <a:pt x="4361" y="13239"/>
                    <a:pt x="2952" y="13657"/>
                    <a:pt x="2482" y="14284"/>
                  </a:cubicBezTo>
                  <a:cubicBezTo>
                    <a:pt x="2130" y="15050"/>
                    <a:pt x="2600" y="16235"/>
                    <a:pt x="3304" y="17210"/>
                  </a:cubicBezTo>
                  <a:cubicBezTo>
                    <a:pt x="4008" y="16305"/>
                    <a:pt x="5182" y="15538"/>
                    <a:pt x="6708" y="14981"/>
                  </a:cubicBezTo>
                  <a:cubicBezTo>
                    <a:pt x="7765" y="14563"/>
                    <a:pt x="7765" y="14563"/>
                    <a:pt x="7765" y="14563"/>
                  </a:cubicBezTo>
                  <a:cubicBezTo>
                    <a:pt x="8352" y="15259"/>
                    <a:pt x="8352" y="15259"/>
                    <a:pt x="8352" y="15259"/>
                  </a:cubicBezTo>
                  <a:cubicBezTo>
                    <a:pt x="8469" y="15399"/>
                    <a:pt x="8587" y="15538"/>
                    <a:pt x="8704" y="15677"/>
                  </a:cubicBezTo>
                  <a:cubicBezTo>
                    <a:pt x="9526" y="15677"/>
                    <a:pt x="10348" y="15677"/>
                    <a:pt x="11169" y="15677"/>
                  </a:cubicBezTo>
                  <a:cubicBezTo>
                    <a:pt x="11287" y="15538"/>
                    <a:pt x="11404" y="15399"/>
                    <a:pt x="11404" y="15259"/>
                  </a:cubicBezTo>
                  <a:cubicBezTo>
                    <a:pt x="11991" y="14563"/>
                    <a:pt x="11991" y="14563"/>
                    <a:pt x="11991" y="14563"/>
                  </a:cubicBezTo>
                  <a:cubicBezTo>
                    <a:pt x="13165" y="14981"/>
                    <a:pt x="13165" y="14981"/>
                    <a:pt x="13165" y="14981"/>
                  </a:cubicBezTo>
                  <a:cubicBezTo>
                    <a:pt x="14691" y="15538"/>
                    <a:pt x="15748" y="16305"/>
                    <a:pt x="16452" y="17210"/>
                  </a:cubicBezTo>
                  <a:cubicBezTo>
                    <a:pt x="17156" y="16235"/>
                    <a:pt x="17743" y="15050"/>
                    <a:pt x="17274" y="14284"/>
                  </a:cubicBezTo>
                  <a:cubicBezTo>
                    <a:pt x="16921" y="13657"/>
                    <a:pt x="15513" y="13239"/>
                    <a:pt x="14339" y="13030"/>
                  </a:cubicBezTo>
                  <a:cubicBezTo>
                    <a:pt x="13165" y="12821"/>
                    <a:pt x="13165" y="12821"/>
                    <a:pt x="13165" y="12821"/>
                  </a:cubicBezTo>
                  <a:cubicBezTo>
                    <a:pt x="13517" y="12124"/>
                    <a:pt x="13517" y="12124"/>
                    <a:pt x="13517" y="12124"/>
                  </a:cubicBezTo>
                  <a:cubicBezTo>
                    <a:pt x="14456" y="10591"/>
                    <a:pt x="14926" y="9197"/>
                    <a:pt x="14926" y="8083"/>
                  </a:cubicBezTo>
                  <a:cubicBezTo>
                    <a:pt x="14926" y="7246"/>
                    <a:pt x="14691" y="6341"/>
                    <a:pt x="14221" y="5505"/>
                  </a:cubicBezTo>
                  <a:cubicBezTo>
                    <a:pt x="12813" y="3275"/>
                    <a:pt x="10700" y="1812"/>
                    <a:pt x="9878" y="1463"/>
                  </a:cubicBezTo>
                  <a:cubicBezTo>
                    <a:pt x="9056" y="1812"/>
                    <a:pt x="6943" y="3275"/>
                    <a:pt x="5535" y="5505"/>
                  </a:cubicBez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45" name="Shape 1245"/>
            <p:cNvSpPr/>
            <p:nvPr/>
          </p:nvSpPr>
          <p:spPr>
            <a:xfrm rot="2700000">
              <a:off x="437664" y="314621"/>
              <a:ext cx="176781" cy="174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4725" y="21600"/>
                    <a:pt x="0" y="16875"/>
                    <a:pt x="0" y="10800"/>
                  </a:cubicBezTo>
                  <a:cubicBezTo>
                    <a:pt x="0" y="4725"/>
                    <a:pt x="4725" y="0"/>
                    <a:pt x="10800" y="0"/>
                  </a:cubicBezTo>
                  <a:cubicBezTo>
                    <a:pt x="16875" y="0"/>
                    <a:pt x="21600" y="4725"/>
                    <a:pt x="21600" y="10800"/>
                  </a:cubicBezTo>
                  <a:cubicBezTo>
                    <a:pt x="21600" y="16875"/>
                    <a:pt x="16875" y="21600"/>
                    <a:pt x="10800" y="21600"/>
                  </a:cubicBezTo>
                  <a:close/>
                  <a:moveTo>
                    <a:pt x="10800" y="4050"/>
                  </a:moveTo>
                  <a:cubicBezTo>
                    <a:pt x="7088" y="4050"/>
                    <a:pt x="4050" y="7087"/>
                    <a:pt x="4050" y="10800"/>
                  </a:cubicBezTo>
                  <a:cubicBezTo>
                    <a:pt x="4050" y="14513"/>
                    <a:pt x="7088" y="17550"/>
                    <a:pt x="10800" y="17550"/>
                  </a:cubicBezTo>
                  <a:cubicBezTo>
                    <a:pt x="14512" y="17550"/>
                    <a:pt x="17550" y="14513"/>
                    <a:pt x="17550" y="10800"/>
                  </a:cubicBezTo>
                  <a:cubicBezTo>
                    <a:pt x="17550" y="7087"/>
                    <a:pt x="14512" y="4050"/>
                    <a:pt x="10800" y="4050"/>
                  </a:cubicBez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46" name="Shape 1246"/>
            <p:cNvSpPr/>
            <p:nvPr/>
          </p:nvSpPr>
          <p:spPr>
            <a:xfrm rot="2700000">
              <a:off x="149091" y="570855"/>
              <a:ext cx="163006" cy="259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17" y="21600"/>
                  </a:moveTo>
                  <a:cubicBezTo>
                    <a:pt x="8786" y="19326"/>
                    <a:pt x="8786" y="19326"/>
                    <a:pt x="8786" y="19326"/>
                  </a:cubicBezTo>
                  <a:cubicBezTo>
                    <a:pt x="7322" y="17507"/>
                    <a:pt x="0" y="8640"/>
                    <a:pt x="0" y="5912"/>
                  </a:cubicBezTo>
                  <a:cubicBezTo>
                    <a:pt x="0" y="2728"/>
                    <a:pt x="4759" y="0"/>
                    <a:pt x="10617" y="0"/>
                  </a:cubicBezTo>
                  <a:cubicBezTo>
                    <a:pt x="16475" y="0"/>
                    <a:pt x="21600" y="2728"/>
                    <a:pt x="21600" y="5912"/>
                  </a:cubicBezTo>
                  <a:cubicBezTo>
                    <a:pt x="21600" y="8640"/>
                    <a:pt x="14278" y="17507"/>
                    <a:pt x="12447" y="19326"/>
                  </a:cubicBezTo>
                  <a:lnTo>
                    <a:pt x="10617" y="21600"/>
                  </a:lnTo>
                  <a:close/>
                  <a:moveTo>
                    <a:pt x="10617" y="2728"/>
                  </a:moveTo>
                  <a:cubicBezTo>
                    <a:pt x="6956" y="2728"/>
                    <a:pt x="4393" y="4093"/>
                    <a:pt x="4393" y="5912"/>
                  </a:cubicBezTo>
                  <a:cubicBezTo>
                    <a:pt x="4393" y="7048"/>
                    <a:pt x="7322" y="11368"/>
                    <a:pt x="10617" y="15688"/>
                  </a:cubicBezTo>
                  <a:cubicBezTo>
                    <a:pt x="13912" y="11368"/>
                    <a:pt x="17207" y="7048"/>
                    <a:pt x="17207" y="5912"/>
                  </a:cubicBezTo>
                  <a:cubicBezTo>
                    <a:pt x="17207" y="4093"/>
                    <a:pt x="14278" y="2728"/>
                    <a:pt x="10617" y="2728"/>
                  </a:cubicBezTo>
                  <a:close/>
                </a:path>
              </a:pathLst>
            </a:custGeom>
            <a:solidFill>
              <a:srgbClr val="0A0A0A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48" name="Shape 1248"/>
          <p:cNvSpPr/>
          <p:nvPr/>
        </p:nvSpPr>
        <p:spPr>
          <a:xfrm>
            <a:off x="188421" y="4485375"/>
            <a:ext cx="870409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49" name="Shape 1249"/>
          <p:cNvSpPr/>
          <p:nvPr/>
        </p:nvSpPr>
        <p:spPr>
          <a:xfrm>
            <a:off x="164375" y="5837411"/>
            <a:ext cx="917348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50" name="Shape 1250"/>
          <p:cNvSpPr/>
          <p:nvPr/>
        </p:nvSpPr>
        <p:spPr>
          <a:xfrm>
            <a:off x="167581" y="7207242"/>
            <a:ext cx="911252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51" name="Shape 1251"/>
          <p:cNvSpPr/>
          <p:nvPr/>
        </p:nvSpPr>
        <p:spPr>
          <a:xfrm>
            <a:off x="165979" y="8559278"/>
            <a:ext cx="914909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52" name="Shape 1252"/>
          <p:cNvSpPr/>
          <p:nvPr/>
        </p:nvSpPr>
        <p:spPr>
          <a:xfrm>
            <a:off x="11054801" y="3558282"/>
            <a:ext cx="1329" cy="1510749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53" name="Shape 1253"/>
          <p:cNvSpPr/>
          <p:nvPr/>
        </p:nvSpPr>
        <p:spPr>
          <a:xfrm>
            <a:off x="11054801" y="5501911"/>
            <a:ext cx="1329" cy="1510749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54" name="Shape 1254"/>
          <p:cNvSpPr/>
          <p:nvPr/>
        </p:nvSpPr>
        <p:spPr>
          <a:xfrm>
            <a:off x="11054801" y="7612509"/>
            <a:ext cx="1329" cy="1510749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55" name="Shape 1255"/>
          <p:cNvSpPr/>
          <p:nvPr/>
        </p:nvSpPr>
        <p:spPr>
          <a:xfrm>
            <a:off x="11054801" y="9578793"/>
            <a:ext cx="1329" cy="1510749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0"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"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8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8"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6"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nodeType="afterEffect" presetClass="entr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0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nodeType="afterEffect" presetClass="entr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4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nodeType="afterEffect" presetClass="entr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8"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nodeType="afterEffect" presetClass="entr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2"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nodeType="afterEffect" presetClass="entr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6"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000"/>
                            </p:stCondLst>
                            <p:childTnLst>
                              <p:par>
                                <p:cTn id="78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00"/>
                            </p:stCondLst>
                            <p:childTnLst>
                              <p:par>
                                <p:cTn id="82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500"/>
                            </p:stCondLst>
                            <p:childTnLst>
                              <p:par>
                                <p:cTn id="90" nodeType="afterEffect" presetClass="entr" presetSubtype="0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1000"/>
                            </p:stCondLst>
                            <p:childTnLst>
                              <p:par>
                                <p:cTn id="94" nodeType="afterEffect" presetClass="entr" presetSubtype="0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500"/>
                            </p:stCondLst>
                            <p:childTnLst>
                              <p:par>
                                <p:cTn id="98" nodeType="afterEffect" presetClass="entr" presetSubtype="0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nodeType="afterEffect" presetClass="entr" presetSubtype="0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4"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6" nodeType="afterEffect" presetClass="entr" presetSubtype="0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0" nodeType="afterEffect" presetClass="entr" presetSubtype="0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4" nodeType="afterEffect" presetClass="entr" presetSubtype="0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6"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8" nodeType="afterEffect" presetClass="entr" presetSubtype="0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0"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2" nodeType="afterEffect" presetClass="entr" presetSubtype="0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4"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6" nodeType="afterEffect" presetClass="entr" presetSubtype="0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8"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0" nodeType="afterEffect" presetClass="entr" presetSubtype="0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2" dur="500"/>
                                        <p:tgtEl>
                                          <p:spTgt spid="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4" nodeType="afterEffect" presetClass="entr" presetSubtype="0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6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8" nodeType="afterEffect" presetClass="entr" presetSubtype="0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0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27" grpId="20"/>
      <p:bldP build="whole" bldLvl="1" animBg="1" rev="0" advAuto="0" spid="1253" grpId="28"/>
      <p:bldP build="whole" bldLvl="1" animBg="1" rev="0" advAuto="0" spid="1221" grpId="5"/>
      <p:bldP build="whole" bldLvl="1" animBg="1" rev="0" advAuto="0" spid="1251" grpId="10"/>
      <p:bldP build="whole" bldLvl="1" animBg="1" rev="0" advAuto="0" spid="1222" grpId="6"/>
      <p:bldP build="whole" bldLvl="1" animBg="1" rev="0" advAuto="0" spid="1223" grpId="15"/>
      <p:bldP build="whole" bldLvl="1" animBg="1" rev="0" advAuto="0" spid="1214" grpId="2"/>
      <p:bldP build="whole" bldLvl="1" animBg="1" rev="0" advAuto="0" spid="1252" grpId="27"/>
      <p:bldP build="whole" bldLvl="1" animBg="1" rev="0" advAuto="0" spid="1247" grpId="26"/>
      <p:bldP build="whole" bldLvl="1" animBg="1" rev="0" advAuto="0" spid="1231" grpId="33"/>
      <p:bldP build="whole" bldLvl="1" animBg="1" rev="0" advAuto="0" spid="1230" grpId="21"/>
      <p:bldP build="whole" bldLvl="1" animBg="1" rev="0" advAuto="0" spid="1234" grpId="34"/>
      <p:bldP build="whole" bldLvl="1" animBg="1" rev="0" advAuto="0" spid="1225" grpId="31"/>
      <p:bldP build="whole" bldLvl="1" animBg="1" rev="0" advAuto="0" spid="1242" grpId="25"/>
      <p:bldP build="whole" bldLvl="1" animBg="1" rev="0" advAuto="0" spid="1219" grpId="3"/>
      <p:bldP build="whole" bldLvl="1" animBg="1" rev="0" advAuto="0" spid="1226" grpId="16"/>
      <p:bldP build="whole" bldLvl="1" animBg="1" rev="0" advAuto="0" spid="1250" grpId="9"/>
      <p:bldP build="whole" bldLvl="1" animBg="1" rev="0" advAuto="0" spid="1232" grpId="18"/>
      <p:bldP build="whole" bldLvl="1" animBg="1" rev="0" advAuto="0" spid="1229" grpId="17"/>
      <p:bldP build="whole" bldLvl="1" animBg="1" rev="0" advAuto="0" spid="1217" grpId="13"/>
      <p:bldP build="whole" bldLvl="1" animBg="1" rev="0" advAuto="0" spid="1224" grpId="19"/>
      <p:bldP build="whole" bldLvl="1" animBg="1" rev="0" advAuto="0" spid="1248" grpId="7"/>
      <p:bldP build="whole" bldLvl="1" animBg="1" rev="0" advAuto="0" spid="1243" grpId="24"/>
      <p:bldP build="whole" bldLvl="1" animBg="1" rev="0" advAuto="0" spid="1235" grpId="23"/>
      <p:bldP build="whole" bldLvl="1" animBg="1" rev="0" advAuto="0" spid="1255" grpId="30"/>
      <p:bldP build="whole" bldLvl="1" animBg="1" rev="0" advAuto="0" spid="1254" grpId="29"/>
      <p:bldP build="whole" bldLvl="1" animBg="1" rev="0" advAuto="0" spid="1218" grpId="14"/>
      <p:bldP build="whole" bldLvl="1" animBg="1" rev="0" advAuto="0" spid="1216" grpId="12"/>
      <p:bldP build="whole" bldLvl="1" animBg="1" rev="0" advAuto="0" spid="1220" grpId="4"/>
      <p:bldP build="whole" bldLvl="1" animBg="1" rev="0" advAuto="0" spid="1215" grpId="11"/>
      <p:bldP build="whole" bldLvl="1" animBg="1" rev="0" advAuto="0" spid="1249" grpId="8"/>
      <p:bldP build="whole" bldLvl="1" animBg="1" rev="0" advAuto="0" spid="1228" grpId="32"/>
      <p:bldP build="whole" bldLvl="1" animBg="1" rev="0" advAuto="0" spid="1205" grpId="1"/>
      <p:bldP build="whole" bldLvl="1" animBg="1" rev="0" advAuto="0" spid="1233" grpId="2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Shape 1257"/>
          <p:cNvSpPr/>
          <p:nvPr/>
        </p:nvSpPr>
        <p:spPr>
          <a:xfrm>
            <a:off x="8939326" y="1409512"/>
            <a:ext cx="6505348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Estrategia de venta</a:t>
            </a:r>
          </a:p>
        </p:txBody>
      </p:sp>
      <p:grpSp>
        <p:nvGrpSpPr>
          <p:cNvPr id="1266" name="Group 1266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261" name="Group 1261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258" name="Shape 1258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59" name="Shape 1259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60" name="Shape 1260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265" name="Group 1265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262" name="Shape 1262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63" name="Shape 1263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64" name="Shape 1264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1270" name="Group 1270"/>
          <p:cNvGrpSpPr/>
          <p:nvPr/>
        </p:nvGrpSpPr>
        <p:grpSpPr>
          <a:xfrm>
            <a:off x="12092174" y="3374414"/>
            <a:ext cx="1095055" cy="1953065"/>
            <a:chOff x="0" y="0"/>
            <a:chExt cx="1095054" cy="1953063"/>
          </a:xfrm>
        </p:grpSpPr>
        <p:sp>
          <p:nvSpPr>
            <p:cNvPr id="1267" name="Shape 1267"/>
            <p:cNvSpPr/>
            <p:nvPr/>
          </p:nvSpPr>
          <p:spPr>
            <a:xfrm>
              <a:off x="7729" y="43802"/>
              <a:ext cx="213857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68" name="Shape 1268"/>
            <p:cNvSpPr/>
            <p:nvPr/>
          </p:nvSpPr>
          <p:spPr>
            <a:xfrm>
              <a:off x="110792" y="-1"/>
              <a:ext cx="984263" cy="1953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90" y="0"/>
                    <a:pt x="3375" y="742"/>
                    <a:pt x="3375" y="1620"/>
                  </a:cubicBezTo>
                  <a:cubicBezTo>
                    <a:pt x="3375" y="2497"/>
                    <a:pt x="1890" y="3240"/>
                    <a:pt x="270" y="3240"/>
                  </a:cubicBezTo>
                  <a:cubicBezTo>
                    <a:pt x="8505" y="3307"/>
                    <a:pt x="15120" y="6682"/>
                    <a:pt x="15120" y="10800"/>
                  </a:cubicBezTo>
                  <a:cubicBezTo>
                    <a:pt x="15120" y="14850"/>
                    <a:pt x="8640" y="18225"/>
                    <a:pt x="540" y="18360"/>
                  </a:cubicBezTo>
                  <a:cubicBezTo>
                    <a:pt x="2160" y="18495"/>
                    <a:pt x="3240" y="19170"/>
                    <a:pt x="3240" y="19980"/>
                  </a:cubicBezTo>
                  <a:cubicBezTo>
                    <a:pt x="3240" y="20858"/>
                    <a:pt x="1755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2015" y="21600"/>
                    <a:pt x="21600" y="16808"/>
                    <a:pt x="21600" y="10800"/>
                  </a:cubicBezTo>
                  <a:cubicBezTo>
                    <a:pt x="21600" y="4860"/>
                    <a:pt x="12015" y="0"/>
                    <a:pt x="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69" name="Shape 1269"/>
            <p:cNvSpPr/>
            <p:nvPr/>
          </p:nvSpPr>
          <p:spPr>
            <a:xfrm>
              <a:off x="0" y="1695403"/>
              <a:ext cx="221589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73" name="Group 1273"/>
          <p:cNvGrpSpPr/>
          <p:nvPr/>
        </p:nvGrpSpPr>
        <p:grpSpPr>
          <a:xfrm>
            <a:off x="11221284" y="5028590"/>
            <a:ext cx="1087327" cy="1958216"/>
            <a:chOff x="0" y="0"/>
            <a:chExt cx="1087326" cy="1958215"/>
          </a:xfrm>
        </p:grpSpPr>
        <p:sp>
          <p:nvSpPr>
            <p:cNvPr id="1271" name="Shape 1271"/>
            <p:cNvSpPr/>
            <p:nvPr/>
          </p:nvSpPr>
          <p:spPr>
            <a:xfrm>
              <a:off x="870890" y="1700555"/>
              <a:ext cx="216437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8CD9D9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72" name="Shape 1272"/>
            <p:cNvSpPr/>
            <p:nvPr/>
          </p:nvSpPr>
          <p:spPr>
            <a:xfrm>
              <a:off x="-1" y="0"/>
              <a:ext cx="981685" cy="1958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710" y="21600"/>
                    <a:pt x="18225" y="20860"/>
                    <a:pt x="18225" y="19918"/>
                  </a:cubicBezTo>
                  <a:cubicBezTo>
                    <a:pt x="18225" y="19110"/>
                    <a:pt x="19440" y="18437"/>
                    <a:pt x="21060" y="18303"/>
                  </a:cubicBezTo>
                  <a:cubicBezTo>
                    <a:pt x="12960" y="18168"/>
                    <a:pt x="6480" y="14871"/>
                    <a:pt x="6480" y="10834"/>
                  </a:cubicBezTo>
                  <a:cubicBezTo>
                    <a:pt x="6480" y="6729"/>
                    <a:pt x="13095" y="3364"/>
                    <a:pt x="21330" y="3297"/>
                  </a:cubicBezTo>
                  <a:cubicBezTo>
                    <a:pt x="19710" y="3230"/>
                    <a:pt x="18360" y="2557"/>
                    <a:pt x="18360" y="1682"/>
                  </a:cubicBezTo>
                  <a:cubicBezTo>
                    <a:pt x="18360" y="740"/>
                    <a:pt x="19845" y="0"/>
                    <a:pt x="21600" y="0"/>
                  </a:cubicBezTo>
                  <a:cubicBezTo>
                    <a:pt x="9585" y="0"/>
                    <a:pt x="0" y="4845"/>
                    <a:pt x="0" y="10834"/>
                  </a:cubicBezTo>
                  <a:cubicBezTo>
                    <a:pt x="0" y="16755"/>
                    <a:pt x="9585" y="21600"/>
                    <a:pt x="216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8CD9D9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76" name="Group 1276"/>
          <p:cNvGrpSpPr/>
          <p:nvPr/>
        </p:nvGrpSpPr>
        <p:grpSpPr>
          <a:xfrm>
            <a:off x="12092175" y="6693073"/>
            <a:ext cx="1095055" cy="1950487"/>
            <a:chOff x="0" y="0"/>
            <a:chExt cx="1095054" cy="1950485"/>
          </a:xfrm>
        </p:grpSpPr>
        <p:sp>
          <p:nvSpPr>
            <p:cNvPr id="1274" name="Shape 1274"/>
            <p:cNvSpPr/>
            <p:nvPr/>
          </p:nvSpPr>
          <p:spPr>
            <a:xfrm>
              <a:off x="0" y="1695402"/>
              <a:ext cx="221589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B3E6E6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75" name="Shape 1275"/>
            <p:cNvSpPr/>
            <p:nvPr/>
          </p:nvSpPr>
          <p:spPr>
            <a:xfrm>
              <a:off x="110792" y="-1"/>
              <a:ext cx="984263" cy="19504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75" y="0"/>
                  </a:moveTo>
                  <a:cubicBezTo>
                    <a:pt x="2160" y="135"/>
                    <a:pt x="3240" y="810"/>
                    <a:pt x="3240" y="1552"/>
                  </a:cubicBezTo>
                  <a:cubicBezTo>
                    <a:pt x="3240" y="2497"/>
                    <a:pt x="1755" y="3240"/>
                    <a:pt x="0" y="3240"/>
                  </a:cubicBezTo>
                  <a:cubicBezTo>
                    <a:pt x="0" y="3240"/>
                    <a:pt x="0" y="3240"/>
                    <a:pt x="0" y="3240"/>
                  </a:cubicBezTo>
                  <a:cubicBezTo>
                    <a:pt x="8370" y="3240"/>
                    <a:pt x="15120" y="6615"/>
                    <a:pt x="15120" y="10800"/>
                  </a:cubicBezTo>
                  <a:cubicBezTo>
                    <a:pt x="15120" y="14918"/>
                    <a:pt x="8505" y="18225"/>
                    <a:pt x="270" y="18360"/>
                  </a:cubicBezTo>
                  <a:cubicBezTo>
                    <a:pt x="2025" y="18427"/>
                    <a:pt x="3240" y="19102"/>
                    <a:pt x="3240" y="19980"/>
                  </a:cubicBezTo>
                  <a:cubicBezTo>
                    <a:pt x="3240" y="20857"/>
                    <a:pt x="1755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2015" y="21600"/>
                    <a:pt x="21600" y="16740"/>
                    <a:pt x="21600" y="10800"/>
                  </a:cubicBezTo>
                  <a:cubicBezTo>
                    <a:pt x="21600" y="4927"/>
                    <a:pt x="12285" y="202"/>
                    <a:pt x="675" y="0"/>
                  </a:cubicBezTo>
                  <a:close/>
                </a:path>
              </a:pathLst>
            </a:custGeom>
            <a:solidFill>
              <a:srgbClr val="B3E6E6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79" name="Group 1279"/>
          <p:cNvGrpSpPr/>
          <p:nvPr/>
        </p:nvGrpSpPr>
        <p:grpSpPr>
          <a:xfrm>
            <a:off x="11221284" y="8344674"/>
            <a:ext cx="1087327" cy="1958217"/>
            <a:chOff x="0" y="0"/>
            <a:chExt cx="1087326" cy="1958215"/>
          </a:xfrm>
        </p:grpSpPr>
        <p:sp>
          <p:nvSpPr>
            <p:cNvPr id="1277" name="Shape 1277"/>
            <p:cNvSpPr/>
            <p:nvPr/>
          </p:nvSpPr>
          <p:spPr>
            <a:xfrm>
              <a:off x="870890" y="1708284"/>
              <a:ext cx="216437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78" name="Shape 1278"/>
            <p:cNvSpPr/>
            <p:nvPr/>
          </p:nvSpPr>
          <p:spPr>
            <a:xfrm>
              <a:off x="-1" y="0"/>
              <a:ext cx="981685" cy="1958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225" y="19985"/>
                  </a:moveTo>
                  <a:cubicBezTo>
                    <a:pt x="18225" y="19110"/>
                    <a:pt x="19710" y="18370"/>
                    <a:pt x="21465" y="18370"/>
                  </a:cubicBezTo>
                  <a:cubicBezTo>
                    <a:pt x="21600" y="18370"/>
                    <a:pt x="21600" y="18370"/>
                    <a:pt x="21600" y="18370"/>
                  </a:cubicBezTo>
                  <a:cubicBezTo>
                    <a:pt x="21600" y="18370"/>
                    <a:pt x="21600" y="18370"/>
                    <a:pt x="21600" y="18370"/>
                  </a:cubicBezTo>
                  <a:cubicBezTo>
                    <a:pt x="13230" y="18370"/>
                    <a:pt x="6480" y="14938"/>
                    <a:pt x="6480" y="10834"/>
                  </a:cubicBezTo>
                  <a:cubicBezTo>
                    <a:pt x="6480" y="6729"/>
                    <a:pt x="13095" y="3364"/>
                    <a:pt x="21330" y="3297"/>
                  </a:cubicBezTo>
                  <a:cubicBezTo>
                    <a:pt x="19710" y="3230"/>
                    <a:pt x="18360" y="2557"/>
                    <a:pt x="18360" y="1682"/>
                  </a:cubicBezTo>
                  <a:cubicBezTo>
                    <a:pt x="18360" y="740"/>
                    <a:pt x="19845" y="0"/>
                    <a:pt x="21600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9585" y="0"/>
                    <a:pt x="0" y="4845"/>
                    <a:pt x="0" y="10834"/>
                  </a:cubicBezTo>
                  <a:cubicBezTo>
                    <a:pt x="0" y="16621"/>
                    <a:pt x="9180" y="21331"/>
                    <a:pt x="20655" y="21600"/>
                  </a:cubicBezTo>
                  <a:cubicBezTo>
                    <a:pt x="19305" y="21398"/>
                    <a:pt x="18225" y="20793"/>
                    <a:pt x="18225" y="19985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82" name="Group 1282"/>
          <p:cNvGrpSpPr/>
          <p:nvPr/>
        </p:nvGrpSpPr>
        <p:grpSpPr>
          <a:xfrm>
            <a:off x="12092175" y="10011732"/>
            <a:ext cx="1095055" cy="1958217"/>
            <a:chOff x="0" y="0"/>
            <a:chExt cx="1095054" cy="1958215"/>
          </a:xfrm>
        </p:grpSpPr>
        <p:sp>
          <p:nvSpPr>
            <p:cNvPr id="1280" name="Shape 1280"/>
            <p:cNvSpPr/>
            <p:nvPr/>
          </p:nvSpPr>
          <p:spPr>
            <a:xfrm>
              <a:off x="0" y="1700555"/>
              <a:ext cx="221589" cy="21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81" name="Shape 1281"/>
            <p:cNvSpPr/>
            <p:nvPr/>
          </p:nvSpPr>
          <p:spPr>
            <a:xfrm>
              <a:off x="110792" y="0"/>
              <a:ext cx="984263" cy="1958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55" y="0"/>
                    <a:pt x="3240" y="740"/>
                    <a:pt x="3240" y="1615"/>
                  </a:cubicBezTo>
                  <a:cubicBezTo>
                    <a:pt x="3240" y="2490"/>
                    <a:pt x="1890" y="3230"/>
                    <a:pt x="135" y="3297"/>
                  </a:cubicBezTo>
                  <a:cubicBezTo>
                    <a:pt x="8370" y="3297"/>
                    <a:pt x="15120" y="6662"/>
                    <a:pt x="15120" y="10766"/>
                  </a:cubicBezTo>
                  <a:cubicBezTo>
                    <a:pt x="15120" y="14938"/>
                    <a:pt x="8505" y="18236"/>
                    <a:pt x="270" y="18303"/>
                  </a:cubicBezTo>
                  <a:cubicBezTo>
                    <a:pt x="1890" y="18370"/>
                    <a:pt x="3240" y="19043"/>
                    <a:pt x="3240" y="19918"/>
                  </a:cubicBezTo>
                  <a:cubicBezTo>
                    <a:pt x="3240" y="20860"/>
                    <a:pt x="1755" y="21600"/>
                    <a:pt x="0" y="21600"/>
                  </a:cubicBezTo>
                  <a:cubicBezTo>
                    <a:pt x="12015" y="21600"/>
                    <a:pt x="21600" y="16755"/>
                    <a:pt x="21600" y="10766"/>
                  </a:cubicBezTo>
                  <a:cubicBezTo>
                    <a:pt x="21600" y="4845"/>
                    <a:pt x="12015" y="0"/>
                    <a:pt x="0" y="0"/>
                  </a:cubicBez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85" name="Group 1285"/>
          <p:cNvGrpSpPr/>
          <p:nvPr/>
        </p:nvGrpSpPr>
        <p:grpSpPr>
          <a:xfrm>
            <a:off x="11680690" y="3838202"/>
            <a:ext cx="1043289" cy="1043289"/>
            <a:chOff x="0" y="0"/>
            <a:chExt cx="1043288" cy="1043288"/>
          </a:xfrm>
        </p:grpSpPr>
        <p:sp>
          <p:nvSpPr>
            <p:cNvPr id="1283" name="Shape 1283"/>
            <p:cNvSpPr/>
            <p:nvPr/>
          </p:nvSpPr>
          <p:spPr>
            <a:xfrm>
              <a:off x="-1" y="-1"/>
              <a:ext cx="1043290" cy="104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84" name="Shape 1284"/>
            <p:cNvSpPr/>
            <p:nvPr/>
          </p:nvSpPr>
          <p:spPr>
            <a:xfrm>
              <a:off x="7221" y="152309"/>
              <a:ext cx="1028844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0A0A0A"/>
                  </a:solidFill>
                </a:rPr>
                <a:t>01</a:t>
              </a:r>
            </a:p>
          </p:txBody>
        </p:sp>
      </p:grpSp>
      <p:grpSp>
        <p:nvGrpSpPr>
          <p:cNvPr id="1288" name="Group 1288"/>
          <p:cNvGrpSpPr/>
          <p:nvPr/>
        </p:nvGrpSpPr>
        <p:grpSpPr>
          <a:xfrm>
            <a:off x="11680690" y="5497179"/>
            <a:ext cx="1043289" cy="1043289"/>
            <a:chOff x="0" y="0"/>
            <a:chExt cx="1043288" cy="1043288"/>
          </a:xfrm>
        </p:grpSpPr>
        <p:sp>
          <p:nvSpPr>
            <p:cNvPr id="1286" name="Shape 1286"/>
            <p:cNvSpPr/>
            <p:nvPr/>
          </p:nvSpPr>
          <p:spPr>
            <a:xfrm>
              <a:off x="-1" y="-1"/>
              <a:ext cx="1043290" cy="104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8CD9D9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87" name="Shape 1287"/>
            <p:cNvSpPr/>
            <p:nvPr/>
          </p:nvSpPr>
          <p:spPr>
            <a:xfrm>
              <a:off x="7221" y="152309"/>
              <a:ext cx="1028844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0A0A0A"/>
                  </a:solidFill>
                </a:rPr>
                <a:t>02</a:t>
              </a:r>
            </a:p>
          </p:txBody>
        </p:sp>
      </p:grpSp>
      <p:grpSp>
        <p:nvGrpSpPr>
          <p:cNvPr id="1291" name="Group 1291"/>
          <p:cNvGrpSpPr/>
          <p:nvPr/>
        </p:nvGrpSpPr>
        <p:grpSpPr>
          <a:xfrm>
            <a:off x="11680690" y="7155747"/>
            <a:ext cx="1043289" cy="1043289"/>
            <a:chOff x="0" y="0"/>
            <a:chExt cx="1043288" cy="1043288"/>
          </a:xfrm>
        </p:grpSpPr>
        <p:sp>
          <p:nvSpPr>
            <p:cNvPr id="1289" name="Shape 1289"/>
            <p:cNvSpPr/>
            <p:nvPr/>
          </p:nvSpPr>
          <p:spPr>
            <a:xfrm>
              <a:off x="-1" y="-1"/>
              <a:ext cx="1043290" cy="104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B3E6E6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90" name="Shape 1290"/>
            <p:cNvSpPr/>
            <p:nvPr/>
          </p:nvSpPr>
          <p:spPr>
            <a:xfrm>
              <a:off x="7221" y="152309"/>
              <a:ext cx="1028844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0A0A0A"/>
                  </a:solidFill>
                </a:rPr>
                <a:t>03</a:t>
              </a:r>
            </a:p>
          </p:txBody>
        </p:sp>
      </p:grpSp>
      <p:grpSp>
        <p:nvGrpSpPr>
          <p:cNvPr id="1294" name="Group 1294"/>
          <p:cNvGrpSpPr/>
          <p:nvPr/>
        </p:nvGrpSpPr>
        <p:grpSpPr>
          <a:xfrm>
            <a:off x="11680690" y="8814727"/>
            <a:ext cx="1043289" cy="1043289"/>
            <a:chOff x="0" y="0"/>
            <a:chExt cx="1043288" cy="1043288"/>
          </a:xfrm>
        </p:grpSpPr>
        <p:sp>
          <p:nvSpPr>
            <p:cNvPr id="1292" name="Shape 1292"/>
            <p:cNvSpPr/>
            <p:nvPr/>
          </p:nvSpPr>
          <p:spPr>
            <a:xfrm>
              <a:off x="-1" y="-1"/>
              <a:ext cx="1043290" cy="104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93" name="Shape 1293"/>
            <p:cNvSpPr/>
            <p:nvPr/>
          </p:nvSpPr>
          <p:spPr>
            <a:xfrm>
              <a:off x="7221" y="152309"/>
              <a:ext cx="1028844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0A0A0A"/>
                  </a:solidFill>
                </a:rPr>
                <a:t>04</a:t>
              </a:r>
            </a:p>
          </p:txBody>
        </p:sp>
      </p:grpSp>
      <p:grpSp>
        <p:nvGrpSpPr>
          <p:cNvPr id="1297" name="Group 1297"/>
          <p:cNvGrpSpPr/>
          <p:nvPr/>
        </p:nvGrpSpPr>
        <p:grpSpPr>
          <a:xfrm>
            <a:off x="11680690" y="10469488"/>
            <a:ext cx="1043289" cy="1043289"/>
            <a:chOff x="0" y="0"/>
            <a:chExt cx="1043288" cy="1043288"/>
          </a:xfrm>
        </p:grpSpPr>
        <p:sp>
          <p:nvSpPr>
            <p:cNvPr id="1295" name="Shape 1295"/>
            <p:cNvSpPr/>
            <p:nvPr/>
          </p:nvSpPr>
          <p:spPr>
            <a:xfrm>
              <a:off x="-1" y="-1"/>
              <a:ext cx="1043290" cy="104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fill="norm" stroke="1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lvl="0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96" name="Shape 1296"/>
            <p:cNvSpPr/>
            <p:nvPr/>
          </p:nvSpPr>
          <p:spPr>
            <a:xfrm>
              <a:off x="7221" y="152309"/>
              <a:ext cx="1028844" cy="71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defTabSz="914400">
                <a:defRPr b="1" sz="3600">
                  <a:solidFill>
                    <a:srgbClr val="0A0A0A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pPr lvl="0">
                <a:defRPr b="0" sz="1800">
                  <a:solidFill>
                    <a:srgbClr val="000000"/>
                  </a:solidFill>
                </a:defRPr>
              </a:pPr>
              <a:r>
                <a:rPr b="1" sz="3600">
                  <a:solidFill>
                    <a:srgbClr val="0A0A0A"/>
                  </a:solidFill>
                </a:rPr>
                <a:t>05</a:t>
              </a:r>
            </a:p>
          </p:txBody>
        </p:sp>
      </p:grpSp>
      <p:grpSp>
        <p:nvGrpSpPr>
          <p:cNvPr id="1301" name="Group 1301"/>
          <p:cNvGrpSpPr/>
          <p:nvPr/>
        </p:nvGrpSpPr>
        <p:grpSpPr>
          <a:xfrm>
            <a:off x="9332348" y="3739505"/>
            <a:ext cx="1038762" cy="1006037"/>
            <a:chOff x="0" y="0"/>
            <a:chExt cx="1038761" cy="1006035"/>
          </a:xfrm>
        </p:grpSpPr>
        <p:sp>
          <p:nvSpPr>
            <p:cNvPr id="1298" name="Shape 1298"/>
            <p:cNvSpPr/>
            <p:nvPr/>
          </p:nvSpPr>
          <p:spPr>
            <a:xfrm>
              <a:off x="0" y="0"/>
              <a:ext cx="1003785" cy="1006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490" y="18000"/>
                  </a:moveTo>
                  <a:cubicBezTo>
                    <a:pt x="15910" y="18465"/>
                    <a:pt x="15213" y="18929"/>
                    <a:pt x="14516" y="19161"/>
                  </a:cubicBezTo>
                  <a:cubicBezTo>
                    <a:pt x="14748" y="18813"/>
                    <a:pt x="14981" y="18465"/>
                    <a:pt x="15213" y="18116"/>
                  </a:cubicBezTo>
                  <a:cubicBezTo>
                    <a:pt x="14865" y="18232"/>
                    <a:pt x="14400" y="18232"/>
                    <a:pt x="14052" y="18232"/>
                  </a:cubicBezTo>
                  <a:cubicBezTo>
                    <a:pt x="13819" y="18232"/>
                    <a:pt x="13587" y="18232"/>
                    <a:pt x="13239" y="18116"/>
                  </a:cubicBezTo>
                  <a:cubicBezTo>
                    <a:pt x="12542" y="19277"/>
                    <a:pt x="11613" y="19974"/>
                    <a:pt x="10800" y="19974"/>
                  </a:cubicBezTo>
                  <a:cubicBezTo>
                    <a:pt x="9406" y="19974"/>
                    <a:pt x="7781" y="18116"/>
                    <a:pt x="6968" y="15213"/>
                  </a:cubicBezTo>
                  <a:cubicBezTo>
                    <a:pt x="8826" y="15213"/>
                    <a:pt x="8826" y="15213"/>
                    <a:pt x="8826" y="15213"/>
                  </a:cubicBezTo>
                  <a:cubicBezTo>
                    <a:pt x="8594" y="14748"/>
                    <a:pt x="8477" y="14400"/>
                    <a:pt x="8361" y="13935"/>
                  </a:cubicBezTo>
                  <a:cubicBezTo>
                    <a:pt x="8245" y="13819"/>
                    <a:pt x="8245" y="13703"/>
                    <a:pt x="8245" y="13587"/>
                  </a:cubicBezTo>
                  <a:cubicBezTo>
                    <a:pt x="6619" y="13587"/>
                    <a:pt x="6619" y="13587"/>
                    <a:pt x="6619" y="13587"/>
                  </a:cubicBezTo>
                  <a:cubicBezTo>
                    <a:pt x="6503" y="12658"/>
                    <a:pt x="6503" y="11729"/>
                    <a:pt x="6503" y="10800"/>
                  </a:cubicBezTo>
                  <a:cubicBezTo>
                    <a:pt x="6503" y="9987"/>
                    <a:pt x="6503" y="9174"/>
                    <a:pt x="6619" y="8361"/>
                  </a:cubicBezTo>
                  <a:cubicBezTo>
                    <a:pt x="9406" y="8361"/>
                    <a:pt x="9406" y="8361"/>
                    <a:pt x="9406" y="8361"/>
                  </a:cubicBezTo>
                  <a:cubicBezTo>
                    <a:pt x="9871" y="7665"/>
                    <a:pt x="10568" y="7200"/>
                    <a:pt x="11381" y="6735"/>
                  </a:cubicBezTo>
                  <a:cubicBezTo>
                    <a:pt x="6968" y="6735"/>
                    <a:pt x="6968" y="6735"/>
                    <a:pt x="6968" y="6735"/>
                  </a:cubicBezTo>
                  <a:cubicBezTo>
                    <a:pt x="7665" y="3716"/>
                    <a:pt x="9290" y="1626"/>
                    <a:pt x="10800" y="1626"/>
                  </a:cubicBezTo>
                  <a:cubicBezTo>
                    <a:pt x="12194" y="1626"/>
                    <a:pt x="13703" y="3368"/>
                    <a:pt x="14516" y="6155"/>
                  </a:cubicBezTo>
                  <a:cubicBezTo>
                    <a:pt x="15097" y="6155"/>
                    <a:pt x="15677" y="6271"/>
                    <a:pt x="16258" y="6503"/>
                  </a:cubicBezTo>
                  <a:cubicBezTo>
                    <a:pt x="15910" y="4877"/>
                    <a:pt x="15329" y="3484"/>
                    <a:pt x="14516" y="2439"/>
                  </a:cubicBezTo>
                  <a:cubicBezTo>
                    <a:pt x="16490" y="3252"/>
                    <a:pt x="18116" y="4877"/>
                    <a:pt x="19045" y="6735"/>
                  </a:cubicBezTo>
                  <a:cubicBezTo>
                    <a:pt x="16839" y="6735"/>
                    <a:pt x="16839" y="6735"/>
                    <a:pt x="16839" y="6735"/>
                  </a:cubicBezTo>
                  <a:cubicBezTo>
                    <a:pt x="17535" y="7200"/>
                    <a:pt x="18232" y="7665"/>
                    <a:pt x="18813" y="8361"/>
                  </a:cubicBezTo>
                  <a:cubicBezTo>
                    <a:pt x="19626" y="8361"/>
                    <a:pt x="19626" y="8361"/>
                    <a:pt x="19626" y="8361"/>
                  </a:cubicBezTo>
                  <a:cubicBezTo>
                    <a:pt x="19858" y="9174"/>
                    <a:pt x="19974" y="9987"/>
                    <a:pt x="19974" y="10800"/>
                  </a:cubicBezTo>
                  <a:cubicBezTo>
                    <a:pt x="19974" y="10800"/>
                    <a:pt x="19974" y="10916"/>
                    <a:pt x="19974" y="10916"/>
                  </a:cubicBezTo>
                  <a:cubicBezTo>
                    <a:pt x="20206" y="12077"/>
                    <a:pt x="20090" y="13123"/>
                    <a:pt x="19742" y="14284"/>
                  </a:cubicBezTo>
                  <a:cubicBezTo>
                    <a:pt x="20671" y="15213"/>
                    <a:pt x="20671" y="15213"/>
                    <a:pt x="20671" y="15213"/>
                  </a:cubicBezTo>
                  <a:cubicBezTo>
                    <a:pt x="20671" y="15213"/>
                    <a:pt x="20671" y="15213"/>
                    <a:pt x="20671" y="15213"/>
                  </a:cubicBezTo>
                  <a:cubicBezTo>
                    <a:pt x="20787" y="15213"/>
                    <a:pt x="20787" y="15213"/>
                    <a:pt x="20787" y="15213"/>
                  </a:cubicBezTo>
                  <a:cubicBezTo>
                    <a:pt x="20787" y="14865"/>
                    <a:pt x="20787" y="14865"/>
                    <a:pt x="20787" y="14865"/>
                  </a:cubicBezTo>
                  <a:cubicBezTo>
                    <a:pt x="21368" y="13587"/>
                    <a:pt x="21600" y="12310"/>
                    <a:pt x="21600" y="10800"/>
                  </a:cubicBezTo>
                  <a:cubicBezTo>
                    <a:pt x="21600" y="4877"/>
                    <a:pt x="16723" y="0"/>
                    <a:pt x="10800" y="0"/>
                  </a:cubicBezTo>
                  <a:cubicBezTo>
                    <a:pt x="4877" y="0"/>
                    <a:pt x="0" y="4877"/>
                    <a:pt x="0" y="10800"/>
                  </a:cubicBezTo>
                  <a:cubicBezTo>
                    <a:pt x="0" y="16723"/>
                    <a:pt x="4877" y="21600"/>
                    <a:pt x="10800" y="21600"/>
                  </a:cubicBezTo>
                  <a:cubicBezTo>
                    <a:pt x="13355" y="21600"/>
                    <a:pt x="15677" y="20671"/>
                    <a:pt x="17535" y="19277"/>
                  </a:cubicBezTo>
                  <a:lnTo>
                    <a:pt x="16490" y="18000"/>
                  </a:lnTo>
                  <a:close/>
                  <a:moveTo>
                    <a:pt x="7084" y="2439"/>
                  </a:moveTo>
                  <a:cubicBezTo>
                    <a:pt x="6271" y="3600"/>
                    <a:pt x="5690" y="5110"/>
                    <a:pt x="5226" y="6735"/>
                  </a:cubicBezTo>
                  <a:cubicBezTo>
                    <a:pt x="2555" y="6735"/>
                    <a:pt x="2555" y="6735"/>
                    <a:pt x="2555" y="6735"/>
                  </a:cubicBezTo>
                  <a:cubicBezTo>
                    <a:pt x="3484" y="4877"/>
                    <a:pt x="5110" y="3252"/>
                    <a:pt x="7084" y="2439"/>
                  </a:cubicBezTo>
                  <a:close/>
                  <a:moveTo>
                    <a:pt x="1626" y="10800"/>
                  </a:moveTo>
                  <a:cubicBezTo>
                    <a:pt x="1626" y="9987"/>
                    <a:pt x="1742" y="9174"/>
                    <a:pt x="1974" y="8361"/>
                  </a:cubicBezTo>
                  <a:cubicBezTo>
                    <a:pt x="4994" y="8361"/>
                    <a:pt x="4994" y="8361"/>
                    <a:pt x="4994" y="8361"/>
                  </a:cubicBezTo>
                  <a:cubicBezTo>
                    <a:pt x="4877" y="9174"/>
                    <a:pt x="4877" y="9987"/>
                    <a:pt x="4877" y="10800"/>
                  </a:cubicBezTo>
                  <a:cubicBezTo>
                    <a:pt x="4877" y="11729"/>
                    <a:pt x="4877" y="12658"/>
                    <a:pt x="4994" y="13587"/>
                  </a:cubicBezTo>
                  <a:cubicBezTo>
                    <a:pt x="1974" y="13587"/>
                    <a:pt x="1974" y="13587"/>
                    <a:pt x="1974" y="13587"/>
                  </a:cubicBezTo>
                  <a:cubicBezTo>
                    <a:pt x="1742" y="12658"/>
                    <a:pt x="1626" y="11729"/>
                    <a:pt x="1626" y="10800"/>
                  </a:cubicBezTo>
                  <a:close/>
                  <a:moveTo>
                    <a:pt x="2671" y="15213"/>
                  </a:moveTo>
                  <a:cubicBezTo>
                    <a:pt x="5342" y="15213"/>
                    <a:pt x="5342" y="15213"/>
                    <a:pt x="5342" y="15213"/>
                  </a:cubicBezTo>
                  <a:cubicBezTo>
                    <a:pt x="5690" y="16723"/>
                    <a:pt x="6271" y="18116"/>
                    <a:pt x="7084" y="19161"/>
                  </a:cubicBezTo>
                  <a:cubicBezTo>
                    <a:pt x="5226" y="18348"/>
                    <a:pt x="3716" y="16955"/>
                    <a:pt x="2671" y="15213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99" name="Shape 1299"/>
            <p:cNvSpPr/>
            <p:nvPr/>
          </p:nvSpPr>
          <p:spPr>
            <a:xfrm>
              <a:off x="436633" y="350003"/>
              <a:ext cx="602129" cy="6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5" h="20729" fill="norm" stroke="1" extrusionOk="0">
                  <a:moveTo>
                    <a:pt x="20492" y="18207"/>
                  </a:moveTo>
                  <a:cubicBezTo>
                    <a:pt x="14031" y="11192"/>
                    <a:pt x="14031" y="11192"/>
                    <a:pt x="14031" y="11192"/>
                  </a:cubicBezTo>
                  <a:cubicBezTo>
                    <a:pt x="14031" y="11192"/>
                    <a:pt x="13846" y="11192"/>
                    <a:pt x="13846" y="11192"/>
                  </a:cubicBezTo>
                  <a:cubicBezTo>
                    <a:pt x="14954" y="9346"/>
                    <a:pt x="15139" y="7315"/>
                    <a:pt x="14585" y="5284"/>
                  </a:cubicBezTo>
                  <a:cubicBezTo>
                    <a:pt x="13292" y="1223"/>
                    <a:pt x="9046" y="-808"/>
                    <a:pt x="5169" y="300"/>
                  </a:cubicBezTo>
                  <a:cubicBezTo>
                    <a:pt x="1292" y="1592"/>
                    <a:pt x="-923" y="5838"/>
                    <a:pt x="369" y="9715"/>
                  </a:cubicBezTo>
                  <a:cubicBezTo>
                    <a:pt x="1477" y="13592"/>
                    <a:pt x="5723" y="15807"/>
                    <a:pt x="9600" y="14515"/>
                  </a:cubicBezTo>
                  <a:cubicBezTo>
                    <a:pt x="10339" y="14330"/>
                    <a:pt x="10892" y="14146"/>
                    <a:pt x="11446" y="13777"/>
                  </a:cubicBezTo>
                  <a:cubicBezTo>
                    <a:pt x="17723" y="20607"/>
                    <a:pt x="17723" y="20607"/>
                    <a:pt x="17723" y="20607"/>
                  </a:cubicBezTo>
                  <a:cubicBezTo>
                    <a:pt x="17908" y="20792"/>
                    <a:pt x="18277" y="20792"/>
                    <a:pt x="18646" y="20423"/>
                  </a:cubicBezTo>
                  <a:cubicBezTo>
                    <a:pt x="20123" y="19130"/>
                    <a:pt x="20123" y="19130"/>
                    <a:pt x="20123" y="19130"/>
                  </a:cubicBezTo>
                  <a:cubicBezTo>
                    <a:pt x="20492" y="18761"/>
                    <a:pt x="20677" y="18392"/>
                    <a:pt x="20492" y="18207"/>
                  </a:cubicBezTo>
                  <a:close/>
                  <a:moveTo>
                    <a:pt x="2215" y="9161"/>
                  </a:moveTo>
                  <a:cubicBezTo>
                    <a:pt x="1292" y="6207"/>
                    <a:pt x="2954" y="3254"/>
                    <a:pt x="5723" y="2330"/>
                  </a:cubicBezTo>
                  <a:cubicBezTo>
                    <a:pt x="8677" y="1407"/>
                    <a:pt x="11815" y="2884"/>
                    <a:pt x="12554" y="5838"/>
                  </a:cubicBezTo>
                  <a:cubicBezTo>
                    <a:pt x="13477" y="8792"/>
                    <a:pt x="12000" y="11746"/>
                    <a:pt x="9046" y="12669"/>
                  </a:cubicBezTo>
                  <a:cubicBezTo>
                    <a:pt x="6277" y="13592"/>
                    <a:pt x="3139" y="11930"/>
                    <a:pt x="2215" y="9161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00" name="Shape 1300"/>
            <p:cNvSpPr/>
            <p:nvPr/>
          </p:nvSpPr>
          <p:spPr>
            <a:xfrm>
              <a:off x="524399" y="431944"/>
              <a:ext cx="268224" cy="184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2" h="19920" fill="norm" stroke="1" extrusionOk="0">
                  <a:moveTo>
                    <a:pt x="4320" y="7661"/>
                  </a:moveTo>
                  <a:cubicBezTo>
                    <a:pt x="11232" y="4742"/>
                    <a:pt x="18576" y="9996"/>
                    <a:pt x="20736" y="19336"/>
                  </a:cubicBezTo>
                  <a:cubicBezTo>
                    <a:pt x="20736" y="19336"/>
                    <a:pt x="20736" y="19336"/>
                    <a:pt x="20736" y="19920"/>
                  </a:cubicBezTo>
                  <a:cubicBezTo>
                    <a:pt x="21600" y="17001"/>
                    <a:pt x="21600" y="13498"/>
                    <a:pt x="21168" y="9996"/>
                  </a:cubicBezTo>
                  <a:cubicBezTo>
                    <a:pt x="19440" y="2406"/>
                    <a:pt x="12960" y="-1680"/>
                    <a:pt x="7344" y="655"/>
                  </a:cubicBezTo>
                  <a:cubicBezTo>
                    <a:pt x="3456" y="1823"/>
                    <a:pt x="864" y="5909"/>
                    <a:pt x="0" y="10579"/>
                  </a:cubicBezTo>
                  <a:cubicBezTo>
                    <a:pt x="1296" y="9412"/>
                    <a:pt x="2592" y="8244"/>
                    <a:pt x="4320" y="7661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302" name="Shape 1302"/>
          <p:cNvSpPr/>
          <p:nvPr/>
        </p:nvSpPr>
        <p:spPr>
          <a:xfrm>
            <a:off x="14969774" y="5079196"/>
            <a:ext cx="4529278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Trabajar mejor al  público</a:t>
            </a:r>
          </a:p>
        </p:txBody>
      </p:sp>
      <p:sp>
        <p:nvSpPr>
          <p:cNvPr id="1303" name="Shape 1303"/>
          <p:cNvSpPr/>
          <p:nvPr/>
        </p:nvSpPr>
        <p:spPr>
          <a:xfrm>
            <a:off x="14969774" y="5696386"/>
            <a:ext cx="4657021" cy="165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Mejorar la relación con prospectos actuales y mejorar la forma de comunicación con los nuevos </a:t>
            </a:r>
          </a:p>
        </p:txBody>
      </p:sp>
      <p:sp>
        <p:nvSpPr>
          <p:cNvPr id="1304" name="Shape 1304"/>
          <p:cNvSpPr/>
          <p:nvPr/>
        </p:nvSpPr>
        <p:spPr>
          <a:xfrm>
            <a:off x="14969774" y="5694750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05" name="Shape 1305"/>
          <p:cNvSpPr/>
          <p:nvPr/>
        </p:nvSpPr>
        <p:spPr>
          <a:xfrm>
            <a:off x="6692030" y="3568524"/>
            <a:ext cx="2429104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Optimización</a:t>
            </a:r>
          </a:p>
        </p:txBody>
      </p:sp>
      <p:sp>
        <p:nvSpPr>
          <p:cNvPr id="1306" name="Shape 1306"/>
          <p:cNvSpPr/>
          <p:nvPr/>
        </p:nvSpPr>
        <p:spPr>
          <a:xfrm>
            <a:off x="4464113" y="4185713"/>
            <a:ext cx="4657021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Optimizar los actuales canales de venta y crear nuevos si es necesarios.</a:t>
            </a:r>
          </a:p>
        </p:txBody>
      </p:sp>
      <p:sp>
        <p:nvSpPr>
          <p:cNvPr id="1307" name="Shape 1307"/>
          <p:cNvSpPr/>
          <p:nvPr/>
        </p:nvSpPr>
        <p:spPr>
          <a:xfrm>
            <a:off x="6025134" y="4184077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311" name="Group 1311"/>
          <p:cNvGrpSpPr/>
          <p:nvPr/>
        </p:nvGrpSpPr>
        <p:grpSpPr>
          <a:xfrm>
            <a:off x="13885544" y="5174446"/>
            <a:ext cx="968949" cy="966841"/>
            <a:chOff x="0" y="0"/>
            <a:chExt cx="968948" cy="966839"/>
          </a:xfrm>
        </p:grpSpPr>
        <p:sp>
          <p:nvSpPr>
            <p:cNvPr id="1308" name="Shape 1308"/>
            <p:cNvSpPr/>
            <p:nvPr/>
          </p:nvSpPr>
          <p:spPr>
            <a:xfrm>
              <a:off x="0" y="126384"/>
              <a:ext cx="838351" cy="840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559" y="6636"/>
                  </a:moveTo>
                  <a:cubicBezTo>
                    <a:pt x="18737" y="5855"/>
                    <a:pt x="18737" y="5855"/>
                    <a:pt x="18737" y="5855"/>
                  </a:cubicBezTo>
                  <a:cubicBezTo>
                    <a:pt x="17306" y="7157"/>
                    <a:pt x="17306" y="7157"/>
                    <a:pt x="17306" y="7157"/>
                  </a:cubicBezTo>
                  <a:cubicBezTo>
                    <a:pt x="17827" y="8328"/>
                    <a:pt x="18217" y="9499"/>
                    <a:pt x="18217" y="10800"/>
                  </a:cubicBezTo>
                  <a:cubicBezTo>
                    <a:pt x="18217" y="14834"/>
                    <a:pt x="14834" y="18217"/>
                    <a:pt x="10800" y="18217"/>
                  </a:cubicBezTo>
                  <a:cubicBezTo>
                    <a:pt x="6636" y="18217"/>
                    <a:pt x="3383" y="14834"/>
                    <a:pt x="3383" y="10800"/>
                  </a:cubicBezTo>
                  <a:cubicBezTo>
                    <a:pt x="3383" y="6636"/>
                    <a:pt x="6636" y="3383"/>
                    <a:pt x="10800" y="3383"/>
                  </a:cubicBezTo>
                  <a:cubicBezTo>
                    <a:pt x="12101" y="3383"/>
                    <a:pt x="13402" y="3773"/>
                    <a:pt x="14573" y="4424"/>
                  </a:cubicBezTo>
                  <a:cubicBezTo>
                    <a:pt x="15875" y="3123"/>
                    <a:pt x="15875" y="3123"/>
                    <a:pt x="15875" y="3123"/>
                  </a:cubicBezTo>
                  <a:cubicBezTo>
                    <a:pt x="15094" y="1171"/>
                    <a:pt x="15094" y="1171"/>
                    <a:pt x="15094" y="1171"/>
                  </a:cubicBezTo>
                  <a:cubicBezTo>
                    <a:pt x="14964" y="781"/>
                    <a:pt x="14964" y="781"/>
                    <a:pt x="14964" y="781"/>
                  </a:cubicBezTo>
                  <a:cubicBezTo>
                    <a:pt x="13663" y="260"/>
                    <a:pt x="12231" y="0"/>
                    <a:pt x="10800" y="0"/>
                  </a:cubicBezTo>
                  <a:cubicBezTo>
                    <a:pt x="4814" y="0"/>
                    <a:pt x="0" y="4814"/>
                    <a:pt x="0" y="10800"/>
                  </a:cubicBezTo>
                  <a:cubicBezTo>
                    <a:pt x="0" y="16786"/>
                    <a:pt x="4814" y="21600"/>
                    <a:pt x="10800" y="21600"/>
                  </a:cubicBezTo>
                  <a:cubicBezTo>
                    <a:pt x="16786" y="21600"/>
                    <a:pt x="21600" y="16786"/>
                    <a:pt x="21600" y="10800"/>
                  </a:cubicBezTo>
                  <a:cubicBezTo>
                    <a:pt x="21600" y="9369"/>
                    <a:pt x="21340" y="7937"/>
                    <a:pt x="20819" y="6766"/>
                  </a:cubicBezTo>
                  <a:lnTo>
                    <a:pt x="20559" y="6636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09" name="Shape 1309"/>
            <p:cNvSpPr/>
            <p:nvPr/>
          </p:nvSpPr>
          <p:spPr>
            <a:xfrm>
              <a:off x="402734" y="0"/>
              <a:ext cx="566215" cy="5704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04" fill="norm" stroke="1" extrusionOk="0">
                  <a:moveTo>
                    <a:pt x="18446" y="3058"/>
                  </a:moveTo>
                  <a:cubicBezTo>
                    <a:pt x="18063" y="2485"/>
                    <a:pt x="17299" y="2485"/>
                    <a:pt x="16725" y="3058"/>
                  </a:cubicBezTo>
                  <a:cubicBezTo>
                    <a:pt x="15961" y="3823"/>
                    <a:pt x="15961" y="3823"/>
                    <a:pt x="15961" y="3823"/>
                  </a:cubicBezTo>
                  <a:cubicBezTo>
                    <a:pt x="14240" y="0"/>
                    <a:pt x="14240" y="0"/>
                    <a:pt x="14240" y="0"/>
                  </a:cubicBezTo>
                  <a:cubicBezTo>
                    <a:pt x="8506" y="5926"/>
                    <a:pt x="8506" y="5926"/>
                    <a:pt x="8506" y="5926"/>
                  </a:cubicBezTo>
                  <a:cubicBezTo>
                    <a:pt x="10035" y="9749"/>
                    <a:pt x="10035" y="9749"/>
                    <a:pt x="10035" y="9749"/>
                  </a:cubicBezTo>
                  <a:cubicBezTo>
                    <a:pt x="286" y="19497"/>
                    <a:pt x="286" y="19497"/>
                    <a:pt x="286" y="19497"/>
                  </a:cubicBezTo>
                  <a:cubicBezTo>
                    <a:pt x="-96" y="19880"/>
                    <a:pt x="-96" y="20644"/>
                    <a:pt x="286" y="21218"/>
                  </a:cubicBezTo>
                  <a:cubicBezTo>
                    <a:pt x="860" y="21600"/>
                    <a:pt x="1624" y="21600"/>
                    <a:pt x="2007" y="21218"/>
                  </a:cubicBezTo>
                  <a:cubicBezTo>
                    <a:pt x="11946" y="11469"/>
                    <a:pt x="11946" y="11469"/>
                    <a:pt x="11946" y="11469"/>
                  </a:cubicBezTo>
                  <a:cubicBezTo>
                    <a:pt x="15578" y="12998"/>
                    <a:pt x="15578" y="12998"/>
                    <a:pt x="15578" y="12998"/>
                  </a:cubicBezTo>
                  <a:cubicBezTo>
                    <a:pt x="21504" y="7264"/>
                    <a:pt x="21504" y="7264"/>
                    <a:pt x="21504" y="7264"/>
                  </a:cubicBezTo>
                  <a:cubicBezTo>
                    <a:pt x="17681" y="5543"/>
                    <a:pt x="17681" y="5543"/>
                    <a:pt x="17681" y="5543"/>
                  </a:cubicBezTo>
                  <a:cubicBezTo>
                    <a:pt x="18446" y="4779"/>
                    <a:pt x="18446" y="4779"/>
                    <a:pt x="18446" y="4779"/>
                  </a:cubicBezTo>
                  <a:cubicBezTo>
                    <a:pt x="19019" y="4205"/>
                    <a:pt x="19019" y="3441"/>
                    <a:pt x="18446" y="305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10" name="Shape 1310"/>
            <p:cNvSpPr/>
            <p:nvPr/>
          </p:nvSpPr>
          <p:spPr>
            <a:xfrm>
              <a:off x="212747" y="339130"/>
              <a:ext cx="412858" cy="414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88" y="13171"/>
                  </a:moveTo>
                  <a:cubicBezTo>
                    <a:pt x="12907" y="14751"/>
                    <a:pt x="10273" y="14751"/>
                    <a:pt x="8693" y="13171"/>
                  </a:cubicBezTo>
                  <a:cubicBezTo>
                    <a:pt x="7112" y="11590"/>
                    <a:pt x="7112" y="8956"/>
                    <a:pt x="8693" y="7376"/>
                  </a:cubicBezTo>
                  <a:cubicBezTo>
                    <a:pt x="15278" y="1054"/>
                    <a:pt x="15278" y="1054"/>
                    <a:pt x="15278" y="1054"/>
                  </a:cubicBezTo>
                  <a:cubicBezTo>
                    <a:pt x="13961" y="263"/>
                    <a:pt x="12380" y="0"/>
                    <a:pt x="10800" y="0"/>
                  </a:cubicBezTo>
                  <a:cubicBezTo>
                    <a:pt x="4741" y="0"/>
                    <a:pt x="0" y="4741"/>
                    <a:pt x="0" y="10800"/>
                  </a:cubicBezTo>
                  <a:cubicBezTo>
                    <a:pt x="0" y="16595"/>
                    <a:pt x="4741" y="21600"/>
                    <a:pt x="10800" y="21600"/>
                  </a:cubicBezTo>
                  <a:cubicBezTo>
                    <a:pt x="16595" y="21600"/>
                    <a:pt x="21600" y="16595"/>
                    <a:pt x="21600" y="10800"/>
                  </a:cubicBezTo>
                  <a:cubicBezTo>
                    <a:pt x="21600" y="9220"/>
                    <a:pt x="21337" y="7902"/>
                    <a:pt x="20810" y="6849"/>
                  </a:cubicBezTo>
                  <a:lnTo>
                    <a:pt x="14488" y="13171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312" name="Shape 1312"/>
          <p:cNvSpPr/>
          <p:nvPr/>
        </p:nvSpPr>
        <p:spPr>
          <a:xfrm>
            <a:off x="14994714" y="8508378"/>
            <a:ext cx="3622142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Compras repetitivas</a:t>
            </a:r>
          </a:p>
        </p:txBody>
      </p:sp>
      <p:sp>
        <p:nvSpPr>
          <p:cNvPr id="1313" name="Shape 1313"/>
          <p:cNvSpPr/>
          <p:nvPr/>
        </p:nvSpPr>
        <p:spPr>
          <a:xfrm>
            <a:off x="14994714" y="9125567"/>
            <a:ext cx="4657021" cy="165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Crear contenidos, productos y servicios afines a los clientes para conseguir nuevas compras.</a:t>
            </a:r>
          </a:p>
        </p:txBody>
      </p:sp>
      <p:sp>
        <p:nvSpPr>
          <p:cNvPr id="1314" name="Shape 1314"/>
          <p:cNvSpPr/>
          <p:nvPr/>
        </p:nvSpPr>
        <p:spPr>
          <a:xfrm>
            <a:off x="14994714" y="9123932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15" name="Shape 1315"/>
          <p:cNvSpPr/>
          <p:nvPr/>
        </p:nvSpPr>
        <p:spPr>
          <a:xfrm>
            <a:off x="4694317" y="6997706"/>
            <a:ext cx="4451757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Estrategia de contenidos</a:t>
            </a:r>
          </a:p>
        </p:txBody>
      </p:sp>
      <p:sp>
        <p:nvSpPr>
          <p:cNvPr id="1316" name="Shape 1316"/>
          <p:cNvSpPr/>
          <p:nvPr/>
        </p:nvSpPr>
        <p:spPr>
          <a:xfrm>
            <a:off x="4489053" y="7614895"/>
            <a:ext cx="4657021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Crear contenidos para atraer y retener a prospectos hasta convertirlos en clientes</a:t>
            </a:r>
          </a:p>
        </p:txBody>
      </p:sp>
      <p:sp>
        <p:nvSpPr>
          <p:cNvPr id="1317" name="Shape 1317"/>
          <p:cNvSpPr/>
          <p:nvPr/>
        </p:nvSpPr>
        <p:spPr>
          <a:xfrm>
            <a:off x="6050074" y="7613260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320" name="Group 1320"/>
          <p:cNvGrpSpPr/>
          <p:nvPr/>
        </p:nvGrpSpPr>
        <p:grpSpPr>
          <a:xfrm>
            <a:off x="13933189" y="8514453"/>
            <a:ext cx="897913" cy="1005995"/>
            <a:chOff x="0" y="0"/>
            <a:chExt cx="897911" cy="1005994"/>
          </a:xfrm>
        </p:grpSpPr>
        <p:sp>
          <p:nvSpPr>
            <p:cNvPr id="1318" name="Shape 1318"/>
            <p:cNvSpPr/>
            <p:nvPr/>
          </p:nvSpPr>
          <p:spPr>
            <a:xfrm>
              <a:off x="0" y="205978"/>
              <a:ext cx="897912" cy="800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7" fill="norm" stroke="1" extrusionOk="0">
                  <a:moveTo>
                    <a:pt x="20453" y="9510"/>
                  </a:moveTo>
                  <a:cubicBezTo>
                    <a:pt x="20453" y="9510"/>
                    <a:pt x="20358" y="9510"/>
                    <a:pt x="20262" y="9510"/>
                  </a:cubicBezTo>
                  <a:cubicBezTo>
                    <a:pt x="20166" y="8765"/>
                    <a:pt x="19975" y="8020"/>
                    <a:pt x="19593" y="7382"/>
                  </a:cubicBezTo>
                  <a:cubicBezTo>
                    <a:pt x="18446" y="8446"/>
                    <a:pt x="16917" y="9084"/>
                    <a:pt x="15196" y="9084"/>
                  </a:cubicBezTo>
                  <a:cubicBezTo>
                    <a:pt x="11660" y="9084"/>
                    <a:pt x="8697" y="6105"/>
                    <a:pt x="8315" y="2381"/>
                  </a:cubicBezTo>
                  <a:cubicBezTo>
                    <a:pt x="4970" y="146"/>
                    <a:pt x="4970" y="146"/>
                    <a:pt x="4970" y="146"/>
                  </a:cubicBezTo>
                  <a:cubicBezTo>
                    <a:pt x="4492" y="-173"/>
                    <a:pt x="4110" y="40"/>
                    <a:pt x="4110" y="678"/>
                  </a:cubicBezTo>
                  <a:cubicBezTo>
                    <a:pt x="4014" y="4934"/>
                    <a:pt x="4014" y="4934"/>
                    <a:pt x="4014" y="4934"/>
                  </a:cubicBezTo>
                  <a:cubicBezTo>
                    <a:pt x="3058" y="5998"/>
                    <a:pt x="2389" y="7169"/>
                    <a:pt x="2007" y="8552"/>
                  </a:cubicBezTo>
                  <a:cubicBezTo>
                    <a:pt x="1147" y="8552"/>
                    <a:pt x="1147" y="8552"/>
                    <a:pt x="1147" y="8552"/>
                  </a:cubicBezTo>
                  <a:cubicBezTo>
                    <a:pt x="478" y="8552"/>
                    <a:pt x="0" y="9084"/>
                    <a:pt x="0" y="9723"/>
                  </a:cubicBezTo>
                  <a:cubicBezTo>
                    <a:pt x="0" y="11957"/>
                    <a:pt x="0" y="11957"/>
                    <a:pt x="0" y="11957"/>
                  </a:cubicBezTo>
                  <a:cubicBezTo>
                    <a:pt x="0" y="12595"/>
                    <a:pt x="478" y="13127"/>
                    <a:pt x="1147" y="13127"/>
                  </a:cubicBezTo>
                  <a:cubicBezTo>
                    <a:pt x="2007" y="13127"/>
                    <a:pt x="2007" y="13127"/>
                    <a:pt x="2007" y="13127"/>
                  </a:cubicBezTo>
                  <a:cubicBezTo>
                    <a:pt x="2676" y="15468"/>
                    <a:pt x="4301" y="17384"/>
                    <a:pt x="6404" y="18554"/>
                  </a:cubicBezTo>
                  <a:cubicBezTo>
                    <a:pt x="6404" y="18660"/>
                    <a:pt x="6404" y="18660"/>
                    <a:pt x="6404" y="18767"/>
                  </a:cubicBezTo>
                  <a:cubicBezTo>
                    <a:pt x="6404" y="20257"/>
                    <a:pt x="6404" y="20257"/>
                    <a:pt x="6404" y="20257"/>
                  </a:cubicBezTo>
                  <a:cubicBezTo>
                    <a:pt x="6404" y="20895"/>
                    <a:pt x="6881" y="21427"/>
                    <a:pt x="7455" y="21427"/>
                  </a:cubicBezTo>
                  <a:cubicBezTo>
                    <a:pt x="8697" y="21427"/>
                    <a:pt x="8697" y="21427"/>
                    <a:pt x="8697" y="21427"/>
                  </a:cubicBezTo>
                  <a:cubicBezTo>
                    <a:pt x="9271" y="21427"/>
                    <a:pt x="9749" y="20895"/>
                    <a:pt x="9749" y="20257"/>
                  </a:cubicBezTo>
                  <a:cubicBezTo>
                    <a:pt x="9749" y="19618"/>
                    <a:pt x="9749" y="19618"/>
                    <a:pt x="9749" y="19618"/>
                  </a:cubicBezTo>
                  <a:cubicBezTo>
                    <a:pt x="10131" y="19618"/>
                    <a:pt x="10609" y="19725"/>
                    <a:pt x="10991" y="19725"/>
                  </a:cubicBezTo>
                  <a:cubicBezTo>
                    <a:pt x="11373" y="19725"/>
                    <a:pt x="11756" y="19618"/>
                    <a:pt x="12138" y="19618"/>
                  </a:cubicBezTo>
                  <a:cubicBezTo>
                    <a:pt x="12138" y="20257"/>
                    <a:pt x="12138" y="20257"/>
                    <a:pt x="12138" y="20257"/>
                  </a:cubicBezTo>
                  <a:cubicBezTo>
                    <a:pt x="12138" y="20895"/>
                    <a:pt x="12616" y="21427"/>
                    <a:pt x="13189" y="21427"/>
                  </a:cubicBezTo>
                  <a:cubicBezTo>
                    <a:pt x="14432" y="21427"/>
                    <a:pt x="14432" y="21427"/>
                    <a:pt x="14432" y="21427"/>
                  </a:cubicBezTo>
                  <a:cubicBezTo>
                    <a:pt x="15005" y="21427"/>
                    <a:pt x="15483" y="20895"/>
                    <a:pt x="15483" y="20257"/>
                  </a:cubicBezTo>
                  <a:cubicBezTo>
                    <a:pt x="15483" y="18767"/>
                    <a:pt x="15483" y="18767"/>
                    <a:pt x="15483" y="18767"/>
                  </a:cubicBezTo>
                  <a:cubicBezTo>
                    <a:pt x="15483" y="18767"/>
                    <a:pt x="15483" y="18660"/>
                    <a:pt x="15483" y="18660"/>
                  </a:cubicBezTo>
                  <a:cubicBezTo>
                    <a:pt x="17968" y="17277"/>
                    <a:pt x="19880" y="14936"/>
                    <a:pt x="20262" y="12063"/>
                  </a:cubicBezTo>
                  <a:cubicBezTo>
                    <a:pt x="20358" y="12063"/>
                    <a:pt x="20453" y="12063"/>
                    <a:pt x="20453" y="12063"/>
                  </a:cubicBezTo>
                  <a:cubicBezTo>
                    <a:pt x="21122" y="12063"/>
                    <a:pt x="21600" y="11531"/>
                    <a:pt x="21600" y="10787"/>
                  </a:cubicBezTo>
                  <a:cubicBezTo>
                    <a:pt x="21600" y="10148"/>
                    <a:pt x="21122" y="9510"/>
                    <a:pt x="20453" y="9510"/>
                  </a:cubicBezTo>
                  <a:close/>
                  <a:moveTo>
                    <a:pt x="5065" y="8978"/>
                  </a:moveTo>
                  <a:cubicBezTo>
                    <a:pt x="4396" y="8978"/>
                    <a:pt x="4014" y="8446"/>
                    <a:pt x="4014" y="7807"/>
                  </a:cubicBezTo>
                  <a:cubicBezTo>
                    <a:pt x="4014" y="7169"/>
                    <a:pt x="4396" y="6637"/>
                    <a:pt x="5065" y="6637"/>
                  </a:cubicBezTo>
                  <a:cubicBezTo>
                    <a:pt x="5639" y="6637"/>
                    <a:pt x="6117" y="7169"/>
                    <a:pt x="6117" y="7807"/>
                  </a:cubicBezTo>
                  <a:cubicBezTo>
                    <a:pt x="6117" y="8446"/>
                    <a:pt x="5639" y="8978"/>
                    <a:pt x="5065" y="897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19" name="Shape 1319"/>
            <p:cNvSpPr/>
            <p:nvPr/>
          </p:nvSpPr>
          <p:spPr>
            <a:xfrm>
              <a:off x="374130" y="-1"/>
              <a:ext cx="517132" cy="517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16782" y="21600"/>
                    <a:pt x="21600" y="16782"/>
                    <a:pt x="21600" y="10800"/>
                  </a:cubicBezTo>
                  <a:cubicBezTo>
                    <a:pt x="21600" y="4818"/>
                    <a:pt x="16782" y="0"/>
                    <a:pt x="10800" y="0"/>
                  </a:cubicBezTo>
                  <a:cubicBezTo>
                    <a:pt x="4818" y="0"/>
                    <a:pt x="0" y="4818"/>
                    <a:pt x="0" y="10800"/>
                  </a:cubicBezTo>
                  <a:cubicBezTo>
                    <a:pt x="0" y="16782"/>
                    <a:pt x="4818" y="21600"/>
                    <a:pt x="10800" y="21600"/>
                  </a:cubicBezTo>
                  <a:close/>
                  <a:moveTo>
                    <a:pt x="10135" y="11298"/>
                  </a:moveTo>
                  <a:cubicBezTo>
                    <a:pt x="8474" y="10634"/>
                    <a:pt x="7311" y="9969"/>
                    <a:pt x="7311" y="8308"/>
                  </a:cubicBezTo>
                  <a:cubicBezTo>
                    <a:pt x="7311" y="6978"/>
                    <a:pt x="8308" y="5815"/>
                    <a:pt x="9969" y="5483"/>
                  </a:cubicBezTo>
                  <a:cubicBezTo>
                    <a:pt x="9969" y="3988"/>
                    <a:pt x="9969" y="3988"/>
                    <a:pt x="9969" y="3988"/>
                  </a:cubicBezTo>
                  <a:cubicBezTo>
                    <a:pt x="11631" y="3988"/>
                    <a:pt x="11631" y="3988"/>
                    <a:pt x="11631" y="3988"/>
                  </a:cubicBezTo>
                  <a:cubicBezTo>
                    <a:pt x="11631" y="5483"/>
                    <a:pt x="11631" y="5483"/>
                    <a:pt x="11631" y="5483"/>
                  </a:cubicBezTo>
                  <a:cubicBezTo>
                    <a:pt x="12628" y="5483"/>
                    <a:pt x="13292" y="5649"/>
                    <a:pt x="13957" y="5982"/>
                  </a:cubicBezTo>
                  <a:cubicBezTo>
                    <a:pt x="13458" y="7809"/>
                    <a:pt x="13458" y="7809"/>
                    <a:pt x="13458" y="7809"/>
                  </a:cubicBezTo>
                  <a:cubicBezTo>
                    <a:pt x="12960" y="7477"/>
                    <a:pt x="12295" y="7145"/>
                    <a:pt x="11132" y="7145"/>
                  </a:cubicBezTo>
                  <a:cubicBezTo>
                    <a:pt x="10135" y="7145"/>
                    <a:pt x="9803" y="7643"/>
                    <a:pt x="9803" y="8142"/>
                  </a:cubicBezTo>
                  <a:cubicBezTo>
                    <a:pt x="9803" y="8640"/>
                    <a:pt x="10302" y="8972"/>
                    <a:pt x="11631" y="9471"/>
                  </a:cubicBezTo>
                  <a:cubicBezTo>
                    <a:pt x="13625" y="10135"/>
                    <a:pt x="14289" y="10966"/>
                    <a:pt x="14289" y="12462"/>
                  </a:cubicBezTo>
                  <a:cubicBezTo>
                    <a:pt x="14289" y="13791"/>
                    <a:pt x="13292" y="15120"/>
                    <a:pt x="11465" y="15286"/>
                  </a:cubicBezTo>
                  <a:cubicBezTo>
                    <a:pt x="11465" y="16948"/>
                    <a:pt x="11465" y="16948"/>
                    <a:pt x="11465" y="16948"/>
                  </a:cubicBezTo>
                  <a:cubicBezTo>
                    <a:pt x="9969" y="16948"/>
                    <a:pt x="9969" y="16948"/>
                    <a:pt x="9969" y="16948"/>
                  </a:cubicBezTo>
                  <a:cubicBezTo>
                    <a:pt x="9969" y="15452"/>
                    <a:pt x="9969" y="15452"/>
                    <a:pt x="9969" y="15452"/>
                  </a:cubicBezTo>
                  <a:cubicBezTo>
                    <a:pt x="8972" y="15452"/>
                    <a:pt x="7809" y="15120"/>
                    <a:pt x="7311" y="14788"/>
                  </a:cubicBezTo>
                  <a:cubicBezTo>
                    <a:pt x="7809" y="12960"/>
                    <a:pt x="7809" y="12960"/>
                    <a:pt x="7809" y="12960"/>
                  </a:cubicBezTo>
                  <a:cubicBezTo>
                    <a:pt x="8474" y="13292"/>
                    <a:pt x="9305" y="13625"/>
                    <a:pt x="10302" y="13625"/>
                  </a:cubicBezTo>
                  <a:cubicBezTo>
                    <a:pt x="11298" y="13625"/>
                    <a:pt x="11963" y="13292"/>
                    <a:pt x="11963" y="12628"/>
                  </a:cubicBezTo>
                  <a:cubicBezTo>
                    <a:pt x="11963" y="11963"/>
                    <a:pt x="11465" y="11631"/>
                    <a:pt x="10135" y="1129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321" name="Shape 1321"/>
          <p:cNvSpPr/>
          <p:nvPr/>
        </p:nvSpPr>
        <p:spPr>
          <a:xfrm>
            <a:off x="9336227" y="7135525"/>
            <a:ext cx="451806" cy="844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1" h="21600" fill="norm" stroke="1" extrusionOk="0">
                <a:moveTo>
                  <a:pt x="20765" y="20429"/>
                </a:moveTo>
                <a:cubicBezTo>
                  <a:pt x="21010" y="20429"/>
                  <a:pt x="21256" y="20429"/>
                  <a:pt x="21256" y="20299"/>
                </a:cubicBezTo>
                <a:cubicBezTo>
                  <a:pt x="21501" y="20299"/>
                  <a:pt x="21501" y="20169"/>
                  <a:pt x="21501" y="20039"/>
                </a:cubicBezTo>
                <a:cubicBezTo>
                  <a:pt x="21501" y="19388"/>
                  <a:pt x="21501" y="19388"/>
                  <a:pt x="21501" y="19388"/>
                </a:cubicBezTo>
                <a:cubicBezTo>
                  <a:pt x="20028" y="19388"/>
                  <a:pt x="18556" y="18607"/>
                  <a:pt x="18556" y="17827"/>
                </a:cubicBezTo>
                <a:cubicBezTo>
                  <a:pt x="18801" y="17827"/>
                  <a:pt x="18801" y="17827"/>
                  <a:pt x="18801" y="17827"/>
                </a:cubicBezTo>
                <a:cubicBezTo>
                  <a:pt x="19046" y="17827"/>
                  <a:pt x="19046" y="17827"/>
                  <a:pt x="19046" y="17696"/>
                </a:cubicBezTo>
                <a:cubicBezTo>
                  <a:pt x="19292" y="17696"/>
                  <a:pt x="19292" y="17566"/>
                  <a:pt x="19292" y="17566"/>
                </a:cubicBezTo>
                <a:cubicBezTo>
                  <a:pt x="19292" y="17436"/>
                  <a:pt x="19292" y="17436"/>
                  <a:pt x="19046" y="17306"/>
                </a:cubicBezTo>
                <a:cubicBezTo>
                  <a:pt x="19046" y="17306"/>
                  <a:pt x="19046" y="17306"/>
                  <a:pt x="18801" y="17306"/>
                </a:cubicBezTo>
                <a:cubicBezTo>
                  <a:pt x="18065" y="17306"/>
                  <a:pt x="18065" y="17306"/>
                  <a:pt x="18065" y="17306"/>
                </a:cubicBezTo>
                <a:cubicBezTo>
                  <a:pt x="20519" y="16655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21256" y="15354"/>
                  <a:pt x="21256" y="15354"/>
                  <a:pt x="21256" y="15354"/>
                </a:cubicBezTo>
                <a:cubicBezTo>
                  <a:pt x="19292" y="14704"/>
                  <a:pt x="19292" y="14704"/>
                  <a:pt x="19292" y="14704"/>
                </a:cubicBezTo>
                <a:cubicBezTo>
                  <a:pt x="15856" y="13533"/>
                  <a:pt x="9228" y="10670"/>
                  <a:pt x="8492" y="6896"/>
                </a:cubicBezTo>
                <a:cubicBezTo>
                  <a:pt x="9474" y="7157"/>
                  <a:pt x="11928" y="7287"/>
                  <a:pt x="13401" y="6896"/>
                </a:cubicBezTo>
                <a:cubicBezTo>
                  <a:pt x="13646" y="7027"/>
                  <a:pt x="14383" y="7417"/>
                  <a:pt x="14137" y="8067"/>
                </a:cubicBezTo>
                <a:cubicBezTo>
                  <a:pt x="15856" y="8588"/>
                  <a:pt x="18556" y="8328"/>
                  <a:pt x="18556" y="8328"/>
                </a:cubicBezTo>
                <a:cubicBezTo>
                  <a:pt x="20028" y="6766"/>
                  <a:pt x="20028" y="6766"/>
                  <a:pt x="20028" y="6766"/>
                </a:cubicBezTo>
                <a:cubicBezTo>
                  <a:pt x="20028" y="6636"/>
                  <a:pt x="20028" y="6506"/>
                  <a:pt x="20028" y="6506"/>
                </a:cubicBezTo>
                <a:cubicBezTo>
                  <a:pt x="20028" y="6376"/>
                  <a:pt x="19783" y="6376"/>
                  <a:pt x="19783" y="6246"/>
                </a:cubicBezTo>
                <a:cubicBezTo>
                  <a:pt x="19292" y="6116"/>
                  <a:pt x="19292" y="6116"/>
                  <a:pt x="19292" y="6116"/>
                </a:cubicBezTo>
                <a:cubicBezTo>
                  <a:pt x="15856" y="3773"/>
                  <a:pt x="15856" y="3773"/>
                  <a:pt x="15856" y="3773"/>
                </a:cubicBezTo>
                <a:cubicBezTo>
                  <a:pt x="15610" y="3513"/>
                  <a:pt x="15610" y="3513"/>
                  <a:pt x="15610" y="3513"/>
                </a:cubicBezTo>
                <a:cubicBezTo>
                  <a:pt x="15610" y="3383"/>
                  <a:pt x="15610" y="3383"/>
                  <a:pt x="15610" y="3383"/>
                </a:cubicBezTo>
                <a:cubicBezTo>
                  <a:pt x="15365" y="3253"/>
                  <a:pt x="15365" y="3253"/>
                  <a:pt x="15365" y="3123"/>
                </a:cubicBezTo>
                <a:cubicBezTo>
                  <a:pt x="13156" y="2082"/>
                  <a:pt x="13156" y="2082"/>
                  <a:pt x="13156" y="2082"/>
                </a:cubicBezTo>
                <a:cubicBezTo>
                  <a:pt x="15856" y="1041"/>
                  <a:pt x="15856" y="1041"/>
                  <a:pt x="15856" y="1041"/>
                </a:cubicBezTo>
                <a:cubicBezTo>
                  <a:pt x="7265" y="0"/>
                  <a:pt x="7265" y="0"/>
                  <a:pt x="7265" y="0"/>
                </a:cubicBezTo>
                <a:cubicBezTo>
                  <a:pt x="4074" y="1692"/>
                  <a:pt x="4074" y="1692"/>
                  <a:pt x="4074" y="1692"/>
                </a:cubicBezTo>
                <a:cubicBezTo>
                  <a:pt x="2601" y="2472"/>
                  <a:pt x="1374" y="3383"/>
                  <a:pt x="637" y="4424"/>
                </a:cubicBezTo>
                <a:cubicBezTo>
                  <a:pt x="-99" y="5595"/>
                  <a:pt x="-99" y="6636"/>
                  <a:pt x="146" y="7677"/>
                </a:cubicBezTo>
                <a:cubicBezTo>
                  <a:pt x="1865" y="16005"/>
                  <a:pt x="1865" y="16005"/>
                  <a:pt x="1865" y="16005"/>
                </a:cubicBezTo>
                <a:cubicBezTo>
                  <a:pt x="4074" y="17306"/>
                  <a:pt x="4074" y="17306"/>
                  <a:pt x="4074" y="17306"/>
                </a:cubicBezTo>
                <a:cubicBezTo>
                  <a:pt x="3092" y="17306"/>
                  <a:pt x="3092" y="17306"/>
                  <a:pt x="3092" y="17306"/>
                </a:cubicBezTo>
                <a:cubicBezTo>
                  <a:pt x="3092" y="17306"/>
                  <a:pt x="2846" y="17306"/>
                  <a:pt x="2846" y="17306"/>
                </a:cubicBezTo>
                <a:cubicBezTo>
                  <a:pt x="2601" y="17436"/>
                  <a:pt x="2601" y="17436"/>
                  <a:pt x="2601" y="17566"/>
                </a:cubicBezTo>
                <a:cubicBezTo>
                  <a:pt x="2601" y="17566"/>
                  <a:pt x="2601" y="17696"/>
                  <a:pt x="2846" y="17696"/>
                </a:cubicBezTo>
                <a:cubicBezTo>
                  <a:pt x="2846" y="17827"/>
                  <a:pt x="3092" y="17827"/>
                  <a:pt x="3092" y="17827"/>
                </a:cubicBezTo>
                <a:cubicBezTo>
                  <a:pt x="3337" y="17827"/>
                  <a:pt x="3337" y="17827"/>
                  <a:pt x="3337" y="17827"/>
                </a:cubicBezTo>
                <a:cubicBezTo>
                  <a:pt x="3337" y="18607"/>
                  <a:pt x="2110" y="19388"/>
                  <a:pt x="392" y="19388"/>
                </a:cubicBezTo>
                <a:cubicBezTo>
                  <a:pt x="392" y="20039"/>
                  <a:pt x="392" y="20039"/>
                  <a:pt x="392" y="20039"/>
                </a:cubicBezTo>
                <a:cubicBezTo>
                  <a:pt x="392" y="20169"/>
                  <a:pt x="392" y="20299"/>
                  <a:pt x="637" y="20299"/>
                </a:cubicBezTo>
                <a:cubicBezTo>
                  <a:pt x="637" y="20429"/>
                  <a:pt x="883" y="20429"/>
                  <a:pt x="1128" y="20429"/>
                </a:cubicBezTo>
                <a:cubicBezTo>
                  <a:pt x="1128" y="20429"/>
                  <a:pt x="1128" y="20429"/>
                  <a:pt x="1128" y="20429"/>
                </a:cubicBezTo>
                <a:cubicBezTo>
                  <a:pt x="1128" y="20819"/>
                  <a:pt x="1128" y="20819"/>
                  <a:pt x="1128" y="20819"/>
                </a:cubicBezTo>
                <a:cubicBezTo>
                  <a:pt x="1128" y="20819"/>
                  <a:pt x="1128" y="20819"/>
                  <a:pt x="1128" y="20819"/>
                </a:cubicBezTo>
                <a:cubicBezTo>
                  <a:pt x="883" y="20819"/>
                  <a:pt x="637" y="20819"/>
                  <a:pt x="637" y="20819"/>
                </a:cubicBezTo>
                <a:cubicBezTo>
                  <a:pt x="392" y="20949"/>
                  <a:pt x="392" y="21080"/>
                  <a:pt x="392" y="21210"/>
                </a:cubicBezTo>
                <a:cubicBezTo>
                  <a:pt x="392" y="21210"/>
                  <a:pt x="392" y="21210"/>
                  <a:pt x="392" y="21210"/>
                </a:cubicBezTo>
                <a:cubicBezTo>
                  <a:pt x="392" y="21340"/>
                  <a:pt x="392" y="21470"/>
                  <a:pt x="637" y="21470"/>
                </a:cubicBezTo>
                <a:cubicBezTo>
                  <a:pt x="637" y="21600"/>
                  <a:pt x="883" y="21600"/>
                  <a:pt x="1128" y="21600"/>
                </a:cubicBezTo>
                <a:cubicBezTo>
                  <a:pt x="20765" y="21600"/>
                  <a:pt x="20765" y="21600"/>
                  <a:pt x="20765" y="21600"/>
                </a:cubicBezTo>
                <a:cubicBezTo>
                  <a:pt x="21010" y="21600"/>
                  <a:pt x="21256" y="21600"/>
                  <a:pt x="21256" y="21470"/>
                </a:cubicBezTo>
                <a:cubicBezTo>
                  <a:pt x="21501" y="21470"/>
                  <a:pt x="21501" y="21340"/>
                  <a:pt x="21501" y="21210"/>
                </a:cubicBezTo>
                <a:cubicBezTo>
                  <a:pt x="21501" y="21210"/>
                  <a:pt x="21501" y="21210"/>
                  <a:pt x="21501" y="21210"/>
                </a:cubicBezTo>
                <a:cubicBezTo>
                  <a:pt x="21501" y="21080"/>
                  <a:pt x="21501" y="20949"/>
                  <a:pt x="21256" y="20819"/>
                </a:cubicBezTo>
                <a:cubicBezTo>
                  <a:pt x="21256" y="20819"/>
                  <a:pt x="21010" y="20819"/>
                  <a:pt x="20765" y="20819"/>
                </a:cubicBezTo>
                <a:cubicBezTo>
                  <a:pt x="20765" y="20819"/>
                  <a:pt x="20765" y="20819"/>
                  <a:pt x="20765" y="20819"/>
                </a:cubicBezTo>
                <a:cubicBezTo>
                  <a:pt x="20765" y="20429"/>
                  <a:pt x="20765" y="20429"/>
                  <a:pt x="20765" y="20429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2" name="Shape 1322"/>
          <p:cNvSpPr/>
          <p:nvPr/>
        </p:nvSpPr>
        <p:spPr>
          <a:xfrm>
            <a:off x="7369324" y="10409414"/>
            <a:ext cx="1870457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r" defTabSz="914400">
              <a:defRPr b="1" sz="2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800">
                <a:solidFill>
                  <a:srgbClr val="0A0A0A"/>
                </a:solidFill>
              </a:rPr>
              <a:t>Analíticas</a:t>
            </a:r>
          </a:p>
        </p:txBody>
      </p:sp>
      <p:sp>
        <p:nvSpPr>
          <p:cNvPr id="1323" name="Shape 1323"/>
          <p:cNvSpPr/>
          <p:nvPr/>
        </p:nvSpPr>
        <p:spPr>
          <a:xfrm>
            <a:off x="4582759" y="11026603"/>
            <a:ext cx="4657021" cy="1287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914400">
              <a:defRPr sz="24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78787"/>
                </a:solidFill>
              </a:rPr>
              <a:t>Medir todas las acciones para  saber el ROI y diseñar nuevas estrategias</a:t>
            </a:r>
          </a:p>
        </p:txBody>
      </p:sp>
      <p:sp>
        <p:nvSpPr>
          <p:cNvPr id="1324" name="Shape 1324"/>
          <p:cNvSpPr/>
          <p:nvPr/>
        </p:nvSpPr>
        <p:spPr>
          <a:xfrm>
            <a:off x="6143780" y="11024968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25" name="Shape 1325"/>
          <p:cNvSpPr/>
          <p:nvPr/>
        </p:nvSpPr>
        <p:spPr>
          <a:xfrm>
            <a:off x="9470421" y="10526638"/>
            <a:ext cx="947755" cy="730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069" y="0"/>
                </a:moveTo>
                <a:cubicBezTo>
                  <a:pt x="17550" y="0"/>
                  <a:pt x="16538" y="1543"/>
                  <a:pt x="16538" y="3306"/>
                </a:cubicBezTo>
                <a:cubicBezTo>
                  <a:pt x="16538" y="4188"/>
                  <a:pt x="16875" y="5069"/>
                  <a:pt x="17381" y="5731"/>
                </a:cubicBezTo>
                <a:cubicBezTo>
                  <a:pt x="14175" y="11902"/>
                  <a:pt x="14175" y="11902"/>
                  <a:pt x="14175" y="11902"/>
                </a:cubicBezTo>
                <a:cubicBezTo>
                  <a:pt x="14006" y="11682"/>
                  <a:pt x="13669" y="11461"/>
                  <a:pt x="13331" y="11461"/>
                </a:cubicBezTo>
                <a:cubicBezTo>
                  <a:pt x="12319" y="11461"/>
                  <a:pt x="11475" y="12343"/>
                  <a:pt x="11138" y="13224"/>
                </a:cubicBezTo>
                <a:cubicBezTo>
                  <a:pt x="9281" y="11902"/>
                  <a:pt x="9281" y="11902"/>
                  <a:pt x="9281" y="11902"/>
                </a:cubicBezTo>
                <a:cubicBezTo>
                  <a:pt x="9450" y="11682"/>
                  <a:pt x="9450" y="11241"/>
                  <a:pt x="9450" y="10800"/>
                </a:cubicBezTo>
                <a:cubicBezTo>
                  <a:pt x="9450" y="8816"/>
                  <a:pt x="8269" y="7494"/>
                  <a:pt x="6919" y="7494"/>
                </a:cubicBezTo>
                <a:cubicBezTo>
                  <a:pt x="5569" y="7494"/>
                  <a:pt x="4388" y="8816"/>
                  <a:pt x="4388" y="10800"/>
                </a:cubicBezTo>
                <a:cubicBezTo>
                  <a:pt x="4388" y="11682"/>
                  <a:pt x="4725" y="12563"/>
                  <a:pt x="5231" y="13224"/>
                </a:cubicBezTo>
                <a:cubicBezTo>
                  <a:pt x="3881" y="15429"/>
                  <a:pt x="3881" y="15429"/>
                  <a:pt x="3881" y="15429"/>
                </a:cubicBezTo>
                <a:cubicBezTo>
                  <a:pt x="3544" y="15208"/>
                  <a:pt x="3038" y="14988"/>
                  <a:pt x="2531" y="14988"/>
                </a:cubicBezTo>
                <a:cubicBezTo>
                  <a:pt x="1013" y="14988"/>
                  <a:pt x="0" y="16310"/>
                  <a:pt x="0" y="18294"/>
                </a:cubicBezTo>
                <a:cubicBezTo>
                  <a:pt x="0" y="20057"/>
                  <a:pt x="1013" y="21600"/>
                  <a:pt x="2531" y="21600"/>
                </a:cubicBezTo>
                <a:cubicBezTo>
                  <a:pt x="3881" y="21600"/>
                  <a:pt x="5063" y="20057"/>
                  <a:pt x="5063" y="18294"/>
                </a:cubicBezTo>
                <a:cubicBezTo>
                  <a:pt x="5063" y="17412"/>
                  <a:pt x="4725" y="16751"/>
                  <a:pt x="4388" y="16090"/>
                </a:cubicBezTo>
                <a:cubicBezTo>
                  <a:pt x="5738" y="13665"/>
                  <a:pt x="5738" y="13665"/>
                  <a:pt x="5738" y="13665"/>
                </a:cubicBezTo>
                <a:cubicBezTo>
                  <a:pt x="6075" y="13886"/>
                  <a:pt x="6581" y="14106"/>
                  <a:pt x="6919" y="14106"/>
                </a:cubicBezTo>
                <a:cubicBezTo>
                  <a:pt x="7763" y="14106"/>
                  <a:pt x="8606" y="13445"/>
                  <a:pt x="8944" y="12563"/>
                </a:cubicBezTo>
                <a:cubicBezTo>
                  <a:pt x="10800" y="14106"/>
                  <a:pt x="10800" y="14106"/>
                  <a:pt x="10800" y="14106"/>
                </a:cubicBezTo>
                <a:cubicBezTo>
                  <a:pt x="10800" y="14327"/>
                  <a:pt x="10800" y="14547"/>
                  <a:pt x="10800" y="14988"/>
                </a:cubicBezTo>
                <a:cubicBezTo>
                  <a:pt x="10800" y="16751"/>
                  <a:pt x="11813" y="18294"/>
                  <a:pt x="13331" y="18294"/>
                </a:cubicBezTo>
                <a:cubicBezTo>
                  <a:pt x="14681" y="18294"/>
                  <a:pt x="15863" y="16751"/>
                  <a:pt x="15863" y="14988"/>
                </a:cubicBezTo>
                <a:cubicBezTo>
                  <a:pt x="15863" y="13886"/>
                  <a:pt x="15356" y="12784"/>
                  <a:pt x="14850" y="12343"/>
                </a:cubicBezTo>
                <a:cubicBezTo>
                  <a:pt x="17888" y="6171"/>
                  <a:pt x="17888" y="6171"/>
                  <a:pt x="17888" y="6171"/>
                </a:cubicBezTo>
                <a:cubicBezTo>
                  <a:pt x="18225" y="6392"/>
                  <a:pt x="18562" y="6612"/>
                  <a:pt x="19069" y="6612"/>
                </a:cubicBezTo>
                <a:cubicBezTo>
                  <a:pt x="20419" y="6612"/>
                  <a:pt x="21600" y="5069"/>
                  <a:pt x="21600" y="3306"/>
                </a:cubicBezTo>
                <a:cubicBezTo>
                  <a:pt x="21600" y="1543"/>
                  <a:pt x="20419" y="0"/>
                  <a:pt x="19069" y="0"/>
                </a:cubicBezTo>
                <a:close/>
                <a:moveTo>
                  <a:pt x="2531" y="19837"/>
                </a:moveTo>
                <a:cubicBezTo>
                  <a:pt x="1856" y="19837"/>
                  <a:pt x="1181" y="19176"/>
                  <a:pt x="1181" y="18294"/>
                </a:cubicBezTo>
                <a:cubicBezTo>
                  <a:pt x="1181" y="17192"/>
                  <a:pt x="1856" y="16531"/>
                  <a:pt x="2531" y="16531"/>
                </a:cubicBezTo>
                <a:cubicBezTo>
                  <a:pt x="3206" y="16531"/>
                  <a:pt x="3713" y="17192"/>
                  <a:pt x="3713" y="18294"/>
                </a:cubicBezTo>
                <a:cubicBezTo>
                  <a:pt x="3713" y="19176"/>
                  <a:pt x="3206" y="19837"/>
                  <a:pt x="2531" y="19837"/>
                </a:cubicBezTo>
                <a:close/>
                <a:moveTo>
                  <a:pt x="6919" y="12343"/>
                </a:moveTo>
                <a:cubicBezTo>
                  <a:pt x="6244" y="12343"/>
                  <a:pt x="5738" y="11682"/>
                  <a:pt x="5738" y="10800"/>
                </a:cubicBezTo>
                <a:cubicBezTo>
                  <a:pt x="5738" y="9918"/>
                  <a:pt x="6244" y="9037"/>
                  <a:pt x="6919" y="9037"/>
                </a:cubicBezTo>
                <a:cubicBezTo>
                  <a:pt x="7594" y="9037"/>
                  <a:pt x="8269" y="9918"/>
                  <a:pt x="8269" y="10800"/>
                </a:cubicBezTo>
                <a:cubicBezTo>
                  <a:pt x="8269" y="11682"/>
                  <a:pt x="7594" y="12343"/>
                  <a:pt x="6919" y="12343"/>
                </a:cubicBezTo>
                <a:close/>
                <a:moveTo>
                  <a:pt x="13331" y="16531"/>
                </a:moveTo>
                <a:cubicBezTo>
                  <a:pt x="12656" y="16531"/>
                  <a:pt x="11981" y="15869"/>
                  <a:pt x="11981" y="14988"/>
                </a:cubicBezTo>
                <a:cubicBezTo>
                  <a:pt x="11981" y="13886"/>
                  <a:pt x="12656" y="13224"/>
                  <a:pt x="13331" y="13224"/>
                </a:cubicBezTo>
                <a:cubicBezTo>
                  <a:pt x="14006" y="13224"/>
                  <a:pt x="14513" y="13886"/>
                  <a:pt x="14513" y="14988"/>
                </a:cubicBezTo>
                <a:cubicBezTo>
                  <a:pt x="14513" y="15869"/>
                  <a:pt x="14006" y="16531"/>
                  <a:pt x="13331" y="16531"/>
                </a:cubicBezTo>
                <a:close/>
                <a:moveTo>
                  <a:pt x="19069" y="4849"/>
                </a:moveTo>
                <a:cubicBezTo>
                  <a:pt x="18225" y="4849"/>
                  <a:pt x="17719" y="4188"/>
                  <a:pt x="17719" y="3306"/>
                </a:cubicBezTo>
                <a:cubicBezTo>
                  <a:pt x="17719" y="2424"/>
                  <a:pt x="18225" y="1543"/>
                  <a:pt x="19069" y="1543"/>
                </a:cubicBezTo>
                <a:cubicBezTo>
                  <a:pt x="19744" y="1543"/>
                  <a:pt x="20250" y="2424"/>
                  <a:pt x="20250" y="3306"/>
                </a:cubicBezTo>
                <a:cubicBezTo>
                  <a:pt x="20250" y="4188"/>
                  <a:pt x="19744" y="4849"/>
                  <a:pt x="19069" y="4849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6"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nodeType="afterEffect" presetClass="entr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nodeType="afterEffect" presetClass="entr" presetSubtype="2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7"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nodeType="afterEffect" presetClass="entr" presetSubtype="1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1"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nodeType="afterEffect" presetClass="entr" presetSubtype="32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nodeType="afterEffect" presetClass="entr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2"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nodeType="afterEffect" presetClass="entr" presetSubtype="1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6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nodeType="afterEffect" presetClass="entr" presetSubtype="32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nodeType="afterEffect" presetClass="entr" presetSubtype="0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nodeType="afterEffect" presetClass="entr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9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000"/>
                            </p:stCondLst>
                            <p:childTnLst>
                              <p:par>
                                <p:cTn id="81" nodeType="afterEffect" presetClass="entr" presetSubtype="2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83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500"/>
                            </p:stCondLst>
                            <p:childTnLst>
                              <p:par>
                                <p:cTn id="85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0"/>
                            </p:stCondLst>
                            <p:childTnLst>
                              <p:par>
                                <p:cTn id="89" nodeType="afterEffect" presetClass="entr" presetSubtype="1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91"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nodeType="afterEffect" presetClass="entr" presetSubtype="32" presetID="23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nodeType="afterEffect" presetClass="entr" presetSubtype="0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nodeType="afterEffect" presetClass="entr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4"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6" nodeType="afterEffect" presetClass="entr" presetSubtype="0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nodeType="afterEffect" presetClass="entr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2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4" nodeType="afterEffect" presetClass="entr" presetSubtype="1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6"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8" nodeType="afterEffect" presetClass="entr" presetSubtype="32" presetID="23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3" nodeType="afterEffect" presetClass="entr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5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7" nodeType="afterEffect" presetClass="entr" presetSubtype="2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29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1" nodeType="afterEffect" presetClass="entr" presetSubtype="0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3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5" nodeType="afterEffect" presetClass="entr" presetSubtype="0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7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73" grpId="9"/>
      <p:bldP build="whole" bldLvl="1" animBg="1" rev="0" advAuto="0" spid="1306" grpId="7"/>
      <p:bldP build="whole" bldLvl="1" animBg="1" rev="0" advAuto="0" spid="1312" grpId="24"/>
      <p:bldP build="whole" bldLvl="1" animBg="1" rev="0" advAuto="0" spid="1266" grpId="2"/>
      <p:bldP build="whole" bldLvl="1" animBg="1" rev="0" advAuto="0" spid="1304" grpId="13"/>
      <p:bldP build="whole" bldLvl="1" animBg="1" rev="0" advAuto="0" spid="1294" grpId="22"/>
      <p:bldP build="whole" bldLvl="1" animBg="1" rev="0" advAuto="0" spid="1315" grpId="18"/>
      <p:bldP build="whole" bldLvl="1" animBg="1" rev="0" advAuto="0" spid="1285" grpId="4"/>
      <p:bldP build="whole" bldLvl="1" animBg="1" rev="0" advAuto="0" spid="1301" grpId="5"/>
      <p:bldP build="whole" bldLvl="1" animBg="1" rev="0" advAuto="0" spid="1276" grpId="15"/>
      <p:bldP build="whole" bldLvl="1" animBg="1" rev="0" advAuto="0" spid="1305" grpId="6"/>
      <p:bldP build="whole" bldLvl="1" animBg="1" rev="0" advAuto="0" spid="1291" grpId="16"/>
      <p:bldP build="whole" bldLvl="1" animBg="1" rev="0" advAuto="0" spid="1316" grpId="20"/>
      <p:bldP build="whole" bldLvl="1" animBg="1" rev="0" advAuto="0" spid="1320" grpId="23"/>
      <p:bldP build="whole" bldLvl="1" animBg="1" rev="0" advAuto="0" spid="1313" grpId="25"/>
      <p:bldP build="whole" bldLvl="1" animBg="1" rev="0" advAuto="0" spid="1297" grpId="28"/>
      <p:bldP build="whole" bldLvl="1" animBg="1" rev="0" advAuto="0" spid="1303" grpId="14"/>
      <p:bldP build="whole" bldLvl="1" animBg="1" rev="0" advAuto="0" spid="1321" grpId="17"/>
      <p:bldP build="whole" bldLvl="1" animBg="1" rev="0" advAuto="0" spid="1307" grpId="8"/>
      <p:bldP build="whole" bldLvl="1" animBg="1" rev="0" advAuto="0" spid="1282" grpId="27"/>
      <p:bldP build="whole" bldLvl="1" animBg="1" rev="0" advAuto="0" spid="1317" grpId="19"/>
      <p:bldP build="whole" bldLvl="1" animBg="1" rev="0" advAuto="0" spid="1322" grpId="29"/>
      <p:bldP build="whole" bldLvl="1" animBg="1" rev="0" advAuto="0" spid="1311" grpId="11"/>
      <p:bldP build="whole" bldLvl="1" animBg="1" rev="0" advAuto="0" spid="1302" grpId="12"/>
      <p:bldP build="whole" bldLvl="1" animBg="1" rev="0" advAuto="0" spid="1270" grpId="3"/>
      <p:bldP build="whole" bldLvl="1" animBg="1" rev="0" advAuto="0" spid="1323" grpId="31"/>
      <p:bldP build="whole" bldLvl="1" animBg="1" rev="0" advAuto="0" spid="1325" grpId="32"/>
      <p:bldP build="whole" bldLvl="1" animBg="1" rev="0" advAuto="0" spid="1257" grpId="1"/>
      <p:bldP build="whole" bldLvl="1" animBg="1" rev="0" advAuto="0" spid="1324" grpId="30"/>
      <p:bldP build="whole" bldLvl="1" animBg="1" rev="0" advAuto="0" spid="1314" grpId="26"/>
      <p:bldP build="whole" bldLvl="1" animBg="1" rev="0" advAuto="0" spid="1279" grpId="21"/>
      <p:bldP build="whole" bldLvl="1" animBg="1" rev="0" advAuto="0" spid="1288" grpId="1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40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Shape 1327"/>
          <p:cNvSpPr/>
          <p:nvPr/>
        </p:nvSpPr>
        <p:spPr>
          <a:xfrm>
            <a:off x="6429551" y="5573097"/>
            <a:ext cx="11554258" cy="126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7200">
                <a:solidFill>
                  <a:srgbClr val="FFFFFF"/>
                </a:solidFill>
              </a:rPr>
              <a:t>Planning y KPIs propuesta</a:t>
            </a:r>
          </a:p>
        </p:txBody>
      </p:sp>
      <p:sp>
        <p:nvSpPr>
          <p:cNvPr id="1328" name="Shape 1328"/>
          <p:cNvSpPr/>
          <p:nvPr/>
        </p:nvSpPr>
        <p:spPr>
          <a:xfrm>
            <a:off x="6086680" y="6994514"/>
            <a:ext cx="12240001" cy="1"/>
          </a:xfrm>
          <a:prstGeom prst="line">
            <a:avLst/>
          </a:prstGeom>
          <a:ln w="762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531" name="Group 1531"/>
          <p:cNvGrpSpPr/>
          <p:nvPr/>
        </p:nvGrpSpPr>
        <p:grpSpPr>
          <a:xfrm>
            <a:off x="-3169185" y="-9741485"/>
            <a:ext cx="31956311" cy="32180406"/>
            <a:chOff x="0" y="0"/>
            <a:chExt cx="31956309" cy="32180404"/>
          </a:xfrm>
        </p:grpSpPr>
        <p:grpSp>
          <p:nvGrpSpPr>
            <p:cNvPr id="1529" name="Group 1529"/>
            <p:cNvGrpSpPr/>
            <p:nvPr/>
          </p:nvGrpSpPr>
          <p:grpSpPr>
            <a:xfrm>
              <a:off x="0" y="0"/>
              <a:ext cx="31956311" cy="32180404"/>
              <a:chOff x="0" y="0"/>
              <a:chExt cx="31956310" cy="32180403"/>
            </a:xfrm>
          </p:grpSpPr>
          <p:sp>
            <p:nvSpPr>
              <p:cNvPr id="1329" name="Shape 1329"/>
              <p:cNvSpPr/>
              <p:nvPr/>
            </p:nvSpPr>
            <p:spPr>
              <a:xfrm rot="14400000">
                <a:off x="11178826" y="6743365"/>
                <a:ext cx="1995782" cy="634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350"/>
                    </a:lnTo>
                    <a:lnTo>
                      <a:pt x="21600" y="0"/>
                    </a:lnTo>
                    <a:lnTo>
                      <a:pt x="21600" y="375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0" name="Shape 1330"/>
              <p:cNvSpPr/>
              <p:nvPr/>
            </p:nvSpPr>
            <p:spPr>
              <a:xfrm rot="14400000">
                <a:off x="11283979" y="6244660"/>
                <a:ext cx="267356" cy="264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65" h="19238" fill="norm" stroke="1" extrusionOk="0">
                    <a:moveTo>
                      <a:pt x="17984" y="5807"/>
                    </a:moveTo>
                    <a:cubicBezTo>
                      <a:pt x="20453" y="10254"/>
                      <a:pt x="17984" y="15972"/>
                      <a:pt x="13664" y="18513"/>
                    </a:cubicBezTo>
                    <a:cubicBezTo>
                      <a:pt x="8727" y="20419"/>
                      <a:pt x="3173" y="18513"/>
                      <a:pt x="704" y="13431"/>
                    </a:cubicBezTo>
                    <a:cubicBezTo>
                      <a:pt x="-1147" y="8984"/>
                      <a:pt x="704" y="3266"/>
                      <a:pt x="5642" y="725"/>
                    </a:cubicBezTo>
                    <a:cubicBezTo>
                      <a:pt x="10579" y="-1181"/>
                      <a:pt x="16133" y="725"/>
                      <a:pt x="17984" y="580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1" name="Shape 1331"/>
              <p:cNvSpPr/>
              <p:nvPr/>
            </p:nvSpPr>
            <p:spPr>
              <a:xfrm rot="14400000">
                <a:off x="23490031" y="16107649"/>
                <a:ext cx="8206916" cy="50224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68"/>
                    </a:lnTo>
                    <a:lnTo>
                      <a:pt x="21581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2" name="Shape 1332"/>
              <p:cNvSpPr/>
              <p:nvPr/>
            </p:nvSpPr>
            <p:spPr>
              <a:xfrm rot="14400000">
                <a:off x="26280715" y="17615366"/>
                <a:ext cx="4703294" cy="455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48"/>
                    </a:lnTo>
                    <a:lnTo>
                      <a:pt x="21566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3" name="Shape 1333"/>
              <p:cNvSpPr/>
              <p:nvPr/>
            </p:nvSpPr>
            <p:spPr>
              <a:xfrm rot="14400000">
                <a:off x="26125068" y="17411926"/>
                <a:ext cx="3004679" cy="81445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581"/>
                    </a:lnTo>
                    <a:lnTo>
                      <a:pt x="21521" y="0"/>
                    </a:lnTo>
                    <a:lnTo>
                      <a:pt x="21600" y="0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4" name="Shape 1334"/>
              <p:cNvSpPr/>
              <p:nvPr/>
            </p:nvSpPr>
            <p:spPr>
              <a:xfrm rot="14400000">
                <a:off x="24288607" y="16351645"/>
                <a:ext cx="2744200" cy="12836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7" y="21600"/>
                    </a:moveTo>
                    <a:lnTo>
                      <a:pt x="0" y="21600"/>
                    </a:lnTo>
                    <a:lnTo>
                      <a:pt x="21513" y="0"/>
                    </a:lnTo>
                    <a:lnTo>
                      <a:pt x="21600" y="0"/>
                    </a:lnTo>
                    <a:lnTo>
                      <a:pt x="8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5" name="Shape 1335"/>
              <p:cNvSpPr/>
              <p:nvPr/>
            </p:nvSpPr>
            <p:spPr>
              <a:xfrm rot="14400000">
                <a:off x="24775117" y="16746109"/>
                <a:ext cx="4651931" cy="8122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71"/>
                    </a:lnTo>
                    <a:lnTo>
                      <a:pt x="21566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6" name="Shape 1336"/>
              <p:cNvSpPr/>
              <p:nvPr/>
            </p:nvSpPr>
            <p:spPr>
              <a:xfrm rot="14400000">
                <a:off x="23071948" y="15762783"/>
                <a:ext cx="9839494" cy="3070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23"/>
                    </a:lnTo>
                    <a:lnTo>
                      <a:pt x="21584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7" name="Shape 1337"/>
              <p:cNvSpPr/>
              <p:nvPr/>
            </p:nvSpPr>
            <p:spPr>
              <a:xfrm rot="14400000">
                <a:off x="31643277" y="20657272"/>
                <a:ext cx="264607" cy="264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3" h="19973" fill="norm" stroke="1" extrusionOk="0">
                    <a:moveTo>
                      <a:pt x="11864" y="254"/>
                    </a:moveTo>
                    <a:cubicBezTo>
                      <a:pt x="17101" y="909"/>
                      <a:pt x="21028" y="6145"/>
                      <a:pt x="19719" y="12036"/>
                    </a:cubicBezTo>
                    <a:cubicBezTo>
                      <a:pt x="18410" y="17272"/>
                      <a:pt x="13173" y="20545"/>
                      <a:pt x="7937" y="19890"/>
                    </a:cubicBezTo>
                    <a:cubicBezTo>
                      <a:pt x="2701" y="18581"/>
                      <a:pt x="-572" y="13345"/>
                      <a:pt x="83" y="8109"/>
                    </a:cubicBezTo>
                    <a:cubicBezTo>
                      <a:pt x="1392" y="2872"/>
                      <a:pt x="6628" y="-1055"/>
                      <a:pt x="11864" y="25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8" name="Shape 1338"/>
              <p:cNvSpPr/>
              <p:nvPr/>
            </p:nvSpPr>
            <p:spPr>
              <a:xfrm rot="14400000">
                <a:off x="17449443" y="26476740"/>
                <a:ext cx="2300285" cy="1650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5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39" name="Shape 1339"/>
              <p:cNvSpPr/>
              <p:nvPr/>
            </p:nvSpPr>
            <p:spPr>
              <a:xfrm rot="14400000">
                <a:off x="17146646" y="28257850"/>
                <a:ext cx="535633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04" y="21600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21600" y="21600"/>
                    </a:lnTo>
                    <a:lnTo>
                      <a:pt x="213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0" name="Shape 1340"/>
              <p:cNvSpPr/>
              <p:nvPr/>
            </p:nvSpPr>
            <p:spPr>
              <a:xfrm rot="14400000">
                <a:off x="18328609" y="28572615"/>
                <a:ext cx="262333" cy="2704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60" fill="norm" stroke="1" extrusionOk="0">
                    <a:moveTo>
                      <a:pt x="6912" y="321"/>
                    </a:moveTo>
                    <a:cubicBezTo>
                      <a:pt x="11994" y="-950"/>
                      <a:pt x="17077" y="1591"/>
                      <a:pt x="18982" y="7309"/>
                    </a:cubicBezTo>
                    <a:cubicBezTo>
                      <a:pt x="20253" y="12391"/>
                      <a:pt x="17712" y="17474"/>
                      <a:pt x="12629" y="19379"/>
                    </a:cubicBezTo>
                    <a:cubicBezTo>
                      <a:pt x="7547" y="20650"/>
                      <a:pt x="1829" y="17474"/>
                      <a:pt x="559" y="12391"/>
                    </a:cubicBezTo>
                    <a:cubicBezTo>
                      <a:pt x="-1347" y="7309"/>
                      <a:pt x="1829" y="2226"/>
                      <a:pt x="6912" y="32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1" name="Shape 1341"/>
              <p:cNvSpPr/>
              <p:nvPr/>
            </p:nvSpPr>
            <p:spPr>
              <a:xfrm rot="14400000">
                <a:off x="16216523" y="30351449"/>
                <a:ext cx="262333" cy="265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306" fill="norm" stroke="1" extrusionOk="0">
                    <a:moveTo>
                      <a:pt x="6677" y="324"/>
                    </a:moveTo>
                    <a:cubicBezTo>
                      <a:pt x="11759" y="-947"/>
                      <a:pt x="17477" y="1594"/>
                      <a:pt x="18747" y="6677"/>
                    </a:cubicBezTo>
                    <a:cubicBezTo>
                      <a:pt x="20653" y="11759"/>
                      <a:pt x="17477" y="17477"/>
                      <a:pt x="12394" y="18747"/>
                    </a:cubicBezTo>
                    <a:cubicBezTo>
                      <a:pt x="7312" y="20653"/>
                      <a:pt x="2229" y="17477"/>
                      <a:pt x="324" y="12394"/>
                    </a:cubicBezTo>
                    <a:cubicBezTo>
                      <a:pt x="-947" y="7312"/>
                      <a:pt x="1594" y="1594"/>
                      <a:pt x="6677" y="32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2" name="Shape 1342"/>
              <p:cNvSpPr/>
              <p:nvPr/>
            </p:nvSpPr>
            <p:spPr>
              <a:xfrm rot="14400000">
                <a:off x="8712800" y="23888895"/>
                <a:ext cx="539302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59" y="21600"/>
                    </a:moveTo>
                    <a:lnTo>
                      <a:pt x="0" y="0"/>
                    </a:lnTo>
                    <a:lnTo>
                      <a:pt x="441" y="0"/>
                    </a:lnTo>
                    <a:lnTo>
                      <a:pt x="21600" y="21600"/>
                    </a:lnTo>
                    <a:lnTo>
                      <a:pt x="2115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3" name="Shape 1343"/>
              <p:cNvSpPr/>
              <p:nvPr/>
            </p:nvSpPr>
            <p:spPr>
              <a:xfrm rot="14400000">
                <a:off x="7783684" y="25981578"/>
                <a:ext cx="265612" cy="266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19" fill="norm" stroke="1" extrusionOk="0">
                    <a:moveTo>
                      <a:pt x="6677" y="281"/>
                    </a:moveTo>
                    <a:cubicBezTo>
                      <a:pt x="11759" y="-990"/>
                      <a:pt x="17477" y="2186"/>
                      <a:pt x="18747" y="7269"/>
                    </a:cubicBezTo>
                    <a:cubicBezTo>
                      <a:pt x="20653" y="12351"/>
                      <a:pt x="17477" y="17434"/>
                      <a:pt x="12394" y="19339"/>
                    </a:cubicBezTo>
                    <a:cubicBezTo>
                      <a:pt x="7312" y="20610"/>
                      <a:pt x="1594" y="17434"/>
                      <a:pt x="324" y="12351"/>
                    </a:cubicBezTo>
                    <a:cubicBezTo>
                      <a:pt x="-947" y="7269"/>
                      <a:pt x="1594" y="2186"/>
                      <a:pt x="6677" y="28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4" name="Shape 1344"/>
              <p:cNvSpPr/>
              <p:nvPr/>
            </p:nvSpPr>
            <p:spPr>
              <a:xfrm rot="14400000">
                <a:off x="18174374" y="20830241"/>
                <a:ext cx="1214346" cy="2083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09" y="0"/>
                    </a:moveTo>
                    <a:cubicBezTo>
                      <a:pt x="154" y="0"/>
                      <a:pt x="154" y="0"/>
                      <a:pt x="0" y="0"/>
                    </a:cubicBezTo>
                    <a:cubicBezTo>
                      <a:pt x="21446" y="21600"/>
                      <a:pt x="21446" y="21600"/>
                      <a:pt x="21446" y="21600"/>
                    </a:cubicBezTo>
                    <a:cubicBezTo>
                      <a:pt x="21446" y="21600"/>
                      <a:pt x="21600" y="21600"/>
                      <a:pt x="21600" y="21600"/>
                    </a:cubicBez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5" name="Shape 1345"/>
              <p:cNvSpPr/>
              <p:nvPr/>
            </p:nvSpPr>
            <p:spPr>
              <a:xfrm rot="14400000">
                <a:off x="20525126" y="19161292"/>
                <a:ext cx="3712741" cy="4310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57"/>
                    </a:moveTo>
                    <a:cubicBezTo>
                      <a:pt x="0" y="21600"/>
                      <a:pt x="50" y="21600"/>
                      <a:pt x="5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50" y="0"/>
                      <a:pt x="21550" y="0"/>
                      <a:pt x="21550" y="0"/>
                    </a:cubicBezTo>
                    <a:lnTo>
                      <a:pt x="0" y="21557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6" name="Shape 1346"/>
              <p:cNvSpPr/>
              <p:nvPr/>
            </p:nvSpPr>
            <p:spPr>
              <a:xfrm rot="14400000">
                <a:off x="24688970" y="21006660"/>
                <a:ext cx="1078603" cy="399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21600" y="21600"/>
                      <a:pt x="21600" y="21600"/>
                      <a:pt x="21600" y="2113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470"/>
                      <a:pt x="174" y="470"/>
                      <a:pt x="0" y="93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7" name="Shape 1347"/>
              <p:cNvSpPr/>
              <p:nvPr/>
            </p:nvSpPr>
            <p:spPr>
              <a:xfrm rot="14400000">
                <a:off x="26491161" y="18280025"/>
                <a:ext cx="997891" cy="3547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24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88" y="21600"/>
                      <a:pt x="376" y="21600"/>
                      <a:pt x="376" y="21547"/>
                    </a:cubicBezTo>
                    <a:cubicBezTo>
                      <a:pt x="21600" y="53"/>
                      <a:pt x="21600" y="53"/>
                      <a:pt x="21600" y="53"/>
                    </a:cubicBezTo>
                    <a:cubicBezTo>
                      <a:pt x="21600" y="53"/>
                      <a:pt x="21600" y="53"/>
                      <a:pt x="21412" y="53"/>
                    </a:cubicBezTo>
                    <a:cubicBezTo>
                      <a:pt x="21412" y="53"/>
                      <a:pt x="21412" y="53"/>
                      <a:pt x="21224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8" name="Shape 1348"/>
              <p:cNvSpPr/>
              <p:nvPr/>
            </p:nvSpPr>
            <p:spPr>
              <a:xfrm rot="14400000">
                <a:off x="17961892" y="22854318"/>
                <a:ext cx="231098" cy="2357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116" fill="norm" stroke="1" extrusionOk="0">
                    <a:moveTo>
                      <a:pt x="18438" y="13413"/>
                    </a:moveTo>
                    <a:cubicBezTo>
                      <a:pt x="20598" y="8199"/>
                      <a:pt x="17718" y="2240"/>
                      <a:pt x="12678" y="750"/>
                    </a:cubicBezTo>
                    <a:cubicBezTo>
                      <a:pt x="7638" y="-1484"/>
                      <a:pt x="2598" y="1495"/>
                      <a:pt x="438" y="6709"/>
                    </a:cubicBezTo>
                    <a:cubicBezTo>
                      <a:pt x="-1002" y="11923"/>
                      <a:pt x="1158" y="17137"/>
                      <a:pt x="6198" y="19371"/>
                    </a:cubicBezTo>
                    <a:cubicBezTo>
                      <a:pt x="7638" y="19371"/>
                      <a:pt x="8358" y="20116"/>
                      <a:pt x="9078" y="20116"/>
                    </a:cubicBezTo>
                    <a:cubicBezTo>
                      <a:pt x="9798" y="20116"/>
                      <a:pt x="9798" y="20116"/>
                      <a:pt x="10518" y="20116"/>
                    </a:cubicBezTo>
                    <a:cubicBezTo>
                      <a:pt x="14118" y="19371"/>
                      <a:pt x="16998" y="17137"/>
                      <a:pt x="18438" y="1341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9" name="Shape 1349"/>
              <p:cNvSpPr/>
              <p:nvPr/>
            </p:nvSpPr>
            <p:spPr>
              <a:xfrm rot="14400000">
                <a:off x="19363962" y="20661202"/>
                <a:ext cx="232629" cy="224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91" h="20063" fill="norm" stroke="1" extrusionOk="0">
                    <a:moveTo>
                      <a:pt x="12805" y="0"/>
                    </a:moveTo>
                    <a:cubicBezTo>
                      <a:pt x="12085" y="0"/>
                      <a:pt x="11365" y="0"/>
                      <a:pt x="9925" y="0"/>
                    </a:cubicBezTo>
                    <a:cubicBezTo>
                      <a:pt x="9925" y="0"/>
                      <a:pt x="9205" y="0"/>
                      <a:pt x="9205" y="0"/>
                    </a:cubicBezTo>
                    <a:cubicBezTo>
                      <a:pt x="5605" y="0"/>
                      <a:pt x="2005" y="2314"/>
                      <a:pt x="565" y="6171"/>
                    </a:cubicBezTo>
                    <a:cubicBezTo>
                      <a:pt x="-875" y="10029"/>
                      <a:pt x="565" y="14657"/>
                      <a:pt x="3445" y="17743"/>
                    </a:cubicBezTo>
                    <a:cubicBezTo>
                      <a:pt x="3445" y="17743"/>
                      <a:pt x="3445" y="17743"/>
                      <a:pt x="4165" y="17743"/>
                    </a:cubicBezTo>
                    <a:cubicBezTo>
                      <a:pt x="4885" y="18514"/>
                      <a:pt x="5605" y="19286"/>
                      <a:pt x="6325" y="19286"/>
                    </a:cubicBezTo>
                    <a:cubicBezTo>
                      <a:pt x="11365" y="21600"/>
                      <a:pt x="17125" y="18514"/>
                      <a:pt x="18565" y="13114"/>
                    </a:cubicBezTo>
                    <a:cubicBezTo>
                      <a:pt x="20725" y="8486"/>
                      <a:pt x="17845" y="2314"/>
                      <a:pt x="12805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0" name="Shape 1350"/>
              <p:cNvSpPr/>
              <p:nvPr/>
            </p:nvSpPr>
            <p:spPr>
              <a:xfrm rot="14400000">
                <a:off x="25170900" y="21753103"/>
                <a:ext cx="232807" cy="233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5" h="19886" fill="norm" stroke="1" extrusionOk="0">
                    <a:moveTo>
                      <a:pt x="12966" y="453"/>
                    </a:moveTo>
                    <a:cubicBezTo>
                      <a:pt x="7926" y="-1037"/>
                      <a:pt x="2166" y="1197"/>
                      <a:pt x="726" y="6411"/>
                    </a:cubicBezTo>
                    <a:cubicBezTo>
                      <a:pt x="-1434" y="11625"/>
                      <a:pt x="1446" y="17584"/>
                      <a:pt x="6486" y="19073"/>
                    </a:cubicBezTo>
                    <a:cubicBezTo>
                      <a:pt x="9366" y="20563"/>
                      <a:pt x="12966" y="19818"/>
                      <a:pt x="15126" y="18329"/>
                    </a:cubicBezTo>
                    <a:cubicBezTo>
                      <a:pt x="15846" y="17584"/>
                      <a:pt x="15846" y="17584"/>
                      <a:pt x="15846" y="16839"/>
                    </a:cubicBezTo>
                    <a:cubicBezTo>
                      <a:pt x="17286" y="16094"/>
                      <a:pt x="18006" y="14604"/>
                      <a:pt x="18726" y="13115"/>
                    </a:cubicBezTo>
                    <a:cubicBezTo>
                      <a:pt x="20166" y="9391"/>
                      <a:pt x="18726" y="5666"/>
                      <a:pt x="16566" y="2687"/>
                    </a:cubicBezTo>
                    <a:cubicBezTo>
                      <a:pt x="16566" y="2687"/>
                      <a:pt x="15846" y="2687"/>
                      <a:pt x="15846" y="1942"/>
                    </a:cubicBezTo>
                    <a:cubicBezTo>
                      <a:pt x="15126" y="1197"/>
                      <a:pt x="13686" y="1197"/>
                      <a:pt x="12966" y="4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1" name="Shape 1351"/>
              <p:cNvSpPr/>
              <p:nvPr/>
            </p:nvSpPr>
            <p:spPr>
              <a:xfrm rot="14400000">
                <a:off x="24981210" y="20412932"/>
                <a:ext cx="233937" cy="231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61" h="19164" fill="norm" stroke="1" extrusionOk="0">
                    <a:moveTo>
                      <a:pt x="5357" y="18006"/>
                    </a:moveTo>
                    <a:cubicBezTo>
                      <a:pt x="6101" y="18726"/>
                      <a:pt x="6101" y="18726"/>
                      <a:pt x="6101" y="18726"/>
                    </a:cubicBezTo>
                    <a:cubicBezTo>
                      <a:pt x="6846" y="18726"/>
                      <a:pt x="6846" y="18726"/>
                      <a:pt x="6846" y="18726"/>
                    </a:cubicBezTo>
                    <a:cubicBezTo>
                      <a:pt x="12060" y="20166"/>
                      <a:pt x="17274" y="18006"/>
                      <a:pt x="19508" y="12966"/>
                    </a:cubicBezTo>
                    <a:cubicBezTo>
                      <a:pt x="20998" y="7926"/>
                      <a:pt x="18764" y="2166"/>
                      <a:pt x="13550" y="726"/>
                    </a:cubicBezTo>
                    <a:cubicBezTo>
                      <a:pt x="8336" y="-1434"/>
                      <a:pt x="2377" y="1446"/>
                      <a:pt x="143" y="6486"/>
                    </a:cubicBezTo>
                    <a:cubicBezTo>
                      <a:pt x="143" y="6486"/>
                      <a:pt x="143" y="6486"/>
                      <a:pt x="143" y="6486"/>
                    </a:cubicBezTo>
                    <a:cubicBezTo>
                      <a:pt x="143" y="7206"/>
                      <a:pt x="143" y="7206"/>
                      <a:pt x="143" y="7206"/>
                    </a:cubicBezTo>
                    <a:cubicBezTo>
                      <a:pt x="-602" y="12246"/>
                      <a:pt x="1632" y="16566"/>
                      <a:pt x="5357" y="1800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2" name="Shape 1352"/>
              <p:cNvSpPr/>
              <p:nvPr/>
            </p:nvSpPr>
            <p:spPr>
              <a:xfrm rot="14400000">
                <a:off x="28723040" y="19381026"/>
                <a:ext cx="231098" cy="234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312" fill="norm" stroke="1" extrusionOk="0">
                    <a:moveTo>
                      <a:pt x="5046" y="1304"/>
                    </a:moveTo>
                    <a:cubicBezTo>
                      <a:pt x="2886" y="2048"/>
                      <a:pt x="1446" y="4283"/>
                      <a:pt x="726" y="6517"/>
                    </a:cubicBezTo>
                    <a:cubicBezTo>
                      <a:pt x="-1434" y="11731"/>
                      <a:pt x="1446" y="17690"/>
                      <a:pt x="6486" y="19924"/>
                    </a:cubicBezTo>
                    <a:cubicBezTo>
                      <a:pt x="11526" y="21414"/>
                      <a:pt x="16566" y="18435"/>
                      <a:pt x="18726" y="13966"/>
                    </a:cubicBezTo>
                    <a:cubicBezTo>
                      <a:pt x="20166" y="8752"/>
                      <a:pt x="18006" y="2793"/>
                      <a:pt x="12966" y="559"/>
                    </a:cubicBezTo>
                    <a:cubicBezTo>
                      <a:pt x="10806" y="-186"/>
                      <a:pt x="8646" y="-186"/>
                      <a:pt x="6486" y="559"/>
                    </a:cubicBezTo>
                    <a:cubicBezTo>
                      <a:pt x="6486" y="1304"/>
                      <a:pt x="5766" y="1304"/>
                      <a:pt x="5046" y="130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3" name="Shape 1353"/>
              <p:cNvSpPr/>
              <p:nvPr/>
            </p:nvSpPr>
            <p:spPr>
              <a:xfrm rot="14400000">
                <a:off x="6372657" y="7235719"/>
                <a:ext cx="304504" cy="2384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34" y="0"/>
                    </a:moveTo>
                    <a:cubicBezTo>
                      <a:pt x="617" y="0"/>
                      <a:pt x="617" y="0"/>
                      <a:pt x="0" y="0"/>
                    </a:cubicBezTo>
                    <a:cubicBezTo>
                      <a:pt x="20983" y="21600"/>
                      <a:pt x="20983" y="21600"/>
                      <a:pt x="20983" y="21600"/>
                    </a:cubicBezTo>
                    <a:cubicBezTo>
                      <a:pt x="20983" y="21600"/>
                      <a:pt x="21600" y="21600"/>
                      <a:pt x="21600" y="21600"/>
                    </a:cubicBezTo>
                    <a:lnTo>
                      <a:pt x="1234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4" name="Shape 1354"/>
              <p:cNvSpPr/>
              <p:nvPr/>
            </p:nvSpPr>
            <p:spPr>
              <a:xfrm rot="14400000">
                <a:off x="7508529" y="8064928"/>
                <a:ext cx="5103183" cy="25240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52"/>
                    </a:moveTo>
                    <a:cubicBezTo>
                      <a:pt x="0" y="21526"/>
                      <a:pt x="0" y="21526"/>
                      <a:pt x="0" y="21600"/>
                    </a:cubicBezTo>
                    <a:cubicBezTo>
                      <a:pt x="21600" y="74"/>
                      <a:pt x="21600" y="74"/>
                      <a:pt x="21600" y="74"/>
                    </a:cubicBezTo>
                    <a:cubicBezTo>
                      <a:pt x="21600" y="74"/>
                      <a:pt x="21600" y="0"/>
                      <a:pt x="21563" y="0"/>
                    </a:cubicBezTo>
                    <a:lnTo>
                      <a:pt x="0" y="2145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5" name="Shape 1355"/>
              <p:cNvSpPr/>
              <p:nvPr/>
            </p:nvSpPr>
            <p:spPr>
              <a:xfrm rot="14400000">
                <a:off x="12303177" y="9942079"/>
                <a:ext cx="843806" cy="788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77" y="21600"/>
                    </a:moveTo>
                    <a:cubicBezTo>
                      <a:pt x="21600" y="21363"/>
                      <a:pt x="21600" y="21363"/>
                      <a:pt x="21600" y="21125"/>
                    </a:cubicBezTo>
                    <a:cubicBezTo>
                      <a:pt x="445" y="0"/>
                      <a:pt x="445" y="0"/>
                      <a:pt x="445" y="0"/>
                    </a:cubicBezTo>
                    <a:cubicBezTo>
                      <a:pt x="223" y="0"/>
                      <a:pt x="0" y="0"/>
                      <a:pt x="0" y="237"/>
                    </a:cubicBezTo>
                    <a:lnTo>
                      <a:pt x="2137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6" name="Shape 1356"/>
              <p:cNvSpPr/>
              <p:nvPr/>
            </p:nvSpPr>
            <p:spPr>
              <a:xfrm rot="14400000">
                <a:off x="13644723" y="8533931"/>
                <a:ext cx="2300285" cy="287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82" y="21600"/>
                      <a:pt x="82" y="21600"/>
                      <a:pt x="163" y="21600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518" y="0"/>
                      <a:pt x="2151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7" name="Shape 1357"/>
              <p:cNvSpPr/>
              <p:nvPr/>
            </p:nvSpPr>
            <p:spPr>
              <a:xfrm rot="14400000">
                <a:off x="5331881" y="9045772"/>
                <a:ext cx="233744" cy="23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3" h="19837" fill="norm" stroke="1" extrusionOk="0">
                    <a:moveTo>
                      <a:pt x="16767" y="16858"/>
                    </a:moveTo>
                    <a:cubicBezTo>
                      <a:pt x="20367" y="13134"/>
                      <a:pt x="20367" y="6430"/>
                      <a:pt x="16047" y="2706"/>
                    </a:cubicBezTo>
                    <a:cubicBezTo>
                      <a:pt x="12447" y="-1018"/>
                      <a:pt x="5967" y="-1018"/>
                      <a:pt x="2367" y="3451"/>
                    </a:cubicBezTo>
                    <a:cubicBezTo>
                      <a:pt x="-1233" y="7175"/>
                      <a:pt x="-513" y="13879"/>
                      <a:pt x="3087" y="17603"/>
                    </a:cubicBezTo>
                    <a:cubicBezTo>
                      <a:pt x="3807" y="18348"/>
                      <a:pt x="4527" y="18348"/>
                      <a:pt x="5247" y="19092"/>
                    </a:cubicBezTo>
                    <a:cubicBezTo>
                      <a:pt x="5967" y="19092"/>
                      <a:pt x="5967" y="19092"/>
                      <a:pt x="6687" y="19092"/>
                    </a:cubicBezTo>
                    <a:cubicBezTo>
                      <a:pt x="10287" y="20582"/>
                      <a:pt x="13887" y="19837"/>
                      <a:pt x="16767" y="1685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8" name="Shape 1358"/>
              <p:cNvSpPr/>
              <p:nvPr/>
            </p:nvSpPr>
            <p:spPr>
              <a:xfrm rot="14400000">
                <a:off x="7485084" y="7572715"/>
                <a:ext cx="230118" cy="230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24" h="19924" fill="norm" stroke="1" extrusionOk="0">
                    <a:moveTo>
                      <a:pt x="17131" y="2979"/>
                    </a:moveTo>
                    <a:cubicBezTo>
                      <a:pt x="16386" y="2234"/>
                      <a:pt x="14896" y="1489"/>
                      <a:pt x="14152" y="745"/>
                    </a:cubicBezTo>
                    <a:cubicBezTo>
                      <a:pt x="14152" y="745"/>
                      <a:pt x="13407" y="745"/>
                      <a:pt x="13407" y="745"/>
                    </a:cubicBezTo>
                    <a:cubicBezTo>
                      <a:pt x="9683" y="-745"/>
                      <a:pt x="5958" y="0"/>
                      <a:pt x="2979" y="2979"/>
                    </a:cubicBezTo>
                    <a:cubicBezTo>
                      <a:pt x="0" y="5958"/>
                      <a:pt x="-745" y="10427"/>
                      <a:pt x="745" y="14152"/>
                    </a:cubicBezTo>
                    <a:cubicBezTo>
                      <a:pt x="1489" y="14152"/>
                      <a:pt x="1489" y="14896"/>
                      <a:pt x="1489" y="14896"/>
                    </a:cubicBezTo>
                    <a:cubicBezTo>
                      <a:pt x="2234" y="15641"/>
                      <a:pt x="2234" y="16386"/>
                      <a:pt x="2979" y="17131"/>
                    </a:cubicBezTo>
                    <a:cubicBezTo>
                      <a:pt x="7448" y="20855"/>
                      <a:pt x="13407" y="20855"/>
                      <a:pt x="17131" y="17131"/>
                    </a:cubicBezTo>
                    <a:cubicBezTo>
                      <a:pt x="20855" y="12662"/>
                      <a:pt x="20855" y="6703"/>
                      <a:pt x="17131" y="29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59" name="Shape 1359"/>
              <p:cNvSpPr/>
              <p:nvPr/>
            </p:nvSpPr>
            <p:spPr>
              <a:xfrm rot="14400000">
                <a:off x="12402495" y="10856763"/>
                <a:ext cx="226486" cy="235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10" h="20118" fill="norm" stroke="1" extrusionOk="0">
                    <a:moveTo>
                      <a:pt x="16600" y="2793"/>
                    </a:moveTo>
                    <a:cubicBezTo>
                      <a:pt x="12876" y="-931"/>
                      <a:pt x="6172" y="-931"/>
                      <a:pt x="2448" y="2793"/>
                    </a:cubicBezTo>
                    <a:cubicBezTo>
                      <a:pt x="-1276" y="7262"/>
                      <a:pt x="-531" y="13221"/>
                      <a:pt x="3193" y="16945"/>
                    </a:cubicBezTo>
                    <a:cubicBezTo>
                      <a:pt x="5427" y="19179"/>
                      <a:pt x="9152" y="20669"/>
                      <a:pt x="12131" y="19924"/>
                    </a:cubicBezTo>
                    <a:cubicBezTo>
                      <a:pt x="12131" y="19179"/>
                      <a:pt x="12876" y="19179"/>
                      <a:pt x="13621" y="19179"/>
                    </a:cubicBezTo>
                    <a:cubicBezTo>
                      <a:pt x="14365" y="18435"/>
                      <a:pt x="15855" y="17690"/>
                      <a:pt x="17345" y="16945"/>
                    </a:cubicBezTo>
                    <a:cubicBezTo>
                      <a:pt x="19579" y="13966"/>
                      <a:pt x="20324" y="9497"/>
                      <a:pt x="18834" y="6517"/>
                    </a:cubicBezTo>
                    <a:cubicBezTo>
                      <a:pt x="18834" y="5772"/>
                      <a:pt x="18834" y="5772"/>
                      <a:pt x="18834" y="5028"/>
                    </a:cubicBezTo>
                    <a:cubicBezTo>
                      <a:pt x="18090" y="4283"/>
                      <a:pt x="17345" y="3538"/>
                      <a:pt x="16600" y="27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0" name="Shape 1360"/>
              <p:cNvSpPr/>
              <p:nvPr/>
            </p:nvSpPr>
            <p:spPr>
              <a:xfrm rot="14400000">
                <a:off x="12751747" y="9551711"/>
                <a:ext cx="233694" cy="226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41" h="19651" fill="norm" stroke="1" extrusionOk="0">
                    <a:moveTo>
                      <a:pt x="2337" y="16200"/>
                    </a:moveTo>
                    <a:cubicBezTo>
                      <a:pt x="2337" y="16200"/>
                      <a:pt x="3082" y="16945"/>
                      <a:pt x="3082" y="16945"/>
                    </a:cubicBezTo>
                    <a:cubicBezTo>
                      <a:pt x="3082" y="16945"/>
                      <a:pt x="3082" y="16945"/>
                      <a:pt x="3082" y="16945"/>
                    </a:cubicBezTo>
                    <a:cubicBezTo>
                      <a:pt x="7551" y="20669"/>
                      <a:pt x="13510" y="20669"/>
                      <a:pt x="17234" y="16200"/>
                    </a:cubicBezTo>
                    <a:cubicBezTo>
                      <a:pt x="20958" y="12476"/>
                      <a:pt x="20958" y="6517"/>
                      <a:pt x="16489" y="2793"/>
                    </a:cubicBezTo>
                    <a:cubicBezTo>
                      <a:pt x="12765" y="-931"/>
                      <a:pt x="6061" y="-931"/>
                      <a:pt x="2337" y="2793"/>
                    </a:cubicBezTo>
                    <a:cubicBezTo>
                      <a:pt x="2337" y="2793"/>
                      <a:pt x="2337" y="2793"/>
                      <a:pt x="2337" y="2793"/>
                    </a:cubicBezTo>
                    <a:cubicBezTo>
                      <a:pt x="2337" y="3538"/>
                      <a:pt x="2337" y="3538"/>
                      <a:pt x="1592" y="4283"/>
                    </a:cubicBezTo>
                    <a:cubicBezTo>
                      <a:pt x="-642" y="8007"/>
                      <a:pt x="-642" y="13221"/>
                      <a:pt x="2337" y="162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1" name="Shape 1361"/>
              <p:cNvSpPr/>
              <p:nvPr/>
            </p:nvSpPr>
            <p:spPr>
              <a:xfrm rot="14400000">
                <a:off x="16598501" y="10072126"/>
                <a:ext cx="231320" cy="230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279" fill="norm" stroke="1" extrusionOk="0">
                    <a:moveTo>
                      <a:pt x="9497" y="0"/>
                    </a:moveTo>
                    <a:cubicBezTo>
                      <a:pt x="7262" y="0"/>
                      <a:pt x="4283" y="771"/>
                      <a:pt x="2793" y="3086"/>
                    </a:cubicBezTo>
                    <a:cubicBezTo>
                      <a:pt x="-931" y="6943"/>
                      <a:pt x="-931" y="13886"/>
                      <a:pt x="2793" y="17743"/>
                    </a:cubicBezTo>
                    <a:cubicBezTo>
                      <a:pt x="7262" y="21600"/>
                      <a:pt x="13221" y="20829"/>
                      <a:pt x="16945" y="16971"/>
                    </a:cubicBezTo>
                    <a:cubicBezTo>
                      <a:pt x="20669" y="13114"/>
                      <a:pt x="20669" y="6171"/>
                      <a:pt x="16945" y="2314"/>
                    </a:cubicBezTo>
                    <a:cubicBezTo>
                      <a:pt x="14710" y="771"/>
                      <a:pt x="13221" y="0"/>
                      <a:pt x="10986" y="0"/>
                    </a:cubicBezTo>
                    <a:cubicBezTo>
                      <a:pt x="10241" y="0"/>
                      <a:pt x="10241" y="0"/>
                      <a:pt x="9497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2" name="Shape 1362"/>
              <p:cNvSpPr/>
              <p:nvPr/>
            </p:nvSpPr>
            <p:spPr>
              <a:xfrm rot="14400000">
                <a:off x="17291480" y="5738581"/>
                <a:ext cx="2454372" cy="3408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45"/>
                    </a:moveTo>
                    <a:cubicBezTo>
                      <a:pt x="0" y="21545"/>
                      <a:pt x="76" y="21545"/>
                      <a:pt x="76" y="21545"/>
                    </a:cubicBezTo>
                    <a:cubicBezTo>
                      <a:pt x="76" y="21600"/>
                      <a:pt x="76" y="21600"/>
                      <a:pt x="76" y="21600"/>
                    </a:cubicBezTo>
                    <a:cubicBezTo>
                      <a:pt x="21600" y="55"/>
                      <a:pt x="21600" y="55"/>
                      <a:pt x="21600" y="55"/>
                    </a:cubicBezTo>
                    <a:cubicBezTo>
                      <a:pt x="21600" y="55"/>
                      <a:pt x="21600" y="0"/>
                      <a:pt x="21524" y="0"/>
                    </a:cubicBezTo>
                    <a:lnTo>
                      <a:pt x="0" y="21545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3" name="Shape 1363"/>
              <p:cNvSpPr/>
              <p:nvPr/>
            </p:nvSpPr>
            <p:spPr>
              <a:xfrm rot="14400000">
                <a:off x="18865564" y="7766737"/>
                <a:ext cx="1819684" cy="3081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0"/>
                    </a:moveTo>
                    <a:cubicBezTo>
                      <a:pt x="103" y="0"/>
                      <a:pt x="0" y="61"/>
                      <a:pt x="0" y="61"/>
                    </a:cubicBezTo>
                    <a:cubicBezTo>
                      <a:pt x="21497" y="21600"/>
                      <a:pt x="21497" y="21600"/>
                      <a:pt x="21497" y="21600"/>
                    </a:cubicBezTo>
                    <a:cubicBezTo>
                      <a:pt x="21497" y="21600"/>
                      <a:pt x="21600" y="21539"/>
                      <a:pt x="21600" y="21539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4" name="Shape 1364"/>
              <p:cNvSpPr/>
              <p:nvPr/>
            </p:nvSpPr>
            <p:spPr>
              <a:xfrm rot="14400000">
                <a:off x="15254630" y="4018951"/>
                <a:ext cx="2854261" cy="2516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74"/>
                      <a:pt x="0" y="74"/>
                      <a:pt x="0" y="149"/>
                    </a:cubicBezTo>
                    <a:cubicBezTo>
                      <a:pt x="21534" y="21600"/>
                      <a:pt x="21534" y="21600"/>
                      <a:pt x="21534" y="21600"/>
                    </a:cubicBezTo>
                    <a:cubicBezTo>
                      <a:pt x="21534" y="21600"/>
                      <a:pt x="21534" y="21600"/>
                      <a:pt x="2160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5" name="Shape 1365"/>
              <p:cNvSpPr/>
              <p:nvPr/>
            </p:nvSpPr>
            <p:spPr>
              <a:xfrm rot="14400000">
                <a:off x="15515625" y="2466657"/>
                <a:ext cx="1151977" cy="145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38" y="0"/>
                    </a:moveTo>
                    <a:cubicBezTo>
                      <a:pt x="0" y="21471"/>
                      <a:pt x="0" y="21471"/>
                      <a:pt x="0" y="21471"/>
                    </a:cubicBezTo>
                    <a:cubicBezTo>
                      <a:pt x="0" y="21471"/>
                      <a:pt x="162" y="21471"/>
                      <a:pt x="162" y="21600"/>
                    </a:cubicBezTo>
                    <a:cubicBezTo>
                      <a:pt x="21600" y="257"/>
                      <a:pt x="21600" y="257"/>
                      <a:pt x="21600" y="257"/>
                    </a:cubicBezTo>
                    <a:cubicBezTo>
                      <a:pt x="21600" y="129"/>
                      <a:pt x="21438" y="129"/>
                      <a:pt x="2143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6" name="Shape 1366"/>
              <p:cNvSpPr/>
              <p:nvPr/>
            </p:nvSpPr>
            <p:spPr>
              <a:xfrm rot="14400000">
                <a:off x="21021718" y="7304402"/>
                <a:ext cx="887830" cy="1012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88" y="0"/>
                    </a:moveTo>
                    <a:cubicBezTo>
                      <a:pt x="0" y="21415"/>
                      <a:pt x="0" y="21415"/>
                      <a:pt x="0" y="21415"/>
                    </a:cubicBezTo>
                    <a:cubicBezTo>
                      <a:pt x="0" y="21415"/>
                      <a:pt x="212" y="21600"/>
                      <a:pt x="212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388" y="0"/>
                      <a:pt x="2138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7" name="Shape 1367"/>
              <p:cNvSpPr/>
              <p:nvPr/>
            </p:nvSpPr>
            <p:spPr>
              <a:xfrm rot="14400000">
                <a:off x="18731720" y="10836765"/>
                <a:ext cx="205959" cy="205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3" h="20550" fill="norm" stroke="1" extrusionOk="0">
                    <a:moveTo>
                      <a:pt x="18825" y="16755"/>
                    </a:moveTo>
                    <a:cubicBezTo>
                      <a:pt x="20553" y="14163"/>
                      <a:pt x="20553" y="11571"/>
                      <a:pt x="20553" y="8979"/>
                    </a:cubicBezTo>
                    <a:cubicBezTo>
                      <a:pt x="20553" y="8115"/>
                      <a:pt x="20553" y="8115"/>
                      <a:pt x="20553" y="8115"/>
                    </a:cubicBezTo>
                    <a:cubicBezTo>
                      <a:pt x="19689" y="5523"/>
                      <a:pt x="18825" y="3795"/>
                      <a:pt x="17097" y="2067"/>
                    </a:cubicBezTo>
                    <a:cubicBezTo>
                      <a:pt x="14505" y="339"/>
                      <a:pt x="11049" y="-525"/>
                      <a:pt x="8457" y="339"/>
                    </a:cubicBezTo>
                    <a:cubicBezTo>
                      <a:pt x="7593" y="339"/>
                      <a:pt x="7593" y="339"/>
                      <a:pt x="6729" y="339"/>
                    </a:cubicBezTo>
                    <a:cubicBezTo>
                      <a:pt x="5001" y="1203"/>
                      <a:pt x="3273" y="2067"/>
                      <a:pt x="2409" y="3795"/>
                    </a:cubicBezTo>
                    <a:cubicBezTo>
                      <a:pt x="-1047" y="8115"/>
                      <a:pt x="-1047" y="15027"/>
                      <a:pt x="4137" y="18483"/>
                    </a:cubicBezTo>
                    <a:cubicBezTo>
                      <a:pt x="6729" y="20211"/>
                      <a:pt x="10185" y="21075"/>
                      <a:pt x="13641" y="20211"/>
                    </a:cubicBezTo>
                    <a:cubicBezTo>
                      <a:pt x="13641" y="20211"/>
                      <a:pt x="14505" y="19347"/>
                      <a:pt x="14505" y="19347"/>
                    </a:cubicBezTo>
                    <a:cubicBezTo>
                      <a:pt x="16233" y="18483"/>
                      <a:pt x="17097" y="17619"/>
                      <a:pt x="18825" y="1675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8" name="Shape 1368"/>
              <p:cNvSpPr/>
              <p:nvPr/>
            </p:nvSpPr>
            <p:spPr>
              <a:xfrm rot="14400000">
                <a:off x="20599220" y="7562339"/>
                <a:ext cx="208837" cy="2081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12" h="20089" fill="norm" stroke="1" extrusionOk="0">
                    <a:moveTo>
                      <a:pt x="14837" y="1988"/>
                    </a:moveTo>
                    <a:cubicBezTo>
                      <a:pt x="11637" y="-504"/>
                      <a:pt x="8437" y="-504"/>
                      <a:pt x="5237" y="1158"/>
                    </a:cubicBezTo>
                    <a:cubicBezTo>
                      <a:pt x="5237" y="1158"/>
                      <a:pt x="4437" y="1988"/>
                      <a:pt x="4437" y="1988"/>
                    </a:cubicBezTo>
                    <a:cubicBezTo>
                      <a:pt x="3637" y="2819"/>
                      <a:pt x="2837" y="2819"/>
                      <a:pt x="2037" y="3650"/>
                    </a:cubicBezTo>
                    <a:cubicBezTo>
                      <a:pt x="-1163" y="7804"/>
                      <a:pt x="-363" y="13619"/>
                      <a:pt x="2837" y="17773"/>
                    </a:cubicBezTo>
                    <a:cubicBezTo>
                      <a:pt x="2837" y="17773"/>
                      <a:pt x="3637" y="17773"/>
                      <a:pt x="3637" y="17773"/>
                    </a:cubicBezTo>
                    <a:cubicBezTo>
                      <a:pt x="3637" y="17773"/>
                      <a:pt x="3637" y="17773"/>
                      <a:pt x="3637" y="17773"/>
                    </a:cubicBezTo>
                    <a:cubicBezTo>
                      <a:pt x="7637" y="21096"/>
                      <a:pt x="14037" y="21096"/>
                      <a:pt x="17237" y="16111"/>
                    </a:cubicBezTo>
                    <a:cubicBezTo>
                      <a:pt x="20437" y="11958"/>
                      <a:pt x="19637" y="6142"/>
                      <a:pt x="15637" y="2819"/>
                    </a:cubicBezTo>
                    <a:cubicBezTo>
                      <a:pt x="15637" y="2819"/>
                      <a:pt x="15637" y="2819"/>
                      <a:pt x="15637" y="1988"/>
                    </a:cubicBezTo>
                    <a:cubicBezTo>
                      <a:pt x="15637" y="1988"/>
                      <a:pt x="14837" y="1988"/>
                      <a:pt x="14837" y="198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69" name="Shape 1369"/>
              <p:cNvSpPr/>
              <p:nvPr/>
            </p:nvSpPr>
            <p:spPr>
              <a:xfrm rot="14400000">
                <a:off x="22112098" y="7870071"/>
                <a:ext cx="210295" cy="21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0" h="18891" fill="norm" stroke="1" extrusionOk="0">
                    <a:moveTo>
                      <a:pt x="16439" y="2536"/>
                    </a:moveTo>
                    <a:cubicBezTo>
                      <a:pt x="11455" y="-1321"/>
                      <a:pt x="5639" y="-550"/>
                      <a:pt x="2316" y="3308"/>
                    </a:cubicBezTo>
                    <a:cubicBezTo>
                      <a:pt x="-1007" y="7936"/>
                      <a:pt x="-1007" y="13336"/>
                      <a:pt x="3978" y="16422"/>
                    </a:cubicBezTo>
                    <a:cubicBezTo>
                      <a:pt x="8131" y="20279"/>
                      <a:pt x="13947" y="19508"/>
                      <a:pt x="18101" y="14879"/>
                    </a:cubicBezTo>
                    <a:cubicBezTo>
                      <a:pt x="20593" y="11793"/>
                      <a:pt x="20593" y="7165"/>
                      <a:pt x="18101" y="4079"/>
                    </a:cubicBezTo>
                    <a:cubicBezTo>
                      <a:pt x="18101" y="4079"/>
                      <a:pt x="17270" y="3308"/>
                      <a:pt x="17270" y="3308"/>
                    </a:cubicBezTo>
                    <a:cubicBezTo>
                      <a:pt x="17270" y="2536"/>
                      <a:pt x="16439" y="2536"/>
                      <a:pt x="16439" y="25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0" name="Shape 1370"/>
              <p:cNvSpPr/>
              <p:nvPr/>
            </p:nvSpPr>
            <p:spPr>
              <a:xfrm rot="14400000">
                <a:off x="16225142" y="7135033"/>
                <a:ext cx="209423" cy="210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0" h="19402" fill="norm" stroke="1" extrusionOk="0">
                    <a:moveTo>
                      <a:pt x="16416" y="1975"/>
                    </a:moveTo>
                    <a:cubicBezTo>
                      <a:pt x="12096" y="-1225"/>
                      <a:pt x="6048" y="-425"/>
                      <a:pt x="1728" y="3575"/>
                    </a:cubicBezTo>
                    <a:cubicBezTo>
                      <a:pt x="864" y="5175"/>
                      <a:pt x="0" y="6775"/>
                      <a:pt x="0" y="8375"/>
                    </a:cubicBezTo>
                    <a:cubicBezTo>
                      <a:pt x="0" y="9175"/>
                      <a:pt x="0" y="9175"/>
                      <a:pt x="0" y="9175"/>
                    </a:cubicBezTo>
                    <a:cubicBezTo>
                      <a:pt x="0" y="12375"/>
                      <a:pt x="864" y="15575"/>
                      <a:pt x="3456" y="17175"/>
                    </a:cubicBezTo>
                    <a:cubicBezTo>
                      <a:pt x="4320" y="17975"/>
                      <a:pt x="5184" y="17975"/>
                      <a:pt x="5184" y="17975"/>
                    </a:cubicBezTo>
                    <a:cubicBezTo>
                      <a:pt x="6048" y="17975"/>
                      <a:pt x="6048" y="18775"/>
                      <a:pt x="6048" y="18775"/>
                    </a:cubicBezTo>
                    <a:cubicBezTo>
                      <a:pt x="10368" y="20375"/>
                      <a:pt x="15552" y="18775"/>
                      <a:pt x="18144" y="15575"/>
                    </a:cubicBezTo>
                    <a:cubicBezTo>
                      <a:pt x="19008" y="14775"/>
                      <a:pt x="19008" y="13975"/>
                      <a:pt x="19872" y="13975"/>
                    </a:cubicBezTo>
                    <a:cubicBezTo>
                      <a:pt x="19872" y="13175"/>
                      <a:pt x="19872" y="13175"/>
                      <a:pt x="19872" y="12375"/>
                    </a:cubicBezTo>
                    <a:cubicBezTo>
                      <a:pt x="21600" y="9175"/>
                      <a:pt x="19872" y="4375"/>
                      <a:pt x="16416" y="19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1" name="Shape 1371"/>
              <p:cNvSpPr/>
              <p:nvPr/>
            </p:nvSpPr>
            <p:spPr>
              <a:xfrm rot="14400000">
                <a:off x="17001503" y="3224478"/>
                <a:ext cx="210936" cy="205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05" h="19837" fill="norm" stroke="1" extrusionOk="0">
                    <a:moveTo>
                      <a:pt x="5175" y="1736"/>
                    </a:moveTo>
                    <a:cubicBezTo>
                      <a:pt x="4375" y="1736"/>
                      <a:pt x="4375" y="1736"/>
                      <a:pt x="4375" y="1736"/>
                    </a:cubicBezTo>
                    <a:cubicBezTo>
                      <a:pt x="3575" y="2567"/>
                      <a:pt x="2775" y="3398"/>
                      <a:pt x="1975" y="3398"/>
                    </a:cubicBezTo>
                    <a:cubicBezTo>
                      <a:pt x="-1225" y="8382"/>
                      <a:pt x="-425" y="14198"/>
                      <a:pt x="3575" y="17521"/>
                    </a:cubicBezTo>
                    <a:cubicBezTo>
                      <a:pt x="8375" y="20844"/>
                      <a:pt x="13975" y="20844"/>
                      <a:pt x="17175" y="15859"/>
                    </a:cubicBezTo>
                    <a:cubicBezTo>
                      <a:pt x="20375" y="11706"/>
                      <a:pt x="20375" y="5890"/>
                      <a:pt x="15575" y="1736"/>
                    </a:cubicBezTo>
                    <a:cubicBezTo>
                      <a:pt x="15575" y="1736"/>
                      <a:pt x="14775" y="1736"/>
                      <a:pt x="14775" y="1736"/>
                    </a:cubicBezTo>
                    <a:cubicBezTo>
                      <a:pt x="14775" y="906"/>
                      <a:pt x="13975" y="906"/>
                      <a:pt x="13975" y="906"/>
                    </a:cubicBezTo>
                    <a:cubicBezTo>
                      <a:pt x="10775" y="-756"/>
                      <a:pt x="7575" y="75"/>
                      <a:pt x="5175" y="17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2" name="Shape 1372"/>
              <p:cNvSpPr/>
              <p:nvPr/>
            </p:nvSpPr>
            <p:spPr>
              <a:xfrm rot="14400000">
                <a:off x="14986466" y="2905135"/>
                <a:ext cx="208758" cy="210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24" h="19405" fill="norm" stroke="1" extrusionOk="0">
                    <a:moveTo>
                      <a:pt x="3650" y="17175"/>
                    </a:moveTo>
                    <a:cubicBezTo>
                      <a:pt x="7804" y="20375"/>
                      <a:pt x="14450" y="20375"/>
                      <a:pt x="17773" y="15575"/>
                    </a:cubicBezTo>
                    <a:cubicBezTo>
                      <a:pt x="21096" y="11575"/>
                      <a:pt x="20265" y="5975"/>
                      <a:pt x="16111" y="1975"/>
                    </a:cubicBezTo>
                    <a:cubicBezTo>
                      <a:pt x="11958" y="-1225"/>
                      <a:pt x="5311" y="-425"/>
                      <a:pt x="1988" y="3575"/>
                    </a:cubicBezTo>
                    <a:cubicBezTo>
                      <a:pt x="-504" y="6775"/>
                      <a:pt x="-504" y="10775"/>
                      <a:pt x="1158" y="13975"/>
                    </a:cubicBezTo>
                    <a:cubicBezTo>
                      <a:pt x="1158" y="14775"/>
                      <a:pt x="1988" y="14775"/>
                      <a:pt x="1988" y="15575"/>
                    </a:cubicBezTo>
                    <a:cubicBezTo>
                      <a:pt x="1988" y="16375"/>
                      <a:pt x="2819" y="16375"/>
                      <a:pt x="3650" y="171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3" name="Shape 1373"/>
              <p:cNvSpPr/>
              <p:nvPr/>
            </p:nvSpPr>
            <p:spPr>
              <a:xfrm rot="14400000">
                <a:off x="769489" y="11980687"/>
                <a:ext cx="2065488" cy="28469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889" y="11854"/>
                    </a:moveTo>
                    <a:cubicBezTo>
                      <a:pt x="16881" y="0"/>
                      <a:pt x="16881" y="0"/>
                      <a:pt x="16881" y="0"/>
                    </a:cubicBezTo>
                    <a:cubicBezTo>
                      <a:pt x="16790" y="0"/>
                      <a:pt x="16790" y="0"/>
                      <a:pt x="16699" y="0"/>
                    </a:cubicBezTo>
                    <a:cubicBezTo>
                      <a:pt x="11708" y="11788"/>
                      <a:pt x="11708" y="11788"/>
                      <a:pt x="11708" y="11788"/>
                    </a:cubicBezTo>
                    <a:cubicBezTo>
                      <a:pt x="0" y="10141"/>
                      <a:pt x="0" y="10141"/>
                      <a:pt x="0" y="10141"/>
                    </a:cubicBezTo>
                    <a:cubicBezTo>
                      <a:pt x="0" y="10141"/>
                      <a:pt x="0" y="10207"/>
                      <a:pt x="0" y="10207"/>
                    </a:cubicBezTo>
                    <a:cubicBezTo>
                      <a:pt x="11708" y="11920"/>
                      <a:pt x="11708" y="11920"/>
                      <a:pt x="11708" y="11920"/>
                    </a:cubicBezTo>
                    <a:cubicBezTo>
                      <a:pt x="7624" y="21600"/>
                      <a:pt x="7624" y="21600"/>
                      <a:pt x="7624" y="21600"/>
                    </a:cubicBezTo>
                    <a:cubicBezTo>
                      <a:pt x="7624" y="21600"/>
                      <a:pt x="7714" y="21600"/>
                      <a:pt x="7714" y="21600"/>
                    </a:cubicBezTo>
                    <a:cubicBezTo>
                      <a:pt x="11798" y="11920"/>
                      <a:pt x="11798" y="11920"/>
                      <a:pt x="11798" y="11920"/>
                    </a:cubicBezTo>
                    <a:cubicBezTo>
                      <a:pt x="21600" y="13368"/>
                      <a:pt x="21600" y="13368"/>
                      <a:pt x="21600" y="13368"/>
                    </a:cubicBezTo>
                    <a:cubicBezTo>
                      <a:pt x="21600" y="13302"/>
                      <a:pt x="21600" y="13302"/>
                      <a:pt x="21600" y="13237"/>
                    </a:cubicBezTo>
                    <a:lnTo>
                      <a:pt x="11889" y="11854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4" name="Shape 1374"/>
              <p:cNvSpPr/>
              <p:nvPr/>
            </p:nvSpPr>
            <p:spPr>
              <a:xfrm rot="14400000">
                <a:off x="5177968" y="11621393"/>
                <a:ext cx="3235807" cy="4640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09" y="3472"/>
                    </a:moveTo>
                    <a:cubicBezTo>
                      <a:pt x="16157" y="40"/>
                      <a:pt x="16157" y="40"/>
                      <a:pt x="16157" y="40"/>
                    </a:cubicBezTo>
                    <a:cubicBezTo>
                      <a:pt x="16157" y="40"/>
                      <a:pt x="16099" y="40"/>
                      <a:pt x="16099" y="0"/>
                    </a:cubicBezTo>
                    <a:cubicBezTo>
                      <a:pt x="13551" y="3432"/>
                      <a:pt x="13551" y="3432"/>
                      <a:pt x="13551" y="3432"/>
                    </a:cubicBezTo>
                    <a:cubicBezTo>
                      <a:pt x="6833" y="606"/>
                      <a:pt x="6833" y="606"/>
                      <a:pt x="6833" y="606"/>
                    </a:cubicBezTo>
                    <a:cubicBezTo>
                      <a:pt x="6833" y="606"/>
                      <a:pt x="6833" y="646"/>
                      <a:pt x="6833" y="646"/>
                    </a:cubicBezTo>
                    <a:cubicBezTo>
                      <a:pt x="13493" y="3472"/>
                      <a:pt x="13493" y="3472"/>
                      <a:pt x="13493" y="3472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21600"/>
                      <a:pt x="58" y="21600"/>
                      <a:pt x="58" y="21600"/>
                    </a:cubicBezTo>
                    <a:cubicBezTo>
                      <a:pt x="13551" y="3513"/>
                      <a:pt x="13551" y="3513"/>
                      <a:pt x="13551" y="3513"/>
                    </a:cubicBezTo>
                    <a:cubicBezTo>
                      <a:pt x="21542" y="6864"/>
                      <a:pt x="21542" y="6864"/>
                      <a:pt x="21542" y="6864"/>
                    </a:cubicBezTo>
                    <a:cubicBezTo>
                      <a:pt x="21600" y="6864"/>
                      <a:pt x="21600" y="6823"/>
                      <a:pt x="21600" y="6823"/>
                    </a:cubicBezTo>
                    <a:lnTo>
                      <a:pt x="13609" y="347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5" name="Shape 1375"/>
              <p:cNvSpPr/>
              <p:nvPr/>
            </p:nvSpPr>
            <p:spPr>
              <a:xfrm rot="14400000">
                <a:off x="3008642" y="12099881"/>
                <a:ext cx="1562874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10588"/>
                    </a:moveTo>
                    <a:cubicBezTo>
                      <a:pt x="11280" y="0"/>
                      <a:pt x="11280" y="0"/>
                      <a:pt x="11280" y="0"/>
                    </a:cubicBezTo>
                    <a:cubicBezTo>
                      <a:pt x="11160" y="0"/>
                      <a:pt x="11160" y="0"/>
                      <a:pt x="11040" y="0"/>
                    </a:cubicBezTo>
                    <a:cubicBezTo>
                      <a:pt x="10680" y="10588"/>
                      <a:pt x="10680" y="10588"/>
                      <a:pt x="10680" y="10588"/>
                    </a:cubicBezTo>
                    <a:cubicBezTo>
                      <a:pt x="0" y="10951"/>
                      <a:pt x="0" y="10951"/>
                      <a:pt x="0" y="10951"/>
                    </a:cubicBezTo>
                    <a:cubicBezTo>
                      <a:pt x="0" y="10951"/>
                      <a:pt x="0" y="11012"/>
                      <a:pt x="0" y="11012"/>
                    </a:cubicBezTo>
                    <a:cubicBezTo>
                      <a:pt x="10680" y="10649"/>
                      <a:pt x="10680" y="10649"/>
                      <a:pt x="10680" y="10649"/>
                    </a:cubicBezTo>
                    <a:cubicBezTo>
                      <a:pt x="10200" y="21600"/>
                      <a:pt x="10200" y="21600"/>
                      <a:pt x="10200" y="21600"/>
                    </a:cubicBezTo>
                    <a:cubicBezTo>
                      <a:pt x="10320" y="21600"/>
                      <a:pt x="10320" y="21600"/>
                      <a:pt x="10440" y="21600"/>
                    </a:cubicBezTo>
                    <a:cubicBezTo>
                      <a:pt x="10800" y="10649"/>
                      <a:pt x="10800" y="10649"/>
                      <a:pt x="10800" y="10649"/>
                    </a:cubicBezTo>
                    <a:cubicBezTo>
                      <a:pt x="21480" y="10286"/>
                      <a:pt x="21480" y="10286"/>
                      <a:pt x="21480" y="10286"/>
                    </a:cubicBezTo>
                    <a:cubicBezTo>
                      <a:pt x="21480" y="10286"/>
                      <a:pt x="21600" y="10225"/>
                      <a:pt x="21600" y="10225"/>
                    </a:cubicBezTo>
                    <a:lnTo>
                      <a:pt x="10800" y="10588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6" name="Shape 1376"/>
              <p:cNvSpPr/>
              <p:nvPr/>
            </p:nvSpPr>
            <p:spPr>
              <a:xfrm rot="14400000">
                <a:off x="43276" y="13537897"/>
                <a:ext cx="245482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20040" fill="norm" stroke="1" extrusionOk="0">
                    <a:moveTo>
                      <a:pt x="15079" y="18600"/>
                    </a:moveTo>
                    <a:cubicBezTo>
                      <a:pt x="19129" y="15000"/>
                      <a:pt x="20479" y="8520"/>
                      <a:pt x="17104" y="4200"/>
                    </a:cubicBezTo>
                    <a:cubicBezTo>
                      <a:pt x="14404" y="-120"/>
                      <a:pt x="8329" y="-1560"/>
                      <a:pt x="4279" y="2040"/>
                    </a:cubicBezTo>
                    <a:cubicBezTo>
                      <a:pt x="-446" y="4920"/>
                      <a:pt x="-1121" y="11400"/>
                      <a:pt x="1579" y="15720"/>
                    </a:cubicBezTo>
                    <a:cubicBezTo>
                      <a:pt x="2929" y="17880"/>
                      <a:pt x="4954" y="19320"/>
                      <a:pt x="6979" y="20040"/>
                    </a:cubicBezTo>
                    <a:cubicBezTo>
                      <a:pt x="7654" y="20040"/>
                      <a:pt x="7654" y="20040"/>
                      <a:pt x="8329" y="20040"/>
                    </a:cubicBezTo>
                    <a:cubicBezTo>
                      <a:pt x="10354" y="20040"/>
                      <a:pt x="13054" y="20040"/>
                      <a:pt x="15079" y="18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7" name="Shape 1377"/>
              <p:cNvSpPr/>
              <p:nvPr/>
            </p:nvSpPr>
            <p:spPr>
              <a:xfrm rot="14400000">
                <a:off x="1410296" y="12106412"/>
                <a:ext cx="243853" cy="245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7" h="19017" fill="norm" stroke="1" extrusionOk="0">
                    <a:moveTo>
                      <a:pt x="17693" y="4279"/>
                    </a:moveTo>
                    <a:cubicBezTo>
                      <a:pt x="14906" y="-446"/>
                      <a:pt x="8635" y="-1121"/>
                      <a:pt x="4454" y="1579"/>
                    </a:cubicBezTo>
                    <a:cubicBezTo>
                      <a:pt x="2364" y="2929"/>
                      <a:pt x="971" y="4954"/>
                      <a:pt x="274" y="6979"/>
                    </a:cubicBezTo>
                    <a:cubicBezTo>
                      <a:pt x="274" y="7654"/>
                      <a:pt x="274" y="7654"/>
                      <a:pt x="274" y="8329"/>
                    </a:cubicBezTo>
                    <a:cubicBezTo>
                      <a:pt x="-423" y="10354"/>
                      <a:pt x="274" y="13054"/>
                      <a:pt x="1667" y="15079"/>
                    </a:cubicBezTo>
                    <a:cubicBezTo>
                      <a:pt x="5151" y="19129"/>
                      <a:pt x="10725" y="20479"/>
                      <a:pt x="15603" y="17104"/>
                    </a:cubicBezTo>
                    <a:cubicBezTo>
                      <a:pt x="19783" y="14404"/>
                      <a:pt x="21177" y="8329"/>
                      <a:pt x="17693" y="42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8" name="Shape 1378"/>
              <p:cNvSpPr/>
              <p:nvPr/>
            </p:nvSpPr>
            <p:spPr>
              <a:xfrm rot="14400000">
                <a:off x="2197786" y="14317391"/>
                <a:ext cx="246063" cy="2438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7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2426"/>
                      <a:pt x="20404" y="8943"/>
                    </a:cubicBezTo>
                    <a:cubicBezTo>
                      <a:pt x="20404" y="8943"/>
                      <a:pt x="20404" y="8246"/>
                      <a:pt x="20404" y="8246"/>
                    </a:cubicBezTo>
                    <a:cubicBezTo>
                      <a:pt x="19684" y="6852"/>
                      <a:pt x="1896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910"/>
                    </a:cubicBezTo>
                    <a:cubicBezTo>
                      <a:pt x="3124" y="17304"/>
                      <a:pt x="5284" y="18697"/>
                      <a:pt x="7444" y="19394"/>
                    </a:cubicBezTo>
                    <a:cubicBezTo>
                      <a:pt x="8164" y="19394"/>
                      <a:pt x="8164" y="19394"/>
                      <a:pt x="8884" y="19394"/>
                    </a:cubicBezTo>
                    <a:cubicBezTo>
                      <a:pt x="11044" y="20091"/>
                      <a:pt x="13924" y="19394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79" name="Shape 1379"/>
              <p:cNvSpPr/>
              <p:nvPr/>
            </p:nvSpPr>
            <p:spPr>
              <a:xfrm rot="14400000">
                <a:off x="3170623" y="12777937"/>
                <a:ext cx="246063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20040" fill="norm" stroke="1" extrusionOk="0">
                    <a:moveTo>
                      <a:pt x="4320" y="1440"/>
                    </a:moveTo>
                    <a:cubicBezTo>
                      <a:pt x="2160" y="2880"/>
                      <a:pt x="720" y="5040"/>
                      <a:pt x="720" y="7920"/>
                    </a:cubicBezTo>
                    <a:cubicBezTo>
                      <a:pt x="720" y="7920"/>
                      <a:pt x="0" y="8640"/>
                      <a:pt x="0" y="8640"/>
                    </a:cubicBezTo>
                    <a:cubicBezTo>
                      <a:pt x="0" y="11520"/>
                      <a:pt x="720" y="13680"/>
                      <a:pt x="2160" y="15840"/>
                    </a:cubicBezTo>
                    <a:cubicBezTo>
                      <a:pt x="5040" y="20160"/>
                      <a:pt x="11520" y="21600"/>
                      <a:pt x="15840" y="18000"/>
                    </a:cubicBezTo>
                    <a:cubicBezTo>
                      <a:pt x="20880" y="15120"/>
                      <a:pt x="21600" y="8640"/>
                      <a:pt x="18720" y="4320"/>
                    </a:cubicBezTo>
                    <a:cubicBezTo>
                      <a:pt x="17280" y="1440"/>
                      <a:pt x="14400" y="0"/>
                      <a:pt x="11520" y="0"/>
                    </a:cubicBezTo>
                    <a:cubicBezTo>
                      <a:pt x="11520" y="0"/>
                      <a:pt x="10800" y="0"/>
                      <a:pt x="10800" y="0"/>
                    </a:cubicBezTo>
                    <a:cubicBezTo>
                      <a:pt x="8640" y="0"/>
                      <a:pt x="6480" y="720"/>
                      <a:pt x="4320" y="144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0" name="Shape 1380"/>
              <p:cNvSpPr/>
              <p:nvPr/>
            </p:nvSpPr>
            <p:spPr>
              <a:xfrm rot="14400000">
                <a:off x="4147437" y="14291510"/>
                <a:ext cx="246063" cy="247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8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3123"/>
                      <a:pt x="20404" y="9639"/>
                    </a:cubicBezTo>
                    <a:cubicBezTo>
                      <a:pt x="20404" y="9639"/>
                      <a:pt x="20404" y="8943"/>
                      <a:pt x="20404" y="8943"/>
                    </a:cubicBezTo>
                    <a:cubicBezTo>
                      <a:pt x="20404" y="6852"/>
                      <a:pt x="1968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214"/>
                    </a:cubicBezTo>
                    <a:cubicBezTo>
                      <a:pt x="3124" y="16607"/>
                      <a:pt x="3844" y="17304"/>
                      <a:pt x="5284" y="18001"/>
                    </a:cubicBezTo>
                    <a:cubicBezTo>
                      <a:pt x="5284" y="18697"/>
                      <a:pt x="6004" y="18697"/>
                      <a:pt x="6004" y="18697"/>
                    </a:cubicBezTo>
                    <a:cubicBezTo>
                      <a:pt x="9604" y="20091"/>
                      <a:pt x="13204" y="20091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1" name="Shape 1381"/>
              <p:cNvSpPr/>
              <p:nvPr/>
            </p:nvSpPr>
            <p:spPr>
              <a:xfrm rot="14400000">
                <a:off x="5129990" y="12724060"/>
                <a:ext cx="247208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040" fill="norm" stroke="1" extrusionOk="0">
                    <a:moveTo>
                      <a:pt x="9333" y="0"/>
                    </a:moveTo>
                    <a:cubicBezTo>
                      <a:pt x="7939" y="0"/>
                      <a:pt x="5849" y="720"/>
                      <a:pt x="4455" y="1440"/>
                    </a:cubicBezTo>
                    <a:cubicBezTo>
                      <a:pt x="3062" y="2160"/>
                      <a:pt x="2365" y="2880"/>
                      <a:pt x="1668" y="4320"/>
                    </a:cubicBezTo>
                    <a:cubicBezTo>
                      <a:pt x="1668" y="4320"/>
                      <a:pt x="1668" y="5040"/>
                      <a:pt x="972" y="5040"/>
                    </a:cubicBezTo>
                    <a:cubicBezTo>
                      <a:pt x="-422" y="8640"/>
                      <a:pt x="-422" y="12240"/>
                      <a:pt x="1668" y="15840"/>
                    </a:cubicBezTo>
                    <a:cubicBezTo>
                      <a:pt x="5152" y="20160"/>
                      <a:pt x="11423" y="21600"/>
                      <a:pt x="15604" y="18000"/>
                    </a:cubicBezTo>
                    <a:cubicBezTo>
                      <a:pt x="19784" y="15120"/>
                      <a:pt x="21178" y="8640"/>
                      <a:pt x="17694" y="4320"/>
                    </a:cubicBezTo>
                    <a:cubicBezTo>
                      <a:pt x="16301" y="1440"/>
                      <a:pt x="13513" y="0"/>
                      <a:pt x="10726" y="0"/>
                    </a:cubicBezTo>
                    <a:cubicBezTo>
                      <a:pt x="10030" y="0"/>
                      <a:pt x="10030" y="0"/>
                      <a:pt x="9333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2" name="Shape 1382"/>
              <p:cNvSpPr/>
              <p:nvPr/>
            </p:nvSpPr>
            <p:spPr>
              <a:xfrm rot="14400000">
                <a:off x="5087324" y="15550246"/>
                <a:ext cx="243867" cy="2391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115" fill="norm" stroke="1" extrusionOk="0">
                    <a:moveTo>
                      <a:pt x="15214" y="18244"/>
                    </a:moveTo>
                    <a:cubicBezTo>
                      <a:pt x="16607" y="17524"/>
                      <a:pt x="18001" y="16084"/>
                      <a:pt x="18697" y="14644"/>
                    </a:cubicBezTo>
                    <a:cubicBezTo>
                      <a:pt x="18697" y="14644"/>
                      <a:pt x="18697" y="13924"/>
                      <a:pt x="18697" y="13924"/>
                    </a:cubicBezTo>
                    <a:cubicBezTo>
                      <a:pt x="20091" y="11044"/>
                      <a:pt x="20091" y="7444"/>
                      <a:pt x="18001" y="4564"/>
                    </a:cubicBezTo>
                    <a:cubicBezTo>
                      <a:pt x="14517" y="-476"/>
                      <a:pt x="8943" y="-1196"/>
                      <a:pt x="4065" y="1684"/>
                    </a:cubicBezTo>
                    <a:cubicBezTo>
                      <a:pt x="-115" y="5284"/>
                      <a:pt x="-1509" y="11044"/>
                      <a:pt x="1975" y="16084"/>
                    </a:cubicBezTo>
                    <a:cubicBezTo>
                      <a:pt x="2672" y="17524"/>
                      <a:pt x="4065" y="18244"/>
                      <a:pt x="5459" y="18964"/>
                    </a:cubicBezTo>
                    <a:cubicBezTo>
                      <a:pt x="5459" y="18964"/>
                      <a:pt x="6156" y="19684"/>
                      <a:pt x="6156" y="19684"/>
                    </a:cubicBezTo>
                    <a:cubicBezTo>
                      <a:pt x="8943" y="20404"/>
                      <a:pt x="12426" y="20404"/>
                      <a:pt x="15214" y="1824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3" name="Shape 1383"/>
              <p:cNvSpPr/>
              <p:nvPr/>
            </p:nvSpPr>
            <p:spPr>
              <a:xfrm rot="14400000">
                <a:off x="9609022" y="14077909"/>
                <a:ext cx="245481" cy="24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19655" fill="norm" stroke="1" extrusionOk="0">
                    <a:moveTo>
                      <a:pt x="15413" y="2352"/>
                    </a:moveTo>
                    <a:cubicBezTo>
                      <a:pt x="12713" y="262"/>
                      <a:pt x="10013" y="-435"/>
                      <a:pt x="7313" y="262"/>
                    </a:cubicBezTo>
                    <a:cubicBezTo>
                      <a:pt x="6638" y="262"/>
                      <a:pt x="6638" y="262"/>
                      <a:pt x="5963" y="959"/>
                    </a:cubicBezTo>
                    <a:cubicBezTo>
                      <a:pt x="5288" y="959"/>
                      <a:pt x="4613" y="959"/>
                      <a:pt x="3938" y="1655"/>
                    </a:cubicBezTo>
                    <a:cubicBezTo>
                      <a:pt x="-112" y="5139"/>
                      <a:pt x="-1462" y="10713"/>
                      <a:pt x="1913" y="15591"/>
                    </a:cubicBezTo>
                    <a:cubicBezTo>
                      <a:pt x="4613" y="19771"/>
                      <a:pt x="10688" y="21165"/>
                      <a:pt x="14738" y="17681"/>
                    </a:cubicBezTo>
                    <a:cubicBezTo>
                      <a:pt x="19463" y="14894"/>
                      <a:pt x="20138" y="8623"/>
                      <a:pt x="17438" y="4442"/>
                    </a:cubicBezTo>
                    <a:cubicBezTo>
                      <a:pt x="16763" y="3746"/>
                      <a:pt x="16763" y="3049"/>
                      <a:pt x="16088" y="2352"/>
                    </a:cubicBezTo>
                    <a:cubicBezTo>
                      <a:pt x="16088" y="2352"/>
                      <a:pt x="15413" y="2352"/>
                      <a:pt x="15413" y="235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4" name="Shape 1384"/>
              <p:cNvSpPr/>
              <p:nvPr/>
            </p:nvSpPr>
            <p:spPr>
              <a:xfrm rot="14400000">
                <a:off x="17559796" y="21043971"/>
                <a:ext cx="25682" cy="95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7200" y="21600"/>
                      <a:pt x="14400" y="21600"/>
                      <a:pt x="21600" y="21600"/>
                    </a:cubicBezTo>
                    <a:cubicBezTo>
                      <a:pt x="14400" y="0"/>
                      <a:pt x="14400" y="0"/>
                      <a:pt x="14400" y="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5" name="Shape 1385"/>
              <p:cNvSpPr/>
              <p:nvPr/>
            </p:nvSpPr>
            <p:spPr>
              <a:xfrm rot="14400000">
                <a:off x="12421803" y="22561830"/>
                <a:ext cx="7763003" cy="78070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2" y="21600"/>
                    </a:moveTo>
                    <a:cubicBezTo>
                      <a:pt x="21576" y="21600"/>
                      <a:pt x="21576" y="21576"/>
                      <a:pt x="21600" y="2157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4" y="24"/>
                      <a:pt x="24" y="48"/>
                      <a:pt x="0" y="48"/>
                    </a:cubicBezTo>
                    <a:lnTo>
                      <a:pt x="2155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6" name="Shape 1386"/>
              <p:cNvSpPr/>
              <p:nvPr/>
            </p:nvSpPr>
            <p:spPr>
              <a:xfrm rot="14400000">
                <a:off x="11541674" y="20398818"/>
                <a:ext cx="4875723" cy="1129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7" y="0"/>
                      <a:pt x="38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6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7" name="Shape 1387"/>
              <p:cNvSpPr/>
              <p:nvPr/>
            </p:nvSpPr>
            <p:spPr>
              <a:xfrm rot="14400000">
                <a:off x="13347329" y="19103308"/>
                <a:ext cx="2003120" cy="73814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51" y="21321"/>
                    </a:moveTo>
                    <a:cubicBezTo>
                      <a:pt x="9444" y="21600"/>
                      <a:pt x="9444" y="21600"/>
                      <a:pt x="9444" y="21600"/>
                    </a:cubicBezTo>
                    <a:cubicBezTo>
                      <a:pt x="9538" y="21600"/>
                      <a:pt x="9631" y="21600"/>
                      <a:pt x="9631" y="21600"/>
                    </a:cubicBezTo>
                    <a:cubicBezTo>
                      <a:pt x="9444" y="21118"/>
                      <a:pt x="9444" y="21118"/>
                      <a:pt x="9444" y="21118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06" y="0"/>
                      <a:pt x="21506" y="0"/>
                      <a:pt x="21413" y="0"/>
                    </a:cubicBezTo>
                    <a:cubicBezTo>
                      <a:pt x="9351" y="20915"/>
                      <a:pt x="9351" y="20915"/>
                      <a:pt x="9351" y="20915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94" y="25"/>
                      <a:pt x="0" y="25"/>
                      <a:pt x="0" y="25"/>
                    </a:cubicBezTo>
                    <a:cubicBezTo>
                      <a:pt x="9257" y="21118"/>
                      <a:pt x="9257" y="21118"/>
                      <a:pt x="9257" y="21118"/>
                    </a:cubicBezTo>
                    <a:cubicBezTo>
                      <a:pt x="8977" y="21600"/>
                      <a:pt x="8977" y="21600"/>
                      <a:pt x="8977" y="21600"/>
                    </a:cubicBezTo>
                    <a:cubicBezTo>
                      <a:pt x="9070" y="21600"/>
                      <a:pt x="9070" y="21600"/>
                      <a:pt x="9164" y="21600"/>
                    </a:cubicBezTo>
                    <a:lnTo>
                      <a:pt x="9351" y="21321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8" name="Shape 1388"/>
              <p:cNvSpPr/>
              <p:nvPr/>
            </p:nvSpPr>
            <p:spPr>
              <a:xfrm rot="14400000">
                <a:off x="17595713" y="20806900"/>
                <a:ext cx="356503" cy="358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1" h="20308" fill="norm" stroke="1" extrusionOk="0">
                    <a:moveTo>
                      <a:pt x="480" y="13745"/>
                    </a:moveTo>
                    <a:cubicBezTo>
                      <a:pt x="2400" y="19145"/>
                      <a:pt x="8160" y="21600"/>
                      <a:pt x="13440" y="19636"/>
                    </a:cubicBezTo>
                    <a:cubicBezTo>
                      <a:pt x="18240" y="17182"/>
                      <a:pt x="21120" y="11291"/>
                      <a:pt x="19200" y="5891"/>
                    </a:cubicBezTo>
                    <a:cubicBezTo>
                      <a:pt x="17760" y="2945"/>
                      <a:pt x="15360" y="982"/>
                      <a:pt x="12000" y="0"/>
                    </a:cubicBezTo>
                    <a:cubicBezTo>
                      <a:pt x="12000" y="0"/>
                      <a:pt x="11520" y="0"/>
                      <a:pt x="11040" y="0"/>
                    </a:cubicBezTo>
                    <a:cubicBezTo>
                      <a:pt x="10560" y="0"/>
                      <a:pt x="10080" y="0"/>
                      <a:pt x="9600" y="0"/>
                    </a:cubicBezTo>
                    <a:cubicBezTo>
                      <a:pt x="9120" y="0"/>
                      <a:pt x="9120" y="0"/>
                      <a:pt x="8640" y="0"/>
                    </a:cubicBezTo>
                    <a:cubicBezTo>
                      <a:pt x="8160" y="0"/>
                      <a:pt x="7680" y="0"/>
                      <a:pt x="7200" y="491"/>
                    </a:cubicBezTo>
                    <a:cubicBezTo>
                      <a:pt x="7200" y="491"/>
                      <a:pt x="6720" y="491"/>
                      <a:pt x="6240" y="491"/>
                    </a:cubicBezTo>
                    <a:cubicBezTo>
                      <a:pt x="6240" y="491"/>
                      <a:pt x="6240" y="491"/>
                      <a:pt x="6240" y="491"/>
                    </a:cubicBezTo>
                    <a:cubicBezTo>
                      <a:pt x="4800" y="982"/>
                      <a:pt x="3840" y="1964"/>
                      <a:pt x="2880" y="3436"/>
                    </a:cubicBezTo>
                    <a:cubicBezTo>
                      <a:pt x="2400" y="3436"/>
                      <a:pt x="2400" y="3927"/>
                      <a:pt x="1920" y="3927"/>
                    </a:cubicBezTo>
                    <a:cubicBezTo>
                      <a:pt x="0" y="6873"/>
                      <a:pt x="-480" y="10800"/>
                      <a:pt x="480" y="1374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89" name="Shape 1389"/>
              <p:cNvSpPr/>
              <p:nvPr/>
            </p:nvSpPr>
            <p:spPr>
              <a:xfrm rot="14400000">
                <a:off x="14643912" y="31756756"/>
                <a:ext cx="358222" cy="358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49" h="18991" fill="norm" stroke="1" extrusionOk="0">
                    <a:moveTo>
                      <a:pt x="844" y="13301"/>
                    </a:moveTo>
                    <a:cubicBezTo>
                      <a:pt x="2722" y="17897"/>
                      <a:pt x="7887" y="20195"/>
                      <a:pt x="13053" y="18357"/>
                    </a:cubicBezTo>
                    <a:cubicBezTo>
                      <a:pt x="13992" y="17897"/>
                      <a:pt x="14931" y="17438"/>
                      <a:pt x="15870" y="16518"/>
                    </a:cubicBezTo>
                    <a:cubicBezTo>
                      <a:pt x="16339" y="16518"/>
                      <a:pt x="16339" y="16059"/>
                      <a:pt x="16809" y="15599"/>
                    </a:cubicBezTo>
                    <a:cubicBezTo>
                      <a:pt x="19157" y="13301"/>
                      <a:pt x="20096" y="9165"/>
                      <a:pt x="18687" y="5948"/>
                    </a:cubicBezTo>
                    <a:cubicBezTo>
                      <a:pt x="16809" y="893"/>
                      <a:pt x="11174" y="-1405"/>
                      <a:pt x="6009" y="893"/>
                    </a:cubicBezTo>
                    <a:cubicBezTo>
                      <a:pt x="1313" y="2731"/>
                      <a:pt x="-1504" y="8246"/>
                      <a:pt x="844" y="133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0" name="Shape 1390"/>
              <p:cNvSpPr/>
              <p:nvPr/>
            </p:nvSpPr>
            <p:spPr>
              <a:xfrm rot="14400000">
                <a:off x="10023636" y="30934428"/>
                <a:ext cx="352303" cy="361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19181" fill="norm" stroke="1" extrusionOk="0">
                    <a:moveTo>
                      <a:pt x="13790" y="18093"/>
                    </a:moveTo>
                    <a:cubicBezTo>
                      <a:pt x="18486" y="15795"/>
                      <a:pt x="20364" y="10740"/>
                      <a:pt x="18486" y="6144"/>
                    </a:cubicBezTo>
                    <a:cubicBezTo>
                      <a:pt x="16607" y="1089"/>
                      <a:pt x="10973" y="-1209"/>
                      <a:pt x="6277" y="629"/>
                    </a:cubicBezTo>
                    <a:cubicBezTo>
                      <a:pt x="1112" y="2927"/>
                      <a:pt x="-1236" y="8442"/>
                      <a:pt x="642" y="13038"/>
                    </a:cubicBezTo>
                    <a:cubicBezTo>
                      <a:pt x="2521" y="18093"/>
                      <a:pt x="8155" y="20391"/>
                      <a:pt x="12851" y="18553"/>
                    </a:cubicBezTo>
                    <a:cubicBezTo>
                      <a:pt x="12851" y="18553"/>
                      <a:pt x="12851" y="18553"/>
                      <a:pt x="12851" y="18553"/>
                    </a:cubicBezTo>
                    <a:cubicBezTo>
                      <a:pt x="13321" y="18093"/>
                      <a:pt x="13790" y="18093"/>
                      <a:pt x="13790" y="180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1" name="Shape 1391"/>
              <p:cNvSpPr/>
              <p:nvPr/>
            </p:nvSpPr>
            <p:spPr>
              <a:xfrm rot="14400000">
                <a:off x="11341208" y="25427685"/>
                <a:ext cx="350993" cy="35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34" h="19713" fill="norm" stroke="1" extrusionOk="0">
                    <a:moveTo>
                      <a:pt x="11442" y="19653"/>
                    </a:moveTo>
                    <a:cubicBezTo>
                      <a:pt x="11912" y="19653"/>
                      <a:pt x="12381" y="19173"/>
                      <a:pt x="13321" y="19173"/>
                    </a:cubicBezTo>
                    <a:cubicBezTo>
                      <a:pt x="18016" y="17253"/>
                      <a:pt x="20364" y="11013"/>
                      <a:pt x="18486" y="6213"/>
                    </a:cubicBezTo>
                    <a:cubicBezTo>
                      <a:pt x="16607" y="933"/>
                      <a:pt x="10973" y="-1467"/>
                      <a:pt x="6277" y="933"/>
                    </a:cubicBezTo>
                    <a:cubicBezTo>
                      <a:pt x="1112" y="2853"/>
                      <a:pt x="-1236" y="8613"/>
                      <a:pt x="642" y="13893"/>
                    </a:cubicBezTo>
                    <a:cubicBezTo>
                      <a:pt x="2051" y="17733"/>
                      <a:pt x="6277" y="20133"/>
                      <a:pt x="10503" y="19653"/>
                    </a:cubicBezTo>
                    <a:cubicBezTo>
                      <a:pt x="10503" y="19653"/>
                      <a:pt x="10973" y="19653"/>
                      <a:pt x="11442" y="196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2" name="Shape 1392"/>
              <p:cNvSpPr/>
              <p:nvPr/>
            </p:nvSpPr>
            <p:spPr>
              <a:xfrm rot="14400000">
                <a:off x="10333787" y="23704720"/>
                <a:ext cx="350884" cy="35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28" h="19918" fill="norm" stroke="1" extrusionOk="0">
                    <a:moveTo>
                      <a:pt x="12851" y="19377"/>
                    </a:moveTo>
                    <a:cubicBezTo>
                      <a:pt x="18016" y="16977"/>
                      <a:pt x="20364" y="11217"/>
                      <a:pt x="18486" y="6417"/>
                    </a:cubicBezTo>
                    <a:cubicBezTo>
                      <a:pt x="16607" y="1137"/>
                      <a:pt x="10973" y="-1263"/>
                      <a:pt x="6277" y="657"/>
                    </a:cubicBezTo>
                    <a:cubicBezTo>
                      <a:pt x="1112" y="3057"/>
                      <a:pt x="-1236" y="8817"/>
                      <a:pt x="642" y="14097"/>
                    </a:cubicBezTo>
                    <a:cubicBezTo>
                      <a:pt x="2051" y="17937"/>
                      <a:pt x="5807" y="20337"/>
                      <a:pt x="10034" y="19857"/>
                    </a:cubicBezTo>
                    <a:cubicBezTo>
                      <a:pt x="10503" y="19857"/>
                      <a:pt x="10503" y="19857"/>
                      <a:pt x="10973" y="19857"/>
                    </a:cubicBezTo>
                    <a:cubicBezTo>
                      <a:pt x="11912" y="19857"/>
                      <a:pt x="12381" y="19377"/>
                      <a:pt x="12851" y="1937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3" name="Shape 1393"/>
              <p:cNvSpPr/>
              <p:nvPr/>
            </p:nvSpPr>
            <p:spPr>
              <a:xfrm rot="14400000">
                <a:off x="14060555" y="24185188"/>
                <a:ext cx="1606898" cy="3756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8" y="21600"/>
                    </a:moveTo>
                    <a:lnTo>
                      <a:pt x="0" y="21600"/>
                    </a:lnTo>
                    <a:lnTo>
                      <a:pt x="21452" y="0"/>
                    </a:lnTo>
                    <a:lnTo>
                      <a:pt x="21600" y="63"/>
                    </a:lnTo>
                    <a:lnTo>
                      <a:pt x="1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4" name="Shape 1394"/>
              <p:cNvSpPr/>
              <p:nvPr/>
            </p:nvSpPr>
            <p:spPr>
              <a:xfrm rot="14400000">
                <a:off x="14104334" y="24199457"/>
                <a:ext cx="3202789" cy="913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0"/>
                    </a:lnTo>
                    <a:lnTo>
                      <a:pt x="21600" y="0"/>
                    </a:lnTo>
                    <a:lnTo>
                      <a:pt x="21600" y="26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5" name="Shape 1395"/>
              <p:cNvSpPr/>
              <p:nvPr/>
            </p:nvSpPr>
            <p:spPr>
              <a:xfrm rot="14400000">
                <a:off x="11551339" y="21731732"/>
                <a:ext cx="1500505" cy="4365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6" y="21600"/>
                    </a:moveTo>
                    <a:lnTo>
                      <a:pt x="0" y="21600"/>
                    </a:lnTo>
                    <a:lnTo>
                      <a:pt x="21442" y="0"/>
                    </a:lnTo>
                    <a:lnTo>
                      <a:pt x="21600" y="0"/>
                    </a:lnTo>
                    <a:lnTo>
                      <a:pt x="10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6" name="Shape 1396"/>
              <p:cNvSpPr/>
              <p:nvPr/>
            </p:nvSpPr>
            <p:spPr>
              <a:xfrm rot="14400000">
                <a:off x="9926504" y="24531764"/>
                <a:ext cx="4024581" cy="40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3927"/>
                    </a:lnTo>
                    <a:lnTo>
                      <a:pt x="0" y="0"/>
                    </a:lnTo>
                    <a:lnTo>
                      <a:pt x="21600" y="1767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7" name="Shape 1397"/>
              <p:cNvSpPr/>
              <p:nvPr/>
            </p:nvSpPr>
            <p:spPr>
              <a:xfrm rot="14400000">
                <a:off x="7658430" y="20898699"/>
                <a:ext cx="2846923" cy="2670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" y="21600"/>
                    </a:moveTo>
                    <a:lnTo>
                      <a:pt x="0" y="21541"/>
                    </a:lnTo>
                    <a:lnTo>
                      <a:pt x="21544" y="0"/>
                    </a:lnTo>
                    <a:lnTo>
                      <a:pt x="21600" y="59"/>
                    </a:lnTo>
                    <a:lnTo>
                      <a:pt x="8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8" name="Shape 1398"/>
              <p:cNvSpPr/>
              <p:nvPr/>
            </p:nvSpPr>
            <p:spPr>
              <a:xfrm rot="14400000">
                <a:off x="5458023" y="18851157"/>
                <a:ext cx="3415575" cy="182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21600" y="2147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99" name="Shape 1399"/>
              <p:cNvSpPr/>
              <p:nvPr/>
            </p:nvSpPr>
            <p:spPr>
              <a:xfrm rot="14400000">
                <a:off x="6485336" y="15319326"/>
                <a:ext cx="2065487" cy="21682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5" y="21600"/>
                    </a:moveTo>
                    <a:lnTo>
                      <a:pt x="0" y="110"/>
                    </a:lnTo>
                    <a:lnTo>
                      <a:pt x="77" y="0"/>
                    </a:lnTo>
                    <a:lnTo>
                      <a:pt x="21600" y="21600"/>
                    </a:lnTo>
                    <a:lnTo>
                      <a:pt x="214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0" name="Shape 1400"/>
              <p:cNvSpPr/>
              <p:nvPr/>
            </p:nvSpPr>
            <p:spPr>
              <a:xfrm rot="14400000">
                <a:off x="5408334" y="13511364"/>
                <a:ext cx="2663488" cy="1247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73"/>
                    </a:lnTo>
                    <a:lnTo>
                      <a:pt x="21600" y="0"/>
                    </a:lnTo>
                    <a:lnTo>
                      <a:pt x="21600" y="1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1" name="Shape 1401"/>
              <p:cNvSpPr/>
              <p:nvPr/>
            </p:nvSpPr>
            <p:spPr>
              <a:xfrm rot="14400000">
                <a:off x="6577945" y="11383605"/>
                <a:ext cx="737412" cy="293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22" y="21600"/>
                    </a:moveTo>
                    <a:lnTo>
                      <a:pt x="0" y="21600"/>
                    </a:lnTo>
                    <a:lnTo>
                      <a:pt x="21385" y="0"/>
                    </a:lnTo>
                    <a:lnTo>
                      <a:pt x="21600" y="0"/>
                    </a:lnTo>
                    <a:lnTo>
                      <a:pt x="32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2" name="Shape 1402"/>
              <p:cNvSpPr/>
              <p:nvPr/>
            </p:nvSpPr>
            <p:spPr>
              <a:xfrm rot="14400000">
                <a:off x="7393351" y="9179887"/>
                <a:ext cx="2890948" cy="2674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21600"/>
                    </a:moveTo>
                    <a:lnTo>
                      <a:pt x="0" y="0"/>
                    </a:lnTo>
                    <a:lnTo>
                      <a:pt x="82" y="0"/>
                    </a:lnTo>
                    <a:lnTo>
                      <a:pt x="21600" y="21511"/>
                    </a:lnTo>
                    <a:lnTo>
                      <a:pt x="215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3" name="Shape 1403"/>
              <p:cNvSpPr/>
              <p:nvPr/>
            </p:nvSpPr>
            <p:spPr>
              <a:xfrm rot="14400000">
                <a:off x="9386596" y="8390973"/>
                <a:ext cx="3331194" cy="2204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8" y="21600"/>
                    </a:moveTo>
                    <a:lnTo>
                      <a:pt x="0" y="21528"/>
                    </a:lnTo>
                    <a:lnTo>
                      <a:pt x="21529" y="0"/>
                    </a:lnTo>
                    <a:lnTo>
                      <a:pt x="21600" y="108"/>
                    </a:lnTo>
                    <a:lnTo>
                      <a:pt x="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4" name="Shape 1404"/>
              <p:cNvSpPr/>
              <p:nvPr/>
            </p:nvSpPr>
            <p:spPr>
              <a:xfrm rot="14400000">
                <a:off x="12510525" y="7498068"/>
                <a:ext cx="1995782" cy="26965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1" y="21600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21600" y="21600"/>
                    </a:lnTo>
                    <a:lnTo>
                      <a:pt x="2148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5" name="Shape 1405"/>
              <p:cNvSpPr/>
              <p:nvPr/>
            </p:nvSpPr>
            <p:spPr>
              <a:xfrm rot="14400000">
                <a:off x="14106638" y="7366410"/>
                <a:ext cx="2377328" cy="13794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7" y="21600"/>
                    </a:moveTo>
                    <a:lnTo>
                      <a:pt x="0" y="21600"/>
                    </a:lnTo>
                    <a:lnTo>
                      <a:pt x="21500" y="0"/>
                    </a:lnTo>
                    <a:lnTo>
                      <a:pt x="21600" y="172"/>
                    </a:lnTo>
                    <a:lnTo>
                      <a:pt x="6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6" name="Shape 1406"/>
              <p:cNvSpPr/>
              <p:nvPr/>
            </p:nvSpPr>
            <p:spPr>
              <a:xfrm rot="14400000">
                <a:off x="17488393" y="6993421"/>
                <a:ext cx="891498" cy="2835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" y="21600"/>
                    </a:moveTo>
                    <a:lnTo>
                      <a:pt x="0" y="21600"/>
                    </a:lnTo>
                    <a:lnTo>
                      <a:pt x="21422" y="0"/>
                    </a:lnTo>
                    <a:lnTo>
                      <a:pt x="21600" y="0"/>
                    </a:lnTo>
                    <a:lnTo>
                      <a:pt x="17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7" name="Shape 1407"/>
              <p:cNvSpPr/>
              <p:nvPr/>
            </p:nvSpPr>
            <p:spPr>
              <a:xfrm rot="14400000">
                <a:off x="18309762" y="9752690"/>
                <a:ext cx="3976889" cy="209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58"/>
                    </a:lnTo>
                    <a:lnTo>
                      <a:pt x="0" y="0"/>
                    </a:lnTo>
                    <a:lnTo>
                      <a:pt x="21600" y="2046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8" name="Shape 1408"/>
              <p:cNvSpPr/>
              <p:nvPr/>
            </p:nvSpPr>
            <p:spPr>
              <a:xfrm rot="14400000">
                <a:off x="21023288" y="11915214"/>
                <a:ext cx="3268826" cy="1526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96"/>
                    </a:lnTo>
                    <a:lnTo>
                      <a:pt x="21600" y="0"/>
                    </a:lnTo>
                    <a:lnTo>
                      <a:pt x="21600" y="10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09" name="Shape 1409"/>
              <p:cNvSpPr/>
              <p:nvPr/>
            </p:nvSpPr>
            <p:spPr>
              <a:xfrm rot="14400000">
                <a:off x="22812175" y="14034630"/>
                <a:ext cx="1882051" cy="1970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84" y="0"/>
                    </a:lnTo>
                    <a:lnTo>
                      <a:pt x="21600" y="2152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0" name="Shape 1410"/>
              <p:cNvSpPr/>
              <p:nvPr/>
            </p:nvSpPr>
            <p:spPr>
              <a:xfrm rot="14400000">
                <a:off x="22652276" y="17354813"/>
                <a:ext cx="3470605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174"/>
                    </a:lnTo>
                    <a:lnTo>
                      <a:pt x="21600" y="0"/>
                    </a:lnTo>
                    <a:lnTo>
                      <a:pt x="21600" y="42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1" name="Shape 1411"/>
              <p:cNvSpPr/>
              <p:nvPr/>
            </p:nvSpPr>
            <p:spPr>
              <a:xfrm rot="14400000">
                <a:off x="23878878" y="18088410"/>
                <a:ext cx="51363" cy="36980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514" y="21600"/>
                    </a:moveTo>
                    <a:lnTo>
                      <a:pt x="0" y="0"/>
                    </a:lnTo>
                    <a:lnTo>
                      <a:pt x="3086" y="0"/>
                    </a:lnTo>
                    <a:lnTo>
                      <a:pt x="21600" y="21600"/>
                    </a:lnTo>
                    <a:lnTo>
                      <a:pt x="18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2" name="Shape 1412"/>
              <p:cNvSpPr/>
              <p:nvPr/>
            </p:nvSpPr>
            <p:spPr>
              <a:xfrm rot="14400000">
                <a:off x="21177625" y="21507960"/>
                <a:ext cx="2245254" cy="1346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29" y="21600"/>
                    </a:moveTo>
                    <a:lnTo>
                      <a:pt x="0" y="118"/>
                    </a:lnTo>
                    <a:lnTo>
                      <a:pt x="71" y="0"/>
                    </a:lnTo>
                    <a:lnTo>
                      <a:pt x="21600" y="21423"/>
                    </a:lnTo>
                    <a:lnTo>
                      <a:pt x="2152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3" name="Shape 1413"/>
              <p:cNvSpPr/>
              <p:nvPr/>
            </p:nvSpPr>
            <p:spPr>
              <a:xfrm rot="14400000">
                <a:off x="19710812" y="22000178"/>
                <a:ext cx="1665597" cy="30597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5" y="21600"/>
                    </a:moveTo>
                    <a:lnTo>
                      <a:pt x="0" y="21600"/>
                    </a:lnTo>
                    <a:lnTo>
                      <a:pt x="21505" y="0"/>
                    </a:lnTo>
                    <a:lnTo>
                      <a:pt x="21600" y="52"/>
                    </a:lnTo>
                    <a:lnTo>
                      <a:pt x="9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4" name="Shape 1414"/>
              <p:cNvSpPr/>
              <p:nvPr/>
            </p:nvSpPr>
            <p:spPr>
              <a:xfrm rot="14400000">
                <a:off x="17352111" y="23308352"/>
                <a:ext cx="990554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0" y="21600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1600" y="21600"/>
                    </a:lnTo>
                    <a:lnTo>
                      <a:pt x="2144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5" name="Shape 1415"/>
              <p:cNvSpPr/>
              <p:nvPr/>
            </p:nvSpPr>
            <p:spPr>
              <a:xfrm rot="14400000">
                <a:off x="15204312" y="22358311"/>
                <a:ext cx="3576998" cy="35586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55"/>
                    </a:lnTo>
                    <a:lnTo>
                      <a:pt x="21600" y="0"/>
                    </a:lnTo>
                    <a:lnTo>
                      <a:pt x="21600" y="6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6" name="Shape 1416"/>
              <p:cNvSpPr/>
              <p:nvPr/>
            </p:nvSpPr>
            <p:spPr>
              <a:xfrm rot="14400000">
                <a:off x="19076508" y="22392695"/>
                <a:ext cx="1735303" cy="22085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7" name="Shape 1417"/>
              <p:cNvSpPr/>
              <p:nvPr/>
            </p:nvSpPr>
            <p:spPr>
              <a:xfrm rot="14400000">
                <a:off x="21173448" y="20969256"/>
                <a:ext cx="1474825" cy="2483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1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1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8" name="Shape 1418"/>
              <p:cNvSpPr/>
              <p:nvPr/>
            </p:nvSpPr>
            <p:spPr>
              <a:xfrm rot="14400000">
                <a:off x="20673235" y="20641085"/>
                <a:ext cx="3536642" cy="1210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309"/>
                    </a:lnTo>
                    <a:lnTo>
                      <a:pt x="45" y="0"/>
                    </a:lnTo>
                    <a:lnTo>
                      <a:pt x="21600" y="20291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19" name="Shape 1419"/>
              <p:cNvSpPr/>
              <p:nvPr/>
            </p:nvSpPr>
            <p:spPr>
              <a:xfrm rot="14400000">
                <a:off x="21767900" y="14906363"/>
                <a:ext cx="2289279" cy="4336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1" y="21600"/>
                    </a:moveTo>
                    <a:lnTo>
                      <a:pt x="0" y="37"/>
                    </a:lnTo>
                    <a:lnTo>
                      <a:pt x="69" y="0"/>
                    </a:lnTo>
                    <a:lnTo>
                      <a:pt x="21600" y="21600"/>
                    </a:lnTo>
                    <a:lnTo>
                      <a:pt x="2153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0" name="Shape 1420"/>
              <p:cNvSpPr/>
              <p:nvPr/>
            </p:nvSpPr>
            <p:spPr>
              <a:xfrm rot="14400000">
                <a:off x="22660072" y="14100726"/>
                <a:ext cx="1544530" cy="89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21600"/>
                    </a:moveTo>
                    <a:lnTo>
                      <a:pt x="0" y="21334"/>
                    </a:lnTo>
                    <a:lnTo>
                      <a:pt x="21600" y="0"/>
                    </a:lnTo>
                    <a:lnTo>
                      <a:pt x="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1" name="Shape 1421"/>
              <p:cNvSpPr/>
              <p:nvPr/>
            </p:nvSpPr>
            <p:spPr>
              <a:xfrm rot="14400000">
                <a:off x="21647895" y="11755278"/>
                <a:ext cx="2392003" cy="17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4" y="21600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21600" y="21511"/>
                    </a:lnTo>
                    <a:lnTo>
                      <a:pt x="2153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2" name="Shape 1422"/>
              <p:cNvSpPr/>
              <p:nvPr/>
            </p:nvSpPr>
            <p:spPr>
              <a:xfrm rot="14400000">
                <a:off x="20525016" y="9740787"/>
                <a:ext cx="1665598" cy="28982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" y="21600"/>
                    </a:moveTo>
                    <a:lnTo>
                      <a:pt x="0" y="21545"/>
                    </a:lnTo>
                    <a:lnTo>
                      <a:pt x="21505" y="0"/>
                    </a:lnTo>
                    <a:lnTo>
                      <a:pt x="21600" y="82"/>
                    </a:lnTo>
                    <a:lnTo>
                      <a:pt x="1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3" name="Shape 1423"/>
              <p:cNvSpPr/>
              <p:nvPr/>
            </p:nvSpPr>
            <p:spPr>
              <a:xfrm rot="14400000">
                <a:off x="17681037" y="9093175"/>
                <a:ext cx="3235807" cy="928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29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4" name="Shape 1424"/>
              <p:cNvSpPr/>
              <p:nvPr/>
            </p:nvSpPr>
            <p:spPr>
              <a:xfrm rot="14400000">
                <a:off x="16638928" y="6627555"/>
                <a:ext cx="1170321" cy="31844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" y="21600"/>
                    </a:moveTo>
                    <a:lnTo>
                      <a:pt x="0" y="21550"/>
                    </a:lnTo>
                    <a:lnTo>
                      <a:pt x="21465" y="0"/>
                    </a:lnTo>
                    <a:lnTo>
                      <a:pt x="21600" y="0"/>
                    </a:lnTo>
                    <a:lnTo>
                      <a:pt x="13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5" name="Shape 1425"/>
              <p:cNvSpPr/>
              <p:nvPr/>
            </p:nvSpPr>
            <p:spPr>
              <a:xfrm rot="14400000">
                <a:off x="13277420" y="7192447"/>
                <a:ext cx="1992113" cy="1827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0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6" name="Shape 1426"/>
              <p:cNvSpPr/>
              <p:nvPr/>
            </p:nvSpPr>
            <p:spPr>
              <a:xfrm rot="14400000">
                <a:off x="11441415" y="7602619"/>
                <a:ext cx="1386775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6" y="21600"/>
                    </a:moveTo>
                    <a:lnTo>
                      <a:pt x="0" y="86"/>
                    </a:lnTo>
                    <a:lnTo>
                      <a:pt x="114" y="0"/>
                    </a:lnTo>
                    <a:lnTo>
                      <a:pt x="21600" y="21543"/>
                    </a:lnTo>
                    <a:lnTo>
                      <a:pt x="2148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7" name="Shape 1427"/>
              <p:cNvSpPr/>
              <p:nvPr/>
            </p:nvSpPr>
            <p:spPr>
              <a:xfrm rot="14400000">
                <a:off x="8338263" y="8577226"/>
                <a:ext cx="1614236" cy="4017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8" y="21600"/>
                    </a:moveTo>
                    <a:lnTo>
                      <a:pt x="0" y="21541"/>
                    </a:lnTo>
                    <a:lnTo>
                      <a:pt x="21502" y="0"/>
                    </a:lnTo>
                    <a:lnTo>
                      <a:pt x="21600" y="0"/>
                    </a:lnTo>
                    <a:lnTo>
                      <a:pt x="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8" name="Shape 1428"/>
              <p:cNvSpPr/>
              <p:nvPr/>
            </p:nvSpPr>
            <p:spPr>
              <a:xfrm rot="14400000">
                <a:off x="6380217" y="11772254"/>
                <a:ext cx="2153537" cy="216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32"/>
                    </a:lnTo>
                    <a:lnTo>
                      <a:pt x="0" y="0"/>
                    </a:lnTo>
                    <a:lnTo>
                      <a:pt x="21600" y="20868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29" name="Shape 1429"/>
              <p:cNvSpPr/>
              <p:nvPr/>
            </p:nvSpPr>
            <p:spPr>
              <a:xfrm rot="14400000">
                <a:off x="6483754" y="12221189"/>
                <a:ext cx="319179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03" y="21600"/>
                    </a:moveTo>
                    <a:lnTo>
                      <a:pt x="0" y="0"/>
                    </a:lnTo>
                    <a:lnTo>
                      <a:pt x="497" y="0"/>
                    </a:lnTo>
                    <a:lnTo>
                      <a:pt x="21600" y="21600"/>
                    </a:lnTo>
                    <a:lnTo>
                      <a:pt x="21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0" name="Shape 1430"/>
              <p:cNvSpPr/>
              <p:nvPr/>
            </p:nvSpPr>
            <p:spPr>
              <a:xfrm rot="14400000">
                <a:off x="4855748" y="15573765"/>
                <a:ext cx="3565992" cy="865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17"/>
                    </a:lnTo>
                    <a:lnTo>
                      <a:pt x="21556" y="0"/>
                    </a:lnTo>
                    <a:lnTo>
                      <a:pt x="21600" y="18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1" name="Shape 1431"/>
              <p:cNvSpPr/>
              <p:nvPr/>
            </p:nvSpPr>
            <p:spPr>
              <a:xfrm rot="14400000">
                <a:off x="6342226" y="17242966"/>
                <a:ext cx="1493168" cy="2747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4" y="21600"/>
                    </a:moveTo>
                    <a:lnTo>
                      <a:pt x="0" y="0"/>
                    </a:lnTo>
                    <a:lnTo>
                      <a:pt x="159" y="0"/>
                    </a:lnTo>
                    <a:lnTo>
                      <a:pt x="21600" y="21600"/>
                    </a:lnTo>
                    <a:lnTo>
                      <a:pt x="2149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2" name="Shape 1432"/>
              <p:cNvSpPr/>
              <p:nvPr/>
            </p:nvSpPr>
            <p:spPr>
              <a:xfrm rot="14400000">
                <a:off x="6320944" y="19847004"/>
                <a:ext cx="2579107" cy="1614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2" y="21600"/>
                    </a:moveTo>
                    <a:lnTo>
                      <a:pt x="0" y="21453"/>
                    </a:lnTo>
                    <a:lnTo>
                      <a:pt x="21508" y="0"/>
                    </a:lnTo>
                    <a:lnTo>
                      <a:pt x="21600" y="98"/>
                    </a:lnTo>
                    <a:lnTo>
                      <a:pt x="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3" name="Shape 1433"/>
              <p:cNvSpPr/>
              <p:nvPr/>
            </p:nvSpPr>
            <p:spPr>
              <a:xfrm rot="14400000">
                <a:off x="7927685" y="22587779"/>
                <a:ext cx="3140422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426"/>
                    </a:lnTo>
                    <a:lnTo>
                      <a:pt x="76" y="0"/>
                    </a:lnTo>
                    <a:lnTo>
                      <a:pt x="21600" y="2117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4" name="Shape 1434"/>
              <p:cNvSpPr/>
              <p:nvPr/>
            </p:nvSpPr>
            <p:spPr>
              <a:xfrm rot="14400000">
                <a:off x="11850065" y="23767234"/>
                <a:ext cx="2300286" cy="1775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11"/>
                    </a:lnTo>
                    <a:lnTo>
                      <a:pt x="21600" y="0"/>
                    </a:lnTo>
                    <a:lnTo>
                      <a:pt x="21600" y="89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5" name="Shape 1435"/>
              <p:cNvSpPr/>
              <p:nvPr/>
            </p:nvSpPr>
            <p:spPr>
              <a:xfrm rot="14400000">
                <a:off x="13509668" y="24865203"/>
                <a:ext cx="253142" cy="176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661" y="21600"/>
                    </a:moveTo>
                    <a:lnTo>
                      <a:pt x="0" y="0"/>
                    </a:lnTo>
                    <a:lnTo>
                      <a:pt x="626" y="0"/>
                    </a:lnTo>
                    <a:lnTo>
                      <a:pt x="21600" y="21510"/>
                    </a:lnTo>
                    <a:lnTo>
                      <a:pt x="206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6" name="Shape 1436"/>
              <p:cNvSpPr/>
              <p:nvPr/>
            </p:nvSpPr>
            <p:spPr>
              <a:xfrm rot="14400000">
                <a:off x="8425589" y="23426534"/>
                <a:ext cx="1482162" cy="11519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62"/>
                    </a:lnTo>
                    <a:lnTo>
                      <a:pt x="21493" y="0"/>
                    </a:lnTo>
                    <a:lnTo>
                      <a:pt x="21600" y="13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7" name="Shape 1437"/>
              <p:cNvSpPr/>
              <p:nvPr/>
            </p:nvSpPr>
            <p:spPr>
              <a:xfrm rot="14400000">
                <a:off x="8516954" y="21534518"/>
                <a:ext cx="1012566" cy="22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3" y="21600"/>
                    </a:moveTo>
                    <a:lnTo>
                      <a:pt x="0" y="0"/>
                    </a:lnTo>
                    <a:lnTo>
                      <a:pt x="157" y="0"/>
                    </a:lnTo>
                    <a:lnTo>
                      <a:pt x="21600" y="21600"/>
                    </a:lnTo>
                    <a:lnTo>
                      <a:pt x="214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8" name="Shape 1438"/>
              <p:cNvSpPr/>
              <p:nvPr/>
            </p:nvSpPr>
            <p:spPr>
              <a:xfrm rot="14400000">
                <a:off x="14712627" y="24561661"/>
                <a:ext cx="1805009" cy="1907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83"/>
                    </a:lnTo>
                    <a:lnTo>
                      <a:pt x="13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39" name="Shape 1439"/>
              <p:cNvSpPr/>
              <p:nvPr/>
            </p:nvSpPr>
            <p:spPr>
              <a:xfrm rot="14400000">
                <a:off x="17629562" y="25083747"/>
                <a:ext cx="1526187" cy="1981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00"/>
                    </a:lnTo>
                    <a:lnTo>
                      <a:pt x="0" y="0"/>
                    </a:lnTo>
                    <a:lnTo>
                      <a:pt x="21600" y="208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0" name="Shape 1440"/>
              <p:cNvSpPr/>
              <p:nvPr/>
            </p:nvSpPr>
            <p:spPr>
              <a:xfrm rot="14400000">
                <a:off x="18760127" y="24753264"/>
                <a:ext cx="590664" cy="1173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8" y="21600"/>
                    </a:moveTo>
                    <a:lnTo>
                      <a:pt x="0" y="0"/>
                    </a:lnTo>
                    <a:lnTo>
                      <a:pt x="21600" y="21600"/>
                    </a:lnTo>
                    <a:lnTo>
                      <a:pt x="211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1" name="Shape 1441"/>
              <p:cNvSpPr/>
              <p:nvPr/>
            </p:nvSpPr>
            <p:spPr>
              <a:xfrm rot="14400000">
                <a:off x="23495967" y="18813877"/>
                <a:ext cx="1830690" cy="349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3" y="21600"/>
                    </a:moveTo>
                    <a:lnTo>
                      <a:pt x="0" y="0"/>
                    </a:lnTo>
                    <a:lnTo>
                      <a:pt x="130" y="0"/>
                    </a:lnTo>
                    <a:lnTo>
                      <a:pt x="21600" y="21600"/>
                    </a:lnTo>
                    <a:lnTo>
                      <a:pt x="2151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2" name="Shape 1442"/>
              <p:cNvSpPr/>
              <p:nvPr/>
            </p:nvSpPr>
            <p:spPr>
              <a:xfrm rot="14400000">
                <a:off x="23597198" y="14072710"/>
                <a:ext cx="1162984" cy="572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32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3" name="Shape 1443"/>
              <p:cNvSpPr/>
              <p:nvPr/>
            </p:nvSpPr>
            <p:spPr>
              <a:xfrm rot="14400000">
                <a:off x="10586527" y="6312631"/>
                <a:ext cx="1085941" cy="3679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6" y="21600"/>
                    </a:moveTo>
                    <a:lnTo>
                      <a:pt x="0" y="21557"/>
                    </a:lnTo>
                    <a:lnTo>
                      <a:pt x="21381" y="0"/>
                    </a:lnTo>
                    <a:lnTo>
                      <a:pt x="21600" y="0"/>
                    </a:lnTo>
                    <a:lnTo>
                      <a:pt x="14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4" name="Shape 1444"/>
              <p:cNvSpPr/>
              <p:nvPr/>
            </p:nvSpPr>
            <p:spPr>
              <a:xfrm rot="14400000">
                <a:off x="3317898" y="16381029"/>
                <a:ext cx="5015135" cy="1863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8" y="21600"/>
                    </a:moveTo>
                    <a:lnTo>
                      <a:pt x="0" y="85"/>
                    </a:lnTo>
                    <a:lnTo>
                      <a:pt x="0" y="0"/>
                    </a:lnTo>
                    <a:lnTo>
                      <a:pt x="21600" y="21515"/>
                    </a:lnTo>
                    <a:lnTo>
                      <a:pt x="2156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5" name="Shape 1445"/>
              <p:cNvSpPr/>
              <p:nvPr/>
            </p:nvSpPr>
            <p:spPr>
              <a:xfrm rot="14400000">
                <a:off x="7183056" y="12859398"/>
                <a:ext cx="1981107" cy="1683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0" y="21600"/>
                    </a:moveTo>
                    <a:lnTo>
                      <a:pt x="0" y="94"/>
                    </a:lnTo>
                    <a:lnTo>
                      <a:pt x="120" y="0"/>
                    </a:lnTo>
                    <a:lnTo>
                      <a:pt x="21600" y="21459"/>
                    </a:lnTo>
                    <a:lnTo>
                      <a:pt x="214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6" name="Shape 1446"/>
              <p:cNvSpPr/>
              <p:nvPr/>
            </p:nvSpPr>
            <p:spPr>
              <a:xfrm rot="14400000">
                <a:off x="6479831" y="19762773"/>
                <a:ext cx="3947539" cy="711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266"/>
                    </a:lnTo>
                    <a:lnTo>
                      <a:pt x="21600" y="0"/>
                    </a:lnTo>
                    <a:lnTo>
                      <a:pt x="21600" y="22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7" name="Shape 1447"/>
              <p:cNvSpPr/>
              <p:nvPr/>
            </p:nvSpPr>
            <p:spPr>
              <a:xfrm rot="14400000">
                <a:off x="7179574" y="9878797"/>
                <a:ext cx="414565" cy="1118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18" y="21600"/>
                    </a:moveTo>
                    <a:lnTo>
                      <a:pt x="0" y="0"/>
                    </a:lnTo>
                    <a:lnTo>
                      <a:pt x="382" y="0"/>
                    </a:lnTo>
                    <a:lnTo>
                      <a:pt x="21600" y="21600"/>
                    </a:lnTo>
                    <a:lnTo>
                      <a:pt x="212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8" name="Shape 1448"/>
              <p:cNvSpPr/>
              <p:nvPr/>
            </p:nvSpPr>
            <p:spPr>
              <a:xfrm rot="14400000">
                <a:off x="7605452" y="10260112"/>
                <a:ext cx="2663488" cy="1162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96"/>
                    </a:lnTo>
                    <a:lnTo>
                      <a:pt x="21600" y="0"/>
                    </a:lnTo>
                    <a:lnTo>
                      <a:pt x="21600" y="13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49" name="Shape 1449"/>
              <p:cNvSpPr/>
              <p:nvPr/>
            </p:nvSpPr>
            <p:spPr>
              <a:xfrm rot="14400000">
                <a:off x="10366274" y="10118771"/>
                <a:ext cx="649363" cy="1746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56" y="21600"/>
                    </a:moveTo>
                    <a:lnTo>
                      <a:pt x="0" y="136"/>
                    </a:lnTo>
                    <a:lnTo>
                      <a:pt x="244" y="0"/>
                    </a:lnTo>
                    <a:lnTo>
                      <a:pt x="21600" y="21464"/>
                    </a:lnTo>
                    <a:lnTo>
                      <a:pt x="2135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0" name="Shape 1450"/>
              <p:cNvSpPr/>
              <p:nvPr/>
            </p:nvSpPr>
            <p:spPr>
              <a:xfrm rot="14400000">
                <a:off x="22598119" y="11532641"/>
                <a:ext cx="2769881" cy="1379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4" y="21600"/>
                    </a:moveTo>
                    <a:lnTo>
                      <a:pt x="0" y="115"/>
                    </a:lnTo>
                    <a:lnTo>
                      <a:pt x="86" y="0"/>
                    </a:lnTo>
                    <a:lnTo>
                      <a:pt x="21600" y="21428"/>
                    </a:lnTo>
                    <a:lnTo>
                      <a:pt x="21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1" name="Shape 1451"/>
              <p:cNvSpPr/>
              <p:nvPr/>
            </p:nvSpPr>
            <p:spPr>
              <a:xfrm rot="14400000">
                <a:off x="21001622" y="9018064"/>
                <a:ext cx="2281941" cy="2725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4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1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2" name="Shape 1452"/>
              <p:cNvSpPr/>
              <p:nvPr/>
            </p:nvSpPr>
            <p:spPr>
              <a:xfrm rot="14400000">
                <a:off x="9144351" y="22159845"/>
                <a:ext cx="263298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3" name="Shape 1453"/>
              <p:cNvSpPr/>
              <p:nvPr/>
            </p:nvSpPr>
            <p:spPr>
              <a:xfrm rot="14400000">
                <a:off x="10825250" y="22680004"/>
                <a:ext cx="25997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433" fill="norm" stroke="1" extrusionOk="0">
                    <a:moveTo>
                      <a:pt x="20335" y="11199"/>
                    </a:moveTo>
                    <a:cubicBezTo>
                      <a:pt x="19660" y="17090"/>
                      <a:pt x="14260" y="21017"/>
                      <a:pt x="8860" y="20362"/>
                    </a:cubicBezTo>
                    <a:cubicBezTo>
                      <a:pt x="2785" y="19708"/>
                      <a:pt x="-590" y="14472"/>
                      <a:pt x="85" y="9235"/>
                    </a:cubicBezTo>
                    <a:cubicBezTo>
                      <a:pt x="760" y="3344"/>
                      <a:pt x="5485" y="-583"/>
                      <a:pt x="10885" y="72"/>
                    </a:cubicBezTo>
                    <a:cubicBezTo>
                      <a:pt x="16960" y="726"/>
                      <a:pt x="21010" y="5962"/>
                      <a:pt x="20335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4" name="Shape 1454"/>
              <p:cNvSpPr/>
              <p:nvPr/>
            </p:nvSpPr>
            <p:spPr>
              <a:xfrm rot="14400000">
                <a:off x="14165178" y="25093291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5" name="Shape 1455"/>
              <p:cNvSpPr/>
              <p:nvPr/>
            </p:nvSpPr>
            <p:spPr>
              <a:xfrm rot="14400000">
                <a:off x="14422434" y="2336999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6" name="Shape 1456"/>
              <p:cNvSpPr/>
              <p:nvPr/>
            </p:nvSpPr>
            <p:spPr>
              <a:xfrm rot="14400000">
                <a:off x="17955942" y="2429160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7" name="Shape 1457"/>
              <p:cNvSpPr/>
              <p:nvPr/>
            </p:nvSpPr>
            <p:spPr>
              <a:xfrm rot="14400000">
                <a:off x="19288411" y="2467152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8" name="Shape 1458"/>
              <p:cNvSpPr/>
              <p:nvPr/>
            </p:nvSpPr>
            <p:spPr>
              <a:xfrm rot="14400000">
                <a:off x="18676990" y="23450029"/>
                <a:ext cx="25983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59" name="Shape 1459"/>
              <p:cNvSpPr/>
              <p:nvPr/>
            </p:nvSpPr>
            <p:spPr>
              <a:xfrm rot="14400000">
                <a:off x="19806321" y="23419720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0" name="Shape 1460"/>
              <p:cNvSpPr/>
              <p:nvPr/>
            </p:nvSpPr>
            <p:spPr>
              <a:xfrm rot="14400000">
                <a:off x="22154843" y="23355495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1" name="Shape 1461"/>
              <p:cNvSpPr/>
              <p:nvPr/>
            </p:nvSpPr>
            <p:spPr>
              <a:xfrm rot="14400000">
                <a:off x="20336612" y="22062595"/>
                <a:ext cx="263298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2" name="Shape 1462"/>
              <p:cNvSpPr/>
              <p:nvPr/>
            </p:nvSpPr>
            <p:spPr>
              <a:xfrm rot="14400000">
                <a:off x="22163444" y="22076314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3" name="Shape 1463"/>
              <p:cNvSpPr/>
              <p:nvPr/>
            </p:nvSpPr>
            <p:spPr>
              <a:xfrm rot="14400000">
                <a:off x="23166438" y="2207550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4" name="Shape 1464"/>
              <p:cNvSpPr/>
              <p:nvPr/>
            </p:nvSpPr>
            <p:spPr>
              <a:xfrm rot="14400000">
                <a:off x="22166231" y="20745099"/>
                <a:ext cx="27417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5" name="Shape 1465"/>
              <p:cNvSpPr/>
              <p:nvPr/>
            </p:nvSpPr>
            <p:spPr>
              <a:xfrm rot="14400000">
                <a:off x="21500755" y="19037213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6" name="Shape 1466"/>
              <p:cNvSpPr/>
              <p:nvPr/>
            </p:nvSpPr>
            <p:spPr>
              <a:xfrm rot="14400000">
                <a:off x="25320435" y="188614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7" name="Shape 1467"/>
              <p:cNvSpPr/>
              <p:nvPr/>
            </p:nvSpPr>
            <p:spPr>
              <a:xfrm rot="14400000">
                <a:off x="23217072" y="1619331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8" name="Shape 1468"/>
              <p:cNvSpPr/>
              <p:nvPr/>
            </p:nvSpPr>
            <p:spPr>
              <a:xfrm rot="14400000">
                <a:off x="22550598" y="13941660"/>
                <a:ext cx="259833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69" name="Shape 1469"/>
              <p:cNvSpPr/>
              <p:nvPr/>
            </p:nvSpPr>
            <p:spPr>
              <a:xfrm rot="14400000">
                <a:off x="22875679" y="1104268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0" name="Shape 1470"/>
              <p:cNvSpPr/>
              <p:nvPr/>
            </p:nvSpPr>
            <p:spPr>
              <a:xfrm rot="14400000">
                <a:off x="23745873" y="1056516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1" name="Shape 1471"/>
              <p:cNvSpPr/>
              <p:nvPr/>
            </p:nvSpPr>
            <p:spPr>
              <a:xfrm rot="14400000">
                <a:off x="21086739" y="1152851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2" name="Shape 1472"/>
              <p:cNvSpPr/>
              <p:nvPr/>
            </p:nvSpPr>
            <p:spPr>
              <a:xfrm rot="14400000">
                <a:off x="19608786" y="11030444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3" name="Shape 1473"/>
              <p:cNvSpPr/>
              <p:nvPr/>
            </p:nvSpPr>
            <p:spPr>
              <a:xfrm rot="14400000">
                <a:off x="18748105" y="7807843"/>
                <a:ext cx="263297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1548"/>
                    </a:moveTo>
                    <a:cubicBezTo>
                      <a:pt x="19649" y="17623"/>
                      <a:pt x="14249" y="20998"/>
                      <a:pt x="8849" y="20323"/>
                    </a:cubicBezTo>
                    <a:cubicBezTo>
                      <a:pt x="3449" y="19648"/>
                      <a:pt x="-601" y="14923"/>
                      <a:pt x="74" y="9523"/>
                    </a:cubicBezTo>
                    <a:cubicBezTo>
                      <a:pt x="749" y="3448"/>
                      <a:pt x="5474" y="-602"/>
                      <a:pt x="11549" y="73"/>
                    </a:cubicBezTo>
                    <a:cubicBezTo>
                      <a:pt x="16949" y="748"/>
                      <a:pt x="20999" y="6148"/>
                      <a:pt x="20324" y="1154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4" name="Shape 1474"/>
              <p:cNvSpPr/>
              <p:nvPr/>
            </p:nvSpPr>
            <p:spPr>
              <a:xfrm rot="14400000">
                <a:off x="19235044" y="7960907"/>
                <a:ext cx="270702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09" fill="norm" stroke="1" extrusionOk="0">
                    <a:moveTo>
                      <a:pt x="20362" y="10885"/>
                    </a:moveTo>
                    <a:cubicBezTo>
                      <a:pt x="19708" y="16960"/>
                      <a:pt x="14472" y="21010"/>
                      <a:pt x="9235" y="20335"/>
                    </a:cubicBezTo>
                    <a:cubicBezTo>
                      <a:pt x="3344" y="19660"/>
                      <a:pt x="-583" y="14260"/>
                      <a:pt x="72" y="8860"/>
                    </a:cubicBezTo>
                    <a:cubicBezTo>
                      <a:pt x="726" y="2785"/>
                      <a:pt x="5962" y="-590"/>
                      <a:pt x="11199" y="85"/>
                    </a:cubicBezTo>
                    <a:cubicBezTo>
                      <a:pt x="17090" y="760"/>
                      <a:pt x="21017" y="5485"/>
                      <a:pt x="20362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5" name="Shape 1475"/>
              <p:cNvSpPr/>
              <p:nvPr/>
            </p:nvSpPr>
            <p:spPr>
              <a:xfrm rot="14400000">
                <a:off x="15884831" y="8329872"/>
                <a:ext cx="263298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0885"/>
                    </a:moveTo>
                    <a:cubicBezTo>
                      <a:pt x="19649" y="16960"/>
                      <a:pt x="14924" y="21010"/>
                      <a:pt x="8849" y="20335"/>
                    </a:cubicBezTo>
                    <a:cubicBezTo>
                      <a:pt x="3449" y="19660"/>
                      <a:pt x="-601" y="14260"/>
                      <a:pt x="74" y="8860"/>
                    </a:cubicBezTo>
                    <a:cubicBezTo>
                      <a:pt x="749" y="2785"/>
                      <a:pt x="6149" y="-590"/>
                      <a:pt x="11549" y="85"/>
                    </a:cubicBezTo>
                    <a:cubicBezTo>
                      <a:pt x="16949" y="760"/>
                      <a:pt x="20999" y="5485"/>
                      <a:pt x="20324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6" name="Shape 1476"/>
              <p:cNvSpPr/>
              <p:nvPr/>
            </p:nvSpPr>
            <p:spPr>
              <a:xfrm rot="14400000">
                <a:off x="14013276" y="7223990"/>
                <a:ext cx="259833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7" name="Shape 1477"/>
              <p:cNvSpPr/>
              <p:nvPr/>
            </p:nvSpPr>
            <p:spPr>
              <a:xfrm rot="14400000">
                <a:off x="12761745" y="10243203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8" name="Shape 1478"/>
              <p:cNvSpPr/>
              <p:nvPr/>
            </p:nvSpPr>
            <p:spPr>
              <a:xfrm rot="14400000">
                <a:off x="12830648" y="7593475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79" name="Shape 1479"/>
              <p:cNvSpPr/>
              <p:nvPr/>
            </p:nvSpPr>
            <p:spPr>
              <a:xfrm rot="14400000">
                <a:off x="11157264" y="10168673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0" name="Shape 1480"/>
              <p:cNvSpPr/>
              <p:nvPr/>
            </p:nvSpPr>
            <p:spPr>
              <a:xfrm rot="14400000">
                <a:off x="9167228" y="8493149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1" name="Shape 1481"/>
              <p:cNvSpPr/>
              <p:nvPr/>
            </p:nvSpPr>
            <p:spPr>
              <a:xfrm rot="14400000">
                <a:off x="9986450" y="11558068"/>
                <a:ext cx="25983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2" name="Shape 1482"/>
              <p:cNvSpPr/>
              <p:nvPr/>
            </p:nvSpPr>
            <p:spPr>
              <a:xfrm rot="14400000">
                <a:off x="7647533" y="9832912"/>
                <a:ext cx="259833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3" name="Shape 1483"/>
              <p:cNvSpPr/>
              <p:nvPr/>
            </p:nvSpPr>
            <p:spPr>
              <a:xfrm rot="14400000">
                <a:off x="6889852" y="10778097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4" name="Shape 1484"/>
              <p:cNvSpPr/>
              <p:nvPr/>
            </p:nvSpPr>
            <p:spPr>
              <a:xfrm rot="14400000">
                <a:off x="8278996" y="12291709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5" name="Shape 1485"/>
              <p:cNvSpPr/>
              <p:nvPr/>
            </p:nvSpPr>
            <p:spPr>
              <a:xfrm rot="14400000">
                <a:off x="8632022" y="1053688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6" name="Shape 1486"/>
              <p:cNvSpPr/>
              <p:nvPr/>
            </p:nvSpPr>
            <p:spPr>
              <a:xfrm rot="14400000">
                <a:off x="7772400" y="12729424"/>
                <a:ext cx="270702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7" name="Shape 1487"/>
              <p:cNvSpPr/>
              <p:nvPr/>
            </p:nvSpPr>
            <p:spPr>
              <a:xfrm rot="14400000">
                <a:off x="7795721" y="1483079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8" name="Shape 1488"/>
              <p:cNvSpPr/>
              <p:nvPr/>
            </p:nvSpPr>
            <p:spPr>
              <a:xfrm rot="14400000">
                <a:off x="5274540" y="14538021"/>
                <a:ext cx="263297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89" name="Shape 1489"/>
              <p:cNvSpPr/>
              <p:nvPr/>
            </p:nvSpPr>
            <p:spPr>
              <a:xfrm rot="14400000">
                <a:off x="7746937" y="1717776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0" name="Shape 1490"/>
              <p:cNvSpPr/>
              <p:nvPr/>
            </p:nvSpPr>
            <p:spPr>
              <a:xfrm rot="14400000">
                <a:off x="7011222" y="184137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1" name="Shape 1491"/>
              <p:cNvSpPr/>
              <p:nvPr/>
            </p:nvSpPr>
            <p:spPr>
              <a:xfrm rot="14400000">
                <a:off x="6153660" y="1979005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2" name="Shape 1492"/>
              <p:cNvSpPr/>
              <p:nvPr/>
            </p:nvSpPr>
            <p:spPr>
              <a:xfrm rot="14400000">
                <a:off x="9586431" y="2150850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3" name="Shape 1493"/>
              <p:cNvSpPr/>
              <p:nvPr/>
            </p:nvSpPr>
            <p:spPr>
              <a:xfrm rot="14400000">
                <a:off x="8826602" y="21228575"/>
                <a:ext cx="25983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4" name="Shape 1494"/>
              <p:cNvSpPr/>
              <p:nvPr/>
            </p:nvSpPr>
            <p:spPr>
              <a:xfrm rot="14400000">
                <a:off x="23959636" y="1360623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5" name="Shape 1495"/>
              <p:cNvSpPr/>
              <p:nvPr/>
            </p:nvSpPr>
            <p:spPr>
              <a:xfrm rot="14400000">
                <a:off x="24099366" y="1483880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6" name="Shape 1496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7" name="Shape 1497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8" name="Shape 1498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499" name="Shape 1499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0" name="Shape 1500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1" name="Shape 1501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2" name="Shape 1502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3" name="Shape 1503"/>
              <p:cNvSpPr/>
              <p:nvPr/>
            </p:nvSpPr>
            <p:spPr>
              <a:xfrm rot="14400000">
                <a:off x="16388314" y="1904470"/>
                <a:ext cx="6567001" cy="4453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4" y="21600"/>
                    </a:moveTo>
                    <a:lnTo>
                      <a:pt x="0" y="53"/>
                    </a:lnTo>
                    <a:lnTo>
                      <a:pt x="24" y="0"/>
                    </a:lnTo>
                    <a:lnTo>
                      <a:pt x="21600" y="21547"/>
                    </a:lnTo>
                    <a:lnTo>
                      <a:pt x="2156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4" name="Shape 1504"/>
              <p:cNvSpPr/>
              <p:nvPr/>
            </p:nvSpPr>
            <p:spPr>
              <a:xfrm rot="14400000">
                <a:off x="15425208" y="-483805"/>
                <a:ext cx="3261489" cy="8518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1" y="2160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21600" y="21600"/>
                    </a:lnTo>
                    <a:lnTo>
                      <a:pt x="2155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5" name="Shape 1505"/>
              <p:cNvSpPr/>
              <p:nvPr/>
            </p:nvSpPr>
            <p:spPr>
              <a:xfrm rot="14400000">
                <a:off x="15376689" y="545587"/>
                <a:ext cx="5205907" cy="7553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21"/>
                    </a:lnTo>
                    <a:lnTo>
                      <a:pt x="30" y="0"/>
                    </a:lnTo>
                    <a:lnTo>
                      <a:pt x="21600" y="2160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6" name="Shape 1506"/>
              <p:cNvSpPr/>
              <p:nvPr/>
            </p:nvSpPr>
            <p:spPr>
              <a:xfrm rot="14400000">
                <a:off x="16385159" y="4503717"/>
                <a:ext cx="11072181" cy="18600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28"/>
                    </a:lnTo>
                    <a:lnTo>
                      <a:pt x="21" y="0"/>
                    </a:lnTo>
                    <a:lnTo>
                      <a:pt x="21600" y="2147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7" name="Shape 1507"/>
              <p:cNvSpPr/>
              <p:nvPr/>
            </p:nvSpPr>
            <p:spPr>
              <a:xfrm rot="14400000">
                <a:off x="15399419" y="3647933"/>
                <a:ext cx="10411815" cy="4633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85" y="21600"/>
                    </a:moveTo>
                    <a:lnTo>
                      <a:pt x="0" y="34"/>
                    </a:lnTo>
                    <a:lnTo>
                      <a:pt x="0" y="0"/>
                    </a:lnTo>
                    <a:lnTo>
                      <a:pt x="21600" y="21549"/>
                    </a:lnTo>
                    <a:lnTo>
                      <a:pt x="215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8" name="Shape 1508"/>
              <p:cNvSpPr/>
              <p:nvPr/>
            </p:nvSpPr>
            <p:spPr>
              <a:xfrm rot="14400000">
                <a:off x="19817444" y="4818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09" name="Shape 1509"/>
              <p:cNvSpPr/>
              <p:nvPr/>
            </p:nvSpPr>
            <p:spPr>
              <a:xfrm rot="14400000">
                <a:off x="22458522" y="23260077"/>
                <a:ext cx="2509402" cy="616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257"/>
                    </a:lnTo>
                    <a:lnTo>
                      <a:pt x="63" y="0"/>
                    </a:lnTo>
                    <a:lnTo>
                      <a:pt x="21600" y="2121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0" name="Shape 1510"/>
              <p:cNvSpPr/>
              <p:nvPr/>
            </p:nvSpPr>
            <p:spPr>
              <a:xfrm rot="14400000">
                <a:off x="25091198" y="22571679"/>
                <a:ext cx="388885" cy="2905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2" y="21600"/>
                    </a:moveTo>
                    <a:lnTo>
                      <a:pt x="0" y="0"/>
                    </a:lnTo>
                    <a:lnTo>
                      <a:pt x="408" y="0"/>
                    </a:lnTo>
                    <a:lnTo>
                      <a:pt x="21600" y="21600"/>
                    </a:lnTo>
                    <a:lnTo>
                      <a:pt x="211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1" name="Shape 1511"/>
              <p:cNvSpPr/>
              <p:nvPr/>
            </p:nvSpPr>
            <p:spPr>
              <a:xfrm rot="14400000">
                <a:off x="26179267" y="23585378"/>
                <a:ext cx="1056589" cy="7337"/>
              </a:xfrm>
              <a:prstGeom prst="rect">
                <a:avLst/>
              </a:pr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2" name="Shape 1512"/>
              <p:cNvSpPr/>
              <p:nvPr/>
            </p:nvSpPr>
            <p:spPr>
              <a:xfrm rot="14400000">
                <a:off x="4550770" y="18807213"/>
                <a:ext cx="1995782" cy="631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9"/>
                    </a:lnTo>
                    <a:lnTo>
                      <a:pt x="21600" y="0"/>
                    </a:lnTo>
                    <a:lnTo>
                      <a:pt x="21600" y="251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3" name="Shape 1513"/>
              <p:cNvSpPr/>
              <p:nvPr/>
            </p:nvSpPr>
            <p:spPr>
              <a:xfrm rot="14400000">
                <a:off x="3798201" y="18235987"/>
                <a:ext cx="678713" cy="1882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4"/>
                    </a:lnTo>
                    <a:lnTo>
                      <a:pt x="0" y="0"/>
                    </a:lnTo>
                    <a:lnTo>
                      <a:pt x="21600" y="2151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4" name="Shape 1514"/>
              <p:cNvSpPr/>
              <p:nvPr/>
            </p:nvSpPr>
            <p:spPr>
              <a:xfrm rot="14400000">
                <a:off x="4248030" y="18632425"/>
                <a:ext cx="1317069" cy="2505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21537"/>
                    </a:lnTo>
                    <a:lnTo>
                      <a:pt x="21600" y="0"/>
                    </a:lnTo>
                    <a:lnTo>
                      <a:pt x="21600" y="63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5" name="Shape 1515"/>
              <p:cNvSpPr/>
              <p:nvPr/>
            </p:nvSpPr>
            <p:spPr>
              <a:xfrm rot="14400000">
                <a:off x="1139756" y="18575847"/>
                <a:ext cx="2630470" cy="891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22"/>
                    </a:lnTo>
                    <a:lnTo>
                      <a:pt x="21510" y="0"/>
                    </a:lnTo>
                    <a:lnTo>
                      <a:pt x="21600" y="17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6" name="Shape 1516"/>
              <p:cNvSpPr/>
              <p:nvPr/>
            </p:nvSpPr>
            <p:spPr>
              <a:xfrm rot="14400000">
                <a:off x="26836882" y="2391674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7" name="Shape 1517"/>
              <p:cNvSpPr/>
              <p:nvPr/>
            </p:nvSpPr>
            <p:spPr>
              <a:xfrm rot="14400000">
                <a:off x="26317345" y="22997275"/>
                <a:ext cx="259833" cy="259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0874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087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8" name="Shape 1518"/>
              <p:cNvSpPr/>
              <p:nvPr/>
            </p:nvSpPr>
            <p:spPr>
              <a:xfrm rot="14400000">
                <a:off x="23989338" y="24781352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35" y="11549"/>
                    </a:moveTo>
                    <a:cubicBezTo>
                      <a:pt x="19660" y="16949"/>
                      <a:pt x="14260" y="20999"/>
                      <a:pt x="8860" y="20324"/>
                    </a:cubicBezTo>
                    <a:cubicBezTo>
                      <a:pt x="2785" y="19649"/>
                      <a:pt x="-590" y="14924"/>
                      <a:pt x="85" y="8849"/>
                    </a:cubicBezTo>
                    <a:cubicBezTo>
                      <a:pt x="760" y="3449"/>
                      <a:pt x="5485" y="-601"/>
                      <a:pt x="10885" y="74"/>
                    </a:cubicBezTo>
                    <a:cubicBezTo>
                      <a:pt x="16960" y="749"/>
                      <a:pt x="21010" y="6149"/>
                      <a:pt x="20335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19" name="Shape 1519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0" name="Shape 1520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1" name="Shape 1521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2" name="Shape 1522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3" name="Shape 1523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4" name="Shape 1524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5" name="Shape 1525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6" name="Shape 1526"/>
              <p:cNvSpPr/>
              <p:nvPr/>
            </p:nvSpPr>
            <p:spPr>
              <a:xfrm rot="14400000">
                <a:off x="5396762" y="13134418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7" name="Shape 1527"/>
              <p:cNvSpPr/>
              <p:nvPr/>
            </p:nvSpPr>
            <p:spPr>
              <a:xfrm rot="14400000">
                <a:off x="4657406" y="18306713"/>
                <a:ext cx="264674" cy="26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6607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28" name="Shape 1528"/>
              <p:cNvSpPr/>
              <p:nvPr/>
            </p:nvSpPr>
            <p:spPr>
              <a:xfrm rot="14400000">
                <a:off x="1304004" y="17959889"/>
                <a:ext cx="261405" cy="264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5972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1530" name="Shape 1530"/>
            <p:cNvSpPr/>
            <p:nvPr/>
          </p:nvSpPr>
          <p:spPr>
            <a:xfrm rot="14400000">
              <a:off x="3367006" y="19806246"/>
              <a:ext cx="261406" cy="264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8" h="18732" fill="norm" stroke="1" extrusionOk="0">
                  <a:moveTo>
                    <a:pt x="18513" y="5301"/>
                  </a:moveTo>
                  <a:cubicBezTo>
                    <a:pt x="20419" y="10238"/>
                    <a:pt x="18513" y="15792"/>
                    <a:pt x="13431" y="17643"/>
                  </a:cubicBezTo>
                  <a:cubicBezTo>
                    <a:pt x="8984" y="20112"/>
                    <a:pt x="3266" y="18261"/>
                    <a:pt x="725" y="13323"/>
                  </a:cubicBezTo>
                  <a:cubicBezTo>
                    <a:pt x="-1181" y="8386"/>
                    <a:pt x="725" y="2832"/>
                    <a:pt x="5807" y="981"/>
                  </a:cubicBezTo>
                  <a:cubicBezTo>
                    <a:pt x="10254" y="-1488"/>
                    <a:pt x="15972" y="981"/>
                    <a:pt x="18513" y="5301"/>
                  </a:cubicBez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31" grpId="1"/>
      <p:bldP build="whole" bldLvl="1" animBg="1" rev="0" advAuto="0" spid="1327" grpId="2"/>
      <p:bldP build="whole" bldLvl="1" animBg="1" rev="0" advAuto="0" spid="1328" grpId="3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Shape 1533"/>
          <p:cNvSpPr/>
          <p:nvPr/>
        </p:nvSpPr>
        <p:spPr>
          <a:xfrm>
            <a:off x="8909151" y="1338722"/>
            <a:ext cx="6564377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Planning propuesta</a:t>
            </a:r>
          </a:p>
        </p:txBody>
      </p:sp>
      <p:grpSp>
        <p:nvGrpSpPr>
          <p:cNvPr id="1542" name="Group 1542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537" name="Group 1537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534" name="Shape 1534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35" name="Shape 1535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36" name="Shape 1536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541" name="Group 1541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538" name="Shape 1538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39" name="Shape 1539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40" name="Shape 1540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aphicFrame>
        <p:nvGraphicFramePr>
          <p:cNvPr id="1543" name="Table 1543"/>
          <p:cNvGraphicFramePr/>
          <p:nvPr/>
        </p:nvGraphicFramePr>
        <p:xfrm>
          <a:off x="1073772" y="5215983"/>
          <a:ext cx="21666469" cy="58212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27768"/>
                <a:gridCol w="1537317"/>
                <a:gridCol w="1537317"/>
                <a:gridCol w="1537317"/>
                <a:gridCol w="1537317"/>
                <a:gridCol w="1563377"/>
                <a:gridCol w="1537317"/>
                <a:gridCol w="1563377"/>
                <a:gridCol w="1511265"/>
                <a:gridCol w="1563377"/>
                <a:gridCol w="1563377"/>
                <a:gridCol w="1537317"/>
                <a:gridCol w="1537315"/>
              </a:tblGrid>
              <a:tr h="1081842"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Presencia en Facebook, Twitter, Pinterest e Instagram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  <a:tr h="945339">
                <a:tc>
                  <a:txBody>
                    <a:bodyPr/>
                    <a:lstStyle/>
                    <a:p>
                      <a:pPr lvl="0" algn="l" defTabSz="6858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Presencia en Youtube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  <a:tr h="945339"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Publicidad online (Facebook &amp; Twitter)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  <a:tr h="945339">
                <a:tc>
                  <a:txBody>
                    <a:bodyPr/>
                    <a:lstStyle/>
                    <a:p>
                      <a:pPr lvl="0" algn="l" defTabSz="6858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Optimización web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  <a:tr h="945339"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Lead magnet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  <a:tr h="945339">
                <a:tc>
                  <a:txBody>
                    <a:bodyPr/>
                    <a:lstStyle/>
                    <a:p>
                      <a:pPr lvl="0" algn="l" defTabSz="685800">
                        <a:defRPr sz="1800"/>
                      </a:pPr>
                      <a:r>
                        <a:rPr sz="2100">
                          <a:solidFill>
                            <a:srgbClr val="0A0A0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Estrategia venta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40C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>
                          <a:ln w="76199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sz="1400">
                          <a:ln w="76200">
                            <a:solidFill>
                              <a:srgbClr val="FFFFFF"/>
                            </a:solidFill>
                          </a:ln>
                          <a:solidFill>
                            <a:srgbClr val="0A0A0A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/>
                      </a:r>
                    </a:p>
                  </a:txBody>
                  <a:tcPr marL="58321" marR="58321" marT="58321" marB="58321" anchor="t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4" name="Table 1544"/>
          <p:cNvGraphicFramePr/>
          <p:nvPr/>
        </p:nvGraphicFramePr>
        <p:xfrm>
          <a:off x="4201695" y="3395917"/>
          <a:ext cx="18491809" cy="16242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  <a:gridCol w="1539925"/>
              </a:tblGrid>
              <a:tr h="883904">
                <a:tc gridSpan="4"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b="1" sz="40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Primer mes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40C0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b="1" sz="40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Segundo mes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40C0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lvl="0" defTabSz="685800">
                        <a:defRPr sz="1800"/>
                      </a:pPr>
                      <a:r>
                        <a:rPr b="1" sz="40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Tercer mes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solidFill>
                      <a:srgbClr val="40C0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27606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58321" marR="58321" marT="58321" marB="58321" anchor="ctr" anchorCtr="0" horzOverflow="overflow"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36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sz="3000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</a:p>
                  </a:txBody>
                  <a:tcPr marL="58321" marR="58321" marT="58321" marB="58321" anchor="ctr" anchorCtr="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1545" name="Shape 1545"/>
          <p:cNvSpPr/>
          <p:nvPr/>
        </p:nvSpPr>
        <p:spPr>
          <a:xfrm>
            <a:off x="5618296" y="11328982"/>
            <a:ext cx="8708146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7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878787"/>
                </a:solidFill>
              </a:rPr>
              <a:t>Fecha implementación de las estrategias</a:t>
            </a:r>
          </a:p>
        </p:txBody>
      </p:sp>
      <p:sp>
        <p:nvSpPr>
          <p:cNvPr id="1546" name="Shape 1546"/>
          <p:cNvSpPr/>
          <p:nvPr/>
        </p:nvSpPr>
        <p:spPr>
          <a:xfrm>
            <a:off x="4189201" y="5246687"/>
            <a:ext cx="1519660" cy="10210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47" name="Shape 1547"/>
          <p:cNvSpPr/>
          <p:nvPr/>
        </p:nvSpPr>
        <p:spPr>
          <a:xfrm>
            <a:off x="5053050" y="5646034"/>
            <a:ext cx="17251686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48" name="Shape 1548"/>
          <p:cNvSpPr/>
          <p:nvPr/>
        </p:nvSpPr>
        <p:spPr>
          <a:xfrm>
            <a:off x="4403514" y="11328982"/>
            <a:ext cx="1072245" cy="5765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49" name="Shape 1549"/>
          <p:cNvSpPr/>
          <p:nvPr/>
        </p:nvSpPr>
        <p:spPr>
          <a:xfrm>
            <a:off x="14651172" y="11328982"/>
            <a:ext cx="8708145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7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878787"/>
                </a:solidFill>
              </a:rPr>
              <a:t>Duración estrategia</a:t>
            </a:r>
          </a:p>
        </p:txBody>
      </p:sp>
      <p:sp>
        <p:nvSpPr>
          <p:cNvPr id="1550" name="Shape 1550"/>
          <p:cNvSpPr/>
          <p:nvPr/>
        </p:nvSpPr>
        <p:spPr>
          <a:xfrm>
            <a:off x="13060442" y="11617272"/>
            <a:ext cx="1425278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51" name="Shape 1551"/>
          <p:cNvSpPr/>
          <p:nvPr/>
        </p:nvSpPr>
        <p:spPr>
          <a:xfrm>
            <a:off x="16536999" y="6267767"/>
            <a:ext cx="1519661" cy="10210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52" name="Shape 1552"/>
          <p:cNvSpPr/>
          <p:nvPr/>
        </p:nvSpPr>
        <p:spPr>
          <a:xfrm>
            <a:off x="17278678" y="6763410"/>
            <a:ext cx="5032938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53" name="Shape 1553"/>
          <p:cNvSpPr/>
          <p:nvPr/>
        </p:nvSpPr>
        <p:spPr>
          <a:xfrm>
            <a:off x="4189201" y="8226021"/>
            <a:ext cx="1519660" cy="8559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54" name="Shape 1554"/>
          <p:cNvSpPr/>
          <p:nvPr/>
        </p:nvSpPr>
        <p:spPr>
          <a:xfrm>
            <a:off x="4189201" y="7280861"/>
            <a:ext cx="1519660" cy="8559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55" name="Shape 1555"/>
          <p:cNvSpPr/>
          <p:nvPr/>
        </p:nvSpPr>
        <p:spPr>
          <a:xfrm>
            <a:off x="4910371" y="7708850"/>
            <a:ext cx="17537036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56" name="Shape 1556"/>
          <p:cNvSpPr/>
          <p:nvPr/>
        </p:nvSpPr>
        <p:spPr>
          <a:xfrm>
            <a:off x="4911720" y="8654011"/>
            <a:ext cx="5083209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57" name="Shape 1557"/>
          <p:cNvSpPr/>
          <p:nvPr/>
        </p:nvSpPr>
        <p:spPr>
          <a:xfrm>
            <a:off x="4189201" y="9159183"/>
            <a:ext cx="1519660" cy="855981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58" name="Shape 1558"/>
          <p:cNvSpPr/>
          <p:nvPr/>
        </p:nvSpPr>
        <p:spPr>
          <a:xfrm>
            <a:off x="4910371" y="9587173"/>
            <a:ext cx="17537036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59" name="Shape 1559"/>
          <p:cNvSpPr/>
          <p:nvPr/>
        </p:nvSpPr>
        <p:spPr>
          <a:xfrm>
            <a:off x="10389548" y="10092345"/>
            <a:ext cx="1519660" cy="855982"/>
          </a:xfrm>
          <a:prstGeom prst="rect">
            <a:avLst/>
          </a:prstGeom>
          <a:solidFill>
            <a:srgbClr val="397EC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60" name="Shape 1560"/>
          <p:cNvSpPr/>
          <p:nvPr/>
        </p:nvSpPr>
        <p:spPr>
          <a:xfrm>
            <a:off x="10828494" y="10520336"/>
            <a:ext cx="11666683" cy="1"/>
          </a:xfrm>
          <a:prstGeom prst="line">
            <a:avLst/>
          </a:prstGeom>
          <a:ln w="76200">
            <a:solidFill>
              <a:srgbClr val="40C0C0"/>
            </a:solidFill>
            <a:miter/>
            <a:headEnd type="oval"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nodeType="afterEffect" presetClass="entr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nodeType="afterEffect" presetClass="entr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nodeType="afterEffect" presetClass="entr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500"/>
                                        <p:tgtEl>
                                          <p:spTgt spid="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nodeType="afterEffect" presetClass="entr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3" dur="5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nodeType="afterEffect" presetClass="entr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7" dur="5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500"/>
                                        <p:tgtEl>
                                          <p:spTgt spid="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nodeType="afterEffect" presetClass="entr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9" dur="500"/>
                                        <p:tgtEl>
                                          <p:spTgt spid="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3"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nodeType="afterEffect" presetClass="entr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7" dur="500"/>
                                        <p:tgtEl>
                                          <p:spTgt spid="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60" grpId="8"/>
      <p:bldP build="whole" bldLvl="1" animBg="1" rev="0" advAuto="0" spid="1533" grpId="1"/>
      <p:bldP build="whole" bldLvl="1" animBg="1" rev="0" advAuto="0" spid="1552" grpId="6"/>
      <p:bldP build="whole" bldLvl="1" animBg="1" rev="0" advAuto="0" spid="1555" grpId="7"/>
      <p:bldP build="whole" bldLvl="1" animBg="1" rev="0" advAuto="0" spid="1545" grpId="9"/>
      <p:bldP build="whole" bldLvl="1" animBg="1" rev="0" advAuto="0" spid="1544" grpId="3"/>
      <p:bldP build="whole" bldLvl="1" animBg="1" rev="0" advAuto="0" spid="1550" grpId="11"/>
      <p:bldP build="whole" bldLvl="1" animBg="1" rev="0" advAuto="0" spid="1543" grpId="4"/>
      <p:bldP build="whole" bldLvl="1" animBg="1" rev="0" advAuto="0" spid="1558" grpId="13"/>
      <p:bldP build="whole" bldLvl="1" animBg="1" rev="0" advAuto="0" spid="1547" grpId="5"/>
      <p:bldP build="whole" bldLvl="1" animBg="1" rev="0" advAuto="0" spid="1556" grpId="12"/>
      <p:bldP build="whole" bldLvl="1" animBg="1" rev="0" advAuto="0" spid="1542" grpId="2"/>
      <p:bldP build="whole" bldLvl="1" animBg="1" rev="0" advAuto="0" spid="1549" grpId="1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Shape 1562"/>
          <p:cNvSpPr/>
          <p:nvPr/>
        </p:nvSpPr>
        <p:spPr>
          <a:xfrm>
            <a:off x="9882784" y="1338722"/>
            <a:ext cx="4617111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KPIs para ROI</a:t>
            </a:r>
          </a:p>
        </p:txBody>
      </p:sp>
      <p:grpSp>
        <p:nvGrpSpPr>
          <p:cNvPr id="1571" name="Group 1571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566" name="Group 1566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563" name="Shape 1563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64" name="Shape 1564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65" name="Shape 1565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570" name="Group 1570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567" name="Shape 1567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68" name="Shape 1568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569" name="Shape 1569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572" name="Shape 1572"/>
          <p:cNvSpPr/>
          <p:nvPr/>
        </p:nvSpPr>
        <p:spPr>
          <a:xfrm rot="16200000">
            <a:off x="1810708" y="3235793"/>
            <a:ext cx="2571677" cy="2623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92" y="21600"/>
                </a:moveTo>
                <a:lnTo>
                  <a:pt x="0" y="0"/>
                </a:lnTo>
                <a:lnTo>
                  <a:pt x="12584" y="0"/>
                </a:lnTo>
                <a:lnTo>
                  <a:pt x="21600" y="21600"/>
                </a:lnTo>
                <a:lnTo>
                  <a:pt x="8992" y="21600"/>
                </a:lnTo>
                <a:close/>
              </a:path>
            </a:pathLst>
          </a:custGeom>
          <a:solidFill>
            <a:srgbClr val="30909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3" name="Shape 1573"/>
          <p:cNvSpPr/>
          <p:nvPr/>
        </p:nvSpPr>
        <p:spPr>
          <a:xfrm rot="16200000">
            <a:off x="2126303" y="5513344"/>
            <a:ext cx="3016554" cy="3699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92" y="21600"/>
                </a:moveTo>
                <a:lnTo>
                  <a:pt x="0" y="0"/>
                </a:lnTo>
                <a:lnTo>
                  <a:pt x="10749" y="0"/>
                </a:lnTo>
                <a:lnTo>
                  <a:pt x="21600" y="21600"/>
                </a:lnTo>
                <a:lnTo>
                  <a:pt x="10892" y="21600"/>
                </a:lnTo>
                <a:close/>
              </a:path>
            </a:pathLst>
          </a:custGeom>
          <a:solidFill>
            <a:srgbClr val="30909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4" name="Shape 1574"/>
          <p:cNvSpPr/>
          <p:nvPr/>
        </p:nvSpPr>
        <p:spPr>
          <a:xfrm rot="16200000">
            <a:off x="2127743" y="8534203"/>
            <a:ext cx="3013684" cy="3699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41" y="21600"/>
                </a:moveTo>
                <a:lnTo>
                  <a:pt x="0" y="0"/>
                </a:lnTo>
                <a:lnTo>
                  <a:pt x="10697" y="0"/>
                </a:lnTo>
                <a:lnTo>
                  <a:pt x="21600" y="21600"/>
                </a:lnTo>
                <a:lnTo>
                  <a:pt x="10841" y="21600"/>
                </a:lnTo>
                <a:close/>
              </a:path>
            </a:pathLst>
          </a:custGeom>
          <a:solidFill>
            <a:srgbClr val="30909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5" name="Shape 1575"/>
          <p:cNvSpPr/>
          <p:nvPr/>
        </p:nvSpPr>
        <p:spPr>
          <a:xfrm rot="16200000">
            <a:off x="-2737683" y="6264209"/>
            <a:ext cx="12757002" cy="38801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17"/>
                </a:moveTo>
                <a:lnTo>
                  <a:pt x="18320" y="0"/>
                </a:lnTo>
                <a:lnTo>
                  <a:pt x="18320" y="4705"/>
                </a:lnTo>
                <a:lnTo>
                  <a:pt x="0" y="4705"/>
                </a:lnTo>
                <a:lnTo>
                  <a:pt x="0" y="16756"/>
                </a:lnTo>
                <a:lnTo>
                  <a:pt x="18320" y="16756"/>
                </a:lnTo>
                <a:lnTo>
                  <a:pt x="18320" y="21600"/>
                </a:lnTo>
                <a:lnTo>
                  <a:pt x="21600" y="10817"/>
                </a:lnTo>
                <a:close/>
              </a:path>
            </a:pathLst>
          </a:custGeom>
          <a:solidFill>
            <a:srgbClr val="D8D8D8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6" name="Shape 1576"/>
          <p:cNvSpPr/>
          <p:nvPr/>
        </p:nvSpPr>
        <p:spPr>
          <a:xfrm rot="16200000">
            <a:off x="2127742" y="10035299"/>
            <a:ext cx="3013683" cy="3699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0862" y="0"/>
                </a:lnTo>
                <a:lnTo>
                  <a:pt x="21600" y="0"/>
                </a:lnTo>
                <a:lnTo>
                  <a:pt x="107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7" name="Shape 1577"/>
          <p:cNvSpPr/>
          <p:nvPr/>
        </p:nvSpPr>
        <p:spPr>
          <a:xfrm rot="16200000">
            <a:off x="2127740" y="7033101"/>
            <a:ext cx="3013683" cy="3699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0882" y="0"/>
                </a:lnTo>
                <a:lnTo>
                  <a:pt x="21600" y="0"/>
                </a:lnTo>
                <a:lnTo>
                  <a:pt x="107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8" name="Shape 1578"/>
          <p:cNvSpPr/>
          <p:nvPr/>
        </p:nvSpPr>
        <p:spPr>
          <a:xfrm rot="16200000">
            <a:off x="2127736" y="3999327"/>
            <a:ext cx="3013683" cy="3699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0903" y="0"/>
                </a:lnTo>
                <a:lnTo>
                  <a:pt x="21600" y="0"/>
                </a:lnTo>
                <a:lnTo>
                  <a:pt x="107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9" name="Shape 1579"/>
          <p:cNvSpPr/>
          <p:nvPr/>
        </p:nvSpPr>
        <p:spPr>
          <a:xfrm rot="1317784">
            <a:off x="2533738" y="11391232"/>
            <a:ext cx="1982928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0A0A0A"/>
                </a:solidFill>
              </a:rPr>
              <a:t>Social</a:t>
            </a:r>
          </a:p>
        </p:txBody>
      </p:sp>
      <p:sp>
        <p:nvSpPr>
          <p:cNvPr id="1580" name="Shape 1580"/>
          <p:cNvSpPr/>
          <p:nvPr/>
        </p:nvSpPr>
        <p:spPr>
          <a:xfrm rot="1317784">
            <a:off x="2651792" y="8339944"/>
            <a:ext cx="1978052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0A0A0A"/>
                </a:solidFill>
              </a:rPr>
              <a:t>Leads</a:t>
            </a:r>
          </a:p>
        </p:txBody>
      </p:sp>
      <p:sp>
        <p:nvSpPr>
          <p:cNvPr id="1581" name="Shape 1581"/>
          <p:cNvSpPr/>
          <p:nvPr/>
        </p:nvSpPr>
        <p:spPr>
          <a:xfrm rot="1317784">
            <a:off x="1814507" y="5406245"/>
            <a:ext cx="3652622" cy="89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8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800">
                <a:solidFill>
                  <a:srgbClr val="0A0A0A"/>
                </a:solidFill>
              </a:rPr>
              <a:t>Tráfico web</a:t>
            </a:r>
          </a:p>
        </p:txBody>
      </p:sp>
      <p:sp>
        <p:nvSpPr>
          <p:cNvPr id="1582" name="Shape 1582"/>
          <p:cNvSpPr/>
          <p:nvPr/>
        </p:nvSpPr>
        <p:spPr>
          <a:xfrm>
            <a:off x="7972625" y="6028764"/>
            <a:ext cx="1570026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Tráfico</a:t>
            </a:r>
          </a:p>
        </p:txBody>
      </p:sp>
      <p:sp>
        <p:nvSpPr>
          <p:cNvPr id="1583" name="Shape 1583"/>
          <p:cNvSpPr/>
          <p:nvPr/>
        </p:nvSpPr>
        <p:spPr>
          <a:xfrm>
            <a:off x="7972624" y="6720602"/>
            <a:ext cx="7532921" cy="14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Segmentación del tráfico según los distintos canales donde se realizan acciones</a:t>
            </a:r>
          </a:p>
        </p:txBody>
      </p:sp>
      <p:sp>
        <p:nvSpPr>
          <p:cNvPr id="1584" name="Shape 1584"/>
          <p:cNvSpPr/>
          <p:nvPr/>
        </p:nvSpPr>
        <p:spPr>
          <a:xfrm>
            <a:off x="7972625" y="6700304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85" name="Shape 1585"/>
          <p:cNvSpPr/>
          <p:nvPr/>
        </p:nvSpPr>
        <p:spPr>
          <a:xfrm>
            <a:off x="7972625" y="8104140"/>
            <a:ext cx="1387146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Social</a:t>
            </a:r>
          </a:p>
        </p:txBody>
      </p:sp>
      <p:sp>
        <p:nvSpPr>
          <p:cNvPr id="1586" name="Shape 1586"/>
          <p:cNvSpPr/>
          <p:nvPr/>
        </p:nvSpPr>
        <p:spPr>
          <a:xfrm>
            <a:off x="7972624" y="8795977"/>
            <a:ext cx="535023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Alcance en redes sociales y engagement</a:t>
            </a:r>
          </a:p>
        </p:txBody>
      </p:sp>
      <p:sp>
        <p:nvSpPr>
          <p:cNvPr id="1587" name="Shape 1587"/>
          <p:cNvSpPr/>
          <p:nvPr/>
        </p:nvSpPr>
        <p:spPr>
          <a:xfrm>
            <a:off x="7972625" y="8794342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88" name="Shape 1588"/>
          <p:cNvSpPr/>
          <p:nvPr/>
        </p:nvSpPr>
        <p:spPr>
          <a:xfrm>
            <a:off x="7972625" y="10219248"/>
            <a:ext cx="1553364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Ventas</a:t>
            </a:r>
          </a:p>
        </p:txBody>
      </p:sp>
      <p:sp>
        <p:nvSpPr>
          <p:cNvPr id="1589" name="Shape 1589"/>
          <p:cNvSpPr/>
          <p:nvPr/>
        </p:nvSpPr>
        <p:spPr>
          <a:xfrm>
            <a:off x="7972624" y="10892424"/>
            <a:ext cx="535023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% de nuevas ventas y % de ventas según canales</a:t>
            </a:r>
          </a:p>
        </p:txBody>
      </p:sp>
      <p:sp>
        <p:nvSpPr>
          <p:cNvPr id="1590" name="Shape 1590"/>
          <p:cNvSpPr/>
          <p:nvPr/>
        </p:nvSpPr>
        <p:spPr>
          <a:xfrm>
            <a:off x="7972625" y="10890787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91" name="Shape 1591"/>
          <p:cNvSpPr/>
          <p:nvPr/>
        </p:nvSpPr>
        <p:spPr>
          <a:xfrm>
            <a:off x="7065360" y="4214967"/>
            <a:ext cx="15238829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914400">
              <a:lnSpc>
                <a:spcPct val="90000"/>
              </a:lnSpc>
              <a:spcBef>
                <a:spcPts val="1000"/>
              </a:spcBef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Todas las acciones realizadas en las diferentes estrategias planteadas serán medidas, pero los principales KPIs de la propuesta serán:</a:t>
            </a:r>
          </a:p>
        </p:txBody>
      </p:sp>
      <p:sp>
        <p:nvSpPr>
          <p:cNvPr id="1592" name="Shape 1592"/>
          <p:cNvSpPr/>
          <p:nvPr/>
        </p:nvSpPr>
        <p:spPr>
          <a:xfrm>
            <a:off x="7065360" y="3453164"/>
            <a:ext cx="6569448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b="1"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KPIs para medir ROI</a:t>
            </a:r>
          </a:p>
        </p:txBody>
      </p:sp>
      <p:sp>
        <p:nvSpPr>
          <p:cNvPr id="1593" name="Shape 1593"/>
          <p:cNvSpPr/>
          <p:nvPr/>
        </p:nvSpPr>
        <p:spPr>
          <a:xfrm>
            <a:off x="7065360" y="4194278"/>
            <a:ext cx="4930943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94" name="Shape 1594"/>
          <p:cNvSpPr/>
          <p:nvPr/>
        </p:nvSpPr>
        <p:spPr>
          <a:xfrm>
            <a:off x="7010292" y="6349312"/>
            <a:ext cx="708027" cy="711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20" y="0"/>
                </a:moveTo>
                <a:lnTo>
                  <a:pt x="6780" y="0"/>
                </a:lnTo>
                <a:lnTo>
                  <a:pt x="0" y="21600"/>
                </a:lnTo>
                <a:lnTo>
                  <a:pt x="21600" y="21600"/>
                </a:lnTo>
                <a:lnTo>
                  <a:pt x="14820" y="0"/>
                </a:lnTo>
                <a:close/>
                <a:moveTo>
                  <a:pt x="12108" y="20250"/>
                </a:moveTo>
                <a:lnTo>
                  <a:pt x="9396" y="20250"/>
                </a:lnTo>
                <a:lnTo>
                  <a:pt x="9396" y="16200"/>
                </a:lnTo>
                <a:lnTo>
                  <a:pt x="12108" y="16200"/>
                </a:lnTo>
                <a:lnTo>
                  <a:pt x="12108" y="20250"/>
                </a:lnTo>
                <a:close/>
                <a:moveTo>
                  <a:pt x="12108" y="13500"/>
                </a:moveTo>
                <a:lnTo>
                  <a:pt x="9396" y="13500"/>
                </a:lnTo>
                <a:lnTo>
                  <a:pt x="9396" y="9450"/>
                </a:lnTo>
                <a:lnTo>
                  <a:pt x="12108" y="9450"/>
                </a:lnTo>
                <a:lnTo>
                  <a:pt x="12108" y="13500"/>
                </a:lnTo>
                <a:close/>
                <a:moveTo>
                  <a:pt x="12108" y="6750"/>
                </a:moveTo>
                <a:lnTo>
                  <a:pt x="9396" y="6750"/>
                </a:lnTo>
                <a:lnTo>
                  <a:pt x="9396" y="2700"/>
                </a:lnTo>
                <a:lnTo>
                  <a:pt x="12108" y="2700"/>
                </a:lnTo>
                <a:lnTo>
                  <a:pt x="12108" y="6750"/>
                </a:ln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97" name="Group 1597"/>
          <p:cNvGrpSpPr/>
          <p:nvPr/>
        </p:nvGrpSpPr>
        <p:grpSpPr>
          <a:xfrm>
            <a:off x="6933872" y="8510896"/>
            <a:ext cx="860858" cy="495809"/>
            <a:chOff x="0" y="0"/>
            <a:chExt cx="860857" cy="495808"/>
          </a:xfrm>
        </p:grpSpPr>
        <p:sp>
          <p:nvSpPr>
            <p:cNvPr id="1595" name="Shape 1595"/>
            <p:cNvSpPr/>
            <p:nvPr/>
          </p:nvSpPr>
          <p:spPr>
            <a:xfrm>
              <a:off x="-1" y="0"/>
              <a:ext cx="675582" cy="495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9" h="20400" fill="norm" stroke="1" extrusionOk="0">
                  <a:moveTo>
                    <a:pt x="14771" y="10068"/>
                  </a:moveTo>
                  <a:cubicBezTo>
                    <a:pt x="14634" y="9153"/>
                    <a:pt x="14634" y="9153"/>
                    <a:pt x="14634" y="9153"/>
                  </a:cubicBezTo>
                  <a:cubicBezTo>
                    <a:pt x="15181" y="8603"/>
                    <a:pt x="15728" y="7688"/>
                    <a:pt x="16001" y="6041"/>
                  </a:cubicBezTo>
                  <a:cubicBezTo>
                    <a:pt x="16411" y="4942"/>
                    <a:pt x="16001" y="4393"/>
                    <a:pt x="16001" y="4393"/>
                  </a:cubicBezTo>
                  <a:cubicBezTo>
                    <a:pt x="16001" y="2929"/>
                    <a:pt x="16001" y="2929"/>
                    <a:pt x="16001" y="2929"/>
                  </a:cubicBezTo>
                  <a:cubicBezTo>
                    <a:pt x="16001" y="2929"/>
                    <a:pt x="15865" y="2746"/>
                    <a:pt x="15865" y="2746"/>
                  </a:cubicBezTo>
                  <a:cubicBezTo>
                    <a:pt x="15865" y="2380"/>
                    <a:pt x="15865" y="1831"/>
                    <a:pt x="15728" y="1464"/>
                  </a:cubicBezTo>
                  <a:cubicBezTo>
                    <a:pt x="15318" y="915"/>
                    <a:pt x="14771" y="183"/>
                    <a:pt x="13267" y="0"/>
                  </a:cubicBezTo>
                  <a:cubicBezTo>
                    <a:pt x="12310" y="0"/>
                    <a:pt x="11217" y="549"/>
                    <a:pt x="10806" y="915"/>
                  </a:cubicBezTo>
                  <a:cubicBezTo>
                    <a:pt x="10670" y="1281"/>
                    <a:pt x="10533" y="1831"/>
                    <a:pt x="10396" y="2380"/>
                  </a:cubicBezTo>
                  <a:cubicBezTo>
                    <a:pt x="10396" y="2380"/>
                    <a:pt x="10396" y="2563"/>
                    <a:pt x="10260" y="2746"/>
                  </a:cubicBezTo>
                  <a:cubicBezTo>
                    <a:pt x="10260" y="4210"/>
                    <a:pt x="10260" y="4210"/>
                    <a:pt x="10260" y="4210"/>
                  </a:cubicBezTo>
                  <a:cubicBezTo>
                    <a:pt x="10260" y="4210"/>
                    <a:pt x="9849" y="4942"/>
                    <a:pt x="10260" y="5858"/>
                  </a:cubicBezTo>
                  <a:cubicBezTo>
                    <a:pt x="10533" y="7505"/>
                    <a:pt x="11080" y="8420"/>
                    <a:pt x="11627" y="8969"/>
                  </a:cubicBezTo>
                  <a:cubicBezTo>
                    <a:pt x="11490" y="10068"/>
                    <a:pt x="11490" y="10068"/>
                    <a:pt x="11490" y="10068"/>
                  </a:cubicBezTo>
                  <a:cubicBezTo>
                    <a:pt x="11217" y="10251"/>
                    <a:pt x="10123" y="10983"/>
                    <a:pt x="9166" y="11532"/>
                  </a:cubicBezTo>
                  <a:cubicBezTo>
                    <a:pt x="8072" y="10800"/>
                    <a:pt x="6842" y="10251"/>
                    <a:pt x="6842" y="10251"/>
                  </a:cubicBezTo>
                  <a:cubicBezTo>
                    <a:pt x="6705" y="9519"/>
                    <a:pt x="6705" y="9519"/>
                    <a:pt x="6705" y="9519"/>
                  </a:cubicBezTo>
                  <a:cubicBezTo>
                    <a:pt x="7115" y="9153"/>
                    <a:pt x="7525" y="8420"/>
                    <a:pt x="7662" y="6956"/>
                  </a:cubicBezTo>
                  <a:cubicBezTo>
                    <a:pt x="7799" y="6773"/>
                    <a:pt x="7799" y="6224"/>
                    <a:pt x="7799" y="5858"/>
                  </a:cubicBezTo>
                  <a:cubicBezTo>
                    <a:pt x="7799" y="5492"/>
                    <a:pt x="7936" y="4210"/>
                    <a:pt x="7662" y="3295"/>
                  </a:cubicBezTo>
                  <a:cubicBezTo>
                    <a:pt x="7389" y="2929"/>
                    <a:pt x="6842" y="2380"/>
                    <a:pt x="5748" y="2197"/>
                  </a:cubicBezTo>
                  <a:cubicBezTo>
                    <a:pt x="4928" y="2197"/>
                    <a:pt x="4108" y="2563"/>
                    <a:pt x="3698" y="2929"/>
                  </a:cubicBezTo>
                  <a:cubicBezTo>
                    <a:pt x="3287" y="3661"/>
                    <a:pt x="3287" y="4942"/>
                    <a:pt x="3287" y="5675"/>
                  </a:cubicBezTo>
                  <a:cubicBezTo>
                    <a:pt x="3151" y="6041"/>
                    <a:pt x="3151" y="6590"/>
                    <a:pt x="3424" y="6956"/>
                  </a:cubicBezTo>
                  <a:cubicBezTo>
                    <a:pt x="3561" y="8237"/>
                    <a:pt x="3971" y="8969"/>
                    <a:pt x="4381" y="9336"/>
                  </a:cubicBezTo>
                  <a:cubicBezTo>
                    <a:pt x="4244" y="10251"/>
                    <a:pt x="4244" y="10251"/>
                    <a:pt x="4244" y="10251"/>
                  </a:cubicBezTo>
                  <a:cubicBezTo>
                    <a:pt x="4244" y="10251"/>
                    <a:pt x="1510" y="11898"/>
                    <a:pt x="827" y="12814"/>
                  </a:cubicBezTo>
                  <a:cubicBezTo>
                    <a:pt x="280" y="13363"/>
                    <a:pt x="-267" y="15559"/>
                    <a:pt x="143" y="16292"/>
                  </a:cubicBezTo>
                  <a:cubicBezTo>
                    <a:pt x="1647" y="17207"/>
                    <a:pt x="3424" y="17939"/>
                    <a:pt x="5338" y="18122"/>
                  </a:cubicBezTo>
                  <a:cubicBezTo>
                    <a:pt x="5201" y="16658"/>
                    <a:pt x="5748" y="14644"/>
                    <a:pt x="6295" y="13912"/>
                  </a:cubicBezTo>
                  <a:cubicBezTo>
                    <a:pt x="6568" y="13729"/>
                    <a:pt x="6979" y="13363"/>
                    <a:pt x="7525" y="12814"/>
                  </a:cubicBezTo>
                  <a:cubicBezTo>
                    <a:pt x="7252" y="13180"/>
                    <a:pt x="7115" y="13363"/>
                    <a:pt x="6979" y="13363"/>
                  </a:cubicBezTo>
                  <a:cubicBezTo>
                    <a:pt x="6158" y="14278"/>
                    <a:pt x="5611" y="17024"/>
                    <a:pt x="6158" y="18122"/>
                  </a:cubicBezTo>
                  <a:cubicBezTo>
                    <a:pt x="9986" y="20685"/>
                    <a:pt x="16001" y="21600"/>
                    <a:pt x="20923" y="18122"/>
                  </a:cubicBezTo>
                  <a:cubicBezTo>
                    <a:pt x="21333" y="17207"/>
                    <a:pt x="20649" y="15010"/>
                    <a:pt x="20239" y="14278"/>
                  </a:cubicBezTo>
                  <a:cubicBezTo>
                    <a:pt x="19419" y="12631"/>
                    <a:pt x="16275" y="10434"/>
                    <a:pt x="14771" y="1006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96" name="Shape 1596"/>
            <p:cNvSpPr/>
            <p:nvPr/>
          </p:nvSpPr>
          <p:spPr>
            <a:xfrm>
              <a:off x="562130" y="49387"/>
              <a:ext cx="298728" cy="382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7" h="21600" fill="norm" stroke="1" extrusionOk="0">
                  <a:moveTo>
                    <a:pt x="19131" y="14316"/>
                  </a:moveTo>
                  <a:cubicBezTo>
                    <a:pt x="17589" y="13312"/>
                    <a:pt x="11417" y="11051"/>
                    <a:pt x="11417" y="11051"/>
                  </a:cubicBezTo>
                  <a:cubicBezTo>
                    <a:pt x="11109" y="9795"/>
                    <a:pt x="11109" y="9795"/>
                    <a:pt x="11109" y="9795"/>
                  </a:cubicBezTo>
                  <a:cubicBezTo>
                    <a:pt x="12034" y="9293"/>
                    <a:pt x="12960" y="8288"/>
                    <a:pt x="13269" y="6530"/>
                  </a:cubicBezTo>
                  <a:cubicBezTo>
                    <a:pt x="13886" y="6028"/>
                    <a:pt x="13886" y="5274"/>
                    <a:pt x="13577" y="4772"/>
                  </a:cubicBezTo>
                  <a:cubicBezTo>
                    <a:pt x="13577" y="3767"/>
                    <a:pt x="13577" y="2009"/>
                    <a:pt x="12651" y="1005"/>
                  </a:cubicBezTo>
                  <a:cubicBezTo>
                    <a:pt x="12034" y="502"/>
                    <a:pt x="9874" y="0"/>
                    <a:pt x="8023" y="0"/>
                  </a:cubicBezTo>
                  <a:cubicBezTo>
                    <a:pt x="5554" y="0"/>
                    <a:pt x="4320" y="1005"/>
                    <a:pt x="3703" y="1507"/>
                  </a:cubicBezTo>
                  <a:cubicBezTo>
                    <a:pt x="3086" y="2763"/>
                    <a:pt x="3394" y="4521"/>
                    <a:pt x="3394" y="5023"/>
                  </a:cubicBezTo>
                  <a:cubicBezTo>
                    <a:pt x="3394" y="5526"/>
                    <a:pt x="3394" y="6279"/>
                    <a:pt x="3703" y="6530"/>
                  </a:cubicBezTo>
                  <a:cubicBezTo>
                    <a:pt x="4011" y="8540"/>
                    <a:pt x="4937" y="9293"/>
                    <a:pt x="5863" y="10047"/>
                  </a:cubicBezTo>
                  <a:cubicBezTo>
                    <a:pt x="5554" y="11051"/>
                    <a:pt x="5554" y="11051"/>
                    <a:pt x="5554" y="11051"/>
                  </a:cubicBezTo>
                  <a:cubicBezTo>
                    <a:pt x="5554" y="11051"/>
                    <a:pt x="2777" y="11805"/>
                    <a:pt x="0" y="13060"/>
                  </a:cubicBezTo>
                  <a:cubicBezTo>
                    <a:pt x="2469" y="14065"/>
                    <a:pt x="5554" y="15321"/>
                    <a:pt x="6789" y="16074"/>
                  </a:cubicBezTo>
                  <a:cubicBezTo>
                    <a:pt x="8023" y="17079"/>
                    <a:pt x="9257" y="19842"/>
                    <a:pt x="8949" y="21600"/>
                  </a:cubicBezTo>
                  <a:cubicBezTo>
                    <a:pt x="13269" y="21600"/>
                    <a:pt x="17280" y="20595"/>
                    <a:pt x="20674" y="19340"/>
                  </a:cubicBezTo>
                  <a:cubicBezTo>
                    <a:pt x="21600" y="18335"/>
                    <a:pt x="20366" y="15321"/>
                    <a:pt x="19131" y="1431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601" name="Group 1601"/>
          <p:cNvGrpSpPr/>
          <p:nvPr/>
        </p:nvGrpSpPr>
        <p:grpSpPr>
          <a:xfrm>
            <a:off x="6994338" y="10541940"/>
            <a:ext cx="739933" cy="760541"/>
            <a:chOff x="0" y="0"/>
            <a:chExt cx="739932" cy="760539"/>
          </a:xfrm>
        </p:grpSpPr>
        <p:sp>
          <p:nvSpPr>
            <p:cNvPr id="1598" name="Shape 1598"/>
            <p:cNvSpPr/>
            <p:nvPr/>
          </p:nvSpPr>
          <p:spPr>
            <a:xfrm>
              <a:off x="-1" y="0"/>
              <a:ext cx="640652" cy="638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561" y="19775"/>
                  </a:moveTo>
                  <a:cubicBezTo>
                    <a:pt x="11256" y="19775"/>
                    <a:pt x="11104" y="19775"/>
                    <a:pt x="10800" y="19775"/>
                  </a:cubicBezTo>
                  <a:cubicBezTo>
                    <a:pt x="5780" y="19775"/>
                    <a:pt x="1825" y="15820"/>
                    <a:pt x="1825" y="10800"/>
                  </a:cubicBezTo>
                  <a:cubicBezTo>
                    <a:pt x="1825" y="5780"/>
                    <a:pt x="5780" y="1825"/>
                    <a:pt x="10800" y="1825"/>
                  </a:cubicBezTo>
                  <a:cubicBezTo>
                    <a:pt x="15668" y="1825"/>
                    <a:pt x="19775" y="5780"/>
                    <a:pt x="19775" y="10800"/>
                  </a:cubicBezTo>
                  <a:cubicBezTo>
                    <a:pt x="19775" y="11256"/>
                    <a:pt x="19623" y="11865"/>
                    <a:pt x="19623" y="12321"/>
                  </a:cubicBezTo>
                  <a:cubicBezTo>
                    <a:pt x="21296" y="12930"/>
                    <a:pt x="21296" y="12930"/>
                    <a:pt x="21296" y="12930"/>
                  </a:cubicBezTo>
                  <a:cubicBezTo>
                    <a:pt x="21448" y="12169"/>
                    <a:pt x="21600" y="11561"/>
                    <a:pt x="21600" y="10800"/>
                  </a:cubicBezTo>
                  <a:cubicBezTo>
                    <a:pt x="21600" y="4868"/>
                    <a:pt x="16732" y="0"/>
                    <a:pt x="10800" y="0"/>
                  </a:cubicBezTo>
                  <a:cubicBezTo>
                    <a:pt x="4868" y="0"/>
                    <a:pt x="0" y="4868"/>
                    <a:pt x="0" y="10800"/>
                  </a:cubicBezTo>
                  <a:cubicBezTo>
                    <a:pt x="0" y="16732"/>
                    <a:pt x="4868" y="21600"/>
                    <a:pt x="10800" y="21600"/>
                  </a:cubicBezTo>
                  <a:cubicBezTo>
                    <a:pt x="11256" y="21600"/>
                    <a:pt x="11713" y="21600"/>
                    <a:pt x="12169" y="21448"/>
                  </a:cubicBezTo>
                  <a:lnTo>
                    <a:pt x="11561" y="19775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99" name="Shape 1599"/>
            <p:cNvSpPr/>
            <p:nvPr/>
          </p:nvSpPr>
          <p:spPr>
            <a:xfrm>
              <a:off x="166718" y="176085"/>
              <a:ext cx="307213" cy="305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5082" y="21600"/>
                    <a:pt x="0" y="16518"/>
                    <a:pt x="0" y="10800"/>
                  </a:cubicBezTo>
                  <a:cubicBezTo>
                    <a:pt x="0" y="4765"/>
                    <a:pt x="5082" y="0"/>
                    <a:pt x="10800" y="0"/>
                  </a:cubicBezTo>
                  <a:cubicBezTo>
                    <a:pt x="16835" y="0"/>
                    <a:pt x="21600" y="4765"/>
                    <a:pt x="21600" y="10800"/>
                  </a:cubicBezTo>
                  <a:cubicBezTo>
                    <a:pt x="21600" y="16518"/>
                    <a:pt x="16835" y="21600"/>
                    <a:pt x="10800" y="21600"/>
                  </a:cubicBezTo>
                  <a:close/>
                  <a:moveTo>
                    <a:pt x="10800" y="3812"/>
                  </a:moveTo>
                  <a:cubicBezTo>
                    <a:pt x="6988" y="3812"/>
                    <a:pt x="3812" y="6988"/>
                    <a:pt x="3812" y="10800"/>
                  </a:cubicBezTo>
                  <a:cubicBezTo>
                    <a:pt x="3812" y="14612"/>
                    <a:pt x="6988" y="17788"/>
                    <a:pt x="10800" y="17788"/>
                  </a:cubicBezTo>
                  <a:cubicBezTo>
                    <a:pt x="14612" y="17788"/>
                    <a:pt x="17788" y="14612"/>
                    <a:pt x="17788" y="10800"/>
                  </a:cubicBezTo>
                  <a:cubicBezTo>
                    <a:pt x="17788" y="6988"/>
                    <a:pt x="14612" y="3812"/>
                    <a:pt x="10800" y="3812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00" name="Shape 1600"/>
            <p:cNvSpPr/>
            <p:nvPr/>
          </p:nvSpPr>
          <p:spPr>
            <a:xfrm>
              <a:off x="303466" y="320326"/>
              <a:ext cx="436467" cy="440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8751"/>
                  </a:moveTo>
                  <a:lnTo>
                    <a:pt x="12700" y="10111"/>
                  </a:lnTo>
                  <a:lnTo>
                    <a:pt x="19839" y="6802"/>
                  </a:lnTo>
                  <a:lnTo>
                    <a:pt x="0" y="0"/>
                  </a:lnTo>
                  <a:lnTo>
                    <a:pt x="6675" y="20037"/>
                  </a:lnTo>
                  <a:lnTo>
                    <a:pt x="10012" y="12960"/>
                  </a:lnTo>
                  <a:lnTo>
                    <a:pt x="18726" y="21600"/>
                  </a:lnTo>
                  <a:lnTo>
                    <a:pt x="21600" y="18751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602" name="Shape 1602"/>
          <p:cNvSpPr/>
          <p:nvPr/>
        </p:nvSpPr>
        <p:spPr>
          <a:xfrm>
            <a:off x="15100044" y="6588539"/>
            <a:ext cx="3789291" cy="1975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9137" y="0"/>
                </a:lnTo>
                <a:lnTo>
                  <a:pt x="9137" y="21600"/>
                </a:lnTo>
                <a:lnTo>
                  <a:pt x="21600" y="21600"/>
                </a:lnTo>
              </a:path>
            </a:pathLst>
          </a:custGeom>
          <a:ln w="50800">
            <a:solidFill>
              <a:srgbClr val="40C0C0"/>
            </a:solidFill>
            <a:miter/>
            <a:tailEnd type="triangle"/>
          </a:ln>
        </p:spPr>
        <p:txBody>
          <a:bodyPr tIns="91439" bIns="91439" anchor="ctr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3" name="Shape 1603"/>
          <p:cNvSpPr/>
          <p:nvPr/>
        </p:nvSpPr>
        <p:spPr>
          <a:xfrm flipH="1" rot="10800000">
            <a:off x="14942108" y="8563894"/>
            <a:ext cx="3476809" cy="23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921" y="0"/>
                </a:lnTo>
                <a:lnTo>
                  <a:pt x="10921" y="21600"/>
                </a:lnTo>
                <a:lnTo>
                  <a:pt x="21600" y="21600"/>
                </a:lnTo>
              </a:path>
            </a:pathLst>
          </a:custGeom>
          <a:ln w="50800">
            <a:solidFill>
              <a:srgbClr val="40C0C0"/>
            </a:solidFill>
            <a:miter/>
          </a:ln>
        </p:spPr>
        <p:txBody>
          <a:bodyPr tIns="91439" bIns="91439" anchor="ctr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4" name="Shape 1604"/>
          <p:cNvSpPr/>
          <p:nvPr/>
        </p:nvSpPr>
        <p:spPr>
          <a:xfrm>
            <a:off x="15263614" y="8563894"/>
            <a:ext cx="3223399" cy="1"/>
          </a:xfrm>
          <a:prstGeom prst="line">
            <a:avLst/>
          </a:prstGeom>
          <a:ln w="508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05" name="Shape 1605"/>
          <p:cNvSpPr/>
          <p:nvPr/>
        </p:nvSpPr>
        <p:spPr>
          <a:xfrm>
            <a:off x="19511869" y="8564439"/>
            <a:ext cx="2245191" cy="74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/>
          <a:p>
            <a:pPr lvl="0" defTabSz="914400">
              <a:defRPr sz="1800"/>
            </a:pPr>
            <a:r>
              <a: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rPr>
              <a:t>+ Ingresos</a:t>
            </a:r>
          </a:p>
        </p:txBody>
      </p:sp>
      <p:sp>
        <p:nvSpPr>
          <p:cNvPr id="1606" name="Shape 1606"/>
          <p:cNvSpPr/>
          <p:nvPr/>
        </p:nvSpPr>
        <p:spPr>
          <a:xfrm>
            <a:off x="19086464" y="9235979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  <a:tailEnd type="triangle"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610" name="Group 1610"/>
          <p:cNvGrpSpPr/>
          <p:nvPr/>
        </p:nvGrpSpPr>
        <p:grpSpPr>
          <a:xfrm>
            <a:off x="19512371" y="6737461"/>
            <a:ext cx="2244187" cy="1661583"/>
            <a:chOff x="0" y="0"/>
            <a:chExt cx="2244186" cy="1661582"/>
          </a:xfrm>
        </p:grpSpPr>
        <p:sp>
          <p:nvSpPr>
            <p:cNvPr id="1607" name="Shape 1607"/>
            <p:cNvSpPr/>
            <p:nvPr/>
          </p:nvSpPr>
          <p:spPr>
            <a:xfrm>
              <a:off x="159848" y="879166"/>
              <a:ext cx="624671" cy="62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49" y="0"/>
                    <a:pt x="0" y="4828"/>
                    <a:pt x="0" y="10786"/>
                  </a:cubicBezTo>
                  <a:cubicBezTo>
                    <a:pt x="0" y="16772"/>
                    <a:pt x="4849" y="21600"/>
                    <a:pt x="10800" y="21600"/>
                  </a:cubicBezTo>
                  <a:cubicBezTo>
                    <a:pt x="16751" y="21600"/>
                    <a:pt x="21600" y="16772"/>
                    <a:pt x="21600" y="10786"/>
                  </a:cubicBezTo>
                  <a:cubicBezTo>
                    <a:pt x="21600" y="4828"/>
                    <a:pt x="16751" y="0"/>
                    <a:pt x="10800" y="0"/>
                  </a:cubicBezTo>
                  <a:close/>
                  <a:moveTo>
                    <a:pt x="10800" y="19641"/>
                  </a:moveTo>
                  <a:cubicBezTo>
                    <a:pt x="5951" y="19641"/>
                    <a:pt x="1984" y="15669"/>
                    <a:pt x="1984" y="10786"/>
                  </a:cubicBezTo>
                  <a:cubicBezTo>
                    <a:pt x="1984" y="5931"/>
                    <a:pt x="5951" y="1959"/>
                    <a:pt x="10800" y="1959"/>
                  </a:cubicBezTo>
                  <a:cubicBezTo>
                    <a:pt x="15677" y="1959"/>
                    <a:pt x="19644" y="5931"/>
                    <a:pt x="19644" y="10786"/>
                  </a:cubicBezTo>
                  <a:cubicBezTo>
                    <a:pt x="19644" y="15669"/>
                    <a:pt x="15677" y="19641"/>
                    <a:pt x="10800" y="19641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08" name="Shape 1608"/>
            <p:cNvSpPr/>
            <p:nvPr/>
          </p:nvSpPr>
          <p:spPr>
            <a:xfrm>
              <a:off x="328109" y="988536"/>
              <a:ext cx="290252" cy="397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744" y="10238"/>
                  </a:moveTo>
                  <a:cubicBezTo>
                    <a:pt x="17970" y="9850"/>
                    <a:pt x="16483" y="9331"/>
                    <a:pt x="14281" y="8640"/>
                  </a:cubicBezTo>
                  <a:cubicBezTo>
                    <a:pt x="11663" y="7819"/>
                    <a:pt x="10116" y="7258"/>
                    <a:pt x="9580" y="6955"/>
                  </a:cubicBezTo>
                  <a:cubicBezTo>
                    <a:pt x="9045" y="6696"/>
                    <a:pt x="8807" y="6178"/>
                    <a:pt x="8807" y="5486"/>
                  </a:cubicBezTo>
                  <a:cubicBezTo>
                    <a:pt x="8807" y="5054"/>
                    <a:pt x="8926" y="4709"/>
                    <a:pt x="9164" y="4536"/>
                  </a:cubicBezTo>
                  <a:cubicBezTo>
                    <a:pt x="9461" y="4320"/>
                    <a:pt x="9878" y="4190"/>
                    <a:pt x="10354" y="4190"/>
                  </a:cubicBezTo>
                  <a:cubicBezTo>
                    <a:pt x="11008" y="4190"/>
                    <a:pt x="11484" y="4320"/>
                    <a:pt x="11663" y="4579"/>
                  </a:cubicBezTo>
                  <a:cubicBezTo>
                    <a:pt x="11841" y="4795"/>
                    <a:pt x="11960" y="5357"/>
                    <a:pt x="11960" y="6134"/>
                  </a:cubicBezTo>
                  <a:cubicBezTo>
                    <a:pt x="11960" y="6912"/>
                    <a:pt x="11960" y="6912"/>
                    <a:pt x="11960" y="6912"/>
                  </a:cubicBezTo>
                  <a:cubicBezTo>
                    <a:pt x="20588" y="6912"/>
                    <a:pt x="20588" y="6912"/>
                    <a:pt x="20588" y="6912"/>
                  </a:cubicBezTo>
                  <a:cubicBezTo>
                    <a:pt x="20648" y="6523"/>
                    <a:pt x="20648" y="6221"/>
                    <a:pt x="20648" y="6048"/>
                  </a:cubicBezTo>
                  <a:cubicBezTo>
                    <a:pt x="20648" y="4709"/>
                    <a:pt x="19993" y="3629"/>
                    <a:pt x="18684" y="2894"/>
                  </a:cubicBezTo>
                  <a:cubicBezTo>
                    <a:pt x="17375" y="2117"/>
                    <a:pt x="15352" y="1642"/>
                    <a:pt x="12734" y="1469"/>
                  </a:cubicBezTo>
                  <a:cubicBezTo>
                    <a:pt x="12734" y="0"/>
                    <a:pt x="12734" y="0"/>
                    <a:pt x="12734" y="0"/>
                  </a:cubicBezTo>
                  <a:cubicBezTo>
                    <a:pt x="8747" y="0"/>
                    <a:pt x="8747" y="0"/>
                    <a:pt x="8747" y="0"/>
                  </a:cubicBezTo>
                  <a:cubicBezTo>
                    <a:pt x="8747" y="1469"/>
                    <a:pt x="8747" y="1469"/>
                    <a:pt x="8747" y="1469"/>
                  </a:cubicBezTo>
                  <a:cubicBezTo>
                    <a:pt x="5831" y="1642"/>
                    <a:pt x="3630" y="2117"/>
                    <a:pt x="2142" y="2894"/>
                  </a:cubicBezTo>
                  <a:cubicBezTo>
                    <a:pt x="714" y="3672"/>
                    <a:pt x="0" y="4752"/>
                    <a:pt x="0" y="6091"/>
                  </a:cubicBezTo>
                  <a:cubicBezTo>
                    <a:pt x="0" y="7042"/>
                    <a:pt x="298" y="7862"/>
                    <a:pt x="1012" y="8597"/>
                  </a:cubicBezTo>
                  <a:cubicBezTo>
                    <a:pt x="1726" y="9374"/>
                    <a:pt x="2499" y="9936"/>
                    <a:pt x="3451" y="10325"/>
                  </a:cubicBezTo>
                  <a:cubicBezTo>
                    <a:pt x="4403" y="10757"/>
                    <a:pt x="6188" y="11405"/>
                    <a:pt x="8866" y="12269"/>
                  </a:cubicBezTo>
                  <a:cubicBezTo>
                    <a:pt x="10413" y="12787"/>
                    <a:pt x="11365" y="13262"/>
                    <a:pt x="11603" y="13694"/>
                  </a:cubicBezTo>
                  <a:cubicBezTo>
                    <a:pt x="11901" y="14126"/>
                    <a:pt x="12020" y="14861"/>
                    <a:pt x="12020" y="15898"/>
                  </a:cubicBezTo>
                  <a:cubicBezTo>
                    <a:pt x="12020" y="16286"/>
                    <a:pt x="11901" y="16589"/>
                    <a:pt x="11603" y="16805"/>
                  </a:cubicBezTo>
                  <a:cubicBezTo>
                    <a:pt x="11306" y="17021"/>
                    <a:pt x="10889" y="17107"/>
                    <a:pt x="10294" y="17107"/>
                  </a:cubicBezTo>
                  <a:cubicBezTo>
                    <a:pt x="9580" y="17107"/>
                    <a:pt x="9164" y="16978"/>
                    <a:pt x="8985" y="16675"/>
                  </a:cubicBezTo>
                  <a:cubicBezTo>
                    <a:pt x="8807" y="16373"/>
                    <a:pt x="8747" y="15595"/>
                    <a:pt x="8747" y="14386"/>
                  </a:cubicBezTo>
                  <a:cubicBezTo>
                    <a:pt x="8747" y="13262"/>
                    <a:pt x="8747" y="13262"/>
                    <a:pt x="8747" y="13262"/>
                  </a:cubicBezTo>
                  <a:cubicBezTo>
                    <a:pt x="119" y="13262"/>
                    <a:pt x="119" y="13262"/>
                    <a:pt x="119" y="13262"/>
                  </a:cubicBezTo>
                  <a:cubicBezTo>
                    <a:pt x="119" y="14170"/>
                    <a:pt x="119" y="14170"/>
                    <a:pt x="119" y="14170"/>
                  </a:cubicBezTo>
                  <a:cubicBezTo>
                    <a:pt x="119" y="16200"/>
                    <a:pt x="952" y="17626"/>
                    <a:pt x="2678" y="18403"/>
                  </a:cubicBezTo>
                  <a:cubicBezTo>
                    <a:pt x="4403" y="19224"/>
                    <a:pt x="6426" y="19699"/>
                    <a:pt x="8747" y="19829"/>
                  </a:cubicBezTo>
                  <a:cubicBezTo>
                    <a:pt x="8747" y="21600"/>
                    <a:pt x="8747" y="21600"/>
                    <a:pt x="8747" y="21600"/>
                  </a:cubicBezTo>
                  <a:cubicBezTo>
                    <a:pt x="12734" y="21600"/>
                    <a:pt x="12734" y="21600"/>
                    <a:pt x="12734" y="21600"/>
                  </a:cubicBezTo>
                  <a:cubicBezTo>
                    <a:pt x="12734" y="19872"/>
                    <a:pt x="12734" y="19872"/>
                    <a:pt x="12734" y="19872"/>
                  </a:cubicBezTo>
                  <a:cubicBezTo>
                    <a:pt x="15650" y="19656"/>
                    <a:pt x="17911" y="19094"/>
                    <a:pt x="19339" y="18187"/>
                  </a:cubicBezTo>
                  <a:cubicBezTo>
                    <a:pt x="20826" y="17237"/>
                    <a:pt x="21600" y="15984"/>
                    <a:pt x="21600" y="14342"/>
                  </a:cubicBezTo>
                  <a:cubicBezTo>
                    <a:pt x="21600" y="13349"/>
                    <a:pt x="21302" y="12485"/>
                    <a:pt x="20767" y="11837"/>
                  </a:cubicBezTo>
                  <a:cubicBezTo>
                    <a:pt x="20231" y="11146"/>
                    <a:pt x="19517" y="10627"/>
                    <a:pt x="18744" y="1023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09" name="Shape 1609"/>
            <p:cNvSpPr/>
            <p:nvPr/>
          </p:nvSpPr>
          <p:spPr>
            <a:xfrm>
              <a:off x="0" y="-1"/>
              <a:ext cx="2244187" cy="1661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7" y="9766"/>
                  </a:moveTo>
                  <a:cubicBezTo>
                    <a:pt x="20436" y="9766"/>
                    <a:pt x="20436" y="9766"/>
                    <a:pt x="20436" y="9766"/>
                  </a:cubicBezTo>
                  <a:cubicBezTo>
                    <a:pt x="20436" y="8266"/>
                    <a:pt x="20436" y="8266"/>
                    <a:pt x="20436" y="8266"/>
                  </a:cubicBezTo>
                  <a:cubicBezTo>
                    <a:pt x="20436" y="7252"/>
                    <a:pt x="20436" y="7252"/>
                    <a:pt x="20436" y="7252"/>
                  </a:cubicBezTo>
                  <a:cubicBezTo>
                    <a:pt x="19693" y="7252"/>
                    <a:pt x="19693" y="7252"/>
                    <a:pt x="19693" y="7252"/>
                  </a:cubicBezTo>
                  <a:cubicBezTo>
                    <a:pt x="11367" y="7252"/>
                    <a:pt x="11367" y="7252"/>
                    <a:pt x="11367" y="7252"/>
                  </a:cubicBezTo>
                  <a:cubicBezTo>
                    <a:pt x="11367" y="5907"/>
                    <a:pt x="11367" y="5907"/>
                    <a:pt x="11367" y="5907"/>
                  </a:cubicBezTo>
                  <a:cubicBezTo>
                    <a:pt x="11367" y="4903"/>
                    <a:pt x="11367" y="4903"/>
                    <a:pt x="11367" y="4903"/>
                  </a:cubicBezTo>
                  <a:cubicBezTo>
                    <a:pt x="10700" y="4903"/>
                    <a:pt x="10700" y="4903"/>
                    <a:pt x="10700" y="4903"/>
                  </a:cubicBezTo>
                  <a:cubicBezTo>
                    <a:pt x="10700" y="4459"/>
                    <a:pt x="10700" y="4459"/>
                    <a:pt x="10700" y="4459"/>
                  </a:cubicBezTo>
                  <a:cubicBezTo>
                    <a:pt x="11122" y="4459"/>
                    <a:pt x="11122" y="4459"/>
                    <a:pt x="11122" y="4459"/>
                  </a:cubicBezTo>
                  <a:cubicBezTo>
                    <a:pt x="11865" y="4459"/>
                    <a:pt x="11865" y="4459"/>
                    <a:pt x="11865" y="4459"/>
                  </a:cubicBezTo>
                  <a:cubicBezTo>
                    <a:pt x="11865" y="3455"/>
                    <a:pt x="11865" y="3455"/>
                    <a:pt x="11865" y="3455"/>
                  </a:cubicBezTo>
                  <a:cubicBezTo>
                    <a:pt x="11865" y="1003"/>
                    <a:pt x="11865" y="1003"/>
                    <a:pt x="11865" y="1003"/>
                  </a:cubicBezTo>
                  <a:cubicBezTo>
                    <a:pt x="11865" y="0"/>
                    <a:pt x="11865" y="0"/>
                    <a:pt x="11865" y="0"/>
                  </a:cubicBezTo>
                  <a:cubicBezTo>
                    <a:pt x="11122" y="0"/>
                    <a:pt x="11122" y="0"/>
                    <a:pt x="11122" y="0"/>
                  </a:cubicBezTo>
                  <a:cubicBezTo>
                    <a:pt x="3761" y="0"/>
                    <a:pt x="3761" y="0"/>
                    <a:pt x="3761" y="0"/>
                  </a:cubicBezTo>
                  <a:cubicBezTo>
                    <a:pt x="3010" y="0"/>
                    <a:pt x="3010" y="0"/>
                    <a:pt x="3010" y="0"/>
                  </a:cubicBezTo>
                  <a:cubicBezTo>
                    <a:pt x="3010" y="1003"/>
                    <a:pt x="3010" y="1003"/>
                    <a:pt x="3010" y="1003"/>
                  </a:cubicBezTo>
                  <a:cubicBezTo>
                    <a:pt x="3010" y="2452"/>
                    <a:pt x="3010" y="2452"/>
                    <a:pt x="3010" y="2452"/>
                  </a:cubicBezTo>
                  <a:cubicBezTo>
                    <a:pt x="2589" y="2452"/>
                    <a:pt x="2589" y="2452"/>
                    <a:pt x="2589" y="2452"/>
                  </a:cubicBezTo>
                  <a:cubicBezTo>
                    <a:pt x="1846" y="2452"/>
                    <a:pt x="1846" y="2452"/>
                    <a:pt x="1846" y="2452"/>
                  </a:cubicBezTo>
                  <a:cubicBezTo>
                    <a:pt x="1846" y="3455"/>
                    <a:pt x="1846" y="3455"/>
                    <a:pt x="1846" y="3455"/>
                  </a:cubicBezTo>
                  <a:cubicBezTo>
                    <a:pt x="1846" y="5907"/>
                    <a:pt x="1846" y="5907"/>
                    <a:pt x="1846" y="5907"/>
                  </a:cubicBezTo>
                  <a:cubicBezTo>
                    <a:pt x="1846" y="6910"/>
                    <a:pt x="1846" y="6910"/>
                    <a:pt x="1846" y="6910"/>
                  </a:cubicBezTo>
                  <a:cubicBezTo>
                    <a:pt x="2512" y="6910"/>
                    <a:pt x="2512" y="6910"/>
                    <a:pt x="2512" y="6910"/>
                  </a:cubicBezTo>
                  <a:cubicBezTo>
                    <a:pt x="2512" y="8359"/>
                    <a:pt x="2512" y="8359"/>
                    <a:pt x="2512" y="8359"/>
                  </a:cubicBezTo>
                  <a:cubicBezTo>
                    <a:pt x="2512" y="9362"/>
                    <a:pt x="2512" y="9362"/>
                    <a:pt x="2512" y="9362"/>
                  </a:cubicBezTo>
                  <a:cubicBezTo>
                    <a:pt x="3263" y="9362"/>
                    <a:pt x="3263" y="9362"/>
                    <a:pt x="3263" y="9362"/>
                  </a:cubicBezTo>
                  <a:cubicBezTo>
                    <a:pt x="3431" y="9362"/>
                    <a:pt x="3431" y="9362"/>
                    <a:pt x="3431" y="9362"/>
                  </a:cubicBezTo>
                  <a:cubicBezTo>
                    <a:pt x="3431" y="9528"/>
                    <a:pt x="3431" y="9528"/>
                    <a:pt x="3431" y="9528"/>
                  </a:cubicBezTo>
                  <a:cubicBezTo>
                    <a:pt x="2574" y="9817"/>
                    <a:pt x="1800" y="10438"/>
                    <a:pt x="1195" y="11338"/>
                  </a:cubicBezTo>
                  <a:cubicBezTo>
                    <a:pt x="421" y="12466"/>
                    <a:pt x="0" y="13934"/>
                    <a:pt x="0" y="15466"/>
                  </a:cubicBezTo>
                  <a:cubicBezTo>
                    <a:pt x="0" y="18848"/>
                    <a:pt x="2037" y="21600"/>
                    <a:pt x="4542" y="21600"/>
                  </a:cubicBezTo>
                  <a:cubicBezTo>
                    <a:pt x="11903" y="21600"/>
                    <a:pt x="11903" y="21600"/>
                    <a:pt x="11903" y="21600"/>
                  </a:cubicBezTo>
                  <a:cubicBezTo>
                    <a:pt x="12654" y="21600"/>
                    <a:pt x="12654" y="21600"/>
                    <a:pt x="12654" y="21600"/>
                  </a:cubicBezTo>
                  <a:cubicBezTo>
                    <a:pt x="12654" y="21590"/>
                    <a:pt x="12654" y="21590"/>
                    <a:pt x="12654" y="21590"/>
                  </a:cubicBezTo>
                  <a:cubicBezTo>
                    <a:pt x="12998" y="21590"/>
                    <a:pt x="12998" y="21590"/>
                    <a:pt x="12998" y="21590"/>
                  </a:cubicBezTo>
                  <a:cubicBezTo>
                    <a:pt x="20367" y="21590"/>
                    <a:pt x="20367" y="21590"/>
                    <a:pt x="20367" y="21590"/>
                  </a:cubicBezTo>
                  <a:cubicBezTo>
                    <a:pt x="21110" y="21590"/>
                    <a:pt x="21110" y="21590"/>
                    <a:pt x="21110" y="21590"/>
                  </a:cubicBezTo>
                  <a:cubicBezTo>
                    <a:pt x="21110" y="20586"/>
                    <a:pt x="21110" y="20586"/>
                    <a:pt x="21110" y="20586"/>
                  </a:cubicBezTo>
                  <a:cubicBezTo>
                    <a:pt x="21110" y="18134"/>
                    <a:pt x="21110" y="18134"/>
                    <a:pt x="21110" y="18134"/>
                  </a:cubicBezTo>
                  <a:cubicBezTo>
                    <a:pt x="21110" y="17121"/>
                    <a:pt x="21110" y="17121"/>
                    <a:pt x="21110" y="17121"/>
                  </a:cubicBezTo>
                  <a:cubicBezTo>
                    <a:pt x="20367" y="17121"/>
                    <a:pt x="20367" y="17121"/>
                    <a:pt x="20367" y="17121"/>
                  </a:cubicBezTo>
                  <a:cubicBezTo>
                    <a:pt x="19501" y="17121"/>
                    <a:pt x="19501" y="17121"/>
                    <a:pt x="19501" y="17121"/>
                  </a:cubicBezTo>
                  <a:cubicBezTo>
                    <a:pt x="19501" y="16686"/>
                    <a:pt x="19501" y="16686"/>
                    <a:pt x="19501" y="16686"/>
                  </a:cubicBezTo>
                  <a:cubicBezTo>
                    <a:pt x="19693" y="16686"/>
                    <a:pt x="19693" y="16686"/>
                    <a:pt x="19693" y="16686"/>
                  </a:cubicBezTo>
                  <a:cubicBezTo>
                    <a:pt x="20436" y="16686"/>
                    <a:pt x="20436" y="16686"/>
                    <a:pt x="20436" y="16686"/>
                  </a:cubicBezTo>
                  <a:cubicBezTo>
                    <a:pt x="20436" y="15683"/>
                    <a:pt x="20436" y="15683"/>
                    <a:pt x="20436" y="15683"/>
                  </a:cubicBezTo>
                  <a:cubicBezTo>
                    <a:pt x="20436" y="14234"/>
                    <a:pt x="20436" y="14234"/>
                    <a:pt x="20436" y="14234"/>
                  </a:cubicBezTo>
                  <a:cubicBezTo>
                    <a:pt x="20857" y="14234"/>
                    <a:pt x="20857" y="14234"/>
                    <a:pt x="20857" y="14234"/>
                  </a:cubicBezTo>
                  <a:cubicBezTo>
                    <a:pt x="21600" y="14234"/>
                    <a:pt x="21600" y="14234"/>
                    <a:pt x="21600" y="14234"/>
                  </a:cubicBezTo>
                  <a:cubicBezTo>
                    <a:pt x="21600" y="13231"/>
                    <a:pt x="21600" y="13231"/>
                    <a:pt x="21600" y="13231"/>
                  </a:cubicBezTo>
                  <a:cubicBezTo>
                    <a:pt x="21600" y="10779"/>
                    <a:pt x="21600" y="10779"/>
                    <a:pt x="21600" y="10779"/>
                  </a:cubicBezTo>
                  <a:cubicBezTo>
                    <a:pt x="21600" y="9766"/>
                    <a:pt x="21600" y="9766"/>
                    <a:pt x="21600" y="9766"/>
                  </a:cubicBezTo>
                  <a:lnTo>
                    <a:pt x="20857" y="9766"/>
                  </a:lnTo>
                  <a:close/>
                  <a:moveTo>
                    <a:pt x="12700" y="8772"/>
                  </a:moveTo>
                  <a:cubicBezTo>
                    <a:pt x="19317" y="8772"/>
                    <a:pt x="19317" y="8772"/>
                    <a:pt x="19317" y="8772"/>
                  </a:cubicBezTo>
                  <a:cubicBezTo>
                    <a:pt x="19317" y="10210"/>
                    <a:pt x="19317" y="10210"/>
                    <a:pt x="19317" y="10210"/>
                  </a:cubicBezTo>
                  <a:cubicBezTo>
                    <a:pt x="12700" y="10210"/>
                    <a:pt x="12700" y="10210"/>
                    <a:pt x="12700" y="10210"/>
                  </a:cubicBezTo>
                  <a:lnTo>
                    <a:pt x="12700" y="8772"/>
                  </a:lnTo>
                  <a:close/>
                  <a:moveTo>
                    <a:pt x="12592" y="11224"/>
                  </a:moveTo>
                  <a:cubicBezTo>
                    <a:pt x="13121" y="11224"/>
                    <a:pt x="13121" y="11224"/>
                    <a:pt x="13121" y="11224"/>
                  </a:cubicBezTo>
                  <a:cubicBezTo>
                    <a:pt x="13121" y="12724"/>
                    <a:pt x="13121" y="12724"/>
                    <a:pt x="13121" y="12724"/>
                  </a:cubicBezTo>
                  <a:cubicBezTo>
                    <a:pt x="12592" y="12724"/>
                    <a:pt x="12592" y="12724"/>
                    <a:pt x="12592" y="12724"/>
                  </a:cubicBezTo>
                  <a:lnTo>
                    <a:pt x="12592" y="11224"/>
                  </a:lnTo>
                  <a:close/>
                  <a:moveTo>
                    <a:pt x="19317" y="13728"/>
                  </a:moveTo>
                  <a:cubicBezTo>
                    <a:pt x="19317" y="15176"/>
                    <a:pt x="19317" y="15176"/>
                    <a:pt x="19317" y="15176"/>
                  </a:cubicBezTo>
                  <a:cubicBezTo>
                    <a:pt x="19126" y="15176"/>
                    <a:pt x="19126" y="15176"/>
                    <a:pt x="19126" y="15176"/>
                  </a:cubicBezTo>
                  <a:cubicBezTo>
                    <a:pt x="12700" y="15176"/>
                    <a:pt x="12700" y="15176"/>
                    <a:pt x="12700" y="15176"/>
                  </a:cubicBezTo>
                  <a:cubicBezTo>
                    <a:pt x="12700" y="13728"/>
                    <a:pt x="12700" y="13728"/>
                    <a:pt x="12700" y="13728"/>
                  </a:cubicBezTo>
                  <a:cubicBezTo>
                    <a:pt x="13121" y="13728"/>
                    <a:pt x="13121" y="13728"/>
                    <a:pt x="13121" y="13728"/>
                  </a:cubicBezTo>
                  <a:lnTo>
                    <a:pt x="19317" y="13728"/>
                  </a:lnTo>
                  <a:close/>
                  <a:moveTo>
                    <a:pt x="8678" y="16190"/>
                  </a:moveTo>
                  <a:cubicBezTo>
                    <a:pt x="10999" y="16190"/>
                    <a:pt x="10999" y="16190"/>
                    <a:pt x="10999" y="16190"/>
                  </a:cubicBezTo>
                  <a:cubicBezTo>
                    <a:pt x="11022" y="16190"/>
                    <a:pt x="11022" y="16190"/>
                    <a:pt x="11022" y="16190"/>
                  </a:cubicBezTo>
                  <a:cubicBezTo>
                    <a:pt x="11022" y="17638"/>
                    <a:pt x="11022" y="17638"/>
                    <a:pt x="11022" y="17638"/>
                  </a:cubicBezTo>
                  <a:cubicBezTo>
                    <a:pt x="8395" y="17638"/>
                    <a:pt x="8395" y="17638"/>
                    <a:pt x="8395" y="17638"/>
                  </a:cubicBezTo>
                  <a:cubicBezTo>
                    <a:pt x="8533" y="17183"/>
                    <a:pt x="8632" y="16697"/>
                    <a:pt x="8678" y="16190"/>
                  </a:cubicBezTo>
                  <a:close/>
                  <a:moveTo>
                    <a:pt x="8510" y="13748"/>
                  </a:moveTo>
                  <a:cubicBezTo>
                    <a:pt x="10249" y="13748"/>
                    <a:pt x="10249" y="13748"/>
                    <a:pt x="10249" y="13748"/>
                  </a:cubicBezTo>
                  <a:cubicBezTo>
                    <a:pt x="10249" y="15186"/>
                    <a:pt x="10249" y="15186"/>
                    <a:pt x="10249" y="15186"/>
                  </a:cubicBezTo>
                  <a:cubicBezTo>
                    <a:pt x="8709" y="15186"/>
                    <a:pt x="8709" y="15186"/>
                    <a:pt x="8709" y="15186"/>
                  </a:cubicBezTo>
                  <a:cubicBezTo>
                    <a:pt x="8686" y="14679"/>
                    <a:pt x="8625" y="14203"/>
                    <a:pt x="8510" y="13748"/>
                  </a:cubicBezTo>
                  <a:close/>
                  <a:moveTo>
                    <a:pt x="10999" y="15186"/>
                  </a:moveTo>
                  <a:cubicBezTo>
                    <a:pt x="10999" y="13748"/>
                    <a:pt x="10999" y="13748"/>
                    <a:pt x="10999" y="13748"/>
                  </a:cubicBezTo>
                  <a:cubicBezTo>
                    <a:pt x="11957" y="13748"/>
                    <a:pt x="11957" y="13748"/>
                    <a:pt x="11957" y="13748"/>
                  </a:cubicBezTo>
                  <a:cubicBezTo>
                    <a:pt x="11957" y="15176"/>
                    <a:pt x="11957" y="15176"/>
                    <a:pt x="11957" y="15176"/>
                  </a:cubicBezTo>
                  <a:cubicBezTo>
                    <a:pt x="11022" y="15176"/>
                    <a:pt x="11022" y="15176"/>
                    <a:pt x="11022" y="15176"/>
                  </a:cubicBezTo>
                  <a:cubicBezTo>
                    <a:pt x="11022" y="15186"/>
                    <a:pt x="11022" y="15186"/>
                    <a:pt x="11022" y="15186"/>
                  </a:cubicBezTo>
                  <a:lnTo>
                    <a:pt x="10999" y="15186"/>
                  </a:lnTo>
                  <a:close/>
                  <a:moveTo>
                    <a:pt x="11842" y="11317"/>
                  </a:moveTo>
                  <a:cubicBezTo>
                    <a:pt x="11842" y="12734"/>
                    <a:pt x="11842" y="12734"/>
                    <a:pt x="11842" y="12734"/>
                  </a:cubicBezTo>
                  <a:cubicBezTo>
                    <a:pt x="8188" y="12734"/>
                    <a:pt x="8188" y="12734"/>
                    <a:pt x="8188" y="12734"/>
                  </a:cubicBezTo>
                  <a:cubicBezTo>
                    <a:pt x="7966" y="12207"/>
                    <a:pt x="7683" y="11721"/>
                    <a:pt x="7353" y="11317"/>
                  </a:cubicBezTo>
                  <a:lnTo>
                    <a:pt x="11842" y="11317"/>
                  </a:lnTo>
                  <a:close/>
                  <a:moveTo>
                    <a:pt x="10999" y="8866"/>
                  </a:moveTo>
                  <a:cubicBezTo>
                    <a:pt x="11168" y="8866"/>
                    <a:pt x="11168" y="8866"/>
                    <a:pt x="11168" y="8866"/>
                  </a:cubicBezTo>
                  <a:cubicBezTo>
                    <a:pt x="11168" y="10303"/>
                    <a:pt x="11168" y="10303"/>
                    <a:pt x="11168" y="10303"/>
                  </a:cubicBezTo>
                  <a:cubicBezTo>
                    <a:pt x="6204" y="10303"/>
                    <a:pt x="6204" y="10303"/>
                    <a:pt x="6204" y="10303"/>
                  </a:cubicBezTo>
                  <a:cubicBezTo>
                    <a:pt x="5699" y="10003"/>
                    <a:pt x="5140" y="9838"/>
                    <a:pt x="4550" y="9838"/>
                  </a:cubicBezTo>
                  <a:cubicBezTo>
                    <a:pt x="4550" y="8866"/>
                    <a:pt x="4550" y="8866"/>
                    <a:pt x="4550" y="8866"/>
                  </a:cubicBezTo>
                  <a:lnTo>
                    <a:pt x="10999" y="8866"/>
                  </a:lnTo>
                  <a:close/>
                  <a:moveTo>
                    <a:pt x="3807" y="7852"/>
                  </a:moveTo>
                  <a:cubicBezTo>
                    <a:pt x="3631" y="7852"/>
                    <a:pt x="3631" y="7852"/>
                    <a:pt x="3631" y="7852"/>
                  </a:cubicBezTo>
                  <a:cubicBezTo>
                    <a:pt x="3631" y="6414"/>
                    <a:pt x="3631" y="6414"/>
                    <a:pt x="3631" y="6414"/>
                  </a:cubicBezTo>
                  <a:cubicBezTo>
                    <a:pt x="10249" y="6414"/>
                    <a:pt x="10249" y="6414"/>
                    <a:pt x="10249" y="6414"/>
                  </a:cubicBezTo>
                  <a:cubicBezTo>
                    <a:pt x="10249" y="7852"/>
                    <a:pt x="10249" y="7852"/>
                    <a:pt x="10249" y="7852"/>
                  </a:cubicBezTo>
                  <a:lnTo>
                    <a:pt x="3807" y="7852"/>
                  </a:lnTo>
                  <a:close/>
                  <a:moveTo>
                    <a:pt x="4129" y="1510"/>
                  </a:moveTo>
                  <a:cubicBezTo>
                    <a:pt x="10746" y="1510"/>
                    <a:pt x="10746" y="1510"/>
                    <a:pt x="10746" y="1510"/>
                  </a:cubicBezTo>
                  <a:cubicBezTo>
                    <a:pt x="10746" y="2948"/>
                    <a:pt x="10746" y="2948"/>
                    <a:pt x="10746" y="2948"/>
                  </a:cubicBezTo>
                  <a:cubicBezTo>
                    <a:pt x="10325" y="2948"/>
                    <a:pt x="10325" y="2948"/>
                    <a:pt x="10325" y="2948"/>
                  </a:cubicBezTo>
                  <a:cubicBezTo>
                    <a:pt x="4129" y="2948"/>
                    <a:pt x="4129" y="2948"/>
                    <a:pt x="4129" y="2948"/>
                  </a:cubicBezTo>
                  <a:lnTo>
                    <a:pt x="4129" y="1510"/>
                  </a:lnTo>
                  <a:close/>
                  <a:moveTo>
                    <a:pt x="2964" y="5400"/>
                  </a:moveTo>
                  <a:cubicBezTo>
                    <a:pt x="2964" y="3962"/>
                    <a:pt x="2964" y="3962"/>
                    <a:pt x="2964" y="3962"/>
                  </a:cubicBezTo>
                  <a:cubicBezTo>
                    <a:pt x="3386" y="3962"/>
                    <a:pt x="3386" y="3962"/>
                    <a:pt x="3386" y="3962"/>
                  </a:cubicBezTo>
                  <a:cubicBezTo>
                    <a:pt x="9582" y="3962"/>
                    <a:pt x="9582" y="3962"/>
                    <a:pt x="9582" y="3962"/>
                  </a:cubicBezTo>
                  <a:cubicBezTo>
                    <a:pt x="9582" y="5400"/>
                    <a:pt x="9582" y="5400"/>
                    <a:pt x="9582" y="5400"/>
                  </a:cubicBezTo>
                  <a:lnTo>
                    <a:pt x="2964" y="5400"/>
                  </a:lnTo>
                  <a:close/>
                  <a:moveTo>
                    <a:pt x="1118" y="15466"/>
                  </a:moveTo>
                  <a:cubicBezTo>
                    <a:pt x="1118" y="12921"/>
                    <a:pt x="2658" y="10852"/>
                    <a:pt x="4542" y="10852"/>
                  </a:cubicBezTo>
                  <a:cubicBezTo>
                    <a:pt x="6434" y="10852"/>
                    <a:pt x="7966" y="12921"/>
                    <a:pt x="7966" y="15466"/>
                  </a:cubicBezTo>
                  <a:cubicBezTo>
                    <a:pt x="7966" y="18021"/>
                    <a:pt x="6434" y="20090"/>
                    <a:pt x="4542" y="20090"/>
                  </a:cubicBezTo>
                  <a:cubicBezTo>
                    <a:pt x="2658" y="20090"/>
                    <a:pt x="1118" y="18021"/>
                    <a:pt x="1118" y="15466"/>
                  </a:cubicBezTo>
                  <a:close/>
                  <a:moveTo>
                    <a:pt x="11535" y="20090"/>
                  </a:moveTo>
                  <a:cubicBezTo>
                    <a:pt x="6924" y="20090"/>
                    <a:pt x="6924" y="20090"/>
                    <a:pt x="6924" y="20090"/>
                  </a:cubicBezTo>
                  <a:cubicBezTo>
                    <a:pt x="7338" y="19707"/>
                    <a:pt x="7698" y="19210"/>
                    <a:pt x="7981" y="18652"/>
                  </a:cubicBezTo>
                  <a:cubicBezTo>
                    <a:pt x="11535" y="18652"/>
                    <a:pt x="11535" y="18652"/>
                    <a:pt x="11535" y="18652"/>
                  </a:cubicBezTo>
                  <a:lnTo>
                    <a:pt x="11535" y="20090"/>
                  </a:lnTo>
                  <a:close/>
                  <a:moveTo>
                    <a:pt x="12631" y="17628"/>
                  </a:moveTo>
                  <a:cubicBezTo>
                    <a:pt x="11765" y="17628"/>
                    <a:pt x="11765" y="17628"/>
                    <a:pt x="11765" y="17628"/>
                  </a:cubicBezTo>
                  <a:cubicBezTo>
                    <a:pt x="11765" y="16179"/>
                    <a:pt x="11765" y="16179"/>
                    <a:pt x="11765" y="16179"/>
                  </a:cubicBezTo>
                  <a:cubicBezTo>
                    <a:pt x="11957" y="16179"/>
                    <a:pt x="11957" y="16179"/>
                    <a:pt x="11957" y="16179"/>
                  </a:cubicBezTo>
                  <a:cubicBezTo>
                    <a:pt x="18383" y="16179"/>
                    <a:pt x="18383" y="16179"/>
                    <a:pt x="18383" y="16179"/>
                  </a:cubicBezTo>
                  <a:cubicBezTo>
                    <a:pt x="18383" y="17628"/>
                    <a:pt x="18383" y="17628"/>
                    <a:pt x="18383" y="17628"/>
                  </a:cubicBezTo>
                  <a:lnTo>
                    <a:pt x="12631" y="17628"/>
                  </a:lnTo>
                  <a:close/>
                  <a:moveTo>
                    <a:pt x="19991" y="18631"/>
                  </a:moveTo>
                  <a:cubicBezTo>
                    <a:pt x="19991" y="20079"/>
                    <a:pt x="19991" y="20079"/>
                    <a:pt x="19991" y="20079"/>
                  </a:cubicBezTo>
                  <a:cubicBezTo>
                    <a:pt x="13374" y="20079"/>
                    <a:pt x="13374" y="20079"/>
                    <a:pt x="13374" y="20079"/>
                  </a:cubicBezTo>
                  <a:cubicBezTo>
                    <a:pt x="13374" y="18631"/>
                    <a:pt x="13374" y="18631"/>
                    <a:pt x="13374" y="18631"/>
                  </a:cubicBezTo>
                  <a:cubicBezTo>
                    <a:pt x="19126" y="18631"/>
                    <a:pt x="19126" y="18631"/>
                    <a:pt x="19126" y="18631"/>
                  </a:cubicBezTo>
                  <a:lnTo>
                    <a:pt x="19991" y="18631"/>
                  </a:lnTo>
                  <a:close/>
                  <a:moveTo>
                    <a:pt x="20482" y="12724"/>
                  </a:moveTo>
                  <a:cubicBezTo>
                    <a:pt x="20060" y="12724"/>
                    <a:pt x="20060" y="12724"/>
                    <a:pt x="20060" y="12724"/>
                  </a:cubicBezTo>
                  <a:cubicBezTo>
                    <a:pt x="13864" y="12724"/>
                    <a:pt x="13864" y="12724"/>
                    <a:pt x="13864" y="12724"/>
                  </a:cubicBezTo>
                  <a:cubicBezTo>
                    <a:pt x="13864" y="11276"/>
                    <a:pt x="13864" y="11276"/>
                    <a:pt x="13864" y="11276"/>
                  </a:cubicBezTo>
                  <a:cubicBezTo>
                    <a:pt x="20482" y="11276"/>
                    <a:pt x="20482" y="11276"/>
                    <a:pt x="20482" y="11276"/>
                  </a:cubicBezTo>
                  <a:lnTo>
                    <a:pt x="20482" y="12724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6"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0"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2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24" dur="500"/>
                                        <p:tgtEl>
                                          <p:spTgt spid="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8"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2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2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2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6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nodeType="afterEffect" presetClass="entr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nodeType="afterEffect" presetClass="entr" presetSubtype="2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4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nodeType="afterEffect" presetClass="entr" presetSubtype="2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8" dur="5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nodeType="afterEffect" presetClass="entr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nodeType="afterEffect" presetClass="entr" presetSubtype="32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nodeType="afterEffect" presetClass="entr" presetSubtype="32" presetID="23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nodeType="afterEffect" presetClass="entr" presetSubtype="32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000"/>
                            </p:stCondLst>
                            <p:childTnLst>
                              <p:par>
                                <p:cTn id="81" nodeType="afterEffect" presetClass="entr" presetSubtype="0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5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500"/>
                            </p:stCondLst>
                            <p:childTnLst>
                              <p:par>
                                <p:cTn id="85" nodeType="afterEffect" presetClass="entr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5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0"/>
                            </p:stCondLst>
                            <p:childTnLst>
                              <p:par>
                                <p:cTn id="89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500"/>
                                        <p:tgtEl>
                                          <p:spTgt spid="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nodeType="afterEffect" presetClass="entr" presetSubtype="0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500"/>
                                        <p:tgtEl>
                                          <p:spTgt spid="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000"/>
                            </p:stCondLst>
                            <p:childTnLst>
                              <p:par>
                                <p:cTn id="97" nodeType="afterEffect" presetClass="entr" presetSubtype="0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500"/>
                                        <p:tgtEl>
                                          <p:spTgt spid="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1" nodeType="afterEffect" presetClass="entr" presetSubtype="0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500"/>
                                        <p:tgtEl>
                                          <p:spTgt spid="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5" nodeType="afterEffect" presetClass="entr" presetSubtype="8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7" dur="500"/>
                                        <p:tgtEl>
                                          <p:spTgt spid="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9" nodeType="afterEffect" presetClass="entr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1" dur="500"/>
                                        <p:tgtEl>
                                          <p:spTgt spid="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3" nodeType="afterEffect" presetClass="entr" presetSubtype="8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5" dur="5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7" nodeType="afterEffect" presetClass="entr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9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1" nodeType="afterEffect" presetClass="entr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3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5" nodeType="afterEffect" presetClass="entr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7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9" nodeType="afterEffect" presetClass="entr" presetSubtype="1" presetID="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4" nodeType="afterEffect" presetClass="entr" presetSubtype="8" presetID="2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6"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8" nodeType="afterEffect" presetClass="entr" presetSubtype="0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0"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71" grpId="2"/>
      <p:bldP build="whole" bldLvl="1" animBg="1" rev="0" advAuto="0" spid="1562" grpId="1"/>
      <p:bldP build="whole" bldLvl="1" animBg="1" rev="0" advAuto="0" spid="1588" grpId="23"/>
      <p:bldP build="whole" bldLvl="1" animBg="1" rev="0" advAuto="0" spid="1591" grpId="14"/>
      <p:bldP build="whole" bldLvl="1" animBg="1" rev="0" advAuto="0" spid="1577" grpId="7"/>
      <p:bldP build="whole" bldLvl="1" animBg="1" rev="0" advAuto="0" spid="1580" grpId="8"/>
      <p:bldP build="whole" bldLvl="1" animBg="1" rev="0" advAuto="0" spid="1603" grpId="30"/>
      <p:bldP build="whole" bldLvl="1" animBg="1" rev="0" advAuto="0" spid="1572" grpId="12"/>
      <p:bldP build="whole" bldLvl="1" animBg="1" rev="0" advAuto="0" spid="1582" grpId="19"/>
      <p:bldP build="whole" bldLvl="1" animBg="1" rev="0" advAuto="0" spid="1604" grpId="29"/>
      <p:bldP build="whole" bldLvl="1" animBg="1" rev="0" advAuto="0" spid="1597" grpId="17"/>
      <p:bldP build="whole" bldLvl="1" animBg="1" rev="0" advAuto="0" spid="1573" grpId="9"/>
      <p:bldP build="whole" bldLvl="1" animBg="1" rev="0" advAuto="0" spid="1585" grpId="21"/>
      <p:bldP build="whole" bldLvl="1" animBg="1" rev="0" advAuto="0" spid="1583" grpId="20"/>
      <p:bldP build="whole" bldLvl="1" animBg="1" rev="0" advAuto="0" spid="1610" grpId="31"/>
      <p:bldP build="whole" bldLvl="1" animBg="1" rev="0" advAuto="0" spid="1587" grpId="26"/>
      <p:bldP build="whole" bldLvl="1" animBg="1" rev="0" advAuto="0" spid="1601" grpId="18"/>
      <p:bldP build="whole" bldLvl="1" animBg="1" rev="0" advAuto="0" spid="1593" grpId="15"/>
      <p:bldP build="whole" bldLvl="1" animBg="1" rev="0" advAuto="0" spid="1606" grpId="33"/>
      <p:bldP build="whole" bldLvl="1" animBg="1" rev="0" advAuto="0" spid="1589" grpId="24"/>
      <p:bldP build="whole" bldLvl="1" animBg="1" rev="0" advAuto="0" spid="1575" grpId="3"/>
      <p:bldP build="whole" bldLvl="1" animBg="1" rev="0" advAuto="0" spid="1584" grpId="25"/>
      <p:bldP build="whole" bldLvl="1" animBg="1" rev="0" advAuto="0" spid="1576" grpId="4"/>
      <p:bldP build="whole" bldLvl="1" animBg="1" rev="0" advAuto="0" spid="1579" grpId="5"/>
      <p:bldP build="whole" bldLvl="1" animBg="1" rev="0" advAuto="0" spid="1578" grpId="10"/>
      <p:bldP build="whole" bldLvl="1" animBg="1" rev="0" advAuto="0" spid="1602" grpId="28"/>
      <p:bldP build="whole" bldLvl="1" animBg="1" rev="0" advAuto="0" spid="1581" grpId="11"/>
      <p:bldP build="whole" bldLvl="1" animBg="1" rev="0" advAuto="0" spid="1574" grpId="6"/>
      <p:bldP build="whole" bldLvl="1" animBg="1" rev="0" advAuto="0" spid="1586" grpId="22"/>
      <p:bldP build="whole" bldLvl="1" animBg="1" rev="0" advAuto="0" spid="1594" grpId="16"/>
      <p:bldP build="whole" bldLvl="1" animBg="1" rev="0" advAuto="0" spid="1592" grpId="13"/>
      <p:bldP build="whole" bldLvl="1" animBg="1" rev="0" advAuto="0" spid="1590" grpId="27"/>
      <p:bldP build="whole" bldLvl="1" animBg="1" rev="0" advAuto="0" spid="1605" grpId="3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40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Shape 1612"/>
          <p:cNvSpPr/>
          <p:nvPr/>
        </p:nvSpPr>
        <p:spPr>
          <a:xfrm>
            <a:off x="6841945" y="5573097"/>
            <a:ext cx="10729469" cy="126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7200">
                <a:solidFill>
                  <a:srgbClr val="FFFFFF"/>
                </a:solidFill>
              </a:rPr>
              <a:t>Recursos y presupuesto</a:t>
            </a:r>
          </a:p>
        </p:txBody>
      </p:sp>
      <p:sp>
        <p:nvSpPr>
          <p:cNvPr id="1613" name="Shape 1613"/>
          <p:cNvSpPr/>
          <p:nvPr/>
        </p:nvSpPr>
        <p:spPr>
          <a:xfrm>
            <a:off x="6086680" y="6994514"/>
            <a:ext cx="12240001" cy="1"/>
          </a:xfrm>
          <a:prstGeom prst="line">
            <a:avLst/>
          </a:prstGeom>
          <a:ln w="762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816" name="Group 1816"/>
          <p:cNvGrpSpPr/>
          <p:nvPr/>
        </p:nvGrpSpPr>
        <p:grpSpPr>
          <a:xfrm>
            <a:off x="-3169185" y="-9741485"/>
            <a:ext cx="31956311" cy="32180406"/>
            <a:chOff x="0" y="0"/>
            <a:chExt cx="31956309" cy="32180404"/>
          </a:xfrm>
        </p:grpSpPr>
        <p:grpSp>
          <p:nvGrpSpPr>
            <p:cNvPr id="1814" name="Group 1814"/>
            <p:cNvGrpSpPr/>
            <p:nvPr/>
          </p:nvGrpSpPr>
          <p:grpSpPr>
            <a:xfrm>
              <a:off x="0" y="0"/>
              <a:ext cx="31956311" cy="32180404"/>
              <a:chOff x="0" y="0"/>
              <a:chExt cx="31956310" cy="32180403"/>
            </a:xfrm>
          </p:grpSpPr>
          <p:sp>
            <p:nvSpPr>
              <p:cNvPr id="1614" name="Shape 1614"/>
              <p:cNvSpPr/>
              <p:nvPr/>
            </p:nvSpPr>
            <p:spPr>
              <a:xfrm rot="14400000">
                <a:off x="11178826" y="6743365"/>
                <a:ext cx="1995782" cy="634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350"/>
                    </a:lnTo>
                    <a:lnTo>
                      <a:pt x="21600" y="0"/>
                    </a:lnTo>
                    <a:lnTo>
                      <a:pt x="21600" y="375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15" name="Shape 1615"/>
              <p:cNvSpPr/>
              <p:nvPr/>
            </p:nvSpPr>
            <p:spPr>
              <a:xfrm rot="14400000">
                <a:off x="11283979" y="6244660"/>
                <a:ext cx="267356" cy="264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65" h="19238" fill="norm" stroke="1" extrusionOk="0">
                    <a:moveTo>
                      <a:pt x="17984" y="5807"/>
                    </a:moveTo>
                    <a:cubicBezTo>
                      <a:pt x="20453" y="10254"/>
                      <a:pt x="17984" y="15972"/>
                      <a:pt x="13664" y="18513"/>
                    </a:cubicBezTo>
                    <a:cubicBezTo>
                      <a:pt x="8727" y="20419"/>
                      <a:pt x="3173" y="18513"/>
                      <a:pt x="704" y="13431"/>
                    </a:cubicBezTo>
                    <a:cubicBezTo>
                      <a:pt x="-1147" y="8984"/>
                      <a:pt x="704" y="3266"/>
                      <a:pt x="5642" y="725"/>
                    </a:cubicBezTo>
                    <a:cubicBezTo>
                      <a:pt x="10579" y="-1181"/>
                      <a:pt x="16133" y="725"/>
                      <a:pt x="17984" y="580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16" name="Shape 1616"/>
              <p:cNvSpPr/>
              <p:nvPr/>
            </p:nvSpPr>
            <p:spPr>
              <a:xfrm rot="14400000">
                <a:off x="23490031" y="16107649"/>
                <a:ext cx="8206916" cy="50224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68"/>
                    </a:lnTo>
                    <a:lnTo>
                      <a:pt x="21581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17" name="Shape 1617"/>
              <p:cNvSpPr/>
              <p:nvPr/>
            </p:nvSpPr>
            <p:spPr>
              <a:xfrm rot="14400000">
                <a:off x="26280715" y="17615366"/>
                <a:ext cx="4703294" cy="455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48"/>
                    </a:lnTo>
                    <a:lnTo>
                      <a:pt x="21566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18" name="Shape 1618"/>
              <p:cNvSpPr/>
              <p:nvPr/>
            </p:nvSpPr>
            <p:spPr>
              <a:xfrm rot="14400000">
                <a:off x="26125068" y="17411926"/>
                <a:ext cx="3004679" cy="81445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581"/>
                    </a:lnTo>
                    <a:lnTo>
                      <a:pt x="21521" y="0"/>
                    </a:lnTo>
                    <a:lnTo>
                      <a:pt x="21600" y="0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19" name="Shape 1619"/>
              <p:cNvSpPr/>
              <p:nvPr/>
            </p:nvSpPr>
            <p:spPr>
              <a:xfrm rot="14400000">
                <a:off x="24288607" y="16351645"/>
                <a:ext cx="2744200" cy="12836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7" y="21600"/>
                    </a:moveTo>
                    <a:lnTo>
                      <a:pt x="0" y="21600"/>
                    </a:lnTo>
                    <a:lnTo>
                      <a:pt x="21513" y="0"/>
                    </a:lnTo>
                    <a:lnTo>
                      <a:pt x="21600" y="0"/>
                    </a:lnTo>
                    <a:lnTo>
                      <a:pt x="8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0" name="Shape 1620"/>
              <p:cNvSpPr/>
              <p:nvPr/>
            </p:nvSpPr>
            <p:spPr>
              <a:xfrm rot="14400000">
                <a:off x="24775117" y="16746109"/>
                <a:ext cx="4651931" cy="8122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71"/>
                    </a:lnTo>
                    <a:lnTo>
                      <a:pt x="21566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1" name="Shape 1621"/>
              <p:cNvSpPr/>
              <p:nvPr/>
            </p:nvSpPr>
            <p:spPr>
              <a:xfrm rot="14400000">
                <a:off x="23071948" y="15762783"/>
                <a:ext cx="9839494" cy="3070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23"/>
                    </a:lnTo>
                    <a:lnTo>
                      <a:pt x="21584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2" name="Shape 1622"/>
              <p:cNvSpPr/>
              <p:nvPr/>
            </p:nvSpPr>
            <p:spPr>
              <a:xfrm rot="14400000">
                <a:off x="31643277" y="20657272"/>
                <a:ext cx="264607" cy="264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3" h="19973" fill="norm" stroke="1" extrusionOk="0">
                    <a:moveTo>
                      <a:pt x="11864" y="254"/>
                    </a:moveTo>
                    <a:cubicBezTo>
                      <a:pt x="17101" y="909"/>
                      <a:pt x="21028" y="6145"/>
                      <a:pt x="19719" y="12036"/>
                    </a:cubicBezTo>
                    <a:cubicBezTo>
                      <a:pt x="18410" y="17272"/>
                      <a:pt x="13173" y="20545"/>
                      <a:pt x="7937" y="19890"/>
                    </a:cubicBezTo>
                    <a:cubicBezTo>
                      <a:pt x="2701" y="18581"/>
                      <a:pt x="-572" y="13345"/>
                      <a:pt x="83" y="8109"/>
                    </a:cubicBezTo>
                    <a:cubicBezTo>
                      <a:pt x="1392" y="2872"/>
                      <a:pt x="6628" y="-1055"/>
                      <a:pt x="11864" y="25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3" name="Shape 1623"/>
              <p:cNvSpPr/>
              <p:nvPr/>
            </p:nvSpPr>
            <p:spPr>
              <a:xfrm rot="14400000">
                <a:off x="17449443" y="26476740"/>
                <a:ext cx="2300285" cy="1650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5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4" name="Shape 1624"/>
              <p:cNvSpPr/>
              <p:nvPr/>
            </p:nvSpPr>
            <p:spPr>
              <a:xfrm rot="14400000">
                <a:off x="17146646" y="28257850"/>
                <a:ext cx="535633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04" y="21600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21600" y="21600"/>
                    </a:lnTo>
                    <a:lnTo>
                      <a:pt x="213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5" name="Shape 1625"/>
              <p:cNvSpPr/>
              <p:nvPr/>
            </p:nvSpPr>
            <p:spPr>
              <a:xfrm rot="14400000">
                <a:off x="18328609" y="28572615"/>
                <a:ext cx="262333" cy="2704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60" fill="norm" stroke="1" extrusionOk="0">
                    <a:moveTo>
                      <a:pt x="6912" y="321"/>
                    </a:moveTo>
                    <a:cubicBezTo>
                      <a:pt x="11994" y="-950"/>
                      <a:pt x="17077" y="1591"/>
                      <a:pt x="18982" y="7309"/>
                    </a:cubicBezTo>
                    <a:cubicBezTo>
                      <a:pt x="20253" y="12391"/>
                      <a:pt x="17712" y="17474"/>
                      <a:pt x="12629" y="19379"/>
                    </a:cubicBezTo>
                    <a:cubicBezTo>
                      <a:pt x="7547" y="20650"/>
                      <a:pt x="1829" y="17474"/>
                      <a:pt x="559" y="12391"/>
                    </a:cubicBezTo>
                    <a:cubicBezTo>
                      <a:pt x="-1347" y="7309"/>
                      <a:pt x="1829" y="2226"/>
                      <a:pt x="6912" y="32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6" name="Shape 1626"/>
              <p:cNvSpPr/>
              <p:nvPr/>
            </p:nvSpPr>
            <p:spPr>
              <a:xfrm rot="14400000">
                <a:off x="16216523" y="30351449"/>
                <a:ext cx="262333" cy="265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306" fill="norm" stroke="1" extrusionOk="0">
                    <a:moveTo>
                      <a:pt x="6677" y="324"/>
                    </a:moveTo>
                    <a:cubicBezTo>
                      <a:pt x="11759" y="-947"/>
                      <a:pt x="17477" y="1594"/>
                      <a:pt x="18747" y="6677"/>
                    </a:cubicBezTo>
                    <a:cubicBezTo>
                      <a:pt x="20653" y="11759"/>
                      <a:pt x="17477" y="17477"/>
                      <a:pt x="12394" y="18747"/>
                    </a:cubicBezTo>
                    <a:cubicBezTo>
                      <a:pt x="7312" y="20653"/>
                      <a:pt x="2229" y="17477"/>
                      <a:pt x="324" y="12394"/>
                    </a:cubicBezTo>
                    <a:cubicBezTo>
                      <a:pt x="-947" y="7312"/>
                      <a:pt x="1594" y="1594"/>
                      <a:pt x="6677" y="32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7" name="Shape 1627"/>
              <p:cNvSpPr/>
              <p:nvPr/>
            </p:nvSpPr>
            <p:spPr>
              <a:xfrm rot="14400000">
                <a:off x="8712800" y="23888895"/>
                <a:ext cx="539302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59" y="21600"/>
                    </a:moveTo>
                    <a:lnTo>
                      <a:pt x="0" y="0"/>
                    </a:lnTo>
                    <a:lnTo>
                      <a:pt x="441" y="0"/>
                    </a:lnTo>
                    <a:lnTo>
                      <a:pt x="21600" y="21600"/>
                    </a:lnTo>
                    <a:lnTo>
                      <a:pt x="2115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8" name="Shape 1628"/>
              <p:cNvSpPr/>
              <p:nvPr/>
            </p:nvSpPr>
            <p:spPr>
              <a:xfrm rot="14400000">
                <a:off x="7783684" y="25981578"/>
                <a:ext cx="265612" cy="266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19" fill="norm" stroke="1" extrusionOk="0">
                    <a:moveTo>
                      <a:pt x="6677" y="281"/>
                    </a:moveTo>
                    <a:cubicBezTo>
                      <a:pt x="11759" y="-990"/>
                      <a:pt x="17477" y="2186"/>
                      <a:pt x="18747" y="7269"/>
                    </a:cubicBezTo>
                    <a:cubicBezTo>
                      <a:pt x="20653" y="12351"/>
                      <a:pt x="17477" y="17434"/>
                      <a:pt x="12394" y="19339"/>
                    </a:cubicBezTo>
                    <a:cubicBezTo>
                      <a:pt x="7312" y="20610"/>
                      <a:pt x="1594" y="17434"/>
                      <a:pt x="324" y="12351"/>
                    </a:cubicBezTo>
                    <a:cubicBezTo>
                      <a:pt x="-947" y="7269"/>
                      <a:pt x="1594" y="2186"/>
                      <a:pt x="6677" y="28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29" name="Shape 1629"/>
              <p:cNvSpPr/>
              <p:nvPr/>
            </p:nvSpPr>
            <p:spPr>
              <a:xfrm rot="14400000">
                <a:off x="18174374" y="20830241"/>
                <a:ext cx="1214346" cy="2083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09" y="0"/>
                    </a:moveTo>
                    <a:cubicBezTo>
                      <a:pt x="154" y="0"/>
                      <a:pt x="154" y="0"/>
                      <a:pt x="0" y="0"/>
                    </a:cubicBezTo>
                    <a:cubicBezTo>
                      <a:pt x="21446" y="21600"/>
                      <a:pt x="21446" y="21600"/>
                      <a:pt x="21446" y="21600"/>
                    </a:cubicBezTo>
                    <a:cubicBezTo>
                      <a:pt x="21446" y="21600"/>
                      <a:pt x="21600" y="21600"/>
                      <a:pt x="21600" y="21600"/>
                    </a:cubicBez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0" name="Shape 1630"/>
              <p:cNvSpPr/>
              <p:nvPr/>
            </p:nvSpPr>
            <p:spPr>
              <a:xfrm rot="14400000">
                <a:off x="20525126" y="19161292"/>
                <a:ext cx="3712741" cy="4310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57"/>
                    </a:moveTo>
                    <a:cubicBezTo>
                      <a:pt x="0" y="21600"/>
                      <a:pt x="50" y="21600"/>
                      <a:pt x="5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50" y="0"/>
                      <a:pt x="21550" y="0"/>
                      <a:pt x="21550" y="0"/>
                    </a:cubicBezTo>
                    <a:lnTo>
                      <a:pt x="0" y="21557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1" name="Shape 1631"/>
              <p:cNvSpPr/>
              <p:nvPr/>
            </p:nvSpPr>
            <p:spPr>
              <a:xfrm rot="14400000">
                <a:off x="24688970" y="21006660"/>
                <a:ext cx="1078603" cy="399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21600" y="21600"/>
                      <a:pt x="21600" y="21600"/>
                      <a:pt x="21600" y="2113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470"/>
                      <a:pt x="174" y="470"/>
                      <a:pt x="0" y="93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2" name="Shape 1632"/>
              <p:cNvSpPr/>
              <p:nvPr/>
            </p:nvSpPr>
            <p:spPr>
              <a:xfrm rot="14400000">
                <a:off x="26491161" y="18280025"/>
                <a:ext cx="997891" cy="3547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24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88" y="21600"/>
                      <a:pt x="376" y="21600"/>
                      <a:pt x="376" y="21547"/>
                    </a:cubicBezTo>
                    <a:cubicBezTo>
                      <a:pt x="21600" y="53"/>
                      <a:pt x="21600" y="53"/>
                      <a:pt x="21600" y="53"/>
                    </a:cubicBezTo>
                    <a:cubicBezTo>
                      <a:pt x="21600" y="53"/>
                      <a:pt x="21600" y="53"/>
                      <a:pt x="21412" y="53"/>
                    </a:cubicBezTo>
                    <a:cubicBezTo>
                      <a:pt x="21412" y="53"/>
                      <a:pt x="21412" y="53"/>
                      <a:pt x="21224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3" name="Shape 1633"/>
              <p:cNvSpPr/>
              <p:nvPr/>
            </p:nvSpPr>
            <p:spPr>
              <a:xfrm rot="14400000">
                <a:off x="17961892" y="22854318"/>
                <a:ext cx="231098" cy="2357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116" fill="norm" stroke="1" extrusionOk="0">
                    <a:moveTo>
                      <a:pt x="18438" y="13413"/>
                    </a:moveTo>
                    <a:cubicBezTo>
                      <a:pt x="20598" y="8199"/>
                      <a:pt x="17718" y="2240"/>
                      <a:pt x="12678" y="750"/>
                    </a:cubicBezTo>
                    <a:cubicBezTo>
                      <a:pt x="7638" y="-1484"/>
                      <a:pt x="2598" y="1495"/>
                      <a:pt x="438" y="6709"/>
                    </a:cubicBezTo>
                    <a:cubicBezTo>
                      <a:pt x="-1002" y="11923"/>
                      <a:pt x="1158" y="17137"/>
                      <a:pt x="6198" y="19371"/>
                    </a:cubicBezTo>
                    <a:cubicBezTo>
                      <a:pt x="7638" y="19371"/>
                      <a:pt x="8358" y="20116"/>
                      <a:pt x="9078" y="20116"/>
                    </a:cubicBezTo>
                    <a:cubicBezTo>
                      <a:pt x="9798" y="20116"/>
                      <a:pt x="9798" y="20116"/>
                      <a:pt x="10518" y="20116"/>
                    </a:cubicBezTo>
                    <a:cubicBezTo>
                      <a:pt x="14118" y="19371"/>
                      <a:pt x="16998" y="17137"/>
                      <a:pt x="18438" y="1341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4" name="Shape 1634"/>
              <p:cNvSpPr/>
              <p:nvPr/>
            </p:nvSpPr>
            <p:spPr>
              <a:xfrm rot="14400000">
                <a:off x="19363962" y="20661202"/>
                <a:ext cx="232629" cy="224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91" h="20063" fill="norm" stroke="1" extrusionOk="0">
                    <a:moveTo>
                      <a:pt x="12805" y="0"/>
                    </a:moveTo>
                    <a:cubicBezTo>
                      <a:pt x="12085" y="0"/>
                      <a:pt x="11365" y="0"/>
                      <a:pt x="9925" y="0"/>
                    </a:cubicBezTo>
                    <a:cubicBezTo>
                      <a:pt x="9925" y="0"/>
                      <a:pt x="9205" y="0"/>
                      <a:pt x="9205" y="0"/>
                    </a:cubicBezTo>
                    <a:cubicBezTo>
                      <a:pt x="5605" y="0"/>
                      <a:pt x="2005" y="2314"/>
                      <a:pt x="565" y="6171"/>
                    </a:cubicBezTo>
                    <a:cubicBezTo>
                      <a:pt x="-875" y="10029"/>
                      <a:pt x="565" y="14657"/>
                      <a:pt x="3445" y="17743"/>
                    </a:cubicBezTo>
                    <a:cubicBezTo>
                      <a:pt x="3445" y="17743"/>
                      <a:pt x="3445" y="17743"/>
                      <a:pt x="4165" y="17743"/>
                    </a:cubicBezTo>
                    <a:cubicBezTo>
                      <a:pt x="4885" y="18514"/>
                      <a:pt x="5605" y="19286"/>
                      <a:pt x="6325" y="19286"/>
                    </a:cubicBezTo>
                    <a:cubicBezTo>
                      <a:pt x="11365" y="21600"/>
                      <a:pt x="17125" y="18514"/>
                      <a:pt x="18565" y="13114"/>
                    </a:cubicBezTo>
                    <a:cubicBezTo>
                      <a:pt x="20725" y="8486"/>
                      <a:pt x="17845" y="2314"/>
                      <a:pt x="12805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5" name="Shape 1635"/>
              <p:cNvSpPr/>
              <p:nvPr/>
            </p:nvSpPr>
            <p:spPr>
              <a:xfrm rot="14400000">
                <a:off x="25170900" y="21753103"/>
                <a:ext cx="232807" cy="233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5" h="19886" fill="norm" stroke="1" extrusionOk="0">
                    <a:moveTo>
                      <a:pt x="12966" y="453"/>
                    </a:moveTo>
                    <a:cubicBezTo>
                      <a:pt x="7926" y="-1037"/>
                      <a:pt x="2166" y="1197"/>
                      <a:pt x="726" y="6411"/>
                    </a:cubicBezTo>
                    <a:cubicBezTo>
                      <a:pt x="-1434" y="11625"/>
                      <a:pt x="1446" y="17584"/>
                      <a:pt x="6486" y="19073"/>
                    </a:cubicBezTo>
                    <a:cubicBezTo>
                      <a:pt x="9366" y="20563"/>
                      <a:pt x="12966" y="19818"/>
                      <a:pt x="15126" y="18329"/>
                    </a:cubicBezTo>
                    <a:cubicBezTo>
                      <a:pt x="15846" y="17584"/>
                      <a:pt x="15846" y="17584"/>
                      <a:pt x="15846" y="16839"/>
                    </a:cubicBezTo>
                    <a:cubicBezTo>
                      <a:pt x="17286" y="16094"/>
                      <a:pt x="18006" y="14604"/>
                      <a:pt x="18726" y="13115"/>
                    </a:cubicBezTo>
                    <a:cubicBezTo>
                      <a:pt x="20166" y="9391"/>
                      <a:pt x="18726" y="5666"/>
                      <a:pt x="16566" y="2687"/>
                    </a:cubicBezTo>
                    <a:cubicBezTo>
                      <a:pt x="16566" y="2687"/>
                      <a:pt x="15846" y="2687"/>
                      <a:pt x="15846" y="1942"/>
                    </a:cubicBezTo>
                    <a:cubicBezTo>
                      <a:pt x="15126" y="1197"/>
                      <a:pt x="13686" y="1197"/>
                      <a:pt x="12966" y="4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6" name="Shape 1636"/>
              <p:cNvSpPr/>
              <p:nvPr/>
            </p:nvSpPr>
            <p:spPr>
              <a:xfrm rot="14400000">
                <a:off x="24981210" y="20412932"/>
                <a:ext cx="233937" cy="231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61" h="19164" fill="norm" stroke="1" extrusionOk="0">
                    <a:moveTo>
                      <a:pt x="5357" y="18006"/>
                    </a:moveTo>
                    <a:cubicBezTo>
                      <a:pt x="6101" y="18726"/>
                      <a:pt x="6101" y="18726"/>
                      <a:pt x="6101" y="18726"/>
                    </a:cubicBezTo>
                    <a:cubicBezTo>
                      <a:pt x="6846" y="18726"/>
                      <a:pt x="6846" y="18726"/>
                      <a:pt x="6846" y="18726"/>
                    </a:cubicBezTo>
                    <a:cubicBezTo>
                      <a:pt x="12060" y="20166"/>
                      <a:pt x="17274" y="18006"/>
                      <a:pt x="19508" y="12966"/>
                    </a:cubicBezTo>
                    <a:cubicBezTo>
                      <a:pt x="20998" y="7926"/>
                      <a:pt x="18764" y="2166"/>
                      <a:pt x="13550" y="726"/>
                    </a:cubicBezTo>
                    <a:cubicBezTo>
                      <a:pt x="8336" y="-1434"/>
                      <a:pt x="2377" y="1446"/>
                      <a:pt x="143" y="6486"/>
                    </a:cubicBezTo>
                    <a:cubicBezTo>
                      <a:pt x="143" y="6486"/>
                      <a:pt x="143" y="6486"/>
                      <a:pt x="143" y="6486"/>
                    </a:cubicBezTo>
                    <a:cubicBezTo>
                      <a:pt x="143" y="7206"/>
                      <a:pt x="143" y="7206"/>
                      <a:pt x="143" y="7206"/>
                    </a:cubicBezTo>
                    <a:cubicBezTo>
                      <a:pt x="-602" y="12246"/>
                      <a:pt x="1632" y="16566"/>
                      <a:pt x="5357" y="1800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7" name="Shape 1637"/>
              <p:cNvSpPr/>
              <p:nvPr/>
            </p:nvSpPr>
            <p:spPr>
              <a:xfrm rot="14400000">
                <a:off x="28723040" y="19381026"/>
                <a:ext cx="231098" cy="234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312" fill="norm" stroke="1" extrusionOk="0">
                    <a:moveTo>
                      <a:pt x="5046" y="1304"/>
                    </a:moveTo>
                    <a:cubicBezTo>
                      <a:pt x="2886" y="2048"/>
                      <a:pt x="1446" y="4283"/>
                      <a:pt x="726" y="6517"/>
                    </a:cubicBezTo>
                    <a:cubicBezTo>
                      <a:pt x="-1434" y="11731"/>
                      <a:pt x="1446" y="17690"/>
                      <a:pt x="6486" y="19924"/>
                    </a:cubicBezTo>
                    <a:cubicBezTo>
                      <a:pt x="11526" y="21414"/>
                      <a:pt x="16566" y="18435"/>
                      <a:pt x="18726" y="13966"/>
                    </a:cubicBezTo>
                    <a:cubicBezTo>
                      <a:pt x="20166" y="8752"/>
                      <a:pt x="18006" y="2793"/>
                      <a:pt x="12966" y="559"/>
                    </a:cubicBezTo>
                    <a:cubicBezTo>
                      <a:pt x="10806" y="-186"/>
                      <a:pt x="8646" y="-186"/>
                      <a:pt x="6486" y="559"/>
                    </a:cubicBezTo>
                    <a:cubicBezTo>
                      <a:pt x="6486" y="1304"/>
                      <a:pt x="5766" y="1304"/>
                      <a:pt x="5046" y="130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8" name="Shape 1638"/>
              <p:cNvSpPr/>
              <p:nvPr/>
            </p:nvSpPr>
            <p:spPr>
              <a:xfrm rot="14400000">
                <a:off x="6372657" y="7235719"/>
                <a:ext cx="304504" cy="2384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34" y="0"/>
                    </a:moveTo>
                    <a:cubicBezTo>
                      <a:pt x="617" y="0"/>
                      <a:pt x="617" y="0"/>
                      <a:pt x="0" y="0"/>
                    </a:cubicBezTo>
                    <a:cubicBezTo>
                      <a:pt x="20983" y="21600"/>
                      <a:pt x="20983" y="21600"/>
                      <a:pt x="20983" y="21600"/>
                    </a:cubicBezTo>
                    <a:cubicBezTo>
                      <a:pt x="20983" y="21600"/>
                      <a:pt x="21600" y="21600"/>
                      <a:pt x="21600" y="21600"/>
                    </a:cubicBezTo>
                    <a:lnTo>
                      <a:pt x="1234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39" name="Shape 1639"/>
              <p:cNvSpPr/>
              <p:nvPr/>
            </p:nvSpPr>
            <p:spPr>
              <a:xfrm rot="14400000">
                <a:off x="7508529" y="8064928"/>
                <a:ext cx="5103183" cy="25240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52"/>
                    </a:moveTo>
                    <a:cubicBezTo>
                      <a:pt x="0" y="21526"/>
                      <a:pt x="0" y="21526"/>
                      <a:pt x="0" y="21600"/>
                    </a:cubicBezTo>
                    <a:cubicBezTo>
                      <a:pt x="21600" y="74"/>
                      <a:pt x="21600" y="74"/>
                      <a:pt x="21600" y="74"/>
                    </a:cubicBezTo>
                    <a:cubicBezTo>
                      <a:pt x="21600" y="74"/>
                      <a:pt x="21600" y="0"/>
                      <a:pt x="21563" y="0"/>
                    </a:cubicBezTo>
                    <a:lnTo>
                      <a:pt x="0" y="2145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0" name="Shape 1640"/>
              <p:cNvSpPr/>
              <p:nvPr/>
            </p:nvSpPr>
            <p:spPr>
              <a:xfrm rot="14400000">
                <a:off x="12303177" y="9942079"/>
                <a:ext cx="843806" cy="788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77" y="21600"/>
                    </a:moveTo>
                    <a:cubicBezTo>
                      <a:pt x="21600" y="21363"/>
                      <a:pt x="21600" y="21363"/>
                      <a:pt x="21600" y="21125"/>
                    </a:cubicBezTo>
                    <a:cubicBezTo>
                      <a:pt x="445" y="0"/>
                      <a:pt x="445" y="0"/>
                      <a:pt x="445" y="0"/>
                    </a:cubicBezTo>
                    <a:cubicBezTo>
                      <a:pt x="223" y="0"/>
                      <a:pt x="0" y="0"/>
                      <a:pt x="0" y="237"/>
                    </a:cubicBezTo>
                    <a:lnTo>
                      <a:pt x="2137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1" name="Shape 1641"/>
              <p:cNvSpPr/>
              <p:nvPr/>
            </p:nvSpPr>
            <p:spPr>
              <a:xfrm rot="14400000">
                <a:off x="13644723" y="8533931"/>
                <a:ext cx="2300285" cy="287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82" y="21600"/>
                      <a:pt x="82" y="21600"/>
                      <a:pt x="163" y="21600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518" y="0"/>
                      <a:pt x="2151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2" name="Shape 1642"/>
              <p:cNvSpPr/>
              <p:nvPr/>
            </p:nvSpPr>
            <p:spPr>
              <a:xfrm rot="14400000">
                <a:off x="5331881" y="9045772"/>
                <a:ext cx="233744" cy="23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3" h="19837" fill="norm" stroke="1" extrusionOk="0">
                    <a:moveTo>
                      <a:pt x="16767" y="16858"/>
                    </a:moveTo>
                    <a:cubicBezTo>
                      <a:pt x="20367" y="13134"/>
                      <a:pt x="20367" y="6430"/>
                      <a:pt x="16047" y="2706"/>
                    </a:cubicBezTo>
                    <a:cubicBezTo>
                      <a:pt x="12447" y="-1018"/>
                      <a:pt x="5967" y="-1018"/>
                      <a:pt x="2367" y="3451"/>
                    </a:cubicBezTo>
                    <a:cubicBezTo>
                      <a:pt x="-1233" y="7175"/>
                      <a:pt x="-513" y="13879"/>
                      <a:pt x="3087" y="17603"/>
                    </a:cubicBezTo>
                    <a:cubicBezTo>
                      <a:pt x="3807" y="18348"/>
                      <a:pt x="4527" y="18348"/>
                      <a:pt x="5247" y="19092"/>
                    </a:cubicBezTo>
                    <a:cubicBezTo>
                      <a:pt x="5967" y="19092"/>
                      <a:pt x="5967" y="19092"/>
                      <a:pt x="6687" y="19092"/>
                    </a:cubicBezTo>
                    <a:cubicBezTo>
                      <a:pt x="10287" y="20582"/>
                      <a:pt x="13887" y="19837"/>
                      <a:pt x="16767" y="1685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3" name="Shape 1643"/>
              <p:cNvSpPr/>
              <p:nvPr/>
            </p:nvSpPr>
            <p:spPr>
              <a:xfrm rot="14400000">
                <a:off x="7485084" y="7572715"/>
                <a:ext cx="230118" cy="230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24" h="19924" fill="norm" stroke="1" extrusionOk="0">
                    <a:moveTo>
                      <a:pt x="17131" y="2979"/>
                    </a:moveTo>
                    <a:cubicBezTo>
                      <a:pt x="16386" y="2234"/>
                      <a:pt x="14896" y="1489"/>
                      <a:pt x="14152" y="745"/>
                    </a:cubicBezTo>
                    <a:cubicBezTo>
                      <a:pt x="14152" y="745"/>
                      <a:pt x="13407" y="745"/>
                      <a:pt x="13407" y="745"/>
                    </a:cubicBezTo>
                    <a:cubicBezTo>
                      <a:pt x="9683" y="-745"/>
                      <a:pt x="5958" y="0"/>
                      <a:pt x="2979" y="2979"/>
                    </a:cubicBezTo>
                    <a:cubicBezTo>
                      <a:pt x="0" y="5958"/>
                      <a:pt x="-745" y="10427"/>
                      <a:pt x="745" y="14152"/>
                    </a:cubicBezTo>
                    <a:cubicBezTo>
                      <a:pt x="1489" y="14152"/>
                      <a:pt x="1489" y="14896"/>
                      <a:pt x="1489" y="14896"/>
                    </a:cubicBezTo>
                    <a:cubicBezTo>
                      <a:pt x="2234" y="15641"/>
                      <a:pt x="2234" y="16386"/>
                      <a:pt x="2979" y="17131"/>
                    </a:cubicBezTo>
                    <a:cubicBezTo>
                      <a:pt x="7448" y="20855"/>
                      <a:pt x="13407" y="20855"/>
                      <a:pt x="17131" y="17131"/>
                    </a:cubicBezTo>
                    <a:cubicBezTo>
                      <a:pt x="20855" y="12662"/>
                      <a:pt x="20855" y="6703"/>
                      <a:pt x="17131" y="29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4" name="Shape 1644"/>
              <p:cNvSpPr/>
              <p:nvPr/>
            </p:nvSpPr>
            <p:spPr>
              <a:xfrm rot="14400000">
                <a:off x="12402495" y="10856763"/>
                <a:ext cx="226486" cy="235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10" h="20118" fill="norm" stroke="1" extrusionOk="0">
                    <a:moveTo>
                      <a:pt x="16600" y="2793"/>
                    </a:moveTo>
                    <a:cubicBezTo>
                      <a:pt x="12876" y="-931"/>
                      <a:pt x="6172" y="-931"/>
                      <a:pt x="2448" y="2793"/>
                    </a:cubicBezTo>
                    <a:cubicBezTo>
                      <a:pt x="-1276" y="7262"/>
                      <a:pt x="-531" y="13221"/>
                      <a:pt x="3193" y="16945"/>
                    </a:cubicBezTo>
                    <a:cubicBezTo>
                      <a:pt x="5427" y="19179"/>
                      <a:pt x="9152" y="20669"/>
                      <a:pt x="12131" y="19924"/>
                    </a:cubicBezTo>
                    <a:cubicBezTo>
                      <a:pt x="12131" y="19179"/>
                      <a:pt x="12876" y="19179"/>
                      <a:pt x="13621" y="19179"/>
                    </a:cubicBezTo>
                    <a:cubicBezTo>
                      <a:pt x="14365" y="18435"/>
                      <a:pt x="15855" y="17690"/>
                      <a:pt x="17345" y="16945"/>
                    </a:cubicBezTo>
                    <a:cubicBezTo>
                      <a:pt x="19579" y="13966"/>
                      <a:pt x="20324" y="9497"/>
                      <a:pt x="18834" y="6517"/>
                    </a:cubicBezTo>
                    <a:cubicBezTo>
                      <a:pt x="18834" y="5772"/>
                      <a:pt x="18834" y="5772"/>
                      <a:pt x="18834" y="5028"/>
                    </a:cubicBezTo>
                    <a:cubicBezTo>
                      <a:pt x="18090" y="4283"/>
                      <a:pt x="17345" y="3538"/>
                      <a:pt x="16600" y="27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5" name="Shape 1645"/>
              <p:cNvSpPr/>
              <p:nvPr/>
            </p:nvSpPr>
            <p:spPr>
              <a:xfrm rot="14400000">
                <a:off x="12751747" y="9551711"/>
                <a:ext cx="233694" cy="226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41" h="19651" fill="norm" stroke="1" extrusionOk="0">
                    <a:moveTo>
                      <a:pt x="2337" y="16200"/>
                    </a:moveTo>
                    <a:cubicBezTo>
                      <a:pt x="2337" y="16200"/>
                      <a:pt x="3082" y="16945"/>
                      <a:pt x="3082" y="16945"/>
                    </a:cubicBezTo>
                    <a:cubicBezTo>
                      <a:pt x="3082" y="16945"/>
                      <a:pt x="3082" y="16945"/>
                      <a:pt x="3082" y="16945"/>
                    </a:cubicBezTo>
                    <a:cubicBezTo>
                      <a:pt x="7551" y="20669"/>
                      <a:pt x="13510" y="20669"/>
                      <a:pt x="17234" y="16200"/>
                    </a:cubicBezTo>
                    <a:cubicBezTo>
                      <a:pt x="20958" y="12476"/>
                      <a:pt x="20958" y="6517"/>
                      <a:pt x="16489" y="2793"/>
                    </a:cubicBezTo>
                    <a:cubicBezTo>
                      <a:pt x="12765" y="-931"/>
                      <a:pt x="6061" y="-931"/>
                      <a:pt x="2337" y="2793"/>
                    </a:cubicBezTo>
                    <a:cubicBezTo>
                      <a:pt x="2337" y="2793"/>
                      <a:pt x="2337" y="2793"/>
                      <a:pt x="2337" y="2793"/>
                    </a:cubicBezTo>
                    <a:cubicBezTo>
                      <a:pt x="2337" y="3538"/>
                      <a:pt x="2337" y="3538"/>
                      <a:pt x="1592" y="4283"/>
                    </a:cubicBezTo>
                    <a:cubicBezTo>
                      <a:pt x="-642" y="8007"/>
                      <a:pt x="-642" y="13221"/>
                      <a:pt x="2337" y="162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6" name="Shape 1646"/>
              <p:cNvSpPr/>
              <p:nvPr/>
            </p:nvSpPr>
            <p:spPr>
              <a:xfrm rot="14400000">
                <a:off x="16598501" y="10072126"/>
                <a:ext cx="231320" cy="230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279" fill="norm" stroke="1" extrusionOk="0">
                    <a:moveTo>
                      <a:pt x="9497" y="0"/>
                    </a:moveTo>
                    <a:cubicBezTo>
                      <a:pt x="7262" y="0"/>
                      <a:pt x="4283" y="771"/>
                      <a:pt x="2793" y="3086"/>
                    </a:cubicBezTo>
                    <a:cubicBezTo>
                      <a:pt x="-931" y="6943"/>
                      <a:pt x="-931" y="13886"/>
                      <a:pt x="2793" y="17743"/>
                    </a:cubicBezTo>
                    <a:cubicBezTo>
                      <a:pt x="7262" y="21600"/>
                      <a:pt x="13221" y="20829"/>
                      <a:pt x="16945" y="16971"/>
                    </a:cubicBezTo>
                    <a:cubicBezTo>
                      <a:pt x="20669" y="13114"/>
                      <a:pt x="20669" y="6171"/>
                      <a:pt x="16945" y="2314"/>
                    </a:cubicBezTo>
                    <a:cubicBezTo>
                      <a:pt x="14710" y="771"/>
                      <a:pt x="13221" y="0"/>
                      <a:pt x="10986" y="0"/>
                    </a:cubicBezTo>
                    <a:cubicBezTo>
                      <a:pt x="10241" y="0"/>
                      <a:pt x="10241" y="0"/>
                      <a:pt x="9497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7" name="Shape 1647"/>
              <p:cNvSpPr/>
              <p:nvPr/>
            </p:nvSpPr>
            <p:spPr>
              <a:xfrm rot="14400000">
                <a:off x="17291480" y="5738581"/>
                <a:ext cx="2454372" cy="3408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45"/>
                    </a:moveTo>
                    <a:cubicBezTo>
                      <a:pt x="0" y="21545"/>
                      <a:pt x="76" y="21545"/>
                      <a:pt x="76" y="21545"/>
                    </a:cubicBezTo>
                    <a:cubicBezTo>
                      <a:pt x="76" y="21600"/>
                      <a:pt x="76" y="21600"/>
                      <a:pt x="76" y="21600"/>
                    </a:cubicBezTo>
                    <a:cubicBezTo>
                      <a:pt x="21600" y="55"/>
                      <a:pt x="21600" y="55"/>
                      <a:pt x="21600" y="55"/>
                    </a:cubicBezTo>
                    <a:cubicBezTo>
                      <a:pt x="21600" y="55"/>
                      <a:pt x="21600" y="0"/>
                      <a:pt x="21524" y="0"/>
                    </a:cubicBezTo>
                    <a:lnTo>
                      <a:pt x="0" y="21545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8" name="Shape 1648"/>
              <p:cNvSpPr/>
              <p:nvPr/>
            </p:nvSpPr>
            <p:spPr>
              <a:xfrm rot="14400000">
                <a:off x="18865564" y="7766737"/>
                <a:ext cx="1819684" cy="3081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0"/>
                    </a:moveTo>
                    <a:cubicBezTo>
                      <a:pt x="103" y="0"/>
                      <a:pt x="0" y="61"/>
                      <a:pt x="0" y="61"/>
                    </a:cubicBezTo>
                    <a:cubicBezTo>
                      <a:pt x="21497" y="21600"/>
                      <a:pt x="21497" y="21600"/>
                      <a:pt x="21497" y="21600"/>
                    </a:cubicBezTo>
                    <a:cubicBezTo>
                      <a:pt x="21497" y="21600"/>
                      <a:pt x="21600" y="21539"/>
                      <a:pt x="21600" y="21539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49" name="Shape 1649"/>
              <p:cNvSpPr/>
              <p:nvPr/>
            </p:nvSpPr>
            <p:spPr>
              <a:xfrm rot="14400000">
                <a:off x="15254630" y="4018951"/>
                <a:ext cx="2854261" cy="2516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74"/>
                      <a:pt x="0" y="74"/>
                      <a:pt x="0" y="149"/>
                    </a:cubicBezTo>
                    <a:cubicBezTo>
                      <a:pt x="21534" y="21600"/>
                      <a:pt x="21534" y="21600"/>
                      <a:pt x="21534" y="21600"/>
                    </a:cubicBezTo>
                    <a:cubicBezTo>
                      <a:pt x="21534" y="21600"/>
                      <a:pt x="21534" y="21600"/>
                      <a:pt x="2160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0" name="Shape 1650"/>
              <p:cNvSpPr/>
              <p:nvPr/>
            </p:nvSpPr>
            <p:spPr>
              <a:xfrm rot="14400000">
                <a:off x="15515625" y="2466657"/>
                <a:ext cx="1151977" cy="145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38" y="0"/>
                    </a:moveTo>
                    <a:cubicBezTo>
                      <a:pt x="0" y="21471"/>
                      <a:pt x="0" y="21471"/>
                      <a:pt x="0" y="21471"/>
                    </a:cubicBezTo>
                    <a:cubicBezTo>
                      <a:pt x="0" y="21471"/>
                      <a:pt x="162" y="21471"/>
                      <a:pt x="162" y="21600"/>
                    </a:cubicBezTo>
                    <a:cubicBezTo>
                      <a:pt x="21600" y="257"/>
                      <a:pt x="21600" y="257"/>
                      <a:pt x="21600" y="257"/>
                    </a:cubicBezTo>
                    <a:cubicBezTo>
                      <a:pt x="21600" y="129"/>
                      <a:pt x="21438" y="129"/>
                      <a:pt x="2143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1" name="Shape 1651"/>
              <p:cNvSpPr/>
              <p:nvPr/>
            </p:nvSpPr>
            <p:spPr>
              <a:xfrm rot="14400000">
                <a:off x="21021718" y="7304402"/>
                <a:ext cx="887830" cy="1012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88" y="0"/>
                    </a:moveTo>
                    <a:cubicBezTo>
                      <a:pt x="0" y="21415"/>
                      <a:pt x="0" y="21415"/>
                      <a:pt x="0" y="21415"/>
                    </a:cubicBezTo>
                    <a:cubicBezTo>
                      <a:pt x="0" y="21415"/>
                      <a:pt x="212" y="21600"/>
                      <a:pt x="212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388" y="0"/>
                      <a:pt x="2138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2" name="Shape 1652"/>
              <p:cNvSpPr/>
              <p:nvPr/>
            </p:nvSpPr>
            <p:spPr>
              <a:xfrm rot="14400000">
                <a:off x="18731720" y="10836765"/>
                <a:ext cx="205959" cy="205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3" h="20550" fill="norm" stroke="1" extrusionOk="0">
                    <a:moveTo>
                      <a:pt x="18825" y="16755"/>
                    </a:moveTo>
                    <a:cubicBezTo>
                      <a:pt x="20553" y="14163"/>
                      <a:pt x="20553" y="11571"/>
                      <a:pt x="20553" y="8979"/>
                    </a:cubicBezTo>
                    <a:cubicBezTo>
                      <a:pt x="20553" y="8115"/>
                      <a:pt x="20553" y="8115"/>
                      <a:pt x="20553" y="8115"/>
                    </a:cubicBezTo>
                    <a:cubicBezTo>
                      <a:pt x="19689" y="5523"/>
                      <a:pt x="18825" y="3795"/>
                      <a:pt x="17097" y="2067"/>
                    </a:cubicBezTo>
                    <a:cubicBezTo>
                      <a:pt x="14505" y="339"/>
                      <a:pt x="11049" y="-525"/>
                      <a:pt x="8457" y="339"/>
                    </a:cubicBezTo>
                    <a:cubicBezTo>
                      <a:pt x="7593" y="339"/>
                      <a:pt x="7593" y="339"/>
                      <a:pt x="6729" y="339"/>
                    </a:cubicBezTo>
                    <a:cubicBezTo>
                      <a:pt x="5001" y="1203"/>
                      <a:pt x="3273" y="2067"/>
                      <a:pt x="2409" y="3795"/>
                    </a:cubicBezTo>
                    <a:cubicBezTo>
                      <a:pt x="-1047" y="8115"/>
                      <a:pt x="-1047" y="15027"/>
                      <a:pt x="4137" y="18483"/>
                    </a:cubicBezTo>
                    <a:cubicBezTo>
                      <a:pt x="6729" y="20211"/>
                      <a:pt x="10185" y="21075"/>
                      <a:pt x="13641" y="20211"/>
                    </a:cubicBezTo>
                    <a:cubicBezTo>
                      <a:pt x="13641" y="20211"/>
                      <a:pt x="14505" y="19347"/>
                      <a:pt x="14505" y="19347"/>
                    </a:cubicBezTo>
                    <a:cubicBezTo>
                      <a:pt x="16233" y="18483"/>
                      <a:pt x="17097" y="17619"/>
                      <a:pt x="18825" y="1675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3" name="Shape 1653"/>
              <p:cNvSpPr/>
              <p:nvPr/>
            </p:nvSpPr>
            <p:spPr>
              <a:xfrm rot="14400000">
                <a:off x="20599220" y="7562339"/>
                <a:ext cx="208837" cy="2081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12" h="20089" fill="norm" stroke="1" extrusionOk="0">
                    <a:moveTo>
                      <a:pt x="14837" y="1988"/>
                    </a:moveTo>
                    <a:cubicBezTo>
                      <a:pt x="11637" y="-504"/>
                      <a:pt x="8437" y="-504"/>
                      <a:pt x="5237" y="1158"/>
                    </a:cubicBezTo>
                    <a:cubicBezTo>
                      <a:pt x="5237" y="1158"/>
                      <a:pt x="4437" y="1988"/>
                      <a:pt x="4437" y="1988"/>
                    </a:cubicBezTo>
                    <a:cubicBezTo>
                      <a:pt x="3637" y="2819"/>
                      <a:pt x="2837" y="2819"/>
                      <a:pt x="2037" y="3650"/>
                    </a:cubicBezTo>
                    <a:cubicBezTo>
                      <a:pt x="-1163" y="7804"/>
                      <a:pt x="-363" y="13619"/>
                      <a:pt x="2837" y="17773"/>
                    </a:cubicBezTo>
                    <a:cubicBezTo>
                      <a:pt x="2837" y="17773"/>
                      <a:pt x="3637" y="17773"/>
                      <a:pt x="3637" y="17773"/>
                    </a:cubicBezTo>
                    <a:cubicBezTo>
                      <a:pt x="3637" y="17773"/>
                      <a:pt x="3637" y="17773"/>
                      <a:pt x="3637" y="17773"/>
                    </a:cubicBezTo>
                    <a:cubicBezTo>
                      <a:pt x="7637" y="21096"/>
                      <a:pt x="14037" y="21096"/>
                      <a:pt x="17237" y="16111"/>
                    </a:cubicBezTo>
                    <a:cubicBezTo>
                      <a:pt x="20437" y="11958"/>
                      <a:pt x="19637" y="6142"/>
                      <a:pt x="15637" y="2819"/>
                    </a:cubicBezTo>
                    <a:cubicBezTo>
                      <a:pt x="15637" y="2819"/>
                      <a:pt x="15637" y="2819"/>
                      <a:pt x="15637" y="1988"/>
                    </a:cubicBezTo>
                    <a:cubicBezTo>
                      <a:pt x="15637" y="1988"/>
                      <a:pt x="14837" y="1988"/>
                      <a:pt x="14837" y="198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4" name="Shape 1654"/>
              <p:cNvSpPr/>
              <p:nvPr/>
            </p:nvSpPr>
            <p:spPr>
              <a:xfrm rot="14400000">
                <a:off x="22112098" y="7870071"/>
                <a:ext cx="210295" cy="21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0" h="18891" fill="norm" stroke="1" extrusionOk="0">
                    <a:moveTo>
                      <a:pt x="16439" y="2536"/>
                    </a:moveTo>
                    <a:cubicBezTo>
                      <a:pt x="11455" y="-1321"/>
                      <a:pt x="5639" y="-550"/>
                      <a:pt x="2316" y="3308"/>
                    </a:cubicBezTo>
                    <a:cubicBezTo>
                      <a:pt x="-1007" y="7936"/>
                      <a:pt x="-1007" y="13336"/>
                      <a:pt x="3978" y="16422"/>
                    </a:cubicBezTo>
                    <a:cubicBezTo>
                      <a:pt x="8131" y="20279"/>
                      <a:pt x="13947" y="19508"/>
                      <a:pt x="18101" y="14879"/>
                    </a:cubicBezTo>
                    <a:cubicBezTo>
                      <a:pt x="20593" y="11793"/>
                      <a:pt x="20593" y="7165"/>
                      <a:pt x="18101" y="4079"/>
                    </a:cubicBezTo>
                    <a:cubicBezTo>
                      <a:pt x="18101" y="4079"/>
                      <a:pt x="17270" y="3308"/>
                      <a:pt x="17270" y="3308"/>
                    </a:cubicBezTo>
                    <a:cubicBezTo>
                      <a:pt x="17270" y="2536"/>
                      <a:pt x="16439" y="2536"/>
                      <a:pt x="16439" y="25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5" name="Shape 1655"/>
              <p:cNvSpPr/>
              <p:nvPr/>
            </p:nvSpPr>
            <p:spPr>
              <a:xfrm rot="14400000">
                <a:off x="16225142" y="7135033"/>
                <a:ext cx="209423" cy="210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0" h="19402" fill="norm" stroke="1" extrusionOk="0">
                    <a:moveTo>
                      <a:pt x="16416" y="1975"/>
                    </a:moveTo>
                    <a:cubicBezTo>
                      <a:pt x="12096" y="-1225"/>
                      <a:pt x="6048" y="-425"/>
                      <a:pt x="1728" y="3575"/>
                    </a:cubicBezTo>
                    <a:cubicBezTo>
                      <a:pt x="864" y="5175"/>
                      <a:pt x="0" y="6775"/>
                      <a:pt x="0" y="8375"/>
                    </a:cubicBezTo>
                    <a:cubicBezTo>
                      <a:pt x="0" y="9175"/>
                      <a:pt x="0" y="9175"/>
                      <a:pt x="0" y="9175"/>
                    </a:cubicBezTo>
                    <a:cubicBezTo>
                      <a:pt x="0" y="12375"/>
                      <a:pt x="864" y="15575"/>
                      <a:pt x="3456" y="17175"/>
                    </a:cubicBezTo>
                    <a:cubicBezTo>
                      <a:pt x="4320" y="17975"/>
                      <a:pt x="5184" y="17975"/>
                      <a:pt x="5184" y="17975"/>
                    </a:cubicBezTo>
                    <a:cubicBezTo>
                      <a:pt x="6048" y="17975"/>
                      <a:pt x="6048" y="18775"/>
                      <a:pt x="6048" y="18775"/>
                    </a:cubicBezTo>
                    <a:cubicBezTo>
                      <a:pt x="10368" y="20375"/>
                      <a:pt x="15552" y="18775"/>
                      <a:pt x="18144" y="15575"/>
                    </a:cubicBezTo>
                    <a:cubicBezTo>
                      <a:pt x="19008" y="14775"/>
                      <a:pt x="19008" y="13975"/>
                      <a:pt x="19872" y="13975"/>
                    </a:cubicBezTo>
                    <a:cubicBezTo>
                      <a:pt x="19872" y="13175"/>
                      <a:pt x="19872" y="13175"/>
                      <a:pt x="19872" y="12375"/>
                    </a:cubicBezTo>
                    <a:cubicBezTo>
                      <a:pt x="21600" y="9175"/>
                      <a:pt x="19872" y="4375"/>
                      <a:pt x="16416" y="19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6" name="Shape 1656"/>
              <p:cNvSpPr/>
              <p:nvPr/>
            </p:nvSpPr>
            <p:spPr>
              <a:xfrm rot="14400000">
                <a:off x="17001503" y="3224478"/>
                <a:ext cx="210936" cy="205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05" h="19837" fill="norm" stroke="1" extrusionOk="0">
                    <a:moveTo>
                      <a:pt x="5175" y="1736"/>
                    </a:moveTo>
                    <a:cubicBezTo>
                      <a:pt x="4375" y="1736"/>
                      <a:pt x="4375" y="1736"/>
                      <a:pt x="4375" y="1736"/>
                    </a:cubicBezTo>
                    <a:cubicBezTo>
                      <a:pt x="3575" y="2567"/>
                      <a:pt x="2775" y="3398"/>
                      <a:pt x="1975" y="3398"/>
                    </a:cubicBezTo>
                    <a:cubicBezTo>
                      <a:pt x="-1225" y="8382"/>
                      <a:pt x="-425" y="14198"/>
                      <a:pt x="3575" y="17521"/>
                    </a:cubicBezTo>
                    <a:cubicBezTo>
                      <a:pt x="8375" y="20844"/>
                      <a:pt x="13975" y="20844"/>
                      <a:pt x="17175" y="15859"/>
                    </a:cubicBezTo>
                    <a:cubicBezTo>
                      <a:pt x="20375" y="11706"/>
                      <a:pt x="20375" y="5890"/>
                      <a:pt x="15575" y="1736"/>
                    </a:cubicBezTo>
                    <a:cubicBezTo>
                      <a:pt x="15575" y="1736"/>
                      <a:pt x="14775" y="1736"/>
                      <a:pt x="14775" y="1736"/>
                    </a:cubicBezTo>
                    <a:cubicBezTo>
                      <a:pt x="14775" y="906"/>
                      <a:pt x="13975" y="906"/>
                      <a:pt x="13975" y="906"/>
                    </a:cubicBezTo>
                    <a:cubicBezTo>
                      <a:pt x="10775" y="-756"/>
                      <a:pt x="7575" y="75"/>
                      <a:pt x="5175" y="17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7" name="Shape 1657"/>
              <p:cNvSpPr/>
              <p:nvPr/>
            </p:nvSpPr>
            <p:spPr>
              <a:xfrm rot="14400000">
                <a:off x="14986466" y="2905135"/>
                <a:ext cx="208758" cy="210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24" h="19405" fill="norm" stroke="1" extrusionOk="0">
                    <a:moveTo>
                      <a:pt x="3650" y="17175"/>
                    </a:moveTo>
                    <a:cubicBezTo>
                      <a:pt x="7804" y="20375"/>
                      <a:pt x="14450" y="20375"/>
                      <a:pt x="17773" y="15575"/>
                    </a:cubicBezTo>
                    <a:cubicBezTo>
                      <a:pt x="21096" y="11575"/>
                      <a:pt x="20265" y="5975"/>
                      <a:pt x="16111" y="1975"/>
                    </a:cubicBezTo>
                    <a:cubicBezTo>
                      <a:pt x="11958" y="-1225"/>
                      <a:pt x="5311" y="-425"/>
                      <a:pt x="1988" y="3575"/>
                    </a:cubicBezTo>
                    <a:cubicBezTo>
                      <a:pt x="-504" y="6775"/>
                      <a:pt x="-504" y="10775"/>
                      <a:pt x="1158" y="13975"/>
                    </a:cubicBezTo>
                    <a:cubicBezTo>
                      <a:pt x="1158" y="14775"/>
                      <a:pt x="1988" y="14775"/>
                      <a:pt x="1988" y="15575"/>
                    </a:cubicBezTo>
                    <a:cubicBezTo>
                      <a:pt x="1988" y="16375"/>
                      <a:pt x="2819" y="16375"/>
                      <a:pt x="3650" y="171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8" name="Shape 1658"/>
              <p:cNvSpPr/>
              <p:nvPr/>
            </p:nvSpPr>
            <p:spPr>
              <a:xfrm rot="14400000">
                <a:off x="769489" y="11980687"/>
                <a:ext cx="2065488" cy="28469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889" y="11854"/>
                    </a:moveTo>
                    <a:cubicBezTo>
                      <a:pt x="16881" y="0"/>
                      <a:pt x="16881" y="0"/>
                      <a:pt x="16881" y="0"/>
                    </a:cubicBezTo>
                    <a:cubicBezTo>
                      <a:pt x="16790" y="0"/>
                      <a:pt x="16790" y="0"/>
                      <a:pt x="16699" y="0"/>
                    </a:cubicBezTo>
                    <a:cubicBezTo>
                      <a:pt x="11708" y="11788"/>
                      <a:pt x="11708" y="11788"/>
                      <a:pt x="11708" y="11788"/>
                    </a:cubicBezTo>
                    <a:cubicBezTo>
                      <a:pt x="0" y="10141"/>
                      <a:pt x="0" y="10141"/>
                      <a:pt x="0" y="10141"/>
                    </a:cubicBezTo>
                    <a:cubicBezTo>
                      <a:pt x="0" y="10141"/>
                      <a:pt x="0" y="10207"/>
                      <a:pt x="0" y="10207"/>
                    </a:cubicBezTo>
                    <a:cubicBezTo>
                      <a:pt x="11708" y="11920"/>
                      <a:pt x="11708" y="11920"/>
                      <a:pt x="11708" y="11920"/>
                    </a:cubicBezTo>
                    <a:cubicBezTo>
                      <a:pt x="7624" y="21600"/>
                      <a:pt x="7624" y="21600"/>
                      <a:pt x="7624" y="21600"/>
                    </a:cubicBezTo>
                    <a:cubicBezTo>
                      <a:pt x="7624" y="21600"/>
                      <a:pt x="7714" y="21600"/>
                      <a:pt x="7714" y="21600"/>
                    </a:cubicBezTo>
                    <a:cubicBezTo>
                      <a:pt x="11798" y="11920"/>
                      <a:pt x="11798" y="11920"/>
                      <a:pt x="11798" y="11920"/>
                    </a:cubicBezTo>
                    <a:cubicBezTo>
                      <a:pt x="21600" y="13368"/>
                      <a:pt x="21600" y="13368"/>
                      <a:pt x="21600" y="13368"/>
                    </a:cubicBezTo>
                    <a:cubicBezTo>
                      <a:pt x="21600" y="13302"/>
                      <a:pt x="21600" y="13302"/>
                      <a:pt x="21600" y="13237"/>
                    </a:cubicBezTo>
                    <a:lnTo>
                      <a:pt x="11889" y="11854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59" name="Shape 1659"/>
              <p:cNvSpPr/>
              <p:nvPr/>
            </p:nvSpPr>
            <p:spPr>
              <a:xfrm rot="14400000">
                <a:off x="5177968" y="11621393"/>
                <a:ext cx="3235807" cy="4640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09" y="3472"/>
                    </a:moveTo>
                    <a:cubicBezTo>
                      <a:pt x="16157" y="40"/>
                      <a:pt x="16157" y="40"/>
                      <a:pt x="16157" y="40"/>
                    </a:cubicBezTo>
                    <a:cubicBezTo>
                      <a:pt x="16157" y="40"/>
                      <a:pt x="16099" y="40"/>
                      <a:pt x="16099" y="0"/>
                    </a:cubicBezTo>
                    <a:cubicBezTo>
                      <a:pt x="13551" y="3432"/>
                      <a:pt x="13551" y="3432"/>
                      <a:pt x="13551" y="3432"/>
                    </a:cubicBezTo>
                    <a:cubicBezTo>
                      <a:pt x="6833" y="606"/>
                      <a:pt x="6833" y="606"/>
                      <a:pt x="6833" y="606"/>
                    </a:cubicBezTo>
                    <a:cubicBezTo>
                      <a:pt x="6833" y="606"/>
                      <a:pt x="6833" y="646"/>
                      <a:pt x="6833" y="646"/>
                    </a:cubicBezTo>
                    <a:cubicBezTo>
                      <a:pt x="13493" y="3472"/>
                      <a:pt x="13493" y="3472"/>
                      <a:pt x="13493" y="3472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21600"/>
                      <a:pt x="58" y="21600"/>
                      <a:pt x="58" y="21600"/>
                    </a:cubicBezTo>
                    <a:cubicBezTo>
                      <a:pt x="13551" y="3513"/>
                      <a:pt x="13551" y="3513"/>
                      <a:pt x="13551" y="3513"/>
                    </a:cubicBezTo>
                    <a:cubicBezTo>
                      <a:pt x="21542" y="6864"/>
                      <a:pt x="21542" y="6864"/>
                      <a:pt x="21542" y="6864"/>
                    </a:cubicBezTo>
                    <a:cubicBezTo>
                      <a:pt x="21600" y="6864"/>
                      <a:pt x="21600" y="6823"/>
                      <a:pt x="21600" y="6823"/>
                    </a:cubicBezTo>
                    <a:lnTo>
                      <a:pt x="13609" y="347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0" name="Shape 1660"/>
              <p:cNvSpPr/>
              <p:nvPr/>
            </p:nvSpPr>
            <p:spPr>
              <a:xfrm rot="14400000">
                <a:off x="3008642" y="12099881"/>
                <a:ext cx="1562874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10588"/>
                    </a:moveTo>
                    <a:cubicBezTo>
                      <a:pt x="11280" y="0"/>
                      <a:pt x="11280" y="0"/>
                      <a:pt x="11280" y="0"/>
                    </a:cubicBezTo>
                    <a:cubicBezTo>
                      <a:pt x="11160" y="0"/>
                      <a:pt x="11160" y="0"/>
                      <a:pt x="11040" y="0"/>
                    </a:cubicBezTo>
                    <a:cubicBezTo>
                      <a:pt x="10680" y="10588"/>
                      <a:pt x="10680" y="10588"/>
                      <a:pt x="10680" y="10588"/>
                    </a:cubicBezTo>
                    <a:cubicBezTo>
                      <a:pt x="0" y="10951"/>
                      <a:pt x="0" y="10951"/>
                      <a:pt x="0" y="10951"/>
                    </a:cubicBezTo>
                    <a:cubicBezTo>
                      <a:pt x="0" y="10951"/>
                      <a:pt x="0" y="11012"/>
                      <a:pt x="0" y="11012"/>
                    </a:cubicBezTo>
                    <a:cubicBezTo>
                      <a:pt x="10680" y="10649"/>
                      <a:pt x="10680" y="10649"/>
                      <a:pt x="10680" y="10649"/>
                    </a:cubicBezTo>
                    <a:cubicBezTo>
                      <a:pt x="10200" y="21600"/>
                      <a:pt x="10200" y="21600"/>
                      <a:pt x="10200" y="21600"/>
                    </a:cubicBezTo>
                    <a:cubicBezTo>
                      <a:pt x="10320" y="21600"/>
                      <a:pt x="10320" y="21600"/>
                      <a:pt x="10440" y="21600"/>
                    </a:cubicBezTo>
                    <a:cubicBezTo>
                      <a:pt x="10800" y="10649"/>
                      <a:pt x="10800" y="10649"/>
                      <a:pt x="10800" y="10649"/>
                    </a:cubicBezTo>
                    <a:cubicBezTo>
                      <a:pt x="21480" y="10286"/>
                      <a:pt x="21480" y="10286"/>
                      <a:pt x="21480" y="10286"/>
                    </a:cubicBezTo>
                    <a:cubicBezTo>
                      <a:pt x="21480" y="10286"/>
                      <a:pt x="21600" y="10225"/>
                      <a:pt x="21600" y="10225"/>
                    </a:cubicBezTo>
                    <a:lnTo>
                      <a:pt x="10800" y="10588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1" name="Shape 1661"/>
              <p:cNvSpPr/>
              <p:nvPr/>
            </p:nvSpPr>
            <p:spPr>
              <a:xfrm rot="14400000">
                <a:off x="43276" y="13537897"/>
                <a:ext cx="245482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20040" fill="norm" stroke="1" extrusionOk="0">
                    <a:moveTo>
                      <a:pt x="15079" y="18600"/>
                    </a:moveTo>
                    <a:cubicBezTo>
                      <a:pt x="19129" y="15000"/>
                      <a:pt x="20479" y="8520"/>
                      <a:pt x="17104" y="4200"/>
                    </a:cubicBezTo>
                    <a:cubicBezTo>
                      <a:pt x="14404" y="-120"/>
                      <a:pt x="8329" y="-1560"/>
                      <a:pt x="4279" y="2040"/>
                    </a:cubicBezTo>
                    <a:cubicBezTo>
                      <a:pt x="-446" y="4920"/>
                      <a:pt x="-1121" y="11400"/>
                      <a:pt x="1579" y="15720"/>
                    </a:cubicBezTo>
                    <a:cubicBezTo>
                      <a:pt x="2929" y="17880"/>
                      <a:pt x="4954" y="19320"/>
                      <a:pt x="6979" y="20040"/>
                    </a:cubicBezTo>
                    <a:cubicBezTo>
                      <a:pt x="7654" y="20040"/>
                      <a:pt x="7654" y="20040"/>
                      <a:pt x="8329" y="20040"/>
                    </a:cubicBezTo>
                    <a:cubicBezTo>
                      <a:pt x="10354" y="20040"/>
                      <a:pt x="13054" y="20040"/>
                      <a:pt x="15079" y="18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2" name="Shape 1662"/>
              <p:cNvSpPr/>
              <p:nvPr/>
            </p:nvSpPr>
            <p:spPr>
              <a:xfrm rot="14400000">
                <a:off x="1410296" y="12106412"/>
                <a:ext cx="243853" cy="245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7" h="19017" fill="norm" stroke="1" extrusionOk="0">
                    <a:moveTo>
                      <a:pt x="17693" y="4279"/>
                    </a:moveTo>
                    <a:cubicBezTo>
                      <a:pt x="14906" y="-446"/>
                      <a:pt x="8635" y="-1121"/>
                      <a:pt x="4454" y="1579"/>
                    </a:cubicBezTo>
                    <a:cubicBezTo>
                      <a:pt x="2364" y="2929"/>
                      <a:pt x="971" y="4954"/>
                      <a:pt x="274" y="6979"/>
                    </a:cubicBezTo>
                    <a:cubicBezTo>
                      <a:pt x="274" y="7654"/>
                      <a:pt x="274" y="7654"/>
                      <a:pt x="274" y="8329"/>
                    </a:cubicBezTo>
                    <a:cubicBezTo>
                      <a:pt x="-423" y="10354"/>
                      <a:pt x="274" y="13054"/>
                      <a:pt x="1667" y="15079"/>
                    </a:cubicBezTo>
                    <a:cubicBezTo>
                      <a:pt x="5151" y="19129"/>
                      <a:pt x="10725" y="20479"/>
                      <a:pt x="15603" y="17104"/>
                    </a:cubicBezTo>
                    <a:cubicBezTo>
                      <a:pt x="19783" y="14404"/>
                      <a:pt x="21177" y="8329"/>
                      <a:pt x="17693" y="42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3" name="Shape 1663"/>
              <p:cNvSpPr/>
              <p:nvPr/>
            </p:nvSpPr>
            <p:spPr>
              <a:xfrm rot="14400000">
                <a:off x="2197786" y="14317391"/>
                <a:ext cx="246063" cy="2438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7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2426"/>
                      <a:pt x="20404" y="8943"/>
                    </a:cubicBezTo>
                    <a:cubicBezTo>
                      <a:pt x="20404" y="8943"/>
                      <a:pt x="20404" y="8246"/>
                      <a:pt x="20404" y="8246"/>
                    </a:cubicBezTo>
                    <a:cubicBezTo>
                      <a:pt x="19684" y="6852"/>
                      <a:pt x="1896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910"/>
                    </a:cubicBezTo>
                    <a:cubicBezTo>
                      <a:pt x="3124" y="17304"/>
                      <a:pt x="5284" y="18697"/>
                      <a:pt x="7444" y="19394"/>
                    </a:cubicBezTo>
                    <a:cubicBezTo>
                      <a:pt x="8164" y="19394"/>
                      <a:pt x="8164" y="19394"/>
                      <a:pt x="8884" y="19394"/>
                    </a:cubicBezTo>
                    <a:cubicBezTo>
                      <a:pt x="11044" y="20091"/>
                      <a:pt x="13924" y="19394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4" name="Shape 1664"/>
              <p:cNvSpPr/>
              <p:nvPr/>
            </p:nvSpPr>
            <p:spPr>
              <a:xfrm rot="14400000">
                <a:off x="3170623" y="12777937"/>
                <a:ext cx="246063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20040" fill="norm" stroke="1" extrusionOk="0">
                    <a:moveTo>
                      <a:pt x="4320" y="1440"/>
                    </a:moveTo>
                    <a:cubicBezTo>
                      <a:pt x="2160" y="2880"/>
                      <a:pt x="720" y="5040"/>
                      <a:pt x="720" y="7920"/>
                    </a:cubicBezTo>
                    <a:cubicBezTo>
                      <a:pt x="720" y="7920"/>
                      <a:pt x="0" y="8640"/>
                      <a:pt x="0" y="8640"/>
                    </a:cubicBezTo>
                    <a:cubicBezTo>
                      <a:pt x="0" y="11520"/>
                      <a:pt x="720" y="13680"/>
                      <a:pt x="2160" y="15840"/>
                    </a:cubicBezTo>
                    <a:cubicBezTo>
                      <a:pt x="5040" y="20160"/>
                      <a:pt x="11520" y="21600"/>
                      <a:pt x="15840" y="18000"/>
                    </a:cubicBezTo>
                    <a:cubicBezTo>
                      <a:pt x="20880" y="15120"/>
                      <a:pt x="21600" y="8640"/>
                      <a:pt x="18720" y="4320"/>
                    </a:cubicBezTo>
                    <a:cubicBezTo>
                      <a:pt x="17280" y="1440"/>
                      <a:pt x="14400" y="0"/>
                      <a:pt x="11520" y="0"/>
                    </a:cubicBezTo>
                    <a:cubicBezTo>
                      <a:pt x="11520" y="0"/>
                      <a:pt x="10800" y="0"/>
                      <a:pt x="10800" y="0"/>
                    </a:cubicBezTo>
                    <a:cubicBezTo>
                      <a:pt x="8640" y="0"/>
                      <a:pt x="6480" y="720"/>
                      <a:pt x="4320" y="144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5" name="Shape 1665"/>
              <p:cNvSpPr/>
              <p:nvPr/>
            </p:nvSpPr>
            <p:spPr>
              <a:xfrm rot="14400000">
                <a:off x="4147437" y="14291510"/>
                <a:ext cx="246063" cy="247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8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3123"/>
                      <a:pt x="20404" y="9639"/>
                    </a:cubicBezTo>
                    <a:cubicBezTo>
                      <a:pt x="20404" y="9639"/>
                      <a:pt x="20404" y="8943"/>
                      <a:pt x="20404" y="8943"/>
                    </a:cubicBezTo>
                    <a:cubicBezTo>
                      <a:pt x="20404" y="6852"/>
                      <a:pt x="1968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214"/>
                    </a:cubicBezTo>
                    <a:cubicBezTo>
                      <a:pt x="3124" y="16607"/>
                      <a:pt x="3844" y="17304"/>
                      <a:pt x="5284" y="18001"/>
                    </a:cubicBezTo>
                    <a:cubicBezTo>
                      <a:pt x="5284" y="18697"/>
                      <a:pt x="6004" y="18697"/>
                      <a:pt x="6004" y="18697"/>
                    </a:cubicBezTo>
                    <a:cubicBezTo>
                      <a:pt x="9604" y="20091"/>
                      <a:pt x="13204" y="20091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6" name="Shape 1666"/>
              <p:cNvSpPr/>
              <p:nvPr/>
            </p:nvSpPr>
            <p:spPr>
              <a:xfrm rot="14400000">
                <a:off x="5129990" y="12724060"/>
                <a:ext cx="247208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040" fill="norm" stroke="1" extrusionOk="0">
                    <a:moveTo>
                      <a:pt x="9333" y="0"/>
                    </a:moveTo>
                    <a:cubicBezTo>
                      <a:pt x="7939" y="0"/>
                      <a:pt x="5849" y="720"/>
                      <a:pt x="4455" y="1440"/>
                    </a:cubicBezTo>
                    <a:cubicBezTo>
                      <a:pt x="3062" y="2160"/>
                      <a:pt x="2365" y="2880"/>
                      <a:pt x="1668" y="4320"/>
                    </a:cubicBezTo>
                    <a:cubicBezTo>
                      <a:pt x="1668" y="4320"/>
                      <a:pt x="1668" y="5040"/>
                      <a:pt x="972" y="5040"/>
                    </a:cubicBezTo>
                    <a:cubicBezTo>
                      <a:pt x="-422" y="8640"/>
                      <a:pt x="-422" y="12240"/>
                      <a:pt x="1668" y="15840"/>
                    </a:cubicBezTo>
                    <a:cubicBezTo>
                      <a:pt x="5152" y="20160"/>
                      <a:pt x="11423" y="21600"/>
                      <a:pt x="15604" y="18000"/>
                    </a:cubicBezTo>
                    <a:cubicBezTo>
                      <a:pt x="19784" y="15120"/>
                      <a:pt x="21178" y="8640"/>
                      <a:pt x="17694" y="4320"/>
                    </a:cubicBezTo>
                    <a:cubicBezTo>
                      <a:pt x="16301" y="1440"/>
                      <a:pt x="13513" y="0"/>
                      <a:pt x="10726" y="0"/>
                    </a:cubicBezTo>
                    <a:cubicBezTo>
                      <a:pt x="10030" y="0"/>
                      <a:pt x="10030" y="0"/>
                      <a:pt x="9333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7" name="Shape 1667"/>
              <p:cNvSpPr/>
              <p:nvPr/>
            </p:nvSpPr>
            <p:spPr>
              <a:xfrm rot="14400000">
                <a:off x="5087324" y="15550246"/>
                <a:ext cx="243867" cy="2391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115" fill="norm" stroke="1" extrusionOk="0">
                    <a:moveTo>
                      <a:pt x="15214" y="18244"/>
                    </a:moveTo>
                    <a:cubicBezTo>
                      <a:pt x="16607" y="17524"/>
                      <a:pt x="18001" y="16084"/>
                      <a:pt x="18697" y="14644"/>
                    </a:cubicBezTo>
                    <a:cubicBezTo>
                      <a:pt x="18697" y="14644"/>
                      <a:pt x="18697" y="13924"/>
                      <a:pt x="18697" y="13924"/>
                    </a:cubicBezTo>
                    <a:cubicBezTo>
                      <a:pt x="20091" y="11044"/>
                      <a:pt x="20091" y="7444"/>
                      <a:pt x="18001" y="4564"/>
                    </a:cubicBezTo>
                    <a:cubicBezTo>
                      <a:pt x="14517" y="-476"/>
                      <a:pt x="8943" y="-1196"/>
                      <a:pt x="4065" y="1684"/>
                    </a:cubicBezTo>
                    <a:cubicBezTo>
                      <a:pt x="-115" y="5284"/>
                      <a:pt x="-1509" y="11044"/>
                      <a:pt x="1975" y="16084"/>
                    </a:cubicBezTo>
                    <a:cubicBezTo>
                      <a:pt x="2672" y="17524"/>
                      <a:pt x="4065" y="18244"/>
                      <a:pt x="5459" y="18964"/>
                    </a:cubicBezTo>
                    <a:cubicBezTo>
                      <a:pt x="5459" y="18964"/>
                      <a:pt x="6156" y="19684"/>
                      <a:pt x="6156" y="19684"/>
                    </a:cubicBezTo>
                    <a:cubicBezTo>
                      <a:pt x="8943" y="20404"/>
                      <a:pt x="12426" y="20404"/>
                      <a:pt x="15214" y="1824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8" name="Shape 1668"/>
              <p:cNvSpPr/>
              <p:nvPr/>
            </p:nvSpPr>
            <p:spPr>
              <a:xfrm rot="14400000">
                <a:off x="9609022" y="14077909"/>
                <a:ext cx="245481" cy="24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19655" fill="norm" stroke="1" extrusionOk="0">
                    <a:moveTo>
                      <a:pt x="15413" y="2352"/>
                    </a:moveTo>
                    <a:cubicBezTo>
                      <a:pt x="12713" y="262"/>
                      <a:pt x="10013" y="-435"/>
                      <a:pt x="7313" y="262"/>
                    </a:cubicBezTo>
                    <a:cubicBezTo>
                      <a:pt x="6638" y="262"/>
                      <a:pt x="6638" y="262"/>
                      <a:pt x="5963" y="959"/>
                    </a:cubicBezTo>
                    <a:cubicBezTo>
                      <a:pt x="5288" y="959"/>
                      <a:pt x="4613" y="959"/>
                      <a:pt x="3938" y="1655"/>
                    </a:cubicBezTo>
                    <a:cubicBezTo>
                      <a:pt x="-112" y="5139"/>
                      <a:pt x="-1462" y="10713"/>
                      <a:pt x="1913" y="15591"/>
                    </a:cubicBezTo>
                    <a:cubicBezTo>
                      <a:pt x="4613" y="19771"/>
                      <a:pt x="10688" y="21165"/>
                      <a:pt x="14738" y="17681"/>
                    </a:cubicBezTo>
                    <a:cubicBezTo>
                      <a:pt x="19463" y="14894"/>
                      <a:pt x="20138" y="8623"/>
                      <a:pt x="17438" y="4442"/>
                    </a:cubicBezTo>
                    <a:cubicBezTo>
                      <a:pt x="16763" y="3746"/>
                      <a:pt x="16763" y="3049"/>
                      <a:pt x="16088" y="2352"/>
                    </a:cubicBezTo>
                    <a:cubicBezTo>
                      <a:pt x="16088" y="2352"/>
                      <a:pt x="15413" y="2352"/>
                      <a:pt x="15413" y="235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69" name="Shape 1669"/>
              <p:cNvSpPr/>
              <p:nvPr/>
            </p:nvSpPr>
            <p:spPr>
              <a:xfrm rot="14400000">
                <a:off x="17559796" y="21043971"/>
                <a:ext cx="25682" cy="95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7200" y="21600"/>
                      <a:pt x="14400" y="21600"/>
                      <a:pt x="21600" y="21600"/>
                    </a:cubicBezTo>
                    <a:cubicBezTo>
                      <a:pt x="14400" y="0"/>
                      <a:pt x="14400" y="0"/>
                      <a:pt x="14400" y="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0" name="Shape 1670"/>
              <p:cNvSpPr/>
              <p:nvPr/>
            </p:nvSpPr>
            <p:spPr>
              <a:xfrm rot="14400000">
                <a:off x="12421803" y="22561830"/>
                <a:ext cx="7763003" cy="78070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2" y="21600"/>
                    </a:moveTo>
                    <a:cubicBezTo>
                      <a:pt x="21576" y="21600"/>
                      <a:pt x="21576" y="21576"/>
                      <a:pt x="21600" y="2157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4" y="24"/>
                      <a:pt x="24" y="48"/>
                      <a:pt x="0" y="48"/>
                    </a:cubicBezTo>
                    <a:lnTo>
                      <a:pt x="2155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1" name="Shape 1671"/>
              <p:cNvSpPr/>
              <p:nvPr/>
            </p:nvSpPr>
            <p:spPr>
              <a:xfrm rot="14400000">
                <a:off x="11541674" y="20398818"/>
                <a:ext cx="4875723" cy="1129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7" y="0"/>
                      <a:pt x="38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6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2" name="Shape 1672"/>
              <p:cNvSpPr/>
              <p:nvPr/>
            </p:nvSpPr>
            <p:spPr>
              <a:xfrm rot="14400000">
                <a:off x="13347329" y="19103308"/>
                <a:ext cx="2003120" cy="73814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51" y="21321"/>
                    </a:moveTo>
                    <a:cubicBezTo>
                      <a:pt x="9444" y="21600"/>
                      <a:pt x="9444" y="21600"/>
                      <a:pt x="9444" y="21600"/>
                    </a:cubicBezTo>
                    <a:cubicBezTo>
                      <a:pt x="9538" y="21600"/>
                      <a:pt x="9631" y="21600"/>
                      <a:pt x="9631" y="21600"/>
                    </a:cubicBezTo>
                    <a:cubicBezTo>
                      <a:pt x="9444" y="21118"/>
                      <a:pt x="9444" y="21118"/>
                      <a:pt x="9444" y="21118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06" y="0"/>
                      <a:pt x="21506" y="0"/>
                      <a:pt x="21413" y="0"/>
                    </a:cubicBezTo>
                    <a:cubicBezTo>
                      <a:pt x="9351" y="20915"/>
                      <a:pt x="9351" y="20915"/>
                      <a:pt x="9351" y="20915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94" y="25"/>
                      <a:pt x="0" y="25"/>
                      <a:pt x="0" y="25"/>
                    </a:cubicBezTo>
                    <a:cubicBezTo>
                      <a:pt x="9257" y="21118"/>
                      <a:pt x="9257" y="21118"/>
                      <a:pt x="9257" y="21118"/>
                    </a:cubicBezTo>
                    <a:cubicBezTo>
                      <a:pt x="8977" y="21600"/>
                      <a:pt x="8977" y="21600"/>
                      <a:pt x="8977" y="21600"/>
                    </a:cubicBezTo>
                    <a:cubicBezTo>
                      <a:pt x="9070" y="21600"/>
                      <a:pt x="9070" y="21600"/>
                      <a:pt x="9164" y="21600"/>
                    </a:cubicBezTo>
                    <a:lnTo>
                      <a:pt x="9351" y="21321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3" name="Shape 1673"/>
              <p:cNvSpPr/>
              <p:nvPr/>
            </p:nvSpPr>
            <p:spPr>
              <a:xfrm rot="14400000">
                <a:off x="17595713" y="20806900"/>
                <a:ext cx="356503" cy="358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1" h="20308" fill="norm" stroke="1" extrusionOk="0">
                    <a:moveTo>
                      <a:pt x="480" y="13745"/>
                    </a:moveTo>
                    <a:cubicBezTo>
                      <a:pt x="2400" y="19145"/>
                      <a:pt x="8160" y="21600"/>
                      <a:pt x="13440" y="19636"/>
                    </a:cubicBezTo>
                    <a:cubicBezTo>
                      <a:pt x="18240" y="17182"/>
                      <a:pt x="21120" y="11291"/>
                      <a:pt x="19200" y="5891"/>
                    </a:cubicBezTo>
                    <a:cubicBezTo>
                      <a:pt x="17760" y="2945"/>
                      <a:pt x="15360" y="982"/>
                      <a:pt x="12000" y="0"/>
                    </a:cubicBezTo>
                    <a:cubicBezTo>
                      <a:pt x="12000" y="0"/>
                      <a:pt x="11520" y="0"/>
                      <a:pt x="11040" y="0"/>
                    </a:cubicBezTo>
                    <a:cubicBezTo>
                      <a:pt x="10560" y="0"/>
                      <a:pt x="10080" y="0"/>
                      <a:pt x="9600" y="0"/>
                    </a:cubicBezTo>
                    <a:cubicBezTo>
                      <a:pt x="9120" y="0"/>
                      <a:pt x="9120" y="0"/>
                      <a:pt x="8640" y="0"/>
                    </a:cubicBezTo>
                    <a:cubicBezTo>
                      <a:pt x="8160" y="0"/>
                      <a:pt x="7680" y="0"/>
                      <a:pt x="7200" y="491"/>
                    </a:cubicBezTo>
                    <a:cubicBezTo>
                      <a:pt x="7200" y="491"/>
                      <a:pt x="6720" y="491"/>
                      <a:pt x="6240" y="491"/>
                    </a:cubicBezTo>
                    <a:cubicBezTo>
                      <a:pt x="6240" y="491"/>
                      <a:pt x="6240" y="491"/>
                      <a:pt x="6240" y="491"/>
                    </a:cubicBezTo>
                    <a:cubicBezTo>
                      <a:pt x="4800" y="982"/>
                      <a:pt x="3840" y="1964"/>
                      <a:pt x="2880" y="3436"/>
                    </a:cubicBezTo>
                    <a:cubicBezTo>
                      <a:pt x="2400" y="3436"/>
                      <a:pt x="2400" y="3927"/>
                      <a:pt x="1920" y="3927"/>
                    </a:cubicBezTo>
                    <a:cubicBezTo>
                      <a:pt x="0" y="6873"/>
                      <a:pt x="-480" y="10800"/>
                      <a:pt x="480" y="1374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4" name="Shape 1674"/>
              <p:cNvSpPr/>
              <p:nvPr/>
            </p:nvSpPr>
            <p:spPr>
              <a:xfrm rot="14400000">
                <a:off x="14643912" y="31756756"/>
                <a:ext cx="358222" cy="358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49" h="18991" fill="norm" stroke="1" extrusionOk="0">
                    <a:moveTo>
                      <a:pt x="844" y="13301"/>
                    </a:moveTo>
                    <a:cubicBezTo>
                      <a:pt x="2722" y="17897"/>
                      <a:pt x="7887" y="20195"/>
                      <a:pt x="13053" y="18357"/>
                    </a:cubicBezTo>
                    <a:cubicBezTo>
                      <a:pt x="13992" y="17897"/>
                      <a:pt x="14931" y="17438"/>
                      <a:pt x="15870" y="16518"/>
                    </a:cubicBezTo>
                    <a:cubicBezTo>
                      <a:pt x="16339" y="16518"/>
                      <a:pt x="16339" y="16059"/>
                      <a:pt x="16809" y="15599"/>
                    </a:cubicBezTo>
                    <a:cubicBezTo>
                      <a:pt x="19157" y="13301"/>
                      <a:pt x="20096" y="9165"/>
                      <a:pt x="18687" y="5948"/>
                    </a:cubicBezTo>
                    <a:cubicBezTo>
                      <a:pt x="16809" y="893"/>
                      <a:pt x="11174" y="-1405"/>
                      <a:pt x="6009" y="893"/>
                    </a:cubicBezTo>
                    <a:cubicBezTo>
                      <a:pt x="1313" y="2731"/>
                      <a:pt x="-1504" y="8246"/>
                      <a:pt x="844" y="133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5" name="Shape 1675"/>
              <p:cNvSpPr/>
              <p:nvPr/>
            </p:nvSpPr>
            <p:spPr>
              <a:xfrm rot="14400000">
                <a:off x="10023636" y="30934428"/>
                <a:ext cx="352303" cy="361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19181" fill="norm" stroke="1" extrusionOk="0">
                    <a:moveTo>
                      <a:pt x="13790" y="18093"/>
                    </a:moveTo>
                    <a:cubicBezTo>
                      <a:pt x="18486" y="15795"/>
                      <a:pt x="20364" y="10740"/>
                      <a:pt x="18486" y="6144"/>
                    </a:cubicBezTo>
                    <a:cubicBezTo>
                      <a:pt x="16607" y="1089"/>
                      <a:pt x="10973" y="-1209"/>
                      <a:pt x="6277" y="629"/>
                    </a:cubicBezTo>
                    <a:cubicBezTo>
                      <a:pt x="1112" y="2927"/>
                      <a:pt x="-1236" y="8442"/>
                      <a:pt x="642" y="13038"/>
                    </a:cubicBezTo>
                    <a:cubicBezTo>
                      <a:pt x="2521" y="18093"/>
                      <a:pt x="8155" y="20391"/>
                      <a:pt x="12851" y="18553"/>
                    </a:cubicBezTo>
                    <a:cubicBezTo>
                      <a:pt x="12851" y="18553"/>
                      <a:pt x="12851" y="18553"/>
                      <a:pt x="12851" y="18553"/>
                    </a:cubicBezTo>
                    <a:cubicBezTo>
                      <a:pt x="13321" y="18093"/>
                      <a:pt x="13790" y="18093"/>
                      <a:pt x="13790" y="180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6" name="Shape 1676"/>
              <p:cNvSpPr/>
              <p:nvPr/>
            </p:nvSpPr>
            <p:spPr>
              <a:xfrm rot="14400000">
                <a:off x="11341208" y="25427685"/>
                <a:ext cx="350993" cy="35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34" h="19713" fill="norm" stroke="1" extrusionOk="0">
                    <a:moveTo>
                      <a:pt x="11442" y="19653"/>
                    </a:moveTo>
                    <a:cubicBezTo>
                      <a:pt x="11912" y="19653"/>
                      <a:pt x="12381" y="19173"/>
                      <a:pt x="13321" y="19173"/>
                    </a:cubicBezTo>
                    <a:cubicBezTo>
                      <a:pt x="18016" y="17253"/>
                      <a:pt x="20364" y="11013"/>
                      <a:pt x="18486" y="6213"/>
                    </a:cubicBezTo>
                    <a:cubicBezTo>
                      <a:pt x="16607" y="933"/>
                      <a:pt x="10973" y="-1467"/>
                      <a:pt x="6277" y="933"/>
                    </a:cubicBezTo>
                    <a:cubicBezTo>
                      <a:pt x="1112" y="2853"/>
                      <a:pt x="-1236" y="8613"/>
                      <a:pt x="642" y="13893"/>
                    </a:cubicBezTo>
                    <a:cubicBezTo>
                      <a:pt x="2051" y="17733"/>
                      <a:pt x="6277" y="20133"/>
                      <a:pt x="10503" y="19653"/>
                    </a:cubicBezTo>
                    <a:cubicBezTo>
                      <a:pt x="10503" y="19653"/>
                      <a:pt x="10973" y="19653"/>
                      <a:pt x="11442" y="196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7" name="Shape 1677"/>
              <p:cNvSpPr/>
              <p:nvPr/>
            </p:nvSpPr>
            <p:spPr>
              <a:xfrm rot="14400000">
                <a:off x="10333787" y="23704720"/>
                <a:ext cx="350884" cy="35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28" h="19918" fill="norm" stroke="1" extrusionOk="0">
                    <a:moveTo>
                      <a:pt x="12851" y="19377"/>
                    </a:moveTo>
                    <a:cubicBezTo>
                      <a:pt x="18016" y="16977"/>
                      <a:pt x="20364" y="11217"/>
                      <a:pt x="18486" y="6417"/>
                    </a:cubicBezTo>
                    <a:cubicBezTo>
                      <a:pt x="16607" y="1137"/>
                      <a:pt x="10973" y="-1263"/>
                      <a:pt x="6277" y="657"/>
                    </a:cubicBezTo>
                    <a:cubicBezTo>
                      <a:pt x="1112" y="3057"/>
                      <a:pt x="-1236" y="8817"/>
                      <a:pt x="642" y="14097"/>
                    </a:cubicBezTo>
                    <a:cubicBezTo>
                      <a:pt x="2051" y="17937"/>
                      <a:pt x="5807" y="20337"/>
                      <a:pt x="10034" y="19857"/>
                    </a:cubicBezTo>
                    <a:cubicBezTo>
                      <a:pt x="10503" y="19857"/>
                      <a:pt x="10503" y="19857"/>
                      <a:pt x="10973" y="19857"/>
                    </a:cubicBezTo>
                    <a:cubicBezTo>
                      <a:pt x="11912" y="19857"/>
                      <a:pt x="12381" y="19377"/>
                      <a:pt x="12851" y="1937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8" name="Shape 1678"/>
              <p:cNvSpPr/>
              <p:nvPr/>
            </p:nvSpPr>
            <p:spPr>
              <a:xfrm rot="14400000">
                <a:off x="14060555" y="24185188"/>
                <a:ext cx="1606898" cy="3756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8" y="21600"/>
                    </a:moveTo>
                    <a:lnTo>
                      <a:pt x="0" y="21600"/>
                    </a:lnTo>
                    <a:lnTo>
                      <a:pt x="21452" y="0"/>
                    </a:lnTo>
                    <a:lnTo>
                      <a:pt x="21600" y="63"/>
                    </a:lnTo>
                    <a:lnTo>
                      <a:pt x="1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79" name="Shape 1679"/>
              <p:cNvSpPr/>
              <p:nvPr/>
            </p:nvSpPr>
            <p:spPr>
              <a:xfrm rot="14400000">
                <a:off x="14104334" y="24199457"/>
                <a:ext cx="3202789" cy="913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0"/>
                    </a:lnTo>
                    <a:lnTo>
                      <a:pt x="21600" y="0"/>
                    </a:lnTo>
                    <a:lnTo>
                      <a:pt x="21600" y="26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0" name="Shape 1680"/>
              <p:cNvSpPr/>
              <p:nvPr/>
            </p:nvSpPr>
            <p:spPr>
              <a:xfrm rot="14400000">
                <a:off x="11551339" y="21731732"/>
                <a:ext cx="1500505" cy="4365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6" y="21600"/>
                    </a:moveTo>
                    <a:lnTo>
                      <a:pt x="0" y="21600"/>
                    </a:lnTo>
                    <a:lnTo>
                      <a:pt x="21442" y="0"/>
                    </a:lnTo>
                    <a:lnTo>
                      <a:pt x="21600" y="0"/>
                    </a:lnTo>
                    <a:lnTo>
                      <a:pt x="10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1" name="Shape 1681"/>
              <p:cNvSpPr/>
              <p:nvPr/>
            </p:nvSpPr>
            <p:spPr>
              <a:xfrm rot="14400000">
                <a:off x="9926504" y="24531764"/>
                <a:ext cx="4024581" cy="40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3927"/>
                    </a:lnTo>
                    <a:lnTo>
                      <a:pt x="0" y="0"/>
                    </a:lnTo>
                    <a:lnTo>
                      <a:pt x="21600" y="1767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2" name="Shape 1682"/>
              <p:cNvSpPr/>
              <p:nvPr/>
            </p:nvSpPr>
            <p:spPr>
              <a:xfrm rot="14400000">
                <a:off x="7658430" y="20898699"/>
                <a:ext cx="2846923" cy="2670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" y="21600"/>
                    </a:moveTo>
                    <a:lnTo>
                      <a:pt x="0" y="21541"/>
                    </a:lnTo>
                    <a:lnTo>
                      <a:pt x="21544" y="0"/>
                    </a:lnTo>
                    <a:lnTo>
                      <a:pt x="21600" y="59"/>
                    </a:lnTo>
                    <a:lnTo>
                      <a:pt x="8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3" name="Shape 1683"/>
              <p:cNvSpPr/>
              <p:nvPr/>
            </p:nvSpPr>
            <p:spPr>
              <a:xfrm rot="14400000">
                <a:off x="5458023" y="18851157"/>
                <a:ext cx="3415575" cy="182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21600" y="2147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4" name="Shape 1684"/>
              <p:cNvSpPr/>
              <p:nvPr/>
            </p:nvSpPr>
            <p:spPr>
              <a:xfrm rot="14400000">
                <a:off x="6485336" y="15319326"/>
                <a:ext cx="2065487" cy="21682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5" y="21600"/>
                    </a:moveTo>
                    <a:lnTo>
                      <a:pt x="0" y="110"/>
                    </a:lnTo>
                    <a:lnTo>
                      <a:pt x="77" y="0"/>
                    </a:lnTo>
                    <a:lnTo>
                      <a:pt x="21600" y="21600"/>
                    </a:lnTo>
                    <a:lnTo>
                      <a:pt x="214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5" name="Shape 1685"/>
              <p:cNvSpPr/>
              <p:nvPr/>
            </p:nvSpPr>
            <p:spPr>
              <a:xfrm rot="14400000">
                <a:off x="5408334" y="13511364"/>
                <a:ext cx="2663488" cy="1247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73"/>
                    </a:lnTo>
                    <a:lnTo>
                      <a:pt x="21600" y="0"/>
                    </a:lnTo>
                    <a:lnTo>
                      <a:pt x="21600" y="1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6" name="Shape 1686"/>
              <p:cNvSpPr/>
              <p:nvPr/>
            </p:nvSpPr>
            <p:spPr>
              <a:xfrm rot="14400000">
                <a:off x="6577945" y="11383605"/>
                <a:ext cx="737412" cy="293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22" y="21600"/>
                    </a:moveTo>
                    <a:lnTo>
                      <a:pt x="0" y="21600"/>
                    </a:lnTo>
                    <a:lnTo>
                      <a:pt x="21385" y="0"/>
                    </a:lnTo>
                    <a:lnTo>
                      <a:pt x="21600" y="0"/>
                    </a:lnTo>
                    <a:lnTo>
                      <a:pt x="32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7" name="Shape 1687"/>
              <p:cNvSpPr/>
              <p:nvPr/>
            </p:nvSpPr>
            <p:spPr>
              <a:xfrm rot="14400000">
                <a:off x="7393351" y="9179887"/>
                <a:ext cx="2890948" cy="2674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21600"/>
                    </a:moveTo>
                    <a:lnTo>
                      <a:pt x="0" y="0"/>
                    </a:lnTo>
                    <a:lnTo>
                      <a:pt x="82" y="0"/>
                    </a:lnTo>
                    <a:lnTo>
                      <a:pt x="21600" y="21511"/>
                    </a:lnTo>
                    <a:lnTo>
                      <a:pt x="215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8" name="Shape 1688"/>
              <p:cNvSpPr/>
              <p:nvPr/>
            </p:nvSpPr>
            <p:spPr>
              <a:xfrm rot="14400000">
                <a:off x="9386596" y="8390973"/>
                <a:ext cx="3331194" cy="2204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8" y="21600"/>
                    </a:moveTo>
                    <a:lnTo>
                      <a:pt x="0" y="21528"/>
                    </a:lnTo>
                    <a:lnTo>
                      <a:pt x="21529" y="0"/>
                    </a:lnTo>
                    <a:lnTo>
                      <a:pt x="21600" y="108"/>
                    </a:lnTo>
                    <a:lnTo>
                      <a:pt x="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89" name="Shape 1689"/>
              <p:cNvSpPr/>
              <p:nvPr/>
            </p:nvSpPr>
            <p:spPr>
              <a:xfrm rot="14400000">
                <a:off x="12510525" y="7498068"/>
                <a:ext cx="1995782" cy="26965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1" y="21600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21600" y="21600"/>
                    </a:lnTo>
                    <a:lnTo>
                      <a:pt x="2148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0" name="Shape 1690"/>
              <p:cNvSpPr/>
              <p:nvPr/>
            </p:nvSpPr>
            <p:spPr>
              <a:xfrm rot="14400000">
                <a:off x="14106638" y="7366410"/>
                <a:ext cx="2377328" cy="13794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7" y="21600"/>
                    </a:moveTo>
                    <a:lnTo>
                      <a:pt x="0" y="21600"/>
                    </a:lnTo>
                    <a:lnTo>
                      <a:pt x="21500" y="0"/>
                    </a:lnTo>
                    <a:lnTo>
                      <a:pt x="21600" y="172"/>
                    </a:lnTo>
                    <a:lnTo>
                      <a:pt x="6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1" name="Shape 1691"/>
              <p:cNvSpPr/>
              <p:nvPr/>
            </p:nvSpPr>
            <p:spPr>
              <a:xfrm rot="14400000">
                <a:off x="17488393" y="6993421"/>
                <a:ext cx="891498" cy="2835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" y="21600"/>
                    </a:moveTo>
                    <a:lnTo>
                      <a:pt x="0" y="21600"/>
                    </a:lnTo>
                    <a:lnTo>
                      <a:pt x="21422" y="0"/>
                    </a:lnTo>
                    <a:lnTo>
                      <a:pt x="21600" y="0"/>
                    </a:lnTo>
                    <a:lnTo>
                      <a:pt x="17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2" name="Shape 1692"/>
              <p:cNvSpPr/>
              <p:nvPr/>
            </p:nvSpPr>
            <p:spPr>
              <a:xfrm rot="14400000">
                <a:off x="18309762" y="9752690"/>
                <a:ext cx="3976889" cy="209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58"/>
                    </a:lnTo>
                    <a:lnTo>
                      <a:pt x="0" y="0"/>
                    </a:lnTo>
                    <a:lnTo>
                      <a:pt x="21600" y="2046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3" name="Shape 1693"/>
              <p:cNvSpPr/>
              <p:nvPr/>
            </p:nvSpPr>
            <p:spPr>
              <a:xfrm rot="14400000">
                <a:off x="21023288" y="11915214"/>
                <a:ext cx="3268826" cy="1526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96"/>
                    </a:lnTo>
                    <a:lnTo>
                      <a:pt x="21600" y="0"/>
                    </a:lnTo>
                    <a:lnTo>
                      <a:pt x="21600" y="10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4" name="Shape 1694"/>
              <p:cNvSpPr/>
              <p:nvPr/>
            </p:nvSpPr>
            <p:spPr>
              <a:xfrm rot="14400000">
                <a:off x="22812175" y="14034630"/>
                <a:ext cx="1882051" cy="1970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84" y="0"/>
                    </a:lnTo>
                    <a:lnTo>
                      <a:pt x="21600" y="2152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5" name="Shape 1695"/>
              <p:cNvSpPr/>
              <p:nvPr/>
            </p:nvSpPr>
            <p:spPr>
              <a:xfrm rot="14400000">
                <a:off x="22652276" y="17354813"/>
                <a:ext cx="3470605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174"/>
                    </a:lnTo>
                    <a:lnTo>
                      <a:pt x="21600" y="0"/>
                    </a:lnTo>
                    <a:lnTo>
                      <a:pt x="21600" y="42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6" name="Shape 1696"/>
              <p:cNvSpPr/>
              <p:nvPr/>
            </p:nvSpPr>
            <p:spPr>
              <a:xfrm rot="14400000">
                <a:off x="23878878" y="18088410"/>
                <a:ext cx="51363" cy="36980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514" y="21600"/>
                    </a:moveTo>
                    <a:lnTo>
                      <a:pt x="0" y="0"/>
                    </a:lnTo>
                    <a:lnTo>
                      <a:pt x="3086" y="0"/>
                    </a:lnTo>
                    <a:lnTo>
                      <a:pt x="21600" y="21600"/>
                    </a:lnTo>
                    <a:lnTo>
                      <a:pt x="18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7" name="Shape 1697"/>
              <p:cNvSpPr/>
              <p:nvPr/>
            </p:nvSpPr>
            <p:spPr>
              <a:xfrm rot="14400000">
                <a:off x="21177625" y="21507960"/>
                <a:ext cx="2245254" cy="1346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29" y="21600"/>
                    </a:moveTo>
                    <a:lnTo>
                      <a:pt x="0" y="118"/>
                    </a:lnTo>
                    <a:lnTo>
                      <a:pt x="71" y="0"/>
                    </a:lnTo>
                    <a:lnTo>
                      <a:pt x="21600" y="21423"/>
                    </a:lnTo>
                    <a:lnTo>
                      <a:pt x="2152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8" name="Shape 1698"/>
              <p:cNvSpPr/>
              <p:nvPr/>
            </p:nvSpPr>
            <p:spPr>
              <a:xfrm rot="14400000">
                <a:off x="19710812" y="22000178"/>
                <a:ext cx="1665597" cy="30597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5" y="21600"/>
                    </a:moveTo>
                    <a:lnTo>
                      <a:pt x="0" y="21600"/>
                    </a:lnTo>
                    <a:lnTo>
                      <a:pt x="21505" y="0"/>
                    </a:lnTo>
                    <a:lnTo>
                      <a:pt x="21600" y="52"/>
                    </a:lnTo>
                    <a:lnTo>
                      <a:pt x="9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699" name="Shape 1699"/>
              <p:cNvSpPr/>
              <p:nvPr/>
            </p:nvSpPr>
            <p:spPr>
              <a:xfrm rot="14400000">
                <a:off x="17352111" y="23308352"/>
                <a:ext cx="990554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0" y="21600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1600" y="21600"/>
                    </a:lnTo>
                    <a:lnTo>
                      <a:pt x="2144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0" name="Shape 1700"/>
              <p:cNvSpPr/>
              <p:nvPr/>
            </p:nvSpPr>
            <p:spPr>
              <a:xfrm rot="14400000">
                <a:off x="15204312" y="22358311"/>
                <a:ext cx="3576998" cy="35586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55"/>
                    </a:lnTo>
                    <a:lnTo>
                      <a:pt x="21600" y="0"/>
                    </a:lnTo>
                    <a:lnTo>
                      <a:pt x="21600" y="6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1" name="Shape 1701"/>
              <p:cNvSpPr/>
              <p:nvPr/>
            </p:nvSpPr>
            <p:spPr>
              <a:xfrm rot="14400000">
                <a:off x="19076508" y="22392695"/>
                <a:ext cx="1735303" cy="22085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2" name="Shape 1702"/>
              <p:cNvSpPr/>
              <p:nvPr/>
            </p:nvSpPr>
            <p:spPr>
              <a:xfrm rot="14400000">
                <a:off x="21173448" y="20969256"/>
                <a:ext cx="1474825" cy="2483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1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1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3" name="Shape 1703"/>
              <p:cNvSpPr/>
              <p:nvPr/>
            </p:nvSpPr>
            <p:spPr>
              <a:xfrm rot="14400000">
                <a:off x="20673235" y="20641085"/>
                <a:ext cx="3536642" cy="1210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309"/>
                    </a:lnTo>
                    <a:lnTo>
                      <a:pt x="45" y="0"/>
                    </a:lnTo>
                    <a:lnTo>
                      <a:pt x="21600" y="20291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4" name="Shape 1704"/>
              <p:cNvSpPr/>
              <p:nvPr/>
            </p:nvSpPr>
            <p:spPr>
              <a:xfrm rot="14400000">
                <a:off x="21767900" y="14906363"/>
                <a:ext cx="2289279" cy="4336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1" y="21600"/>
                    </a:moveTo>
                    <a:lnTo>
                      <a:pt x="0" y="37"/>
                    </a:lnTo>
                    <a:lnTo>
                      <a:pt x="69" y="0"/>
                    </a:lnTo>
                    <a:lnTo>
                      <a:pt x="21600" y="21600"/>
                    </a:lnTo>
                    <a:lnTo>
                      <a:pt x="2153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5" name="Shape 1705"/>
              <p:cNvSpPr/>
              <p:nvPr/>
            </p:nvSpPr>
            <p:spPr>
              <a:xfrm rot="14400000">
                <a:off x="22660072" y="14100726"/>
                <a:ext cx="1544530" cy="89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21600"/>
                    </a:moveTo>
                    <a:lnTo>
                      <a:pt x="0" y="21334"/>
                    </a:lnTo>
                    <a:lnTo>
                      <a:pt x="21600" y="0"/>
                    </a:lnTo>
                    <a:lnTo>
                      <a:pt x="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6" name="Shape 1706"/>
              <p:cNvSpPr/>
              <p:nvPr/>
            </p:nvSpPr>
            <p:spPr>
              <a:xfrm rot="14400000">
                <a:off x="21647895" y="11755278"/>
                <a:ext cx="2392003" cy="17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4" y="21600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21600" y="21511"/>
                    </a:lnTo>
                    <a:lnTo>
                      <a:pt x="2153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7" name="Shape 1707"/>
              <p:cNvSpPr/>
              <p:nvPr/>
            </p:nvSpPr>
            <p:spPr>
              <a:xfrm rot="14400000">
                <a:off x="20525016" y="9740787"/>
                <a:ext cx="1665598" cy="28982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" y="21600"/>
                    </a:moveTo>
                    <a:lnTo>
                      <a:pt x="0" y="21545"/>
                    </a:lnTo>
                    <a:lnTo>
                      <a:pt x="21505" y="0"/>
                    </a:lnTo>
                    <a:lnTo>
                      <a:pt x="21600" y="82"/>
                    </a:lnTo>
                    <a:lnTo>
                      <a:pt x="1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8" name="Shape 1708"/>
              <p:cNvSpPr/>
              <p:nvPr/>
            </p:nvSpPr>
            <p:spPr>
              <a:xfrm rot="14400000">
                <a:off x="17681037" y="9093175"/>
                <a:ext cx="3235807" cy="928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29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09" name="Shape 1709"/>
              <p:cNvSpPr/>
              <p:nvPr/>
            </p:nvSpPr>
            <p:spPr>
              <a:xfrm rot="14400000">
                <a:off x="16638928" y="6627555"/>
                <a:ext cx="1170321" cy="31844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" y="21600"/>
                    </a:moveTo>
                    <a:lnTo>
                      <a:pt x="0" y="21550"/>
                    </a:lnTo>
                    <a:lnTo>
                      <a:pt x="21465" y="0"/>
                    </a:lnTo>
                    <a:lnTo>
                      <a:pt x="21600" y="0"/>
                    </a:lnTo>
                    <a:lnTo>
                      <a:pt x="13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0" name="Shape 1710"/>
              <p:cNvSpPr/>
              <p:nvPr/>
            </p:nvSpPr>
            <p:spPr>
              <a:xfrm rot="14400000">
                <a:off x="13277420" y="7192447"/>
                <a:ext cx="1992113" cy="1827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0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1" name="Shape 1711"/>
              <p:cNvSpPr/>
              <p:nvPr/>
            </p:nvSpPr>
            <p:spPr>
              <a:xfrm rot="14400000">
                <a:off x="11441415" y="7602619"/>
                <a:ext cx="1386775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6" y="21600"/>
                    </a:moveTo>
                    <a:lnTo>
                      <a:pt x="0" y="86"/>
                    </a:lnTo>
                    <a:lnTo>
                      <a:pt x="114" y="0"/>
                    </a:lnTo>
                    <a:lnTo>
                      <a:pt x="21600" y="21543"/>
                    </a:lnTo>
                    <a:lnTo>
                      <a:pt x="2148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2" name="Shape 1712"/>
              <p:cNvSpPr/>
              <p:nvPr/>
            </p:nvSpPr>
            <p:spPr>
              <a:xfrm rot="14400000">
                <a:off x="8338263" y="8577226"/>
                <a:ext cx="1614236" cy="4017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8" y="21600"/>
                    </a:moveTo>
                    <a:lnTo>
                      <a:pt x="0" y="21541"/>
                    </a:lnTo>
                    <a:lnTo>
                      <a:pt x="21502" y="0"/>
                    </a:lnTo>
                    <a:lnTo>
                      <a:pt x="21600" y="0"/>
                    </a:lnTo>
                    <a:lnTo>
                      <a:pt x="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3" name="Shape 1713"/>
              <p:cNvSpPr/>
              <p:nvPr/>
            </p:nvSpPr>
            <p:spPr>
              <a:xfrm rot="14400000">
                <a:off x="6380217" y="11772254"/>
                <a:ext cx="2153537" cy="216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32"/>
                    </a:lnTo>
                    <a:lnTo>
                      <a:pt x="0" y="0"/>
                    </a:lnTo>
                    <a:lnTo>
                      <a:pt x="21600" y="20868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4" name="Shape 1714"/>
              <p:cNvSpPr/>
              <p:nvPr/>
            </p:nvSpPr>
            <p:spPr>
              <a:xfrm rot="14400000">
                <a:off x="6483754" y="12221189"/>
                <a:ext cx="319179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03" y="21600"/>
                    </a:moveTo>
                    <a:lnTo>
                      <a:pt x="0" y="0"/>
                    </a:lnTo>
                    <a:lnTo>
                      <a:pt x="497" y="0"/>
                    </a:lnTo>
                    <a:lnTo>
                      <a:pt x="21600" y="21600"/>
                    </a:lnTo>
                    <a:lnTo>
                      <a:pt x="21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5" name="Shape 1715"/>
              <p:cNvSpPr/>
              <p:nvPr/>
            </p:nvSpPr>
            <p:spPr>
              <a:xfrm rot="14400000">
                <a:off x="4855748" y="15573765"/>
                <a:ext cx="3565992" cy="865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17"/>
                    </a:lnTo>
                    <a:lnTo>
                      <a:pt x="21556" y="0"/>
                    </a:lnTo>
                    <a:lnTo>
                      <a:pt x="21600" y="18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6" name="Shape 1716"/>
              <p:cNvSpPr/>
              <p:nvPr/>
            </p:nvSpPr>
            <p:spPr>
              <a:xfrm rot="14400000">
                <a:off x="6342226" y="17242966"/>
                <a:ext cx="1493168" cy="2747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4" y="21600"/>
                    </a:moveTo>
                    <a:lnTo>
                      <a:pt x="0" y="0"/>
                    </a:lnTo>
                    <a:lnTo>
                      <a:pt x="159" y="0"/>
                    </a:lnTo>
                    <a:lnTo>
                      <a:pt x="21600" y="21600"/>
                    </a:lnTo>
                    <a:lnTo>
                      <a:pt x="2149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7" name="Shape 1717"/>
              <p:cNvSpPr/>
              <p:nvPr/>
            </p:nvSpPr>
            <p:spPr>
              <a:xfrm rot="14400000">
                <a:off x="6320944" y="19847004"/>
                <a:ext cx="2579107" cy="1614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2" y="21600"/>
                    </a:moveTo>
                    <a:lnTo>
                      <a:pt x="0" y="21453"/>
                    </a:lnTo>
                    <a:lnTo>
                      <a:pt x="21508" y="0"/>
                    </a:lnTo>
                    <a:lnTo>
                      <a:pt x="21600" y="98"/>
                    </a:lnTo>
                    <a:lnTo>
                      <a:pt x="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8" name="Shape 1718"/>
              <p:cNvSpPr/>
              <p:nvPr/>
            </p:nvSpPr>
            <p:spPr>
              <a:xfrm rot="14400000">
                <a:off x="7927685" y="22587779"/>
                <a:ext cx="3140422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426"/>
                    </a:lnTo>
                    <a:lnTo>
                      <a:pt x="76" y="0"/>
                    </a:lnTo>
                    <a:lnTo>
                      <a:pt x="21600" y="2117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19" name="Shape 1719"/>
              <p:cNvSpPr/>
              <p:nvPr/>
            </p:nvSpPr>
            <p:spPr>
              <a:xfrm rot="14400000">
                <a:off x="11850065" y="23767234"/>
                <a:ext cx="2300286" cy="1775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11"/>
                    </a:lnTo>
                    <a:lnTo>
                      <a:pt x="21600" y="0"/>
                    </a:lnTo>
                    <a:lnTo>
                      <a:pt x="21600" y="89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0" name="Shape 1720"/>
              <p:cNvSpPr/>
              <p:nvPr/>
            </p:nvSpPr>
            <p:spPr>
              <a:xfrm rot="14400000">
                <a:off x="13509668" y="24865203"/>
                <a:ext cx="253142" cy="176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661" y="21600"/>
                    </a:moveTo>
                    <a:lnTo>
                      <a:pt x="0" y="0"/>
                    </a:lnTo>
                    <a:lnTo>
                      <a:pt x="626" y="0"/>
                    </a:lnTo>
                    <a:lnTo>
                      <a:pt x="21600" y="21510"/>
                    </a:lnTo>
                    <a:lnTo>
                      <a:pt x="206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1" name="Shape 1721"/>
              <p:cNvSpPr/>
              <p:nvPr/>
            </p:nvSpPr>
            <p:spPr>
              <a:xfrm rot="14400000">
                <a:off x="8425589" y="23426534"/>
                <a:ext cx="1482162" cy="11519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62"/>
                    </a:lnTo>
                    <a:lnTo>
                      <a:pt x="21493" y="0"/>
                    </a:lnTo>
                    <a:lnTo>
                      <a:pt x="21600" y="13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2" name="Shape 1722"/>
              <p:cNvSpPr/>
              <p:nvPr/>
            </p:nvSpPr>
            <p:spPr>
              <a:xfrm rot="14400000">
                <a:off x="8516954" y="21534518"/>
                <a:ext cx="1012566" cy="22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3" y="21600"/>
                    </a:moveTo>
                    <a:lnTo>
                      <a:pt x="0" y="0"/>
                    </a:lnTo>
                    <a:lnTo>
                      <a:pt x="157" y="0"/>
                    </a:lnTo>
                    <a:lnTo>
                      <a:pt x="21600" y="21600"/>
                    </a:lnTo>
                    <a:lnTo>
                      <a:pt x="214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3" name="Shape 1723"/>
              <p:cNvSpPr/>
              <p:nvPr/>
            </p:nvSpPr>
            <p:spPr>
              <a:xfrm rot="14400000">
                <a:off x="14712627" y="24561661"/>
                <a:ext cx="1805009" cy="1907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83"/>
                    </a:lnTo>
                    <a:lnTo>
                      <a:pt x="13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4" name="Shape 1724"/>
              <p:cNvSpPr/>
              <p:nvPr/>
            </p:nvSpPr>
            <p:spPr>
              <a:xfrm rot="14400000">
                <a:off x="17629562" y="25083747"/>
                <a:ext cx="1526187" cy="1981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00"/>
                    </a:lnTo>
                    <a:lnTo>
                      <a:pt x="0" y="0"/>
                    </a:lnTo>
                    <a:lnTo>
                      <a:pt x="21600" y="208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5" name="Shape 1725"/>
              <p:cNvSpPr/>
              <p:nvPr/>
            </p:nvSpPr>
            <p:spPr>
              <a:xfrm rot="14400000">
                <a:off x="18760127" y="24753264"/>
                <a:ext cx="590664" cy="1173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8" y="21600"/>
                    </a:moveTo>
                    <a:lnTo>
                      <a:pt x="0" y="0"/>
                    </a:lnTo>
                    <a:lnTo>
                      <a:pt x="21600" y="21600"/>
                    </a:lnTo>
                    <a:lnTo>
                      <a:pt x="211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6" name="Shape 1726"/>
              <p:cNvSpPr/>
              <p:nvPr/>
            </p:nvSpPr>
            <p:spPr>
              <a:xfrm rot="14400000">
                <a:off x="23495967" y="18813877"/>
                <a:ext cx="1830690" cy="349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3" y="21600"/>
                    </a:moveTo>
                    <a:lnTo>
                      <a:pt x="0" y="0"/>
                    </a:lnTo>
                    <a:lnTo>
                      <a:pt x="130" y="0"/>
                    </a:lnTo>
                    <a:lnTo>
                      <a:pt x="21600" y="21600"/>
                    </a:lnTo>
                    <a:lnTo>
                      <a:pt x="2151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7" name="Shape 1727"/>
              <p:cNvSpPr/>
              <p:nvPr/>
            </p:nvSpPr>
            <p:spPr>
              <a:xfrm rot="14400000">
                <a:off x="23597198" y="14072710"/>
                <a:ext cx="1162984" cy="572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32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8" name="Shape 1728"/>
              <p:cNvSpPr/>
              <p:nvPr/>
            </p:nvSpPr>
            <p:spPr>
              <a:xfrm rot="14400000">
                <a:off x="10586527" y="6312631"/>
                <a:ext cx="1085941" cy="3679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6" y="21600"/>
                    </a:moveTo>
                    <a:lnTo>
                      <a:pt x="0" y="21557"/>
                    </a:lnTo>
                    <a:lnTo>
                      <a:pt x="21381" y="0"/>
                    </a:lnTo>
                    <a:lnTo>
                      <a:pt x="21600" y="0"/>
                    </a:lnTo>
                    <a:lnTo>
                      <a:pt x="14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29" name="Shape 1729"/>
              <p:cNvSpPr/>
              <p:nvPr/>
            </p:nvSpPr>
            <p:spPr>
              <a:xfrm rot="14400000">
                <a:off x="3317898" y="16381029"/>
                <a:ext cx="5015135" cy="1863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8" y="21600"/>
                    </a:moveTo>
                    <a:lnTo>
                      <a:pt x="0" y="85"/>
                    </a:lnTo>
                    <a:lnTo>
                      <a:pt x="0" y="0"/>
                    </a:lnTo>
                    <a:lnTo>
                      <a:pt x="21600" y="21515"/>
                    </a:lnTo>
                    <a:lnTo>
                      <a:pt x="2156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0" name="Shape 1730"/>
              <p:cNvSpPr/>
              <p:nvPr/>
            </p:nvSpPr>
            <p:spPr>
              <a:xfrm rot="14400000">
                <a:off x="7183056" y="12859398"/>
                <a:ext cx="1981107" cy="1683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0" y="21600"/>
                    </a:moveTo>
                    <a:lnTo>
                      <a:pt x="0" y="94"/>
                    </a:lnTo>
                    <a:lnTo>
                      <a:pt x="120" y="0"/>
                    </a:lnTo>
                    <a:lnTo>
                      <a:pt x="21600" y="21459"/>
                    </a:lnTo>
                    <a:lnTo>
                      <a:pt x="214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1" name="Shape 1731"/>
              <p:cNvSpPr/>
              <p:nvPr/>
            </p:nvSpPr>
            <p:spPr>
              <a:xfrm rot="14400000">
                <a:off x="6479831" y="19762773"/>
                <a:ext cx="3947539" cy="711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266"/>
                    </a:lnTo>
                    <a:lnTo>
                      <a:pt x="21600" y="0"/>
                    </a:lnTo>
                    <a:lnTo>
                      <a:pt x="21600" y="22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2" name="Shape 1732"/>
              <p:cNvSpPr/>
              <p:nvPr/>
            </p:nvSpPr>
            <p:spPr>
              <a:xfrm rot="14400000">
                <a:off x="7179574" y="9878797"/>
                <a:ext cx="414565" cy="1118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18" y="21600"/>
                    </a:moveTo>
                    <a:lnTo>
                      <a:pt x="0" y="0"/>
                    </a:lnTo>
                    <a:lnTo>
                      <a:pt x="382" y="0"/>
                    </a:lnTo>
                    <a:lnTo>
                      <a:pt x="21600" y="21600"/>
                    </a:lnTo>
                    <a:lnTo>
                      <a:pt x="212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3" name="Shape 1733"/>
              <p:cNvSpPr/>
              <p:nvPr/>
            </p:nvSpPr>
            <p:spPr>
              <a:xfrm rot="14400000">
                <a:off x="7605452" y="10260112"/>
                <a:ext cx="2663488" cy="1162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96"/>
                    </a:lnTo>
                    <a:lnTo>
                      <a:pt x="21600" y="0"/>
                    </a:lnTo>
                    <a:lnTo>
                      <a:pt x="21600" y="13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4" name="Shape 1734"/>
              <p:cNvSpPr/>
              <p:nvPr/>
            </p:nvSpPr>
            <p:spPr>
              <a:xfrm rot="14400000">
                <a:off x="10366274" y="10118771"/>
                <a:ext cx="649363" cy="1746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56" y="21600"/>
                    </a:moveTo>
                    <a:lnTo>
                      <a:pt x="0" y="136"/>
                    </a:lnTo>
                    <a:lnTo>
                      <a:pt x="244" y="0"/>
                    </a:lnTo>
                    <a:lnTo>
                      <a:pt x="21600" y="21464"/>
                    </a:lnTo>
                    <a:lnTo>
                      <a:pt x="2135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5" name="Shape 1735"/>
              <p:cNvSpPr/>
              <p:nvPr/>
            </p:nvSpPr>
            <p:spPr>
              <a:xfrm rot="14400000">
                <a:off x="22598119" y="11532641"/>
                <a:ext cx="2769881" cy="1379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4" y="21600"/>
                    </a:moveTo>
                    <a:lnTo>
                      <a:pt x="0" y="115"/>
                    </a:lnTo>
                    <a:lnTo>
                      <a:pt x="86" y="0"/>
                    </a:lnTo>
                    <a:lnTo>
                      <a:pt x="21600" y="21428"/>
                    </a:lnTo>
                    <a:lnTo>
                      <a:pt x="21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6" name="Shape 1736"/>
              <p:cNvSpPr/>
              <p:nvPr/>
            </p:nvSpPr>
            <p:spPr>
              <a:xfrm rot="14400000">
                <a:off x="21001622" y="9018064"/>
                <a:ext cx="2281941" cy="2725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4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1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7" name="Shape 1737"/>
              <p:cNvSpPr/>
              <p:nvPr/>
            </p:nvSpPr>
            <p:spPr>
              <a:xfrm rot="14400000">
                <a:off x="9144351" y="22159845"/>
                <a:ext cx="263298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8" name="Shape 1738"/>
              <p:cNvSpPr/>
              <p:nvPr/>
            </p:nvSpPr>
            <p:spPr>
              <a:xfrm rot="14400000">
                <a:off x="10825250" y="22680004"/>
                <a:ext cx="25997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433" fill="norm" stroke="1" extrusionOk="0">
                    <a:moveTo>
                      <a:pt x="20335" y="11199"/>
                    </a:moveTo>
                    <a:cubicBezTo>
                      <a:pt x="19660" y="17090"/>
                      <a:pt x="14260" y="21017"/>
                      <a:pt x="8860" y="20362"/>
                    </a:cubicBezTo>
                    <a:cubicBezTo>
                      <a:pt x="2785" y="19708"/>
                      <a:pt x="-590" y="14472"/>
                      <a:pt x="85" y="9235"/>
                    </a:cubicBezTo>
                    <a:cubicBezTo>
                      <a:pt x="760" y="3344"/>
                      <a:pt x="5485" y="-583"/>
                      <a:pt x="10885" y="72"/>
                    </a:cubicBezTo>
                    <a:cubicBezTo>
                      <a:pt x="16960" y="726"/>
                      <a:pt x="21010" y="5962"/>
                      <a:pt x="20335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39" name="Shape 1739"/>
              <p:cNvSpPr/>
              <p:nvPr/>
            </p:nvSpPr>
            <p:spPr>
              <a:xfrm rot="14400000">
                <a:off x="14165178" y="25093291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0" name="Shape 1740"/>
              <p:cNvSpPr/>
              <p:nvPr/>
            </p:nvSpPr>
            <p:spPr>
              <a:xfrm rot="14400000">
                <a:off x="14422434" y="2336999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1" name="Shape 1741"/>
              <p:cNvSpPr/>
              <p:nvPr/>
            </p:nvSpPr>
            <p:spPr>
              <a:xfrm rot="14400000">
                <a:off x="17955942" y="2429160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2" name="Shape 1742"/>
              <p:cNvSpPr/>
              <p:nvPr/>
            </p:nvSpPr>
            <p:spPr>
              <a:xfrm rot="14400000">
                <a:off x="19288411" y="2467152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3" name="Shape 1743"/>
              <p:cNvSpPr/>
              <p:nvPr/>
            </p:nvSpPr>
            <p:spPr>
              <a:xfrm rot="14400000">
                <a:off x="18676990" y="23450029"/>
                <a:ext cx="25983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4" name="Shape 1744"/>
              <p:cNvSpPr/>
              <p:nvPr/>
            </p:nvSpPr>
            <p:spPr>
              <a:xfrm rot="14400000">
                <a:off x="19806321" y="23419720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5" name="Shape 1745"/>
              <p:cNvSpPr/>
              <p:nvPr/>
            </p:nvSpPr>
            <p:spPr>
              <a:xfrm rot="14400000">
                <a:off x="22154843" y="23355495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6" name="Shape 1746"/>
              <p:cNvSpPr/>
              <p:nvPr/>
            </p:nvSpPr>
            <p:spPr>
              <a:xfrm rot="14400000">
                <a:off x="20336612" y="22062595"/>
                <a:ext cx="263298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7" name="Shape 1747"/>
              <p:cNvSpPr/>
              <p:nvPr/>
            </p:nvSpPr>
            <p:spPr>
              <a:xfrm rot="14400000">
                <a:off x="22163444" y="22076314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8" name="Shape 1748"/>
              <p:cNvSpPr/>
              <p:nvPr/>
            </p:nvSpPr>
            <p:spPr>
              <a:xfrm rot="14400000">
                <a:off x="23166438" y="2207550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49" name="Shape 1749"/>
              <p:cNvSpPr/>
              <p:nvPr/>
            </p:nvSpPr>
            <p:spPr>
              <a:xfrm rot="14400000">
                <a:off x="22166231" y="20745099"/>
                <a:ext cx="27417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0" name="Shape 1750"/>
              <p:cNvSpPr/>
              <p:nvPr/>
            </p:nvSpPr>
            <p:spPr>
              <a:xfrm rot="14400000">
                <a:off x="21500755" y="19037213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1" name="Shape 1751"/>
              <p:cNvSpPr/>
              <p:nvPr/>
            </p:nvSpPr>
            <p:spPr>
              <a:xfrm rot="14400000">
                <a:off x="25320435" y="188614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2" name="Shape 1752"/>
              <p:cNvSpPr/>
              <p:nvPr/>
            </p:nvSpPr>
            <p:spPr>
              <a:xfrm rot="14400000">
                <a:off x="23217072" y="1619331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3" name="Shape 1753"/>
              <p:cNvSpPr/>
              <p:nvPr/>
            </p:nvSpPr>
            <p:spPr>
              <a:xfrm rot="14400000">
                <a:off x="22550598" y="13941660"/>
                <a:ext cx="259833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4" name="Shape 1754"/>
              <p:cNvSpPr/>
              <p:nvPr/>
            </p:nvSpPr>
            <p:spPr>
              <a:xfrm rot="14400000">
                <a:off x="22875679" y="1104268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5" name="Shape 1755"/>
              <p:cNvSpPr/>
              <p:nvPr/>
            </p:nvSpPr>
            <p:spPr>
              <a:xfrm rot="14400000">
                <a:off x="23745873" y="1056516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6" name="Shape 1756"/>
              <p:cNvSpPr/>
              <p:nvPr/>
            </p:nvSpPr>
            <p:spPr>
              <a:xfrm rot="14400000">
                <a:off x="21086739" y="1152851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7" name="Shape 1757"/>
              <p:cNvSpPr/>
              <p:nvPr/>
            </p:nvSpPr>
            <p:spPr>
              <a:xfrm rot="14400000">
                <a:off x="19608786" y="11030444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8" name="Shape 1758"/>
              <p:cNvSpPr/>
              <p:nvPr/>
            </p:nvSpPr>
            <p:spPr>
              <a:xfrm rot="14400000">
                <a:off x="18748105" y="7807843"/>
                <a:ext cx="263297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1548"/>
                    </a:moveTo>
                    <a:cubicBezTo>
                      <a:pt x="19649" y="17623"/>
                      <a:pt x="14249" y="20998"/>
                      <a:pt x="8849" y="20323"/>
                    </a:cubicBezTo>
                    <a:cubicBezTo>
                      <a:pt x="3449" y="19648"/>
                      <a:pt x="-601" y="14923"/>
                      <a:pt x="74" y="9523"/>
                    </a:cubicBezTo>
                    <a:cubicBezTo>
                      <a:pt x="749" y="3448"/>
                      <a:pt x="5474" y="-602"/>
                      <a:pt x="11549" y="73"/>
                    </a:cubicBezTo>
                    <a:cubicBezTo>
                      <a:pt x="16949" y="748"/>
                      <a:pt x="20999" y="6148"/>
                      <a:pt x="20324" y="1154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59" name="Shape 1759"/>
              <p:cNvSpPr/>
              <p:nvPr/>
            </p:nvSpPr>
            <p:spPr>
              <a:xfrm rot="14400000">
                <a:off x="19235044" y="7960907"/>
                <a:ext cx="270702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09" fill="norm" stroke="1" extrusionOk="0">
                    <a:moveTo>
                      <a:pt x="20362" y="10885"/>
                    </a:moveTo>
                    <a:cubicBezTo>
                      <a:pt x="19708" y="16960"/>
                      <a:pt x="14472" y="21010"/>
                      <a:pt x="9235" y="20335"/>
                    </a:cubicBezTo>
                    <a:cubicBezTo>
                      <a:pt x="3344" y="19660"/>
                      <a:pt x="-583" y="14260"/>
                      <a:pt x="72" y="8860"/>
                    </a:cubicBezTo>
                    <a:cubicBezTo>
                      <a:pt x="726" y="2785"/>
                      <a:pt x="5962" y="-590"/>
                      <a:pt x="11199" y="85"/>
                    </a:cubicBezTo>
                    <a:cubicBezTo>
                      <a:pt x="17090" y="760"/>
                      <a:pt x="21017" y="5485"/>
                      <a:pt x="20362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0" name="Shape 1760"/>
              <p:cNvSpPr/>
              <p:nvPr/>
            </p:nvSpPr>
            <p:spPr>
              <a:xfrm rot="14400000">
                <a:off x="15884831" y="8329872"/>
                <a:ext cx="263298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0885"/>
                    </a:moveTo>
                    <a:cubicBezTo>
                      <a:pt x="19649" y="16960"/>
                      <a:pt x="14924" y="21010"/>
                      <a:pt x="8849" y="20335"/>
                    </a:cubicBezTo>
                    <a:cubicBezTo>
                      <a:pt x="3449" y="19660"/>
                      <a:pt x="-601" y="14260"/>
                      <a:pt x="74" y="8860"/>
                    </a:cubicBezTo>
                    <a:cubicBezTo>
                      <a:pt x="749" y="2785"/>
                      <a:pt x="6149" y="-590"/>
                      <a:pt x="11549" y="85"/>
                    </a:cubicBezTo>
                    <a:cubicBezTo>
                      <a:pt x="16949" y="760"/>
                      <a:pt x="20999" y="5485"/>
                      <a:pt x="20324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1" name="Shape 1761"/>
              <p:cNvSpPr/>
              <p:nvPr/>
            </p:nvSpPr>
            <p:spPr>
              <a:xfrm rot="14400000">
                <a:off x="14013276" y="7223990"/>
                <a:ext cx="259833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2" name="Shape 1762"/>
              <p:cNvSpPr/>
              <p:nvPr/>
            </p:nvSpPr>
            <p:spPr>
              <a:xfrm rot="14400000">
                <a:off x="12761745" y="10243203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3" name="Shape 1763"/>
              <p:cNvSpPr/>
              <p:nvPr/>
            </p:nvSpPr>
            <p:spPr>
              <a:xfrm rot="14400000">
                <a:off x="12830648" y="7593475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4" name="Shape 1764"/>
              <p:cNvSpPr/>
              <p:nvPr/>
            </p:nvSpPr>
            <p:spPr>
              <a:xfrm rot="14400000">
                <a:off x="11157264" y="10168673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5" name="Shape 1765"/>
              <p:cNvSpPr/>
              <p:nvPr/>
            </p:nvSpPr>
            <p:spPr>
              <a:xfrm rot="14400000">
                <a:off x="9167228" y="8493149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6" name="Shape 1766"/>
              <p:cNvSpPr/>
              <p:nvPr/>
            </p:nvSpPr>
            <p:spPr>
              <a:xfrm rot="14400000">
                <a:off x="9986450" y="11558068"/>
                <a:ext cx="25983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7" name="Shape 1767"/>
              <p:cNvSpPr/>
              <p:nvPr/>
            </p:nvSpPr>
            <p:spPr>
              <a:xfrm rot="14400000">
                <a:off x="7647533" y="9832912"/>
                <a:ext cx="259833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8" name="Shape 1768"/>
              <p:cNvSpPr/>
              <p:nvPr/>
            </p:nvSpPr>
            <p:spPr>
              <a:xfrm rot="14400000">
                <a:off x="6889852" y="10778097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69" name="Shape 1769"/>
              <p:cNvSpPr/>
              <p:nvPr/>
            </p:nvSpPr>
            <p:spPr>
              <a:xfrm rot="14400000">
                <a:off x="8278996" y="12291709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0" name="Shape 1770"/>
              <p:cNvSpPr/>
              <p:nvPr/>
            </p:nvSpPr>
            <p:spPr>
              <a:xfrm rot="14400000">
                <a:off x="8632022" y="1053688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1" name="Shape 1771"/>
              <p:cNvSpPr/>
              <p:nvPr/>
            </p:nvSpPr>
            <p:spPr>
              <a:xfrm rot="14400000">
                <a:off x="7772400" y="12729424"/>
                <a:ext cx="270702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2" name="Shape 1772"/>
              <p:cNvSpPr/>
              <p:nvPr/>
            </p:nvSpPr>
            <p:spPr>
              <a:xfrm rot="14400000">
                <a:off x="7795721" y="1483079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3" name="Shape 1773"/>
              <p:cNvSpPr/>
              <p:nvPr/>
            </p:nvSpPr>
            <p:spPr>
              <a:xfrm rot="14400000">
                <a:off x="5274540" y="14538021"/>
                <a:ext cx="263297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4" name="Shape 1774"/>
              <p:cNvSpPr/>
              <p:nvPr/>
            </p:nvSpPr>
            <p:spPr>
              <a:xfrm rot="14400000">
                <a:off x="7746937" y="1717776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5" name="Shape 1775"/>
              <p:cNvSpPr/>
              <p:nvPr/>
            </p:nvSpPr>
            <p:spPr>
              <a:xfrm rot="14400000">
                <a:off x="7011222" y="184137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6" name="Shape 1776"/>
              <p:cNvSpPr/>
              <p:nvPr/>
            </p:nvSpPr>
            <p:spPr>
              <a:xfrm rot="14400000">
                <a:off x="6153660" y="1979005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7" name="Shape 1777"/>
              <p:cNvSpPr/>
              <p:nvPr/>
            </p:nvSpPr>
            <p:spPr>
              <a:xfrm rot="14400000">
                <a:off x="9586431" y="2150850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8" name="Shape 1778"/>
              <p:cNvSpPr/>
              <p:nvPr/>
            </p:nvSpPr>
            <p:spPr>
              <a:xfrm rot="14400000">
                <a:off x="8826602" y="21228575"/>
                <a:ext cx="25983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79" name="Shape 1779"/>
              <p:cNvSpPr/>
              <p:nvPr/>
            </p:nvSpPr>
            <p:spPr>
              <a:xfrm rot="14400000">
                <a:off x="23959636" y="1360623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0" name="Shape 1780"/>
              <p:cNvSpPr/>
              <p:nvPr/>
            </p:nvSpPr>
            <p:spPr>
              <a:xfrm rot="14400000">
                <a:off x="24099366" y="1483880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1" name="Shape 1781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2" name="Shape 1782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3" name="Shape 1783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4" name="Shape 1784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5" name="Shape 1785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6" name="Shape 1786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7" name="Shape 1787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8" name="Shape 1788"/>
              <p:cNvSpPr/>
              <p:nvPr/>
            </p:nvSpPr>
            <p:spPr>
              <a:xfrm rot="14400000">
                <a:off x="16388314" y="1904470"/>
                <a:ext cx="6567001" cy="4453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4" y="21600"/>
                    </a:moveTo>
                    <a:lnTo>
                      <a:pt x="0" y="53"/>
                    </a:lnTo>
                    <a:lnTo>
                      <a:pt x="24" y="0"/>
                    </a:lnTo>
                    <a:lnTo>
                      <a:pt x="21600" y="21547"/>
                    </a:lnTo>
                    <a:lnTo>
                      <a:pt x="2156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89" name="Shape 1789"/>
              <p:cNvSpPr/>
              <p:nvPr/>
            </p:nvSpPr>
            <p:spPr>
              <a:xfrm rot="14400000">
                <a:off x="15425208" y="-483805"/>
                <a:ext cx="3261489" cy="8518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1" y="2160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21600" y="21600"/>
                    </a:lnTo>
                    <a:lnTo>
                      <a:pt x="2155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0" name="Shape 1790"/>
              <p:cNvSpPr/>
              <p:nvPr/>
            </p:nvSpPr>
            <p:spPr>
              <a:xfrm rot="14400000">
                <a:off x="15376689" y="545587"/>
                <a:ext cx="5205907" cy="7553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21"/>
                    </a:lnTo>
                    <a:lnTo>
                      <a:pt x="30" y="0"/>
                    </a:lnTo>
                    <a:lnTo>
                      <a:pt x="21600" y="2160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1" name="Shape 1791"/>
              <p:cNvSpPr/>
              <p:nvPr/>
            </p:nvSpPr>
            <p:spPr>
              <a:xfrm rot="14400000">
                <a:off x="16385159" y="4503717"/>
                <a:ext cx="11072181" cy="18600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28"/>
                    </a:lnTo>
                    <a:lnTo>
                      <a:pt x="21" y="0"/>
                    </a:lnTo>
                    <a:lnTo>
                      <a:pt x="21600" y="2147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2" name="Shape 1792"/>
              <p:cNvSpPr/>
              <p:nvPr/>
            </p:nvSpPr>
            <p:spPr>
              <a:xfrm rot="14400000">
                <a:off x="15399419" y="3647933"/>
                <a:ext cx="10411815" cy="4633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85" y="21600"/>
                    </a:moveTo>
                    <a:lnTo>
                      <a:pt x="0" y="34"/>
                    </a:lnTo>
                    <a:lnTo>
                      <a:pt x="0" y="0"/>
                    </a:lnTo>
                    <a:lnTo>
                      <a:pt x="21600" y="21549"/>
                    </a:lnTo>
                    <a:lnTo>
                      <a:pt x="215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3" name="Shape 1793"/>
              <p:cNvSpPr/>
              <p:nvPr/>
            </p:nvSpPr>
            <p:spPr>
              <a:xfrm rot="14400000">
                <a:off x="19817444" y="4818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4" name="Shape 1794"/>
              <p:cNvSpPr/>
              <p:nvPr/>
            </p:nvSpPr>
            <p:spPr>
              <a:xfrm rot="14400000">
                <a:off x="22458522" y="23260077"/>
                <a:ext cx="2509402" cy="616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257"/>
                    </a:lnTo>
                    <a:lnTo>
                      <a:pt x="63" y="0"/>
                    </a:lnTo>
                    <a:lnTo>
                      <a:pt x="21600" y="2121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5" name="Shape 1795"/>
              <p:cNvSpPr/>
              <p:nvPr/>
            </p:nvSpPr>
            <p:spPr>
              <a:xfrm rot="14400000">
                <a:off x="25091198" y="22571679"/>
                <a:ext cx="388885" cy="2905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2" y="21600"/>
                    </a:moveTo>
                    <a:lnTo>
                      <a:pt x="0" y="0"/>
                    </a:lnTo>
                    <a:lnTo>
                      <a:pt x="408" y="0"/>
                    </a:lnTo>
                    <a:lnTo>
                      <a:pt x="21600" y="21600"/>
                    </a:lnTo>
                    <a:lnTo>
                      <a:pt x="211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6" name="Shape 1796"/>
              <p:cNvSpPr/>
              <p:nvPr/>
            </p:nvSpPr>
            <p:spPr>
              <a:xfrm rot="14400000">
                <a:off x="26179267" y="23585378"/>
                <a:ext cx="1056589" cy="7337"/>
              </a:xfrm>
              <a:prstGeom prst="rect">
                <a:avLst/>
              </a:pr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7" name="Shape 1797"/>
              <p:cNvSpPr/>
              <p:nvPr/>
            </p:nvSpPr>
            <p:spPr>
              <a:xfrm rot="14400000">
                <a:off x="4550770" y="18807213"/>
                <a:ext cx="1995782" cy="631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9"/>
                    </a:lnTo>
                    <a:lnTo>
                      <a:pt x="21600" y="0"/>
                    </a:lnTo>
                    <a:lnTo>
                      <a:pt x="21600" y="251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8" name="Shape 1798"/>
              <p:cNvSpPr/>
              <p:nvPr/>
            </p:nvSpPr>
            <p:spPr>
              <a:xfrm rot="14400000">
                <a:off x="3798201" y="18235987"/>
                <a:ext cx="678713" cy="1882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4"/>
                    </a:lnTo>
                    <a:lnTo>
                      <a:pt x="0" y="0"/>
                    </a:lnTo>
                    <a:lnTo>
                      <a:pt x="21600" y="2151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799" name="Shape 1799"/>
              <p:cNvSpPr/>
              <p:nvPr/>
            </p:nvSpPr>
            <p:spPr>
              <a:xfrm rot="14400000">
                <a:off x="4248030" y="18632425"/>
                <a:ext cx="1317069" cy="2505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21537"/>
                    </a:lnTo>
                    <a:lnTo>
                      <a:pt x="21600" y="0"/>
                    </a:lnTo>
                    <a:lnTo>
                      <a:pt x="21600" y="63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0" name="Shape 1800"/>
              <p:cNvSpPr/>
              <p:nvPr/>
            </p:nvSpPr>
            <p:spPr>
              <a:xfrm rot="14400000">
                <a:off x="1139756" y="18575847"/>
                <a:ext cx="2630470" cy="891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22"/>
                    </a:lnTo>
                    <a:lnTo>
                      <a:pt x="21510" y="0"/>
                    </a:lnTo>
                    <a:lnTo>
                      <a:pt x="21600" y="17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1" name="Shape 1801"/>
              <p:cNvSpPr/>
              <p:nvPr/>
            </p:nvSpPr>
            <p:spPr>
              <a:xfrm rot="14400000">
                <a:off x="26836882" y="2391674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2" name="Shape 1802"/>
              <p:cNvSpPr/>
              <p:nvPr/>
            </p:nvSpPr>
            <p:spPr>
              <a:xfrm rot="14400000">
                <a:off x="26317345" y="22997275"/>
                <a:ext cx="259833" cy="259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0874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087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3" name="Shape 1803"/>
              <p:cNvSpPr/>
              <p:nvPr/>
            </p:nvSpPr>
            <p:spPr>
              <a:xfrm rot="14400000">
                <a:off x="23989338" y="24781352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35" y="11549"/>
                    </a:moveTo>
                    <a:cubicBezTo>
                      <a:pt x="19660" y="16949"/>
                      <a:pt x="14260" y="20999"/>
                      <a:pt x="8860" y="20324"/>
                    </a:cubicBezTo>
                    <a:cubicBezTo>
                      <a:pt x="2785" y="19649"/>
                      <a:pt x="-590" y="14924"/>
                      <a:pt x="85" y="8849"/>
                    </a:cubicBezTo>
                    <a:cubicBezTo>
                      <a:pt x="760" y="3449"/>
                      <a:pt x="5485" y="-601"/>
                      <a:pt x="10885" y="74"/>
                    </a:cubicBezTo>
                    <a:cubicBezTo>
                      <a:pt x="16960" y="749"/>
                      <a:pt x="21010" y="6149"/>
                      <a:pt x="20335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4" name="Shape 1804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5" name="Shape 1805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6" name="Shape 1806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7" name="Shape 1807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8" name="Shape 1808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09" name="Shape 1809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10" name="Shape 1810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11" name="Shape 1811"/>
              <p:cNvSpPr/>
              <p:nvPr/>
            </p:nvSpPr>
            <p:spPr>
              <a:xfrm rot="14400000">
                <a:off x="5396762" y="13134418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12" name="Shape 1812"/>
              <p:cNvSpPr/>
              <p:nvPr/>
            </p:nvSpPr>
            <p:spPr>
              <a:xfrm rot="14400000">
                <a:off x="4657406" y="18306713"/>
                <a:ext cx="264674" cy="26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6607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13" name="Shape 1813"/>
              <p:cNvSpPr/>
              <p:nvPr/>
            </p:nvSpPr>
            <p:spPr>
              <a:xfrm rot="14400000">
                <a:off x="1304004" y="17959889"/>
                <a:ext cx="261405" cy="264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5972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1815" name="Shape 1815"/>
            <p:cNvSpPr/>
            <p:nvPr/>
          </p:nvSpPr>
          <p:spPr>
            <a:xfrm rot="14400000">
              <a:off x="3367006" y="19806246"/>
              <a:ext cx="261406" cy="264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8" h="18732" fill="norm" stroke="1" extrusionOk="0">
                  <a:moveTo>
                    <a:pt x="18513" y="5301"/>
                  </a:moveTo>
                  <a:cubicBezTo>
                    <a:pt x="20419" y="10238"/>
                    <a:pt x="18513" y="15792"/>
                    <a:pt x="13431" y="17643"/>
                  </a:cubicBezTo>
                  <a:cubicBezTo>
                    <a:pt x="8984" y="20112"/>
                    <a:pt x="3266" y="18261"/>
                    <a:pt x="725" y="13323"/>
                  </a:cubicBezTo>
                  <a:cubicBezTo>
                    <a:pt x="-1181" y="8386"/>
                    <a:pt x="725" y="2832"/>
                    <a:pt x="5807" y="981"/>
                  </a:cubicBezTo>
                  <a:cubicBezTo>
                    <a:pt x="10254" y="-1488"/>
                    <a:pt x="15972" y="981"/>
                    <a:pt x="18513" y="5301"/>
                  </a:cubicBez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16" grpId="1"/>
      <p:bldP build="whole" bldLvl="1" animBg="1" rev="0" advAuto="0" spid="1612" grpId="2"/>
      <p:bldP build="whole" bldLvl="1" animBg="1" rev="0" advAuto="0" spid="1613" grpId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Shape 1818"/>
          <p:cNvSpPr/>
          <p:nvPr/>
        </p:nvSpPr>
        <p:spPr>
          <a:xfrm>
            <a:off x="8700007" y="1407162"/>
            <a:ext cx="698398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Recursos necesarios</a:t>
            </a:r>
          </a:p>
        </p:txBody>
      </p:sp>
      <p:grpSp>
        <p:nvGrpSpPr>
          <p:cNvPr id="1827" name="Group 1827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822" name="Group 182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819" name="Shape 181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20" name="Shape 182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21" name="Shape 182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826" name="Group 182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823" name="Shape 182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24" name="Shape 182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25" name="Shape 182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828" name="Shape 1828"/>
          <p:cNvSpPr/>
          <p:nvPr/>
        </p:nvSpPr>
        <p:spPr>
          <a:xfrm>
            <a:off x="13543838" y="3936808"/>
            <a:ext cx="6352541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40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000">
                <a:solidFill>
                  <a:srgbClr val="0A0A0A"/>
                </a:solidFill>
              </a:rPr>
              <a:t>Desarrollo de estrategias</a:t>
            </a:r>
          </a:p>
        </p:txBody>
      </p:sp>
      <p:sp>
        <p:nvSpPr>
          <p:cNvPr id="1829" name="Shape 1829"/>
          <p:cNvSpPr/>
          <p:nvPr/>
        </p:nvSpPr>
        <p:spPr>
          <a:xfrm>
            <a:off x="13543838" y="4731520"/>
            <a:ext cx="9036417" cy="62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Desarrollo de estrategias enfocadas a conseguir resultados</a:t>
            </a:r>
          </a:p>
        </p:txBody>
      </p:sp>
      <p:grpSp>
        <p:nvGrpSpPr>
          <p:cNvPr id="1834" name="Group 1834"/>
          <p:cNvGrpSpPr/>
          <p:nvPr/>
        </p:nvGrpSpPr>
        <p:grpSpPr>
          <a:xfrm>
            <a:off x="5396613" y="6213550"/>
            <a:ext cx="1924568" cy="1827435"/>
            <a:chOff x="0" y="0"/>
            <a:chExt cx="1924566" cy="1827433"/>
          </a:xfrm>
        </p:grpSpPr>
        <p:sp>
          <p:nvSpPr>
            <p:cNvPr id="1830" name="Shape 1830"/>
            <p:cNvSpPr/>
            <p:nvPr/>
          </p:nvSpPr>
          <p:spPr>
            <a:xfrm>
              <a:off x="-1" y="-1"/>
              <a:ext cx="1924568" cy="1827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cubicBezTo>
                    <a:pt x="1831" y="0"/>
                    <a:pt x="1831" y="0"/>
                    <a:pt x="1831" y="0"/>
                  </a:cubicBezTo>
                  <a:cubicBezTo>
                    <a:pt x="798" y="0"/>
                    <a:pt x="0" y="840"/>
                    <a:pt x="0" y="1878"/>
                  </a:cubicBezTo>
                  <a:cubicBezTo>
                    <a:pt x="0" y="16509"/>
                    <a:pt x="0" y="16509"/>
                    <a:pt x="0" y="16509"/>
                  </a:cubicBezTo>
                  <a:cubicBezTo>
                    <a:pt x="0" y="17547"/>
                    <a:pt x="798" y="18437"/>
                    <a:pt x="1831" y="18437"/>
                  </a:cubicBezTo>
                  <a:cubicBezTo>
                    <a:pt x="7278" y="18437"/>
                    <a:pt x="7278" y="18437"/>
                    <a:pt x="7278" y="18437"/>
                  </a:cubicBezTo>
                  <a:cubicBezTo>
                    <a:pt x="6997" y="18832"/>
                    <a:pt x="6527" y="19277"/>
                    <a:pt x="6292" y="19524"/>
                  </a:cubicBezTo>
                  <a:cubicBezTo>
                    <a:pt x="6104" y="19771"/>
                    <a:pt x="5917" y="19969"/>
                    <a:pt x="5823" y="20117"/>
                  </a:cubicBezTo>
                  <a:cubicBezTo>
                    <a:pt x="5682" y="20315"/>
                    <a:pt x="5588" y="20661"/>
                    <a:pt x="5776" y="20957"/>
                  </a:cubicBezTo>
                  <a:cubicBezTo>
                    <a:pt x="5917" y="21254"/>
                    <a:pt x="6245" y="21600"/>
                    <a:pt x="7137" y="21600"/>
                  </a:cubicBezTo>
                  <a:cubicBezTo>
                    <a:pt x="14463" y="21600"/>
                    <a:pt x="14463" y="21600"/>
                    <a:pt x="14463" y="21600"/>
                  </a:cubicBezTo>
                  <a:cubicBezTo>
                    <a:pt x="15308" y="21600"/>
                    <a:pt x="15683" y="21254"/>
                    <a:pt x="15824" y="20957"/>
                  </a:cubicBezTo>
                  <a:cubicBezTo>
                    <a:pt x="15965" y="20661"/>
                    <a:pt x="15918" y="20315"/>
                    <a:pt x="15777" y="20117"/>
                  </a:cubicBezTo>
                  <a:cubicBezTo>
                    <a:pt x="15683" y="19969"/>
                    <a:pt x="15496" y="19771"/>
                    <a:pt x="15261" y="19524"/>
                  </a:cubicBezTo>
                  <a:cubicBezTo>
                    <a:pt x="15026" y="19277"/>
                    <a:pt x="14603" y="18832"/>
                    <a:pt x="14275" y="18437"/>
                  </a:cubicBezTo>
                  <a:cubicBezTo>
                    <a:pt x="19769" y="18437"/>
                    <a:pt x="19769" y="18437"/>
                    <a:pt x="19769" y="18437"/>
                  </a:cubicBezTo>
                  <a:cubicBezTo>
                    <a:pt x="20755" y="18437"/>
                    <a:pt x="21600" y="17547"/>
                    <a:pt x="21600" y="16509"/>
                  </a:cubicBezTo>
                  <a:cubicBezTo>
                    <a:pt x="21600" y="1878"/>
                    <a:pt x="21600" y="1878"/>
                    <a:pt x="21600" y="1878"/>
                  </a:cubicBezTo>
                  <a:cubicBezTo>
                    <a:pt x="21600" y="840"/>
                    <a:pt x="20755" y="0"/>
                    <a:pt x="19769" y="0"/>
                  </a:cubicBezTo>
                  <a:close/>
                  <a:moveTo>
                    <a:pt x="14791" y="20018"/>
                  </a:moveTo>
                  <a:cubicBezTo>
                    <a:pt x="14979" y="20216"/>
                    <a:pt x="15167" y="20414"/>
                    <a:pt x="15214" y="20513"/>
                  </a:cubicBezTo>
                  <a:cubicBezTo>
                    <a:pt x="15214" y="20513"/>
                    <a:pt x="15261" y="20611"/>
                    <a:pt x="15214" y="20661"/>
                  </a:cubicBezTo>
                  <a:cubicBezTo>
                    <a:pt x="15120" y="20809"/>
                    <a:pt x="14838" y="20908"/>
                    <a:pt x="14463" y="20908"/>
                  </a:cubicBezTo>
                  <a:cubicBezTo>
                    <a:pt x="7137" y="20908"/>
                    <a:pt x="7137" y="20908"/>
                    <a:pt x="7137" y="20908"/>
                  </a:cubicBezTo>
                  <a:cubicBezTo>
                    <a:pt x="6715" y="20908"/>
                    <a:pt x="6480" y="20809"/>
                    <a:pt x="6386" y="20661"/>
                  </a:cubicBezTo>
                  <a:cubicBezTo>
                    <a:pt x="6339" y="20611"/>
                    <a:pt x="6339" y="20513"/>
                    <a:pt x="6339" y="20513"/>
                  </a:cubicBezTo>
                  <a:cubicBezTo>
                    <a:pt x="6339" y="20513"/>
                    <a:pt x="6339" y="20513"/>
                    <a:pt x="6339" y="20513"/>
                  </a:cubicBezTo>
                  <a:cubicBezTo>
                    <a:pt x="6433" y="20414"/>
                    <a:pt x="6574" y="20216"/>
                    <a:pt x="6809" y="20018"/>
                  </a:cubicBezTo>
                  <a:cubicBezTo>
                    <a:pt x="7372" y="19425"/>
                    <a:pt x="7842" y="18881"/>
                    <a:pt x="8077" y="18437"/>
                  </a:cubicBezTo>
                  <a:cubicBezTo>
                    <a:pt x="13523" y="18437"/>
                    <a:pt x="13523" y="18437"/>
                    <a:pt x="13523" y="18437"/>
                  </a:cubicBezTo>
                  <a:cubicBezTo>
                    <a:pt x="13711" y="18881"/>
                    <a:pt x="14181" y="19425"/>
                    <a:pt x="14791" y="20018"/>
                  </a:cubicBezTo>
                  <a:close/>
                  <a:moveTo>
                    <a:pt x="20238" y="16509"/>
                  </a:moveTo>
                  <a:cubicBezTo>
                    <a:pt x="20238" y="16805"/>
                    <a:pt x="20003" y="17003"/>
                    <a:pt x="19769" y="17003"/>
                  </a:cubicBezTo>
                  <a:cubicBezTo>
                    <a:pt x="1831" y="17003"/>
                    <a:pt x="1831" y="17003"/>
                    <a:pt x="1831" y="17003"/>
                  </a:cubicBezTo>
                  <a:cubicBezTo>
                    <a:pt x="1550" y="17003"/>
                    <a:pt x="1362" y="16805"/>
                    <a:pt x="1362" y="16509"/>
                  </a:cubicBezTo>
                  <a:cubicBezTo>
                    <a:pt x="1362" y="1878"/>
                    <a:pt x="1362" y="1878"/>
                    <a:pt x="1362" y="1878"/>
                  </a:cubicBezTo>
                  <a:cubicBezTo>
                    <a:pt x="1362" y="1631"/>
                    <a:pt x="1550" y="1384"/>
                    <a:pt x="1831" y="1384"/>
                  </a:cubicBezTo>
                  <a:cubicBezTo>
                    <a:pt x="19769" y="1384"/>
                    <a:pt x="19769" y="1384"/>
                    <a:pt x="19769" y="1384"/>
                  </a:cubicBezTo>
                  <a:cubicBezTo>
                    <a:pt x="20003" y="1384"/>
                    <a:pt x="20238" y="1631"/>
                    <a:pt x="20238" y="1878"/>
                  </a:cubicBezTo>
                  <a:lnTo>
                    <a:pt x="20238" y="16509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31" name="Shape 1831"/>
            <p:cNvSpPr/>
            <p:nvPr/>
          </p:nvSpPr>
          <p:spPr>
            <a:xfrm>
              <a:off x="237181" y="239441"/>
              <a:ext cx="1443426" cy="960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97" y="0"/>
                  </a:moveTo>
                  <a:cubicBezTo>
                    <a:pt x="1565" y="0"/>
                    <a:pt x="1565" y="0"/>
                    <a:pt x="1565" y="0"/>
                  </a:cubicBezTo>
                  <a:cubicBezTo>
                    <a:pt x="689" y="0"/>
                    <a:pt x="0" y="1033"/>
                    <a:pt x="0" y="2254"/>
                  </a:cubicBezTo>
                  <a:cubicBezTo>
                    <a:pt x="0" y="19346"/>
                    <a:pt x="0" y="19346"/>
                    <a:pt x="0" y="19346"/>
                  </a:cubicBezTo>
                  <a:cubicBezTo>
                    <a:pt x="0" y="20567"/>
                    <a:pt x="689" y="21600"/>
                    <a:pt x="1565" y="21600"/>
                  </a:cubicBezTo>
                  <a:cubicBezTo>
                    <a:pt x="20097" y="21600"/>
                    <a:pt x="20097" y="21600"/>
                    <a:pt x="20097" y="21600"/>
                  </a:cubicBezTo>
                  <a:cubicBezTo>
                    <a:pt x="20911" y="21600"/>
                    <a:pt x="21600" y="20567"/>
                    <a:pt x="21600" y="19346"/>
                  </a:cubicBezTo>
                  <a:cubicBezTo>
                    <a:pt x="21600" y="2254"/>
                    <a:pt x="21600" y="2254"/>
                    <a:pt x="21600" y="2254"/>
                  </a:cubicBezTo>
                  <a:cubicBezTo>
                    <a:pt x="21600" y="1033"/>
                    <a:pt x="20911" y="0"/>
                    <a:pt x="20097" y="0"/>
                  </a:cubicBezTo>
                  <a:close/>
                  <a:moveTo>
                    <a:pt x="20723" y="19346"/>
                  </a:moveTo>
                  <a:cubicBezTo>
                    <a:pt x="20723" y="19816"/>
                    <a:pt x="20410" y="20285"/>
                    <a:pt x="20097" y="20285"/>
                  </a:cubicBezTo>
                  <a:cubicBezTo>
                    <a:pt x="1565" y="20285"/>
                    <a:pt x="1565" y="20285"/>
                    <a:pt x="1565" y="20285"/>
                  </a:cubicBezTo>
                  <a:cubicBezTo>
                    <a:pt x="1190" y="20285"/>
                    <a:pt x="939" y="19816"/>
                    <a:pt x="939" y="19346"/>
                  </a:cubicBezTo>
                  <a:cubicBezTo>
                    <a:pt x="939" y="2254"/>
                    <a:pt x="939" y="2254"/>
                    <a:pt x="939" y="2254"/>
                  </a:cubicBezTo>
                  <a:cubicBezTo>
                    <a:pt x="939" y="1784"/>
                    <a:pt x="1190" y="1315"/>
                    <a:pt x="1565" y="1315"/>
                  </a:cubicBezTo>
                  <a:cubicBezTo>
                    <a:pt x="20097" y="1315"/>
                    <a:pt x="20097" y="1315"/>
                    <a:pt x="20097" y="1315"/>
                  </a:cubicBezTo>
                  <a:cubicBezTo>
                    <a:pt x="20410" y="1315"/>
                    <a:pt x="20723" y="1784"/>
                    <a:pt x="20723" y="2254"/>
                  </a:cubicBezTo>
                  <a:lnTo>
                    <a:pt x="20723" y="19346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32" name="Shape 1832"/>
            <p:cNvSpPr/>
            <p:nvPr/>
          </p:nvSpPr>
          <p:spPr>
            <a:xfrm>
              <a:off x="869668" y="1228830"/>
              <a:ext cx="180711" cy="180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051" y="0"/>
                  </a:moveTo>
                  <a:cubicBezTo>
                    <a:pt x="5023" y="0"/>
                    <a:pt x="0" y="4521"/>
                    <a:pt x="0" y="10549"/>
                  </a:cubicBezTo>
                  <a:cubicBezTo>
                    <a:pt x="0" y="16577"/>
                    <a:pt x="5023" y="21600"/>
                    <a:pt x="11051" y="21600"/>
                  </a:cubicBezTo>
                  <a:cubicBezTo>
                    <a:pt x="17079" y="21600"/>
                    <a:pt x="21600" y="16577"/>
                    <a:pt x="21600" y="10549"/>
                  </a:cubicBezTo>
                  <a:cubicBezTo>
                    <a:pt x="21600" y="4521"/>
                    <a:pt x="17079" y="0"/>
                    <a:pt x="11051" y="0"/>
                  </a:cubicBezTo>
                  <a:close/>
                  <a:moveTo>
                    <a:pt x="11051" y="14567"/>
                  </a:moveTo>
                  <a:cubicBezTo>
                    <a:pt x="9042" y="14567"/>
                    <a:pt x="7535" y="12558"/>
                    <a:pt x="7535" y="10549"/>
                  </a:cubicBezTo>
                  <a:cubicBezTo>
                    <a:pt x="7535" y="8540"/>
                    <a:pt x="9042" y="7033"/>
                    <a:pt x="11051" y="7033"/>
                  </a:cubicBezTo>
                  <a:cubicBezTo>
                    <a:pt x="13060" y="7033"/>
                    <a:pt x="14567" y="8540"/>
                    <a:pt x="14567" y="10549"/>
                  </a:cubicBezTo>
                  <a:cubicBezTo>
                    <a:pt x="14567" y="12558"/>
                    <a:pt x="13060" y="14567"/>
                    <a:pt x="11051" y="14567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33" name="Shape 1833"/>
            <p:cNvSpPr/>
            <p:nvPr/>
          </p:nvSpPr>
          <p:spPr>
            <a:xfrm>
              <a:off x="673146" y="431445"/>
              <a:ext cx="578274" cy="576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52" y="0"/>
                    <a:pt x="0" y="4852"/>
                    <a:pt x="0" y="10800"/>
                  </a:cubicBezTo>
                  <a:cubicBezTo>
                    <a:pt x="0" y="16748"/>
                    <a:pt x="4852" y="21600"/>
                    <a:pt x="10800" y="21600"/>
                  </a:cubicBezTo>
                  <a:cubicBezTo>
                    <a:pt x="16748" y="21600"/>
                    <a:pt x="21600" y="16748"/>
                    <a:pt x="21600" y="10800"/>
                  </a:cubicBezTo>
                  <a:cubicBezTo>
                    <a:pt x="21600" y="4852"/>
                    <a:pt x="16748" y="0"/>
                    <a:pt x="10800" y="0"/>
                  </a:cubicBezTo>
                  <a:close/>
                  <a:moveTo>
                    <a:pt x="10800" y="19409"/>
                  </a:moveTo>
                  <a:cubicBezTo>
                    <a:pt x="6104" y="19409"/>
                    <a:pt x="2191" y="15496"/>
                    <a:pt x="2191" y="10800"/>
                  </a:cubicBezTo>
                  <a:cubicBezTo>
                    <a:pt x="2191" y="6417"/>
                    <a:pt x="5635" y="2817"/>
                    <a:pt x="10017" y="2348"/>
                  </a:cubicBezTo>
                  <a:cubicBezTo>
                    <a:pt x="10017" y="12365"/>
                    <a:pt x="10017" y="12365"/>
                    <a:pt x="10017" y="12365"/>
                  </a:cubicBezTo>
                  <a:cubicBezTo>
                    <a:pt x="19096" y="8922"/>
                    <a:pt x="19096" y="8922"/>
                    <a:pt x="19096" y="8922"/>
                  </a:cubicBezTo>
                  <a:cubicBezTo>
                    <a:pt x="19252" y="9548"/>
                    <a:pt x="19252" y="10174"/>
                    <a:pt x="19252" y="10800"/>
                  </a:cubicBezTo>
                  <a:cubicBezTo>
                    <a:pt x="19252" y="15496"/>
                    <a:pt x="15496" y="19409"/>
                    <a:pt x="10800" y="19409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35" name="Shape 1835"/>
          <p:cNvSpPr/>
          <p:nvPr/>
        </p:nvSpPr>
        <p:spPr>
          <a:xfrm>
            <a:off x="5123834" y="2971800"/>
            <a:ext cx="2559051" cy="2555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25" y="21600"/>
                </a:moveTo>
                <a:cubicBezTo>
                  <a:pt x="4866" y="21600"/>
                  <a:pt x="0" y="16734"/>
                  <a:pt x="0" y="10775"/>
                </a:cubicBezTo>
                <a:cubicBezTo>
                  <a:pt x="0" y="4817"/>
                  <a:pt x="4866" y="0"/>
                  <a:pt x="10825" y="0"/>
                </a:cubicBezTo>
                <a:cubicBezTo>
                  <a:pt x="16783" y="0"/>
                  <a:pt x="21600" y="4817"/>
                  <a:pt x="21600" y="10775"/>
                </a:cubicBezTo>
                <a:cubicBezTo>
                  <a:pt x="21600" y="16734"/>
                  <a:pt x="16783" y="21600"/>
                  <a:pt x="10825" y="21600"/>
                </a:cubicBezTo>
                <a:close/>
                <a:moveTo>
                  <a:pt x="10825" y="596"/>
                </a:moveTo>
                <a:cubicBezTo>
                  <a:pt x="5164" y="596"/>
                  <a:pt x="596" y="5164"/>
                  <a:pt x="596" y="10775"/>
                </a:cubicBezTo>
                <a:cubicBezTo>
                  <a:pt x="596" y="16436"/>
                  <a:pt x="5164" y="21004"/>
                  <a:pt x="10825" y="21004"/>
                </a:cubicBezTo>
                <a:cubicBezTo>
                  <a:pt x="16436" y="21004"/>
                  <a:pt x="21004" y="16436"/>
                  <a:pt x="21004" y="10775"/>
                </a:cubicBezTo>
                <a:cubicBezTo>
                  <a:pt x="21004" y="5164"/>
                  <a:pt x="16436" y="596"/>
                  <a:pt x="10825" y="596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6" name="Shape 1836"/>
          <p:cNvSpPr/>
          <p:nvPr/>
        </p:nvSpPr>
        <p:spPr>
          <a:xfrm>
            <a:off x="5123834" y="9683750"/>
            <a:ext cx="2559051" cy="2565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25" y="21600"/>
                </a:moveTo>
                <a:cubicBezTo>
                  <a:pt x="4866" y="21600"/>
                  <a:pt x="0" y="16745"/>
                  <a:pt x="0" y="10800"/>
                </a:cubicBezTo>
                <a:cubicBezTo>
                  <a:pt x="0" y="4855"/>
                  <a:pt x="4866" y="0"/>
                  <a:pt x="10825" y="0"/>
                </a:cubicBezTo>
                <a:cubicBezTo>
                  <a:pt x="16783" y="0"/>
                  <a:pt x="21600" y="4855"/>
                  <a:pt x="21600" y="10800"/>
                </a:cubicBezTo>
                <a:cubicBezTo>
                  <a:pt x="21600" y="16745"/>
                  <a:pt x="16783" y="21600"/>
                  <a:pt x="10825" y="21600"/>
                </a:cubicBezTo>
                <a:close/>
                <a:moveTo>
                  <a:pt x="10825" y="594"/>
                </a:moveTo>
                <a:cubicBezTo>
                  <a:pt x="5164" y="594"/>
                  <a:pt x="596" y="5202"/>
                  <a:pt x="596" y="10800"/>
                </a:cubicBezTo>
                <a:cubicBezTo>
                  <a:pt x="596" y="16398"/>
                  <a:pt x="5164" y="21006"/>
                  <a:pt x="10825" y="21006"/>
                </a:cubicBezTo>
                <a:cubicBezTo>
                  <a:pt x="16436" y="21006"/>
                  <a:pt x="21004" y="16398"/>
                  <a:pt x="21004" y="10800"/>
                </a:cubicBezTo>
                <a:cubicBezTo>
                  <a:pt x="21004" y="5202"/>
                  <a:pt x="16436" y="594"/>
                  <a:pt x="10825" y="594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7" name="Shape 1837"/>
          <p:cNvSpPr/>
          <p:nvPr/>
        </p:nvSpPr>
        <p:spPr>
          <a:xfrm>
            <a:off x="8479807" y="6327776"/>
            <a:ext cx="2565401" cy="25590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855" y="21600"/>
                  <a:pt x="0" y="16783"/>
                  <a:pt x="0" y="10825"/>
                </a:cubicBezTo>
                <a:cubicBezTo>
                  <a:pt x="0" y="4866"/>
                  <a:pt x="4855" y="0"/>
                  <a:pt x="10800" y="0"/>
                </a:cubicBezTo>
                <a:cubicBezTo>
                  <a:pt x="16745" y="0"/>
                  <a:pt x="21600" y="4866"/>
                  <a:pt x="21600" y="10825"/>
                </a:cubicBezTo>
                <a:cubicBezTo>
                  <a:pt x="21600" y="16783"/>
                  <a:pt x="16745" y="21600"/>
                  <a:pt x="10800" y="21600"/>
                </a:cubicBezTo>
                <a:close/>
                <a:moveTo>
                  <a:pt x="10800" y="596"/>
                </a:moveTo>
                <a:cubicBezTo>
                  <a:pt x="5202" y="596"/>
                  <a:pt x="594" y="5164"/>
                  <a:pt x="594" y="10825"/>
                </a:cubicBezTo>
                <a:cubicBezTo>
                  <a:pt x="594" y="16436"/>
                  <a:pt x="5202" y="21004"/>
                  <a:pt x="10800" y="21004"/>
                </a:cubicBezTo>
                <a:cubicBezTo>
                  <a:pt x="16398" y="21004"/>
                  <a:pt x="21006" y="16436"/>
                  <a:pt x="21006" y="10825"/>
                </a:cubicBezTo>
                <a:cubicBezTo>
                  <a:pt x="21006" y="5164"/>
                  <a:pt x="16398" y="596"/>
                  <a:pt x="10800" y="596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8" name="Shape 1838"/>
          <p:cNvSpPr/>
          <p:nvPr/>
        </p:nvSpPr>
        <p:spPr>
          <a:xfrm>
            <a:off x="1767857" y="6327776"/>
            <a:ext cx="2555877" cy="25590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5" y="21600"/>
                </a:moveTo>
                <a:cubicBezTo>
                  <a:pt x="4817" y="21600"/>
                  <a:pt x="0" y="16783"/>
                  <a:pt x="0" y="10825"/>
                </a:cubicBezTo>
                <a:cubicBezTo>
                  <a:pt x="0" y="4866"/>
                  <a:pt x="4817" y="0"/>
                  <a:pt x="10775" y="0"/>
                </a:cubicBezTo>
                <a:cubicBezTo>
                  <a:pt x="16734" y="0"/>
                  <a:pt x="21600" y="4866"/>
                  <a:pt x="21600" y="10825"/>
                </a:cubicBezTo>
                <a:cubicBezTo>
                  <a:pt x="21600" y="16783"/>
                  <a:pt x="16734" y="21600"/>
                  <a:pt x="10775" y="21600"/>
                </a:cubicBezTo>
                <a:close/>
                <a:moveTo>
                  <a:pt x="10775" y="596"/>
                </a:moveTo>
                <a:cubicBezTo>
                  <a:pt x="5164" y="596"/>
                  <a:pt x="596" y="5164"/>
                  <a:pt x="596" y="10825"/>
                </a:cubicBezTo>
                <a:cubicBezTo>
                  <a:pt x="596" y="16436"/>
                  <a:pt x="5164" y="21004"/>
                  <a:pt x="10775" y="21004"/>
                </a:cubicBezTo>
                <a:cubicBezTo>
                  <a:pt x="16436" y="21004"/>
                  <a:pt x="21004" y="16436"/>
                  <a:pt x="21004" y="10825"/>
                </a:cubicBezTo>
                <a:cubicBezTo>
                  <a:pt x="21004" y="5164"/>
                  <a:pt x="16436" y="596"/>
                  <a:pt x="10775" y="596"/>
                </a:cubicBezTo>
                <a:close/>
              </a:path>
            </a:pathLst>
          </a:cu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49" name="Group 1849"/>
          <p:cNvGrpSpPr/>
          <p:nvPr/>
        </p:nvGrpSpPr>
        <p:grpSpPr>
          <a:xfrm>
            <a:off x="3342657" y="4511676"/>
            <a:ext cx="1724027" cy="1657351"/>
            <a:chOff x="0" y="0"/>
            <a:chExt cx="1724025" cy="1657350"/>
          </a:xfrm>
        </p:grpSpPr>
        <p:sp>
          <p:nvSpPr>
            <p:cNvPr id="1839" name="Shape 1839"/>
            <p:cNvSpPr/>
            <p:nvPr/>
          </p:nvSpPr>
          <p:spPr>
            <a:xfrm>
              <a:off x="-1" y="1492250"/>
              <a:ext cx="123827" cy="165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4154"/>
                  </a:moveTo>
                  <a:lnTo>
                    <a:pt x="12185" y="0"/>
                  </a:lnTo>
                  <a:lnTo>
                    <a:pt x="0" y="17862"/>
                  </a:lnTo>
                  <a:lnTo>
                    <a:pt x="9415" y="21600"/>
                  </a:lnTo>
                  <a:lnTo>
                    <a:pt x="21600" y="4154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0" name="Shape 1840"/>
            <p:cNvSpPr/>
            <p:nvPr/>
          </p:nvSpPr>
          <p:spPr>
            <a:xfrm>
              <a:off x="104775" y="1285874"/>
              <a:ext cx="136527" cy="16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4629"/>
                  </a:moveTo>
                  <a:cubicBezTo>
                    <a:pt x="13148" y="0"/>
                    <a:pt x="13148" y="0"/>
                    <a:pt x="13148" y="0"/>
                  </a:cubicBezTo>
                  <a:cubicBezTo>
                    <a:pt x="13148" y="0"/>
                    <a:pt x="12209" y="1543"/>
                    <a:pt x="11270" y="3086"/>
                  </a:cubicBezTo>
                  <a:cubicBezTo>
                    <a:pt x="10330" y="4629"/>
                    <a:pt x="8452" y="6943"/>
                    <a:pt x="6574" y="9257"/>
                  </a:cubicBezTo>
                  <a:cubicBezTo>
                    <a:pt x="3757" y="13114"/>
                    <a:pt x="0" y="17743"/>
                    <a:pt x="0" y="17743"/>
                  </a:cubicBezTo>
                  <a:cubicBezTo>
                    <a:pt x="9391" y="21600"/>
                    <a:pt x="9391" y="21600"/>
                    <a:pt x="9391" y="21600"/>
                  </a:cubicBezTo>
                  <a:cubicBezTo>
                    <a:pt x="9391" y="21600"/>
                    <a:pt x="12209" y="17743"/>
                    <a:pt x="15026" y="13114"/>
                  </a:cubicBezTo>
                  <a:cubicBezTo>
                    <a:pt x="16904" y="10800"/>
                    <a:pt x="18783" y="8486"/>
                    <a:pt x="19722" y="6943"/>
                  </a:cubicBezTo>
                  <a:cubicBezTo>
                    <a:pt x="20661" y="5400"/>
                    <a:pt x="21600" y="4629"/>
                    <a:pt x="21600" y="4629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1" name="Shape 1841"/>
            <p:cNvSpPr/>
            <p:nvPr/>
          </p:nvSpPr>
          <p:spPr>
            <a:xfrm>
              <a:off x="228599" y="1092200"/>
              <a:ext cx="142877" cy="16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400"/>
                  </a:moveTo>
                  <a:cubicBezTo>
                    <a:pt x="14400" y="0"/>
                    <a:pt x="14400" y="0"/>
                    <a:pt x="14400" y="0"/>
                  </a:cubicBezTo>
                  <a:cubicBezTo>
                    <a:pt x="14400" y="0"/>
                    <a:pt x="10800" y="4629"/>
                    <a:pt x="7200" y="8486"/>
                  </a:cubicBezTo>
                  <a:cubicBezTo>
                    <a:pt x="5400" y="10800"/>
                    <a:pt x="3600" y="13114"/>
                    <a:pt x="2700" y="14657"/>
                  </a:cubicBezTo>
                  <a:cubicBezTo>
                    <a:pt x="900" y="16200"/>
                    <a:pt x="0" y="16971"/>
                    <a:pt x="0" y="16971"/>
                  </a:cubicBezTo>
                  <a:cubicBezTo>
                    <a:pt x="8100" y="21600"/>
                    <a:pt x="8100" y="21600"/>
                    <a:pt x="8100" y="21600"/>
                  </a:cubicBezTo>
                  <a:cubicBezTo>
                    <a:pt x="8100" y="21600"/>
                    <a:pt x="9000" y="20829"/>
                    <a:pt x="9900" y="19286"/>
                  </a:cubicBezTo>
                  <a:cubicBezTo>
                    <a:pt x="11700" y="17743"/>
                    <a:pt x="13500" y="15429"/>
                    <a:pt x="15300" y="13114"/>
                  </a:cubicBezTo>
                  <a:cubicBezTo>
                    <a:pt x="18000" y="9257"/>
                    <a:pt x="21600" y="5400"/>
                    <a:pt x="21600" y="54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2" name="Shape 1842"/>
            <p:cNvSpPr/>
            <p:nvPr/>
          </p:nvSpPr>
          <p:spPr>
            <a:xfrm>
              <a:off x="371475" y="911224"/>
              <a:ext cx="146051" cy="158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600"/>
                  </a:moveTo>
                  <a:cubicBezTo>
                    <a:pt x="13824" y="0"/>
                    <a:pt x="13824" y="0"/>
                    <a:pt x="13824" y="0"/>
                  </a:cubicBezTo>
                  <a:cubicBezTo>
                    <a:pt x="13824" y="0"/>
                    <a:pt x="12960" y="800"/>
                    <a:pt x="12096" y="2400"/>
                  </a:cubicBezTo>
                  <a:cubicBezTo>
                    <a:pt x="10368" y="4000"/>
                    <a:pt x="8640" y="6400"/>
                    <a:pt x="6912" y="8000"/>
                  </a:cubicBezTo>
                  <a:cubicBezTo>
                    <a:pt x="3456" y="12000"/>
                    <a:pt x="0" y="16800"/>
                    <a:pt x="0" y="16800"/>
                  </a:cubicBezTo>
                  <a:cubicBezTo>
                    <a:pt x="6912" y="21600"/>
                    <a:pt x="6912" y="21600"/>
                    <a:pt x="6912" y="21600"/>
                  </a:cubicBezTo>
                  <a:cubicBezTo>
                    <a:pt x="6912" y="21600"/>
                    <a:pt x="10368" y="17600"/>
                    <a:pt x="13824" y="13600"/>
                  </a:cubicBezTo>
                  <a:cubicBezTo>
                    <a:pt x="15552" y="11200"/>
                    <a:pt x="17280" y="9600"/>
                    <a:pt x="19008" y="8000"/>
                  </a:cubicBezTo>
                  <a:cubicBezTo>
                    <a:pt x="19872" y="6400"/>
                    <a:pt x="21600" y="5600"/>
                    <a:pt x="21600" y="5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3" name="Shape 1843"/>
            <p:cNvSpPr/>
            <p:nvPr/>
          </p:nvSpPr>
          <p:spPr>
            <a:xfrm>
              <a:off x="517525" y="733423"/>
              <a:ext cx="152401" cy="158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6400"/>
                  </a:moveTo>
                  <a:cubicBezTo>
                    <a:pt x="14954" y="0"/>
                    <a:pt x="14954" y="0"/>
                    <a:pt x="14954" y="0"/>
                  </a:cubicBezTo>
                  <a:cubicBezTo>
                    <a:pt x="14954" y="0"/>
                    <a:pt x="11631" y="4000"/>
                    <a:pt x="7477" y="8000"/>
                  </a:cubicBezTo>
                  <a:cubicBezTo>
                    <a:pt x="5815" y="9600"/>
                    <a:pt x="3323" y="12000"/>
                    <a:pt x="2492" y="13600"/>
                  </a:cubicBezTo>
                  <a:cubicBezTo>
                    <a:pt x="831" y="15200"/>
                    <a:pt x="0" y="16000"/>
                    <a:pt x="0" y="16000"/>
                  </a:cubicBezTo>
                  <a:cubicBezTo>
                    <a:pt x="6646" y="21600"/>
                    <a:pt x="6646" y="21600"/>
                    <a:pt x="6646" y="21600"/>
                  </a:cubicBezTo>
                  <a:cubicBezTo>
                    <a:pt x="6646" y="21600"/>
                    <a:pt x="7477" y="20800"/>
                    <a:pt x="9138" y="19200"/>
                  </a:cubicBezTo>
                  <a:cubicBezTo>
                    <a:pt x="9969" y="17600"/>
                    <a:pt x="12462" y="16000"/>
                    <a:pt x="14123" y="13600"/>
                  </a:cubicBezTo>
                  <a:cubicBezTo>
                    <a:pt x="17446" y="10400"/>
                    <a:pt x="21600" y="6400"/>
                    <a:pt x="21600" y="64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4" name="Shape 1844"/>
            <p:cNvSpPr/>
            <p:nvPr/>
          </p:nvSpPr>
          <p:spPr>
            <a:xfrm>
              <a:off x="676275" y="574673"/>
              <a:ext cx="158751" cy="155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6646"/>
                  </a:moveTo>
                  <a:cubicBezTo>
                    <a:pt x="16000" y="0"/>
                    <a:pt x="16000" y="0"/>
                    <a:pt x="16000" y="0"/>
                  </a:cubicBezTo>
                  <a:cubicBezTo>
                    <a:pt x="16000" y="0"/>
                    <a:pt x="15200" y="831"/>
                    <a:pt x="13600" y="1662"/>
                  </a:cubicBezTo>
                  <a:cubicBezTo>
                    <a:pt x="12000" y="3323"/>
                    <a:pt x="10400" y="4985"/>
                    <a:pt x="8000" y="7477"/>
                  </a:cubicBezTo>
                  <a:cubicBezTo>
                    <a:pt x="4000" y="10800"/>
                    <a:pt x="0" y="14954"/>
                    <a:pt x="0" y="14954"/>
                  </a:cubicBezTo>
                  <a:cubicBezTo>
                    <a:pt x="6400" y="21600"/>
                    <a:pt x="6400" y="21600"/>
                    <a:pt x="6400" y="21600"/>
                  </a:cubicBezTo>
                  <a:cubicBezTo>
                    <a:pt x="6400" y="21600"/>
                    <a:pt x="10400" y="17446"/>
                    <a:pt x="13600" y="14123"/>
                  </a:cubicBezTo>
                  <a:cubicBezTo>
                    <a:pt x="16000" y="11631"/>
                    <a:pt x="17600" y="9969"/>
                    <a:pt x="19200" y="8308"/>
                  </a:cubicBezTo>
                  <a:cubicBezTo>
                    <a:pt x="20800" y="7477"/>
                    <a:pt x="21600" y="6646"/>
                    <a:pt x="21600" y="664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5" name="Shape 1845"/>
            <p:cNvSpPr/>
            <p:nvPr/>
          </p:nvSpPr>
          <p:spPr>
            <a:xfrm>
              <a:off x="854075" y="422273"/>
              <a:ext cx="158751" cy="14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7776"/>
                  </a:moveTo>
                  <a:cubicBezTo>
                    <a:pt x="16800" y="0"/>
                    <a:pt x="16800" y="0"/>
                    <a:pt x="16800" y="0"/>
                  </a:cubicBezTo>
                  <a:cubicBezTo>
                    <a:pt x="16800" y="0"/>
                    <a:pt x="12000" y="3456"/>
                    <a:pt x="8000" y="6912"/>
                  </a:cubicBezTo>
                  <a:cubicBezTo>
                    <a:pt x="5600" y="8640"/>
                    <a:pt x="4000" y="11232"/>
                    <a:pt x="2400" y="12096"/>
                  </a:cubicBezTo>
                  <a:cubicBezTo>
                    <a:pt x="800" y="13824"/>
                    <a:pt x="0" y="14688"/>
                    <a:pt x="0" y="14688"/>
                  </a:cubicBezTo>
                  <a:cubicBezTo>
                    <a:pt x="5600" y="21600"/>
                    <a:pt x="5600" y="21600"/>
                    <a:pt x="5600" y="21600"/>
                  </a:cubicBezTo>
                  <a:cubicBezTo>
                    <a:pt x="5600" y="21600"/>
                    <a:pt x="6400" y="20736"/>
                    <a:pt x="8000" y="19008"/>
                  </a:cubicBezTo>
                  <a:cubicBezTo>
                    <a:pt x="9600" y="18144"/>
                    <a:pt x="11200" y="16416"/>
                    <a:pt x="13600" y="14688"/>
                  </a:cubicBezTo>
                  <a:cubicBezTo>
                    <a:pt x="17600" y="11232"/>
                    <a:pt x="21600" y="7776"/>
                    <a:pt x="21600" y="777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6" name="Shape 1846"/>
            <p:cNvSpPr/>
            <p:nvPr/>
          </p:nvSpPr>
          <p:spPr>
            <a:xfrm>
              <a:off x="1035050" y="288923"/>
              <a:ext cx="165100" cy="139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7364"/>
                  </a:moveTo>
                  <a:lnTo>
                    <a:pt x="17031" y="0"/>
                  </a:lnTo>
                  <a:lnTo>
                    <a:pt x="0" y="13255"/>
                  </a:lnTo>
                  <a:lnTo>
                    <a:pt x="4569" y="21600"/>
                  </a:lnTo>
                  <a:lnTo>
                    <a:pt x="21600" y="7364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7" name="Shape 1847"/>
            <p:cNvSpPr/>
            <p:nvPr/>
          </p:nvSpPr>
          <p:spPr>
            <a:xfrm>
              <a:off x="1228725" y="165099"/>
              <a:ext cx="165101" cy="130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8836"/>
                  </a:moveTo>
                  <a:cubicBezTo>
                    <a:pt x="17743" y="0"/>
                    <a:pt x="17743" y="0"/>
                    <a:pt x="17743" y="0"/>
                  </a:cubicBezTo>
                  <a:cubicBezTo>
                    <a:pt x="17743" y="0"/>
                    <a:pt x="13114" y="2945"/>
                    <a:pt x="8486" y="5891"/>
                  </a:cubicBezTo>
                  <a:cubicBezTo>
                    <a:pt x="4629" y="9818"/>
                    <a:pt x="0" y="12764"/>
                    <a:pt x="0" y="12764"/>
                  </a:cubicBezTo>
                  <a:cubicBezTo>
                    <a:pt x="4629" y="21600"/>
                    <a:pt x="4629" y="21600"/>
                    <a:pt x="4629" y="21600"/>
                  </a:cubicBezTo>
                  <a:cubicBezTo>
                    <a:pt x="4629" y="21600"/>
                    <a:pt x="8486" y="18655"/>
                    <a:pt x="13114" y="14727"/>
                  </a:cubicBezTo>
                  <a:cubicBezTo>
                    <a:pt x="16971" y="11782"/>
                    <a:pt x="21600" y="8836"/>
                    <a:pt x="21600" y="883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8" name="Shape 1848"/>
            <p:cNvSpPr/>
            <p:nvPr/>
          </p:nvSpPr>
          <p:spPr>
            <a:xfrm>
              <a:off x="1368425" y="-1"/>
              <a:ext cx="355601" cy="31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441"/>
                  </a:lnTo>
                  <a:lnTo>
                    <a:pt x="10414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861" name="Group 1861"/>
          <p:cNvGrpSpPr/>
          <p:nvPr/>
        </p:nvGrpSpPr>
        <p:grpSpPr>
          <a:xfrm>
            <a:off x="7905133" y="4581526"/>
            <a:ext cx="1622425" cy="1717677"/>
            <a:chOff x="0" y="0"/>
            <a:chExt cx="1622424" cy="1717676"/>
          </a:xfrm>
        </p:grpSpPr>
        <p:sp>
          <p:nvSpPr>
            <p:cNvPr id="1850" name="Shape 1850"/>
            <p:cNvSpPr/>
            <p:nvPr/>
          </p:nvSpPr>
          <p:spPr>
            <a:xfrm>
              <a:off x="0" y="-1"/>
              <a:ext cx="165101" cy="130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743" y="21600"/>
                  </a:moveTo>
                  <a:cubicBezTo>
                    <a:pt x="21600" y="11782"/>
                    <a:pt x="21600" y="11782"/>
                    <a:pt x="21600" y="11782"/>
                  </a:cubicBezTo>
                  <a:cubicBezTo>
                    <a:pt x="21600" y="11782"/>
                    <a:pt x="20829" y="11782"/>
                    <a:pt x="19286" y="9818"/>
                  </a:cubicBezTo>
                  <a:cubicBezTo>
                    <a:pt x="16971" y="8836"/>
                    <a:pt x="15429" y="6873"/>
                    <a:pt x="13114" y="5891"/>
                  </a:cubicBezTo>
                  <a:cubicBezTo>
                    <a:pt x="8486" y="2945"/>
                    <a:pt x="3857" y="0"/>
                    <a:pt x="3857" y="0"/>
                  </a:cubicBezTo>
                  <a:cubicBezTo>
                    <a:pt x="0" y="8836"/>
                    <a:pt x="0" y="8836"/>
                    <a:pt x="0" y="8836"/>
                  </a:cubicBezTo>
                  <a:cubicBezTo>
                    <a:pt x="0" y="8836"/>
                    <a:pt x="4629" y="11782"/>
                    <a:pt x="8486" y="14727"/>
                  </a:cubicBezTo>
                  <a:cubicBezTo>
                    <a:pt x="10800" y="16691"/>
                    <a:pt x="13114" y="17673"/>
                    <a:pt x="14657" y="19636"/>
                  </a:cubicBezTo>
                  <a:cubicBezTo>
                    <a:pt x="16971" y="20618"/>
                    <a:pt x="17743" y="21600"/>
                    <a:pt x="17743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1860" name="Group 1860"/>
            <p:cNvGrpSpPr/>
            <p:nvPr/>
          </p:nvGrpSpPr>
          <p:grpSpPr>
            <a:xfrm>
              <a:off x="200024" y="111123"/>
              <a:ext cx="1422401" cy="1606554"/>
              <a:chOff x="0" y="0"/>
              <a:chExt cx="1422400" cy="1606552"/>
            </a:xfrm>
          </p:grpSpPr>
          <p:sp>
            <p:nvSpPr>
              <p:cNvPr id="1851" name="Shape 1851"/>
              <p:cNvSpPr/>
              <p:nvPr/>
            </p:nvSpPr>
            <p:spPr>
              <a:xfrm>
                <a:off x="-1" y="0"/>
                <a:ext cx="165101" cy="136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971" y="21600"/>
                    </a:moveTo>
                    <a:cubicBezTo>
                      <a:pt x="21600" y="13148"/>
                      <a:pt x="21600" y="13148"/>
                      <a:pt x="21600" y="13148"/>
                    </a:cubicBezTo>
                    <a:cubicBezTo>
                      <a:pt x="21600" y="13148"/>
                      <a:pt x="17743" y="10330"/>
                      <a:pt x="13114" y="6574"/>
                    </a:cubicBezTo>
                    <a:cubicBezTo>
                      <a:pt x="8486" y="2817"/>
                      <a:pt x="4629" y="0"/>
                      <a:pt x="4629" y="0"/>
                    </a:cubicBezTo>
                    <a:cubicBezTo>
                      <a:pt x="0" y="8452"/>
                      <a:pt x="0" y="8452"/>
                      <a:pt x="0" y="8452"/>
                    </a:cubicBezTo>
                    <a:cubicBezTo>
                      <a:pt x="0" y="8452"/>
                      <a:pt x="4629" y="11270"/>
                      <a:pt x="8486" y="15026"/>
                    </a:cubicBezTo>
                    <a:cubicBezTo>
                      <a:pt x="13114" y="18783"/>
                      <a:pt x="16971" y="21600"/>
                      <a:pt x="16971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2" name="Shape 1852"/>
              <p:cNvSpPr/>
              <p:nvPr/>
            </p:nvSpPr>
            <p:spPr>
              <a:xfrm>
                <a:off x="193675" y="130176"/>
                <a:ext cx="165101" cy="1428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200" y="21600"/>
                    </a:moveTo>
                    <a:cubicBezTo>
                      <a:pt x="21600" y="13500"/>
                      <a:pt x="21600" y="13500"/>
                      <a:pt x="21600" y="13500"/>
                    </a:cubicBezTo>
                    <a:cubicBezTo>
                      <a:pt x="21600" y="13500"/>
                      <a:pt x="20829" y="12600"/>
                      <a:pt x="19286" y="11700"/>
                    </a:cubicBezTo>
                    <a:cubicBezTo>
                      <a:pt x="17743" y="9900"/>
                      <a:pt x="15429" y="8100"/>
                      <a:pt x="13114" y="6300"/>
                    </a:cubicBezTo>
                    <a:cubicBezTo>
                      <a:pt x="9257" y="2700"/>
                      <a:pt x="4629" y="0"/>
                      <a:pt x="4629" y="0"/>
                    </a:cubicBezTo>
                    <a:cubicBezTo>
                      <a:pt x="0" y="7200"/>
                      <a:pt x="0" y="7200"/>
                      <a:pt x="0" y="7200"/>
                    </a:cubicBezTo>
                    <a:cubicBezTo>
                      <a:pt x="0" y="7200"/>
                      <a:pt x="3857" y="10800"/>
                      <a:pt x="8486" y="14400"/>
                    </a:cubicBezTo>
                    <a:cubicBezTo>
                      <a:pt x="10800" y="16200"/>
                      <a:pt x="12343" y="18000"/>
                      <a:pt x="13886" y="18900"/>
                    </a:cubicBezTo>
                    <a:cubicBezTo>
                      <a:pt x="15429" y="20700"/>
                      <a:pt x="16200" y="21600"/>
                      <a:pt x="16200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3" name="Shape 1853"/>
              <p:cNvSpPr/>
              <p:nvPr/>
            </p:nvSpPr>
            <p:spPr>
              <a:xfrm>
                <a:off x="381000" y="266700"/>
                <a:ext cx="158750" cy="152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000" y="21600"/>
                    </a:moveTo>
                    <a:cubicBezTo>
                      <a:pt x="21600" y="14954"/>
                      <a:pt x="21600" y="14954"/>
                      <a:pt x="21600" y="14954"/>
                    </a:cubicBezTo>
                    <a:cubicBezTo>
                      <a:pt x="21600" y="14954"/>
                      <a:pt x="17600" y="10800"/>
                      <a:pt x="13600" y="7477"/>
                    </a:cubicBezTo>
                    <a:cubicBezTo>
                      <a:pt x="11200" y="5815"/>
                      <a:pt x="8800" y="3323"/>
                      <a:pt x="7200" y="2492"/>
                    </a:cubicBezTo>
                    <a:cubicBezTo>
                      <a:pt x="6400" y="831"/>
                      <a:pt x="4800" y="0"/>
                      <a:pt x="4800" y="0"/>
                    </a:cubicBezTo>
                    <a:cubicBezTo>
                      <a:pt x="0" y="7477"/>
                      <a:pt x="0" y="7477"/>
                      <a:pt x="0" y="7477"/>
                    </a:cubicBezTo>
                    <a:cubicBezTo>
                      <a:pt x="0" y="7477"/>
                      <a:pt x="800" y="8308"/>
                      <a:pt x="2400" y="9138"/>
                    </a:cubicBezTo>
                    <a:cubicBezTo>
                      <a:pt x="4000" y="10800"/>
                      <a:pt x="5600" y="12462"/>
                      <a:pt x="8000" y="14123"/>
                    </a:cubicBezTo>
                    <a:cubicBezTo>
                      <a:pt x="12000" y="17446"/>
                      <a:pt x="16000" y="21600"/>
                      <a:pt x="16000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4" name="Shape 1854"/>
              <p:cNvSpPr/>
              <p:nvPr/>
            </p:nvSpPr>
            <p:spPr>
              <a:xfrm>
                <a:off x="552450" y="419100"/>
                <a:ext cx="158750" cy="152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200" y="21600"/>
                    </a:moveTo>
                    <a:cubicBezTo>
                      <a:pt x="21600" y="15785"/>
                      <a:pt x="21600" y="15785"/>
                      <a:pt x="21600" y="15785"/>
                    </a:cubicBezTo>
                    <a:cubicBezTo>
                      <a:pt x="21600" y="15785"/>
                      <a:pt x="20800" y="14954"/>
                      <a:pt x="19200" y="13292"/>
                    </a:cubicBezTo>
                    <a:cubicBezTo>
                      <a:pt x="17600" y="11631"/>
                      <a:pt x="16000" y="9969"/>
                      <a:pt x="13600" y="7477"/>
                    </a:cubicBezTo>
                    <a:cubicBezTo>
                      <a:pt x="9600" y="4154"/>
                      <a:pt x="6400" y="0"/>
                      <a:pt x="6400" y="0"/>
                    </a:cubicBezTo>
                    <a:cubicBezTo>
                      <a:pt x="0" y="6646"/>
                      <a:pt x="0" y="6646"/>
                      <a:pt x="0" y="6646"/>
                    </a:cubicBezTo>
                    <a:cubicBezTo>
                      <a:pt x="0" y="6646"/>
                      <a:pt x="4000" y="10800"/>
                      <a:pt x="8000" y="14123"/>
                    </a:cubicBezTo>
                    <a:cubicBezTo>
                      <a:pt x="9600" y="15785"/>
                      <a:pt x="12000" y="18277"/>
                      <a:pt x="12800" y="19108"/>
                    </a:cubicBezTo>
                    <a:cubicBezTo>
                      <a:pt x="14400" y="20769"/>
                      <a:pt x="15200" y="21600"/>
                      <a:pt x="15200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5" name="Shape 1855"/>
              <p:cNvSpPr/>
              <p:nvPr/>
            </p:nvSpPr>
            <p:spPr>
              <a:xfrm>
                <a:off x="717550" y="584200"/>
                <a:ext cx="152400" cy="1587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954" y="21600"/>
                    </a:moveTo>
                    <a:cubicBezTo>
                      <a:pt x="21600" y="16000"/>
                      <a:pt x="21600" y="16000"/>
                      <a:pt x="21600" y="16000"/>
                    </a:cubicBezTo>
                    <a:cubicBezTo>
                      <a:pt x="21600" y="16000"/>
                      <a:pt x="18277" y="12000"/>
                      <a:pt x="14123" y="8000"/>
                    </a:cubicBezTo>
                    <a:cubicBezTo>
                      <a:pt x="10800" y="4000"/>
                      <a:pt x="6646" y="0"/>
                      <a:pt x="6646" y="0"/>
                    </a:cubicBezTo>
                    <a:cubicBezTo>
                      <a:pt x="0" y="6400"/>
                      <a:pt x="0" y="6400"/>
                      <a:pt x="0" y="6400"/>
                    </a:cubicBezTo>
                    <a:cubicBezTo>
                      <a:pt x="0" y="6400"/>
                      <a:pt x="4154" y="9600"/>
                      <a:pt x="7477" y="13600"/>
                    </a:cubicBezTo>
                    <a:cubicBezTo>
                      <a:pt x="11631" y="17600"/>
                      <a:pt x="14954" y="21600"/>
                      <a:pt x="14954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6" name="Shape 1856"/>
              <p:cNvSpPr/>
              <p:nvPr/>
            </p:nvSpPr>
            <p:spPr>
              <a:xfrm>
                <a:off x="869950" y="758826"/>
                <a:ext cx="146050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026" y="21600"/>
                    </a:moveTo>
                    <a:lnTo>
                      <a:pt x="21600" y="16200"/>
                    </a:lnTo>
                    <a:lnTo>
                      <a:pt x="7983" y="0"/>
                    </a:lnTo>
                    <a:lnTo>
                      <a:pt x="0" y="5400"/>
                    </a:lnTo>
                    <a:lnTo>
                      <a:pt x="15026" y="21600"/>
                    </a:ln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7" name="Shape 1857"/>
              <p:cNvSpPr/>
              <p:nvPr/>
            </p:nvSpPr>
            <p:spPr>
              <a:xfrm>
                <a:off x="1009650" y="946150"/>
                <a:ext cx="142877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00" y="21600"/>
                    </a:moveTo>
                    <a:cubicBezTo>
                      <a:pt x="21600" y="16971"/>
                      <a:pt x="21600" y="16971"/>
                      <a:pt x="21600" y="16971"/>
                    </a:cubicBezTo>
                    <a:cubicBezTo>
                      <a:pt x="21600" y="16971"/>
                      <a:pt x="20700" y="16200"/>
                      <a:pt x="19800" y="13886"/>
                    </a:cubicBezTo>
                    <a:cubicBezTo>
                      <a:pt x="18000" y="12343"/>
                      <a:pt x="17100" y="10029"/>
                      <a:pt x="15300" y="8486"/>
                    </a:cubicBezTo>
                    <a:cubicBezTo>
                      <a:pt x="11700" y="3857"/>
                      <a:pt x="8100" y="0"/>
                      <a:pt x="8100" y="0"/>
                    </a:cubicBezTo>
                    <a:cubicBezTo>
                      <a:pt x="0" y="4629"/>
                      <a:pt x="0" y="4629"/>
                      <a:pt x="0" y="4629"/>
                    </a:cubicBezTo>
                    <a:cubicBezTo>
                      <a:pt x="0" y="4629"/>
                      <a:pt x="3600" y="8486"/>
                      <a:pt x="7200" y="13114"/>
                    </a:cubicBezTo>
                    <a:cubicBezTo>
                      <a:pt x="9000" y="14657"/>
                      <a:pt x="9900" y="16971"/>
                      <a:pt x="11700" y="18514"/>
                    </a:cubicBezTo>
                    <a:cubicBezTo>
                      <a:pt x="12600" y="20057"/>
                      <a:pt x="13500" y="21600"/>
                      <a:pt x="13500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8" name="Shape 1858"/>
              <p:cNvSpPr/>
              <p:nvPr/>
            </p:nvSpPr>
            <p:spPr>
              <a:xfrm>
                <a:off x="1139825" y="1143000"/>
                <a:ext cx="136527" cy="1619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209" y="21600"/>
                    </a:moveTo>
                    <a:cubicBezTo>
                      <a:pt x="21600" y="17743"/>
                      <a:pt x="21600" y="17743"/>
                      <a:pt x="21600" y="17743"/>
                    </a:cubicBezTo>
                    <a:cubicBezTo>
                      <a:pt x="21600" y="17743"/>
                      <a:pt x="17843" y="13114"/>
                      <a:pt x="15026" y="8486"/>
                    </a:cubicBezTo>
                    <a:cubicBezTo>
                      <a:pt x="13148" y="6943"/>
                      <a:pt x="12209" y="4629"/>
                      <a:pt x="10330" y="2314"/>
                    </a:cubicBezTo>
                    <a:cubicBezTo>
                      <a:pt x="9391" y="771"/>
                      <a:pt x="8452" y="0"/>
                      <a:pt x="8452" y="0"/>
                    </a:cubicBezTo>
                    <a:cubicBezTo>
                      <a:pt x="0" y="4629"/>
                      <a:pt x="0" y="4629"/>
                      <a:pt x="0" y="4629"/>
                    </a:cubicBezTo>
                    <a:cubicBezTo>
                      <a:pt x="0" y="4629"/>
                      <a:pt x="939" y="5400"/>
                      <a:pt x="1878" y="6943"/>
                    </a:cubicBezTo>
                    <a:cubicBezTo>
                      <a:pt x="2817" y="8486"/>
                      <a:pt x="4696" y="10800"/>
                      <a:pt x="6574" y="13114"/>
                    </a:cubicBezTo>
                    <a:cubicBezTo>
                      <a:pt x="9391" y="17743"/>
                      <a:pt x="12209" y="21600"/>
                      <a:pt x="12209" y="21600"/>
                    </a:cubicBez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859" name="Shape 1859"/>
              <p:cNvSpPr/>
              <p:nvPr/>
            </p:nvSpPr>
            <p:spPr>
              <a:xfrm>
                <a:off x="1117600" y="1254126"/>
                <a:ext cx="304800" cy="352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21150" y="21600"/>
                    </a:lnTo>
                    <a:lnTo>
                      <a:pt x="0" y="10703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40C0C0"/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1873" name="Group 1873"/>
          <p:cNvGrpSpPr/>
          <p:nvPr/>
        </p:nvGrpSpPr>
        <p:grpSpPr>
          <a:xfrm>
            <a:off x="7724157" y="8963025"/>
            <a:ext cx="1790701" cy="1787525"/>
            <a:chOff x="0" y="0"/>
            <a:chExt cx="1790700" cy="1787524"/>
          </a:xfrm>
        </p:grpSpPr>
        <p:sp>
          <p:nvSpPr>
            <p:cNvPr id="1862" name="Shape 1862"/>
            <p:cNvSpPr/>
            <p:nvPr/>
          </p:nvSpPr>
          <p:spPr>
            <a:xfrm>
              <a:off x="1670050" y="0"/>
              <a:ext cx="120650" cy="16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14"/>
                  </a:moveTo>
                  <a:cubicBezTo>
                    <a:pt x="10286" y="21600"/>
                    <a:pt x="10286" y="21600"/>
                    <a:pt x="10286" y="21600"/>
                  </a:cubicBezTo>
                  <a:cubicBezTo>
                    <a:pt x="10286" y="21600"/>
                    <a:pt x="11314" y="20829"/>
                    <a:pt x="12343" y="19286"/>
                  </a:cubicBezTo>
                  <a:cubicBezTo>
                    <a:pt x="13371" y="16971"/>
                    <a:pt x="14400" y="14657"/>
                    <a:pt x="16457" y="12343"/>
                  </a:cubicBezTo>
                  <a:cubicBezTo>
                    <a:pt x="18514" y="7714"/>
                    <a:pt x="21600" y="3086"/>
                    <a:pt x="21600" y="3086"/>
                  </a:cubicBezTo>
                  <a:cubicBezTo>
                    <a:pt x="11314" y="0"/>
                    <a:pt x="11314" y="0"/>
                    <a:pt x="11314" y="0"/>
                  </a:cubicBezTo>
                  <a:cubicBezTo>
                    <a:pt x="11314" y="0"/>
                    <a:pt x="9257" y="4629"/>
                    <a:pt x="6171" y="9257"/>
                  </a:cubicBezTo>
                  <a:cubicBezTo>
                    <a:pt x="5143" y="11571"/>
                    <a:pt x="3086" y="13886"/>
                    <a:pt x="2057" y="15429"/>
                  </a:cubicBezTo>
                  <a:cubicBezTo>
                    <a:pt x="1029" y="16971"/>
                    <a:pt x="0" y="18514"/>
                    <a:pt x="0" y="1851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3" name="Shape 1863"/>
            <p:cNvSpPr/>
            <p:nvPr/>
          </p:nvSpPr>
          <p:spPr>
            <a:xfrm>
              <a:off x="1562100" y="203200"/>
              <a:ext cx="130177" cy="171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131"/>
                  </a:moveTo>
                  <a:cubicBezTo>
                    <a:pt x="8836" y="21600"/>
                    <a:pt x="8836" y="21600"/>
                    <a:pt x="8836" y="21600"/>
                  </a:cubicBezTo>
                  <a:cubicBezTo>
                    <a:pt x="8836" y="21600"/>
                    <a:pt x="11782" y="17131"/>
                    <a:pt x="14727" y="12662"/>
                  </a:cubicBezTo>
                  <a:cubicBezTo>
                    <a:pt x="16691" y="10428"/>
                    <a:pt x="18655" y="8193"/>
                    <a:pt x="19636" y="6703"/>
                  </a:cubicBezTo>
                  <a:cubicBezTo>
                    <a:pt x="20618" y="5214"/>
                    <a:pt x="21600" y="3724"/>
                    <a:pt x="21600" y="3724"/>
                  </a:cubicBezTo>
                  <a:cubicBezTo>
                    <a:pt x="11782" y="0"/>
                    <a:pt x="11782" y="0"/>
                    <a:pt x="11782" y="0"/>
                  </a:cubicBezTo>
                  <a:cubicBezTo>
                    <a:pt x="11782" y="0"/>
                    <a:pt x="11782" y="1490"/>
                    <a:pt x="9818" y="2979"/>
                  </a:cubicBezTo>
                  <a:cubicBezTo>
                    <a:pt x="8836" y="4469"/>
                    <a:pt x="7855" y="6703"/>
                    <a:pt x="5891" y="8938"/>
                  </a:cubicBezTo>
                  <a:cubicBezTo>
                    <a:pt x="2945" y="12662"/>
                    <a:pt x="0" y="17131"/>
                    <a:pt x="0" y="17131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4" name="Shape 1864"/>
            <p:cNvSpPr/>
            <p:nvPr/>
          </p:nvSpPr>
          <p:spPr>
            <a:xfrm>
              <a:off x="1438275" y="403224"/>
              <a:ext cx="136527" cy="16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6971"/>
                  </a:moveTo>
                  <a:cubicBezTo>
                    <a:pt x="7513" y="21600"/>
                    <a:pt x="7513" y="21600"/>
                    <a:pt x="7513" y="21600"/>
                  </a:cubicBezTo>
                  <a:cubicBezTo>
                    <a:pt x="7513" y="21600"/>
                    <a:pt x="8452" y="20829"/>
                    <a:pt x="10330" y="19286"/>
                  </a:cubicBezTo>
                  <a:cubicBezTo>
                    <a:pt x="11270" y="17743"/>
                    <a:pt x="13148" y="15429"/>
                    <a:pt x="15026" y="13114"/>
                  </a:cubicBezTo>
                  <a:cubicBezTo>
                    <a:pt x="17843" y="8486"/>
                    <a:pt x="21600" y="4629"/>
                    <a:pt x="21600" y="4629"/>
                  </a:cubicBezTo>
                  <a:cubicBezTo>
                    <a:pt x="13148" y="0"/>
                    <a:pt x="13148" y="0"/>
                    <a:pt x="13148" y="0"/>
                  </a:cubicBezTo>
                  <a:cubicBezTo>
                    <a:pt x="13148" y="0"/>
                    <a:pt x="9391" y="4629"/>
                    <a:pt x="6574" y="8486"/>
                  </a:cubicBezTo>
                  <a:cubicBezTo>
                    <a:pt x="4696" y="10800"/>
                    <a:pt x="2817" y="13114"/>
                    <a:pt x="1878" y="14657"/>
                  </a:cubicBezTo>
                  <a:cubicBezTo>
                    <a:pt x="939" y="16200"/>
                    <a:pt x="0" y="16971"/>
                    <a:pt x="0" y="16971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5" name="Shape 1865"/>
            <p:cNvSpPr/>
            <p:nvPr/>
          </p:nvSpPr>
          <p:spPr>
            <a:xfrm>
              <a:off x="1298575" y="600074"/>
              <a:ext cx="146051" cy="158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6800"/>
                  </a:moveTo>
                  <a:cubicBezTo>
                    <a:pt x="7776" y="21600"/>
                    <a:pt x="7776" y="21600"/>
                    <a:pt x="7776" y="21600"/>
                  </a:cubicBezTo>
                  <a:cubicBezTo>
                    <a:pt x="7776" y="21600"/>
                    <a:pt x="11232" y="17600"/>
                    <a:pt x="14688" y="13600"/>
                  </a:cubicBezTo>
                  <a:cubicBezTo>
                    <a:pt x="16416" y="11200"/>
                    <a:pt x="18144" y="8800"/>
                    <a:pt x="19008" y="7200"/>
                  </a:cubicBezTo>
                  <a:cubicBezTo>
                    <a:pt x="20736" y="5600"/>
                    <a:pt x="21600" y="4800"/>
                    <a:pt x="21600" y="4800"/>
                  </a:cubicBezTo>
                  <a:cubicBezTo>
                    <a:pt x="13824" y="0"/>
                    <a:pt x="13824" y="0"/>
                    <a:pt x="13824" y="0"/>
                  </a:cubicBezTo>
                  <a:cubicBezTo>
                    <a:pt x="13824" y="0"/>
                    <a:pt x="12960" y="800"/>
                    <a:pt x="12096" y="2400"/>
                  </a:cubicBezTo>
                  <a:cubicBezTo>
                    <a:pt x="10368" y="4000"/>
                    <a:pt x="9504" y="6400"/>
                    <a:pt x="6912" y="8000"/>
                  </a:cubicBezTo>
                  <a:cubicBezTo>
                    <a:pt x="3456" y="12800"/>
                    <a:pt x="0" y="16800"/>
                    <a:pt x="0" y="168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6" name="Shape 1866"/>
            <p:cNvSpPr/>
            <p:nvPr/>
          </p:nvSpPr>
          <p:spPr>
            <a:xfrm>
              <a:off x="1152525" y="781050"/>
              <a:ext cx="152401" cy="158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5984"/>
                  </a:moveTo>
                  <a:lnTo>
                    <a:pt x="6300" y="21600"/>
                  </a:lnTo>
                  <a:lnTo>
                    <a:pt x="21600" y="5616"/>
                  </a:lnTo>
                  <a:lnTo>
                    <a:pt x="13950" y="0"/>
                  </a:lnTo>
                  <a:lnTo>
                    <a:pt x="0" y="15984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7" name="Shape 1867"/>
            <p:cNvSpPr/>
            <p:nvPr/>
          </p:nvSpPr>
          <p:spPr>
            <a:xfrm>
              <a:off x="993775" y="952500"/>
              <a:ext cx="152401" cy="15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5785"/>
                  </a:moveTo>
                  <a:cubicBezTo>
                    <a:pt x="5815" y="21600"/>
                    <a:pt x="5815" y="21600"/>
                    <a:pt x="5815" y="21600"/>
                  </a:cubicBezTo>
                  <a:cubicBezTo>
                    <a:pt x="5815" y="21600"/>
                    <a:pt x="9969" y="18277"/>
                    <a:pt x="14123" y="14123"/>
                  </a:cubicBezTo>
                  <a:cubicBezTo>
                    <a:pt x="17446" y="9969"/>
                    <a:pt x="21600" y="5815"/>
                    <a:pt x="21600" y="5815"/>
                  </a:cubicBezTo>
                  <a:cubicBezTo>
                    <a:pt x="14954" y="0"/>
                    <a:pt x="14954" y="0"/>
                    <a:pt x="14954" y="0"/>
                  </a:cubicBezTo>
                  <a:cubicBezTo>
                    <a:pt x="14954" y="0"/>
                    <a:pt x="11631" y="4154"/>
                    <a:pt x="7477" y="8308"/>
                  </a:cubicBezTo>
                  <a:cubicBezTo>
                    <a:pt x="4154" y="11631"/>
                    <a:pt x="0" y="15785"/>
                    <a:pt x="0" y="1578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8" name="Shape 1868"/>
            <p:cNvSpPr/>
            <p:nvPr/>
          </p:nvSpPr>
          <p:spPr>
            <a:xfrm>
              <a:off x="822325" y="1114424"/>
              <a:ext cx="158751" cy="14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4688"/>
                  </a:moveTo>
                  <a:cubicBezTo>
                    <a:pt x="4800" y="21600"/>
                    <a:pt x="4800" y="21600"/>
                    <a:pt x="4800" y="21600"/>
                  </a:cubicBezTo>
                  <a:cubicBezTo>
                    <a:pt x="4800" y="21600"/>
                    <a:pt x="8800" y="18144"/>
                    <a:pt x="13600" y="13824"/>
                  </a:cubicBezTo>
                  <a:cubicBezTo>
                    <a:pt x="15200" y="12096"/>
                    <a:pt x="17600" y="10368"/>
                    <a:pt x="18400" y="8640"/>
                  </a:cubicBezTo>
                  <a:cubicBezTo>
                    <a:pt x="20000" y="7776"/>
                    <a:pt x="21600" y="6912"/>
                    <a:pt x="21600" y="6912"/>
                  </a:cubicBezTo>
                  <a:cubicBezTo>
                    <a:pt x="15200" y="0"/>
                    <a:pt x="15200" y="0"/>
                    <a:pt x="15200" y="0"/>
                  </a:cubicBezTo>
                  <a:cubicBezTo>
                    <a:pt x="15200" y="0"/>
                    <a:pt x="14400" y="864"/>
                    <a:pt x="12800" y="1728"/>
                  </a:cubicBezTo>
                  <a:cubicBezTo>
                    <a:pt x="11200" y="3456"/>
                    <a:pt x="9600" y="5184"/>
                    <a:pt x="8000" y="6912"/>
                  </a:cubicBezTo>
                  <a:cubicBezTo>
                    <a:pt x="4000" y="11232"/>
                    <a:pt x="0" y="14688"/>
                    <a:pt x="0" y="14688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9" name="Shape 1869"/>
            <p:cNvSpPr/>
            <p:nvPr/>
          </p:nvSpPr>
          <p:spPr>
            <a:xfrm>
              <a:off x="638176" y="1263650"/>
              <a:ext cx="158751" cy="146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3824"/>
                  </a:moveTo>
                  <a:cubicBezTo>
                    <a:pt x="4800" y="21600"/>
                    <a:pt x="4800" y="21600"/>
                    <a:pt x="4800" y="21600"/>
                  </a:cubicBezTo>
                  <a:cubicBezTo>
                    <a:pt x="4800" y="21600"/>
                    <a:pt x="5600" y="20736"/>
                    <a:pt x="7200" y="19008"/>
                  </a:cubicBezTo>
                  <a:cubicBezTo>
                    <a:pt x="8800" y="18144"/>
                    <a:pt x="11200" y="16416"/>
                    <a:pt x="13600" y="14688"/>
                  </a:cubicBezTo>
                  <a:cubicBezTo>
                    <a:pt x="17600" y="11232"/>
                    <a:pt x="21600" y="6912"/>
                    <a:pt x="21600" y="6912"/>
                  </a:cubicBezTo>
                  <a:cubicBezTo>
                    <a:pt x="16800" y="0"/>
                    <a:pt x="16800" y="0"/>
                    <a:pt x="16800" y="0"/>
                  </a:cubicBezTo>
                  <a:cubicBezTo>
                    <a:pt x="16800" y="0"/>
                    <a:pt x="12000" y="3456"/>
                    <a:pt x="8000" y="6912"/>
                  </a:cubicBezTo>
                  <a:cubicBezTo>
                    <a:pt x="6400" y="8640"/>
                    <a:pt x="4000" y="10368"/>
                    <a:pt x="2400" y="12096"/>
                  </a:cubicBezTo>
                  <a:cubicBezTo>
                    <a:pt x="800" y="12960"/>
                    <a:pt x="0" y="13824"/>
                    <a:pt x="0" y="1382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0" name="Shape 1870"/>
            <p:cNvSpPr/>
            <p:nvPr/>
          </p:nvSpPr>
          <p:spPr>
            <a:xfrm>
              <a:off x="444500" y="1397000"/>
              <a:ext cx="165101" cy="142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35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4629" y="21600"/>
                    <a:pt x="8486" y="18000"/>
                    <a:pt x="13114" y="15300"/>
                  </a:cubicBezTo>
                  <a:cubicBezTo>
                    <a:pt x="17743" y="11700"/>
                    <a:pt x="21600" y="8100"/>
                    <a:pt x="21600" y="810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6971" y="0"/>
                    <a:pt x="13114" y="3600"/>
                    <a:pt x="8486" y="7200"/>
                  </a:cubicBezTo>
                  <a:cubicBezTo>
                    <a:pt x="4629" y="9900"/>
                    <a:pt x="0" y="13500"/>
                    <a:pt x="0" y="135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1" name="Shape 1871"/>
            <p:cNvSpPr/>
            <p:nvPr/>
          </p:nvSpPr>
          <p:spPr>
            <a:xfrm>
              <a:off x="244475" y="1527174"/>
              <a:ext cx="171451" cy="130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2764"/>
                  </a:moveTo>
                  <a:cubicBezTo>
                    <a:pt x="3724" y="21600"/>
                    <a:pt x="3724" y="21600"/>
                    <a:pt x="3724" y="21600"/>
                  </a:cubicBezTo>
                  <a:cubicBezTo>
                    <a:pt x="3724" y="21600"/>
                    <a:pt x="5214" y="20618"/>
                    <a:pt x="6703" y="19636"/>
                  </a:cubicBezTo>
                  <a:cubicBezTo>
                    <a:pt x="8193" y="18655"/>
                    <a:pt x="10428" y="16691"/>
                    <a:pt x="12662" y="15709"/>
                  </a:cubicBezTo>
                  <a:cubicBezTo>
                    <a:pt x="17131" y="11782"/>
                    <a:pt x="21600" y="8836"/>
                    <a:pt x="21600" y="8836"/>
                  </a:cubicBezTo>
                  <a:cubicBezTo>
                    <a:pt x="17131" y="0"/>
                    <a:pt x="17131" y="0"/>
                    <a:pt x="17131" y="0"/>
                  </a:cubicBezTo>
                  <a:cubicBezTo>
                    <a:pt x="17131" y="0"/>
                    <a:pt x="12662" y="2945"/>
                    <a:pt x="8938" y="5891"/>
                  </a:cubicBezTo>
                  <a:cubicBezTo>
                    <a:pt x="6703" y="7855"/>
                    <a:pt x="4469" y="8836"/>
                    <a:pt x="2979" y="10800"/>
                  </a:cubicBezTo>
                  <a:cubicBezTo>
                    <a:pt x="1490" y="11782"/>
                    <a:pt x="0" y="12764"/>
                    <a:pt x="0" y="1276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2" name="Shape 1872"/>
            <p:cNvSpPr/>
            <p:nvPr/>
          </p:nvSpPr>
          <p:spPr>
            <a:xfrm>
              <a:off x="-1" y="1470024"/>
              <a:ext cx="352427" cy="317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0" y="19440"/>
                  </a:lnTo>
                  <a:lnTo>
                    <a:pt x="12259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885" name="Group 1885"/>
          <p:cNvGrpSpPr/>
          <p:nvPr/>
        </p:nvGrpSpPr>
        <p:grpSpPr>
          <a:xfrm>
            <a:off x="3272807" y="8915399"/>
            <a:ext cx="1733551" cy="1793878"/>
            <a:chOff x="0" y="0"/>
            <a:chExt cx="1733550" cy="1793876"/>
          </a:xfrm>
        </p:grpSpPr>
        <p:sp>
          <p:nvSpPr>
            <p:cNvPr id="1874" name="Shape 1874"/>
            <p:cNvSpPr/>
            <p:nvPr/>
          </p:nvSpPr>
          <p:spPr>
            <a:xfrm>
              <a:off x="1568450" y="1663700"/>
              <a:ext cx="165101" cy="130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57" y="0"/>
                  </a:moveTo>
                  <a:cubicBezTo>
                    <a:pt x="0" y="9818"/>
                    <a:pt x="0" y="9818"/>
                    <a:pt x="0" y="9818"/>
                  </a:cubicBezTo>
                  <a:cubicBezTo>
                    <a:pt x="0" y="9818"/>
                    <a:pt x="4629" y="12764"/>
                    <a:pt x="9257" y="15709"/>
                  </a:cubicBezTo>
                  <a:cubicBezTo>
                    <a:pt x="11571" y="17673"/>
                    <a:pt x="13886" y="18655"/>
                    <a:pt x="15429" y="19636"/>
                  </a:cubicBezTo>
                  <a:cubicBezTo>
                    <a:pt x="16971" y="20618"/>
                    <a:pt x="18514" y="21600"/>
                    <a:pt x="18514" y="21600"/>
                  </a:cubicBezTo>
                  <a:cubicBezTo>
                    <a:pt x="21600" y="11782"/>
                    <a:pt x="21600" y="11782"/>
                    <a:pt x="21600" y="11782"/>
                  </a:cubicBezTo>
                  <a:cubicBezTo>
                    <a:pt x="21600" y="11782"/>
                    <a:pt x="20829" y="10800"/>
                    <a:pt x="19286" y="9818"/>
                  </a:cubicBezTo>
                  <a:cubicBezTo>
                    <a:pt x="16971" y="8836"/>
                    <a:pt x="14657" y="7855"/>
                    <a:pt x="12343" y="5891"/>
                  </a:cubicBezTo>
                  <a:cubicBezTo>
                    <a:pt x="8486" y="2945"/>
                    <a:pt x="3857" y="0"/>
                    <a:pt x="3857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5" name="Shape 1875"/>
            <p:cNvSpPr/>
            <p:nvPr/>
          </p:nvSpPr>
          <p:spPr>
            <a:xfrm>
              <a:off x="1362075" y="1552575"/>
              <a:ext cx="165101" cy="133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629" y="0"/>
                  </a:moveTo>
                  <a:cubicBezTo>
                    <a:pt x="0" y="8452"/>
                    <a:pt x="0" y="8452"/>
                    <a:pt x="0" y="8452"/>
                  </a:cubicBezTo>
                  <a:cubicBezTo>
                    <a:pt x="0" y="8452"/>
                    <a:pt x="771" y="9391"/>
                    <a:pt x="3086" y="10330"/>
                  </a:cubicBezTo>
                  <a:cubicBezTo>
                    <a:pt x="4629" y="12209"/>
                    <a:pt x="6943" y="13148"/>
                    <a:pt x="9257" y="15026"/>
                  </a:cubicBezTo>
                  <a:cubicBezTo>
                    <a:pt x="13114" y="17843"/>
                    <a:pt x="17743" y="21600"/>
                    <a:pt x="17743" y="21600"/>
                  </a:cubicBezTo>
                  <a:cubicBezTo>
                    <a:pt x="21600" y="12209"/>
                    <a:pt x="21600" y="12209"/>
                    <a:pt x="21600" y="12209"/>
                  </a:cubicBezTo>
                  <a:cubicBezTo>
                    <a:pt x="21600" y="12209"/>
                    <a:pt x="17743" y="9391"/>
                    <a:pt x="13114" y="6574"/>
                  </a:cubicBezTo>
                  <a:cubicBezTo>
                    <a:pt x="10800" y="4696"/>
                    <a:pt x="8486" y="3757"/>
                    <a:pt x="6943" y="1878"/>
                  </a:cubicBezTo>
                  <a:cubicBezTo>
                    <a:pt x="5400" y="939"/>
                    <a:pt x="4629" y="0"/>
                    <a:pt x="4629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6" name="Shape 1876"/>
            <p:cNvSpPr/>
            <p:nvPr/>
          </p:nvSpPr>
          <p:spPr>
            <a:xfrm>
              <a:off x="1168400" y="1428750"/>
              <a:ext cx="165101" cy="133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629" y="0"/>
                  </a:moveTo>
                  <a:cubicBezTo>
                    <a:pt x="0" y="7513"/>
                    <a:pt x="0" y="7513"/>
                    <a:pt x="0" y="7513"/>
                  </a:cubicBezTo>
                  <a:cubicBezTo>
                    <a:pt x="0" y="7513"/>
                    <a:pt x="3857" y="11270"/>
                    <a:pt x="8486" y="15026"/>
                  </a:cubicBezTo>
                  <a:cubicBezTo>
                    <a:pt x="12343" y="18783"/>
                    <a:pt x="16971" y="21600"/>
                    <a:pt x="16971" y="21600"/>
                  </a:cubicBezTo>
                  <a:cubicBezTo>
                    <a:pt x="21600" y="13148"/>
                    <a:pt x="21600" y="13148"/>
                    <a:pt x="21600" y="13148"/>
                  </a:cubicBezTo>
                  <a:cubicBezTo>
                    <a:pt x="21600" y="13148"/>
                    <a:pt x="16971" y="10330"/>
                    <a:pt x="13114" y="6574"/>
                  </a:cubicBezTo>
                  <a:cubicBezTo>
                    <a:pt x="8486" y="2817"/>
                    <a:pt x="4629" y="0"/>
                    <a:pt x="4629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7" name="Shape 1877"/>
            <p:cNvSpPr/>
            <p:nvPr/>
          </p:nvSpPr>
          <p:spPr>
            <a:xfrm>
              <a:off x="981075" y="1285875"/>
              <a:ext cx="158751" cy="14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600" y="0"/>
                  </a:moveTo>
                  <a:cubicBezTo>
                    <a:pt x="0" y="6912"/>
                    <a:pt x="0" y="6912"/>
                    <a:pt x="0" y="6912"/>
                  </a:cubicBezTo>
                  <a:cubicBezTo>
                    <a:pt x="0" y="6912"/>
                    <a:pt x="4000" y="10368"/>
                    <a:pt x="8000" y="13824"/>
                  </a:cubicBezTo>
                  <a:cubicBezTo>
                    <a:pt x="10400" y="16416"/>
                    <a:pt x="12800" y="18144"/>
                    <a:pt x="14400" y="19008"/>
                  </a:cubicBezTo>
                  <a:cubicBezTo>
                    <a:pt x="16000" y="20736"/>
                    <a:pt x="16800" y="21600"/>
                    <a:pt x="16800" y="21600"/>
                  </a:cubicBezTo>
                  <a:cubicBezTo>
                    <a:pt x="21600" y="13824"/>
                    <a:pt x="21600" y="13824"/>
                    <a:pt x="21600" y="13824"/>
                  </a:cubicBezTo>
                  <a:cubicBezTo>
                    <a:pt x="21600" y="13824"/>
                    <a:pt x="20800" y="12960"/>
                    <a:pt x="19200" y="12096"/>
                  </a:cubicBezTo>
                  <a:cubicBezTo>
                    <a:pt x="17600" y="10368"/>
                    <a:pt x="16000" y="8640"/>
                    <a:pt x="13600" y="6912"/>
                  </a:cubicBezTo>
                  <a:cubicBezTo>
                    <a:pt x="9600" y="3456"/>
                    <a:pt x="5600" y="0"/>
                    <a:pt x="56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8" name="Shape 1878"/>
            <p:cNvSpPr/>
            <p:nvPr/>
          </p:nvSpPr>
          <p:spPr>
            <a:xfrm>
              <a:off x="806450" y="1133475"/>
              <a:ext cx="158750" cy="1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600" y="0"/>
                  </a:moveTo>
                  <a:cubicBezTo>
                    <a:pt x="0" y="6646"/>
                    <a:pt x="0" y="6646"/>
                    <a:pt x="0" y="6646"/>
                  </a:cubicBezTo>
                  <a:cubicBezTo>
                    <a:pt x="0" y="6646"/>
                    <a:pt x="800" y="7477"/>
                    <a:pt x="2400" y="9138"/>
                  </a:cubicBezTo>
                  <a:cubicBezTo>
                    <a:pt x="4000" y="9969"/>
                    <a:pt x="5600" y="12462"/>
                    <a:pt x="8000" y="14123"/>
                  </a:cubicBezTo>
                  <a:cubicBezTo>
                    <a:pt x="12000" y="17446"/>
                    <a:pt x="16000" y="21600"/>
                    <a:pt x="16000" y="21600"/>
                  </a:cubicBezTo>
                  <a:cubicBezTo>
                    <a:pt x="21600" y="14954"/>
                    <a:pt x="21600" y="14954"/>
                    <a:pt x="21600" y="14954"/>
                  </a:cubicBezTo>
                  <a:cubicBezTo>
                    <a:pt x="21600" y="14954"/>
                    <a:pt x="17600" y="10800"/>
                    <a:pt x="13600" y="7477"/>
                  </a:cubicBezTo>
                  <a:cubicBezTo>
                    <a:pt x="11200" y="5815"/>
                    <a:pt x="9600" y="4154"/>
                    <a:pt x="8000" y="2492"/>
                  </a:cubicBezTo>
                  <a:cubicBezTo>
                    <a:pt x="6400" y="831"/>
                    <a:pt x="5600" y="0"/>
                    <a:pt x="56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79" name="Shape 1879"/>
            <p:cNvSpPr/>
            <p:nvPr/>
          </p:nvSpPr>
          <p:spPr>
            <a:xfrm>
              <a:off x="641350" y="968375"/>
              <a:ext cx="152400" cy="158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46" y="0"/>
                  </a:moveTo>
                  <a:cubicBezTo>
                    <a:pt x="0" y="6400"/>
                    <a:pt x="0" y="6400"/>
                    <a:pt x="0" y="6400"/>
                  </a:cubicBezTo>
                  <a:cubicBezTo>
                    <a:pt x="0" y="6400"/>
                    <a:pt x="3323" y="9600"/>
                    <a:pt x="7477" y="13600"/>
                  </a:cubicBezTo>
                  <a:cubicBezTo>
                    <a:pt x="9138" y="16000"/>
                    <a:pt x="11631" y="17600"/>
                    <a:pt x="12462" y="19200"/>
                  </a:cubicBezTo>
                  <a:cubicBezTo>
                    <a:pt x="14123" y="20800"/>
                    <a:pt x="14954" y="21600"/>
                    <a:pt x="14954" y="21600"/>
                  </a:cubicBezTo>
                  <a:cubicBezTo>
                    <a:pt x="21600" y="15200"/>
                    <a:pt x="21600" y="15200"/>
                    <a:pt x="21600" y="15200"/>
                  </a:cubicBezTo>
                  <a:cubicBezTo>
                    <a:pt x="21600" y="15200"/>
                    <a:pt x="20769" y="14400"/>
                    <a:pt x="19108" y="12800"/>
                  </a:cubicBezTo>
                  <a:cubicBezTo>
                    <a:pt x="17446" y="12000"/>
                    <a:pt x="15785" y="9600"/>
                    <a:pt x="14123" y="8000"/>
                  </a:cubicBezTo>
                  <a:cubicBezTo>
                    <a:pt x="9969" y="4000"/>
                    <a:pt x="6646" y="0"/>
                    <a:pt x="6646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0" name="Shape 1880"/>
            <p:cNvSpPr/>
            <p:nvPr/>
          </p:nvSpPr>
          <p:spPr>
            <a:xfrm>
              <a:off x="488950" y="800100"/>
              <a:ext cx="146050" cy="158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912" y="0"/>
                  </a:moveTo>
                  <a:cubicBezTo>
                    <a:pt x="0" y="4800"/>
                    <a:pt x="0" y="4800"/>
                    <a:pt x="0" y="4800"/>
                  </a:cubicBezTo>
                  <a:cubicBezTo>
                    <a:pt x="0" y="4800"/>
                    <a:pt x="3456" y="9600"/>
                    <a:pt x="6912" y="13600"/>
                  </a:cubicBezTo>
                  <a:cubicBezTo>
                    <a:pt x="11232" y="17600"/>
                    <a:pt x="14688" y="21600"/>
                    <a:pt x="14688" y="21600"/>
                  </a:cubicBezTo>
                  <a:cubicBezTo>
                    <a:pt x="21600" y="16000"/>
                    <a:pt x="21600" y="16000"/>
                    <a:pt x="21600" y="16000"/>
                  </a:cubicBezTo>
                  <a:cubicBezTo>
                    <a:pt x="21600" y="16000"/>
                    <a:pt x="18144" y="12000"/>
                    <a:pt x="13824" y="8000"/>
                  </a:cubicBezTo>
                  <a:cubicBezTo>
                    <a:pt x="10368" y="4000"/>
                    <a:pt x="6912" y="0"/>
                    <a:pt x="6912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1" name="Shape 1881"/>
            <p:cNvSpPr/>
            <p:nvPr/>
          </p:nvSpPr>
          <p:spPr>
            <a:xfrm>
              <a:off x="346075" y="609600"/>
              <a:ext cx="142877" cy="16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00" y="0"/>
                  </a:moveTo>
                  <a:cubicBezTo>
                    <a:pt x="0" y="4629"/>
                    <a:pt x="0" y="4629"/>
                    <a:pt x="0" y="4629"/>
                  </a:cubicBezTo>
                  <a:cubicBezTo>
                    <a:pt x="0" y="4629"/>
                    <a:pt x="3600" y="9257"/>
                    <a:pt x="6300" y="13114"/>
                  </a:cubicBezTo>
                  <a:cubicBezTo>
                    <a:pt x="8100" y="15429"/>
                    <a:pt x="9900" y="17743"/>
                    <a:pt x="11700" y="19286"/>
                  </a:cubicBezTo>
                  <a:cubicBezTo>
                    <a:pt x="12600" y="20829"/>
                    <a:pt x="14400" y="21600"/>
                    <a:pt x="14400" y="21600"/>
                  </a:cubicBezTo>
                  <a:cubicBezTo>
                    <a:pt x="21600" y="16971"/>
                    <a:pt x="21600" y="16971"/>
                    <a:pt x="21600" y="16971"/>
                  </a:cubicBezTo>
                  <a:cubicBezTo>
                    <a:pt x="21600" y="16971"/>
                    <a:pt x="20700" y="15429"/>
                    <a:pt x="18900" y="13886"/>
                  </a:cubicBezTo>
                  <a:cubicBezTo>
                    <a:pt x="18000" y="12343"/>
                    <a:pt x="16200" y="10800"/>
                    <a:pt x="14400" y="8486"/>
                  </a:cubicBezTo>
                  <a:cubicBezTo>
                    <a:pt x="10800" y="4629"/>
                    <a:pt x="7200" y="0"/>
                    <a:pt x="7200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2" name="Shape 1882"/>
            <p:cNvSpPr/>
            <p:nvPr/>
          </p:nvSpPr>
          <p:spPr>
            <a:xfrm>
              <a:off x="215899" y="415925"/>
              <a:ext cx="136527" cy="171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52" y="0"/>
                  </a:moveTo>
                  <a:cubicBezTo>
                    <a:pt x="0" y="4469"/>
                    <a:pt x="0" y="4469"/>
                    <a:pt x="0" y="4469"/>
                  </a:cubicBezTo>
                  <a:cubicBezTo>
                    <a:pt x="0" y="4469"/>
                    <a:pt x="939" y="5214"/>
                    <a:pt x="1878" y="7448"/>
                  </a:cubicBezTo>
                  <a:cubicBezTo>
                    <a:pt x="2817" y="8938"/>
                    <a:pt x="4696" y="11172"/>
                    <a:pt x="6574" y="12662"/>
                  </a:cubicBezTo>
                  <a:cubicBezTo>
                    <a:pt x="10330" y="17131"/>
                    <a:pt x="13148" y="21600"/>
                    <a:pt x="13148" y="21600"/>
                  </a:cubicBezTo>
                  <a:cubicBezTo>
                    <a:pt x="21600" y="17131"/>
                    <a:pt x="21600" y="17131"/>
                    <a:pt x="21600" y="17131"/>
                  </a:cubicBezTo>
                  <a:cubicBezTo>
                    <a:pt x="21600" y="17131"/>
                    <a:pt x="18783" y="12662"/>
                    <a:pt x="15026" y="8938"/>
                  </a:cubicBezTo>
                  <a:cubicBezTo>
                    <a:pt x="13148" y="6703"/>
                    <a:pt x="11270" y="4469"/>
                    <a:pt x="10330" y="2979"/>
                  </a:cubicBezTo>
                  <a:cubicBezTo>
                    <a:pt x="9391" y="1490"/>
                    <a:pt x="8452" y="0"/>
                    <a:pt x="8452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3" name="Shape 1883"/>
            <p:cNvSpPr/>
            <p:nvPr/>
          </p:nvSpPr>
          <p:spPr>
            <a:xfrm>
              <a:off x="104775" y="215899"/>
              <a:ext cx="130177" cy="171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836" y="0"/>
                  </a:moveTo>
                  <a:cubicBezTo>
                    <a:pt x="0" y="3724"/>
                    <a:pt x="0" y="3724"/>
                    <a:pt x="0" y="3724"/>
                  </a:cubicBezTo>
                  <a:cubicBezTo>
                    <a:pt x="0" y="3724"/>
                    <a:pt x="2945" y="8193"/>
                    <a:pt x="5891" y="12662"/>
                  </a:cubicBezTo>
                  <a:cubicBezTo>
                    <a:pt x="8836" y="17131"/>
                    <a:pt x="11782" y="21600"/>
                    <a:pt x="11782" y="21600"/>
                  </a:cubicBezTo>
                  <a:cubicBezTo>
                    <a:pt x="21600" y="17131"/>
                    <a:pt x="21600" y="17131"/>
                    <a:pt x="21600" y="17131"/>
                  </a:cubicBezTo>
                  <a:cubicBezTo>
                    <a:pt x="21600" y="17131"/>
                    <a:pt x="17673" y="13407"/>
                    <a:pt x="14727" y="8938"/>
                  </a:cubicBezTo>
                  <a:cubicBezTo>
                    <a:pt x="11782" y="4469"/>
                    <a:pt x="8836" y="0"/>
                    <a:pt x="8836" y="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4" name="Shape 1884"/>
            <p:cNvSpPr/>
            <p:nvPr/>
          </p:nvSpPr>
          <p:spPr>
            <a:xfrm>
              <a:off x="-1" y="-1"/>
              <a:ext cx="323851" cy="352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329" y="0"/>
                  </a:lnTo>
                  <a:lnTo>
                    <a:pt x="21600" y="13038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86" name="Shape 1886"/>
          <p:cNvSpPr/>
          <p:nvPr/>
        </p:nvSpPr>
        <p:spPr>
          <a:xfrm>
            <a:off x="5204058" y="8095601"/>
            <a:ext cx="2309674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/>
          <a:p>
            <a:pPr lvl="0" defTabSz="914400">
              <a:defRPr sz="1800"/>
            </a:pPr>
            <a:r>
              <a:rPr b="1" sz="32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rPr>
              <a:t>Recursos </a:t>
            </a:r>
            <a:endParaRPr b="1" sz="3200">
              <a:solidFill>
                <a:srgbClr val="40C0C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defTabSz="914400">
              <a:defRPr sz="1800"/>
            </a:pPr>
            <a:r>
              <a:rPr b="1" sz="32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rPr>
              <a:t>necesarios</a:t>
            </a:r>
          </a:p>
        </p:txBody>
      </p:sp>
      <p:grpSp>
        <p:nvGrpSpPr>
          <p:cNvPr id="1891" name="Group 1891"/>
          <p:cNvGrpSpPr/>
          <p:nvPr/>
        </p:nvGrpSpPr>
        <p:grpSpPr>
          <a:xfrm>
            <a:off x="12208970" y="4197713"/>
            <a:ext cx="1198247" cy="1137774"/>
            <a:chOff x="0" y="0"/>
            <a:chExt cx="1198246" cy="1137772"/>
          </a:xfrm>
        </p:grpSpPr>
        <p:sp>
          <p:nvSpPr>
            <p:cNvPr id="1887" name="Shape 1887"/>
            <p:cNvSpPr/>
            <p:nvPr/>
          </p:nvSpPr>
          <p:spPr>
            <a:xfrm>
              <a:off x="-1" y="-1"/>
              <a:ext cx="1198248" cy="1137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69" y="0"/>
                  </a:moveTo>
                  <a:cubicBezTo>
                    <a:pt x="1831" y="0"/>
                    <a:pt x="1831" y="0"/>
                    <a:pt x="1831" y="0"/>
                  </a:cubicBezTo>
                  <a:cubicBezTo>
                    <a:pt x="798" y="0"/>
                    <a:pt x="0" y="840"/>
                    <a:pt x="0" y="1878"/>
                  </a:cubicBezTo>
                  <a:cubicBezTo>
                    <a:pt x="0" y="16509"/>
                    <a:pt x="0" y="16509"/>
                    <a:pt x="0" y="16509"/>
                  </a:cubicBezTo>
                  <a:cubicBezTo>
                    <a:pt x="0" y="17547"/>
                    <a:pt x="798" y="18437"/>
                    <a:pt x="1831" y="18437"/>
                  </a:cubicBezTo>
                  <a:cubicBezTo>
                    <a:pt x="7278" y="18437"/>
                    <a:pt x="7278" y="18437"/>
                    <a:pt x="7278" y="18437"/>
                  </a:cubicBezTo>
                  <a:cubicBezTo>
                    <a:pt x="6997" y="18832"/>
                    <a:pt x="6527" y="19277"/>
                    <a:pt x="6292" y="19524"/>
                  </a:cubicBezTo>
                  <a:cubicBezTo>
                    <a:pt x="6104" y="19771"/>
                    <a:pt x="5917" y="19969"/>
                    <a:pt x="5823" y="20117"/>
                  </a:cubicBezTo>
                  <a:cubicBezTo>
                    <a:pt x="5682" y="20315"/>
                    <a:pt x="5588" y="20661"/>
                    <a:pt x="5776" y="20957"/>
                  </a:cubicBezTo>
                  <a:cubicBezTo>
                    <a:pt x="5917" y="21254"/>
                    <a:pt x="6245" y="21600"/>
                    <a:pt x="7137" y="21600"/>
                  </a:cubicBezTo>
                  <a:cubicBezTo>
                    <a:pt x="14463" y="21600"/>
                    <a:pt x="14463" y="21600"/>
                    <a:pt x="14463" y="21600"/>
                  </a:cubicBezTo>
                  <a:cubicBezTo>
                    <a:pt x="15308" y="21600"/>
                    <a:pt x="15683" y="21254"/>
                    <a:pt x="15824" y="20957"/>
                  </a:cubicBezTo>
                  <a:cubicBezTo>
                    <a:pt x="15965" y="20661"/>
                    <a:pt x="15918" y="20315"/>
                    <a:pt x="15777" y="20117"/>
                  </a:cubicBezTo>
                  <a:cubicBezTo>
                    <a:pt x="15683" y="19969"/>
                    <a:pt x="15496" y="19771"/>
                    <a:pt x="15261" y="19524"/>
                  </a:cubicBezTo>
                  <a:cubicBezTo>
                    <a:pt x="15026" y="19277"/>
                    <a:pt x="14603" y="18832"/>
                    <a:pt x="14275" y="18437"/>
                  </a:cubicBezTo>
                  <a:cubicBezTo>
                    <a:pt x="19769" y="18437"/>
                    <a:pt x="19769" y="18437"/>
                    <a:pt x="19769" y="18437"/>
                  </a:cubicBezTo>
                  <a:cubicBezTo>
                    <a:pt x="20755" y="18437"/>
                    <a:pt x="21600" y="17547"/>
                    <a:pt x="21600" y="16509"/>
                  </a:cubicBezTo>
                  <a:cubicBezTo>
                    <a:pt x="21600" y="1878"/>
                    <a:pt x="21600" y="1878"/>
                    <a:pt x="21600" y="1878"/>
                  </a:cubicBezTo>
                  <a:cubicBezTo>
                    <a:pt x="21600" y="840"/>
                    <a:pt x="20755" y="0"/>
                    <a:pt x="19769" y="0"/>
                  </a:cubicBezTo>
                  <a:close/>
                  <a:moveTo>
                    <a:pt x="14791" y="20018"/>
                  </a:moveTo>
                  <a:cubicBezTo>
                    <a:pt x="14979" y="20216"/>
                    <a:pt x="15167" y="20414"/>
                    <a:pt x="15214" y="20513"/>
                  </a:cubicBezTo>
                  <a:cubicBezTo>
                    <a:pt x="15214" y="20513"/>
                    <a:pt x="15261" y="20611"/>
                    <a:pt x="15214" y="20661"/>
                  </a:cubicBezTo>
                  <a:cubicBezTo>
                    <a:pt x="15120" y="20809"/>
                    <a:pt x="14838" y="20908"/>
                    <a:pt x="14463" y="20908"/>
                  </a:cubicBezTo>
                  <a:cubicBezTo>
                    <a:pt x="7137" y="20908"/>
                    <a:pt x="7137" y="20908"/>
                    <a:pt x="7137" y="20908"/>
                  </a:cubicBezTo>
                  <a:cubicBezTo>
                    <a:pt x="6715" y="20908"/>
                    <a:pt x="6480" y="20809"/>
                    <a:pt x="6386" y="20661"/>
                  </a:cubicBezTo>
                  <a:cubicBezTo>
                    <a:pt x="6339" y="20611"/>
                    <a:pt x="6339" y="20513"/>
                    <a:pt x="6339" y="20513"/>
                  </a:cubicBezTo>
                  <a:cubicBezTo>
                    <a:pt x="6339" y="20513"/>
                    <a:pt x="6339" y="20513"/>
                    <a:pt x="6339" y="20513"/>
                  </a:cubicBezTo>
                  <a:cubicBezTo>
                    <a:pt x="6433" y="20414"/>
                    <a:pt x="6574" y="20216"/>
                    <a:pt x="6809" y="20018"/>
                  </a:cubicBezTo>
                  <a:cubicBezTo>
                    <a:pt x="7372" y="19425"/>
                    <a:pt x="7842" y="18881"/>
                    <a:pt x="8077" y="18437"/>
                  </a:cubicBezTo>
                  <a:cubicBezTo>
                    <a:pt x="13523" y="18437"/>
                    <a:pt x="13523" y="18437"/>
                    <a:pt x="13523" y="18437"/>
                  </a:cubicBezTo>
                  <a:cubicBezTo>
                    <a:pt x="13711" y="18881"/>
                    <a:pt x="14181" y="19425"/>
                    <a:pt x="14791" y="20018"/>
                  </a:cubicBezTo>
                  <a:close/>
                  <a:moveTo>
                    <a:pt x="20238" y="16509"/>
                  </a:moveTo>
                  <a:cubicBezTo>
                    <a:pt x="20238" y="16805"/>
                    <a:pt x="20003" y="17003"/>
                    <a:pt x="19769" y="17003"/>
                  </a:cubicBezTo>
                  <a:cubicBezTo>
                    <a:pt x="1831" y="17003"/>
                    <a:pt x="1831" y="17003"/>
                    <a:pt x="1831" y="17003"/>
                  </a:cubicBezTo>
                  <a:cubicBezTo>
                    <a:pt x="1550" y="17003"/>
                    <a:pt x="1362" y="16805"/>
                    <a:pt x="1362" y="16509"/>
                  </a:cubicBezTo>
                  <a:cubicBezTo>
                    <a:pt x="1362" y="1878"/>
                    <a:pt x="1362" y="1878"/>
                    <a:pt x="1362" y="1878"/>
                  </a:cubicBezTo>
                  <a:cubicBezTo>
                    <a:pt x="1362" y="1631"/>
                    <a:pt x="1550" y="1384"/>
                    <a:pt x="1831" y="1384"/>
                  </a:cubicBezTo>
                  <a:cubicBezTo>
                    <a:pt x="19769" y="1384"/>
                    <a:pt x="19769" y="1384"/>
                    <a:pt x="19769" y="1384"/>
                  </a:cubicBezTo>
                  <a:cubicBezTo>
                    <a:pt x="20003" y="1384"/>
                    <a:pt x="20238" y="1631"/>
                    <a:pt x="20238" y="1878"/>
                  </a:cubicBezTo>
                  <a:lnTo>
                    <a:pt x="20238" y="16509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8" name="Shape 1888"/>
            <p:cNvSpPr/>
            <p:nvPr/>
          </p:nvSpPr>
          <p:spPr>
            <a:xfrm>
              <a:off x="147670" y="149077"/>
              <a:ext cx="898686" cy="597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97" y="0"/>
                  </a:moveTo>
                  <a:cubicBezTo>
                    <a:pt x="1565" y="0"/>
                    <a:pt x="1565" y="0"/>
                    <a:pt x="1565" y="0"/>
                  </a:cubicBezTo>
                  <a:cubicBezTo>
                    <a:pt x="689" y="0"/>
                    <a:pt x="0" y="1033"/>
                    <a:pt x="0" y="2254"/>
                  </a:cubicBezTo>
                  <a:cubicBezTo>
                    <a:pt x="0" y="19346"/>
                    <a:pt x="0" y="19346"/>
                    <a:pt x="0" y="19346"/>
                  </a:cubicBezTo>
                  <a:cubicBezTo>
                    <a:pt x="0" y="20567"/>
                    <a:pt x="689" y="21600"/>
                    <a:pt x="1565" y="21600"/>
                  </a:cubicBezTo>
                  <a:cubicBezTo>
                    <a:pt x="20097" y="21600"/>
                    <a:pt x="20097" y="21600"/>
                    <a:pt x="20097" y="21600"/>
                  </a:cubicBezTo>
                  <a:cubicBezTo>
                    <a:pt x="20911" y="21600"/>
                    <a:pt x="21600" y="20567"/>
                    <a:pt x="21600" y="19346"/>
                  </a:cubicBezTo>
                  <a:cubicBezTo>
                    <a:pt x="21600" y="2254"/>
                    <a:pt x="21600" y="2254"/>
                    <a:pt x="21600" y="2254"/>
                  </a:cubicBezTo>
                  <a:cubicBezTo>
                    <a:pt x="21600" y="1033"/>
                    <a:pt x="20911" y="0"/>
                    <a:pt x="20097" y="0"/>
                  </a:cubicBezTo>
                  <a:close/>
                  <a:moveTo>
                    <a:pt x="20723" y="19346"/>
                  </a:moveTo>
                  <a:cubicBezTo>
                    <a:pt x="20723" y="19816"/>
                    <a:pt x="20410" y="20285"/>
                    <a:pt x="20097" y="20285"/>
                  </a:cubicBezTo>
                  <a:cubicBezTo>
                    <a:pt x="1565" y="20285"/>
                    <a:pt x="1565" y="20285"/>
                    <a:pt x="1565" y="20285"/>
                  </a:cubicBezTo>
                  <a:cubicBezTo>
                    <a:pt x="1190" y="20285"/>
                    <a:pt x="939" y="19816"/>
                    <a:pt x="939" y="19346"/>
                  </a:cubicBezTo>
                  <a:cubicBezTo>
                    <a:pt x="939" y="2254"/>
                    <a:pt x="939" y="2254"/>
                    <a:pt x="939" y="2254"/>
                  </a:cubicBezTo>
                  <a:cubicBezTo>
                    <a:pt x="939" y="1784"/>
                    <a:pt x="1190" y="1315"/>
                    <a:pt x="1565" y="1315"/>
                  </a:cubicBezTo>
                  <a:cubicBezTo>
                    <a:pt x="20097" y="1315"/>
                    <a:pt x="20097" y="1315"/>
                    <a:pt x="20097" y="1315"/>
                  </a:cubicBezTo>
                  <a:cubicBezTo>
                    <a:pt x="20410" y="1315"/>
                    <a:pt x="20723" y="1784"/>
                    <a:pt x="20723" y="2254"/>
                  </a:cubicBezTo>
                  <a:lnTo>
                    <a:pt x="20723" y="19346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89" name="Shape 1889"/>
            <p:cNvSpPr/>
            <p:nvPr/>
          </p:nvSpPr>
          <p:spPr>
            <a:xfrm>
              <a:off x="541460" y="765077"/>
              <a:ext cx="112512" cy="112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051" y="0"/>
                  </a:moveTo>
                  <a:cubicBezTo>
                    <a:pt x="5023" y="0"/>
                    <a:pt x="0" y="4521"/>
                    <a:pt x="0" y="10549"/>
                  </a:cubicBezTo>
                  <a:cubicBezTo>
                    <a:pt x="0" y="16577"/>
                    <a:pt x="5023" y="21600"/>
                    <a:pt x="11051" y="21600"/>
                  </a:cubicBezTo>
                  <a:cubicBezTo>
                    <a:pt x="17079" y="21600"/>
                    <a:pt x="21600" y="16577"/>
                    <a:pt x="21600" y="10549"/>
                  </a:cubicBezTo>
                  <a:cubicBezTo>
                    <a:pt x="21600" y="4521"/>
                    <a:pt x="17079" y="0"/>
                    <a:pt x="11051" y="0"/>
                  </a:cubicBezTo>
                  <a:close/>
                  <a:moveTo>
                    <a:pt x="11051" y="14567"/>
                  </a:moveTo>
                  <a:cubicBezTo>
                    <a:pt x="9042" y="14567"/>
                    <a:pt x="7535" y="12558"/>
                    <a:pt x="7535" y="10549"/>
                  </a:cubicBezTo>
                  <a:cubicBezTo>
                    <a:pt x="7535" y="8540"/>
                    <a:pt x="9042" y="7033"/>
                    <a:pt x="11051" y="7033"/>
                  </a:cubicBezTo>
                  <a:cubicBezTo>
                    <a:pt x="13060" y="7033"/>
                    <a:pt x="14567" y="8540"/>
                    <a:pt x="14567" y="10549"/>
                  </a:cubicBezTo>
                  <a:cubicBezTo>
                    <a:pt x="14567" y="12558"/>
                    <a:pt x="13060" y="14567"/>
                    <a:pt x="11051" y="14567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90" name="Shape 1890"/>
            <p:cNvSpPr/>
            <p:nvPr/>
          </p:nvSpPr>
          <p:spPr>
            <a:xfrm>
              <a:off x="419104" y="268620"/>
              <a:ext cx="360038" cy="3586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52" y="0"/>
                    <a:pt x="0" y="4852"/>
                    <a:pt x="0" y="10800"/>
                  </a:cubicBezTo>
                  <a:cubicBezTo>
                    <a:pt x="0" y="16748"/>
                    <a:pt x="4852" y="21600"/>
                    <a:pt x="10800" y="21600"/>
                  </a:cubicBezTo>
                  <a:cubicBezTo>
                    <a:pt x="16748" y="21600"/>
                    <a:pt x="21600" y="16748"/>
                    <a:pt x="21600" y="10800"/>
                  </a:cubicBezTo>
                  <a:cubicBezTo>
                    <a:pt x="21600" y="4852"/>
                    <a:pt x="16748" y="0"/>
                    <a:pt x="10800" y="0"/>
                  </a:cubicBezTo>
                  <a:close/>
                  <a:moveTo>
                    <a:pt x="10800" y="19409"/>
                  </a:moveTo>
                  <a:cubicBezTo>
                    <a:pt x="6104" y="19409"/>
                    <a:pt x="2191" y="15496"/>
                    <a:pt x="2191" y="10800"/>
                  </a:cubicBezTo>
                  <a:cubicBezTo>
                    <a:pt x="2191" y="6417"/>
                    <a:pt x="5635" y="2817"/>
                    <a:pt x="10017" y="2348"/>
                  </a:cubicBezTo>
                  <a:cubicBezTo>
                    <a:pt x="10017" y="12365"/>
                    <a:pt x="10017" y="12365"/>
                    <a:pt x="10017" y="12365"/>
                  </a:cubicBezTo>
                  <a:cubicBezTo>
                    <a:pt x="19096" y="8922"/>
                    <a:pt x="19096" y="8922"/>
                    <a:pt x="19096" y="8922"/>
                  </a:cubicBezTo>
                  <a:cubicBezTo>
                    <a:pt x="19252" y="9548"/>
                    <a:pt x="19252" y="10174"/>
                    <a:pt x="19252" y="10800"/>
                  </a:cubicBezTo>
                  <a:cubicBezTo>
                    <a:pt x="19252" y="15496"/>
                    <a:pt x="15496" y="19409"/>
                    <a:pt x="10800" y="19409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92" name="Shape 1892"/>
          <p:cNvSpPr/>
          <p:nvPr/>
        </p:nvSpPr>
        <p:spPr>
          <a:xfrm>
            <a:off x="13543838" y="4730176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897" name="Group 1897"/>
          <p:cNvGrpSpPr/>
          <p:nvPr/>
        </p:nvGrpSpPr>
        <p:grpSpPr>
          <a:xfrm>
            <a:off x="6034633" y="3407576"/>
            <a:ext cx="732429" cy="879365"/>
            <a:chOff x="0" y="0"/>
            <a:chExt cx="732427" cy="879363"/>
          </a:xfrm>
        </p:grpSpPr>
        <p:sp>
          <p:nvSpPr>
            <p:cNvPr id="1893" name="Shape 1893"/>
            <p:cNvSpPr/>
            <p:nvPr/>
          </p:nvSpPr>
          <p:spPr>
            <a:xfrm>
              <a:off x="142734" y="516549"/>
              <a:ext cx="153736" cy="3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21600"/>
                  </a:moveTo>
                  <a:cubicBezTo>
                    <a:pt x="2700" y="21600"/>
                    <a:pt x="2700" y="21600"/>
                    <a:pt x="2700" y="21600"/>
                  </a:cubicBezTo>
                  <a:cubicBezTo>
                    <a:pt x="1350" y="21600"/>
                    <a:pt x="0" y="16200"/>
                    <a:pt x="0" y="10800"/>
                  </a:cubicBezTo>
                  <a:cubicBezTo>
                    <a:pt x="0" y="5400"/>
                    <a:pt x="1350" y="0"/>
                    <a:pt x="2700" y="0"/>
                  </a:cubicBezTo>
                  <a:cubicBezTo>
                    <a:pt x="18900" y="0"/>
                    <a:pt x="18900" y="0"/>
                    <a:pt x="18900" y="0"/>
                  </a:cubicBezTo>
                  <a:cubicBezTo>
                    <a:pt x="20250" y="0"/>
                    <a:pt x="21600" y="5400"/>
                    <a:pt x="21600" y="10800"/>
                  </a:cubicBezTo>
                  <a:cubicBezTo>
                    <a:pt x="21600" y="16200"/>
                    <a:pt x="20250" y="21600"/>
                    <a:pt x="189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94" name="Shape 1894"/>
            <p:cNvSpPr/>
            <p:nvPr/>
          </p:nvSpPr>
          <p:spPr>
            <a:xfrm>
              <a:off x="201154" y="393561"/>
              <a:ext cx="162961" cy="3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059" y="21600"/>
                  </a:moveTo>
                  <a:cubicBezTo>
                    <a:pt x="2541" y="21600"/>
                    <a:pt x="2541" y="21600"/>
                    <a:pt x="2541" y="21600"/>
                  </a:cubicBezTo>
                  <a:cubicBezTo>
                    <a:pt x="1271" y="21600"/>
                    <a:pt x="0" y="21600"/>
                    <a:pt x="0" y="10800"/>
                  </a:cubicBezTo>
                  <a:cubicBezTo>
                    <a:pt x="0" y="5400"/>
                    <a:pt x="1271" y="0"/>
                    <a:pt x="2541" y="0"/>
                  </a:cubicBezTo>
                  <a:cubicBezTo>
                    <a:pt x="19059" y="0"/>
                    <a:pt x="19059" y="0"/>
                    <a:pt x="19059" y="0"/>
                  </a:cubicBezTo>
                  <a:cubicBezTo>
                    <a:pt x="20329" y="0"/>
                    <a:pt x="21600" y="5400"/>
                    <a:pt x="21600" y="10800"/>
                  </a:cubicBezTo>
                  <a:cubicBezTo>
                    <a:pt x="21600" y="21600"/>
                    <a:pt x="20329" y="21600"/>
                    <a:pt x="19059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95" name="Shape 1895"/>
            <p:cNvSpPr/>
            <p:nvPr/>
          </p:nvSpPr>
          <p:spPr>
            <a:xfrm>
              <a:off x="65868" y="593417"/>
              <a:ext cx="596491" cy="227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252" y="14400"/>
                  </a:moveTo>
                  <a:cubicBezTo>
                    <a:pt x="18116" y="0"/>
                    <a:pt x="18116" y="0"/>
                    <a:pt x="18116" y="0"/>
                  </a:cubicBezTo>
                  <a:cubicBezTo>
                    <a:pt x="3484" y="0"/>
                    <a:pt x="3484" y="0"/>
                    <a:pt x="3484" y="0"/>
                  </a:cubicBezTo>
                  <a:cubicBezTo>
                    <a:pt x="3135" y="900"/>
                    <a:pt x="2787" y="2700"/>
                    <a:pt x="2439" y="3600"/>
                  </a:cubicBezTo>
                  <a:cubicBezTo>
                    <a:pt x="5226" y="3600"/>
                    <a:pt x="5226" y="3600"/>
                    <a:pt x="5226" y="3600"/>
                  </a:cubicBezTo>
                  <a:cubicBezTo>
                    <a:pt x="5574" y="3600"/>
                    <a:pt x="5923" y="4500"/>
                    <a:pt x="5923" y="5400"/>
                  </a:cubicBezTo>
                  <a:cubicBezTo>
                    <a:pt x="5923" y="6300"/>
                    <a:pt x="5574" y="7200"/>
                    <a:pt x="5226" y="7200"/>
                  </a:cubicBezTo>
                  <a:cubicBezTo>
                    <a:pt x="1742" y="7200"/>
                    <a:pt x="1742" y="7200"/>
                    <a:pt x="1742" y="7200"/>
                  </a:cubicBezTo>
                  <a:cubicBezTo>
                    <a:pt x="1045" y="10800"/>
                    <a:pt x="348" y="14400"/>
                    <a:pt x="348" y="14400"/>
                  </a:cubicBezTo>
                  <a:cubicBezTo>
                    <a:pt x="3135" y="14400"/>
                    <a:pt x="3135" y="14400"/>
                    <a:pt x="3135" y="14400"/>
                  </a:cubicBezTo>
                  <a:cubicBezTo>
                    <a:pt x="3484" y="14400"/>
                    <a:pt x="3832" y="15300"/>
                    <a:pt x="3832" y="16200"/>
                  </a:cubicBezTo>
                  <a:cubicBezTo>
                    <a:pt x="3832" y="17100"/>
                    <a:pt x="3484" y="18000"/>
                    <a:pt x="3135" y="18000"/>
                  </a:cubicBezTo>
                  <a:cubicBezTo>
                    <a:pt x="0" y="18000"/>
                    <a:pt x="0" y="18000"/>
                    <a:pt x="0" y="180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348" y="20700"/>
                    <a:pt x="1394" y="21600"/>
                    <a:pt x="3135" y="21600"/>
                  </a:cubicBezTo>
                  <a:cubicBezTo>
                    <a:pt x="18116" y="21600"/>
                    <a:pt x="18116" y="21600"/>
                    <a:pt x="18116" y="21600"/>
                  </a:cubicBezTo>
                  <a:cubicBezTo>
                    <a:pt x="19858" y="21600"/>
                    <a:pt x="20903" y="20700"/>
                    <a:pt x="21252" y="18900"/>
                  </a:cubicBezTo>
                  <a:cubicBezTo>
                    <a:pt x="21600" y="18900"/>
                    <a:pt x="21600" y="18000"/>
                    <a:pt x="21600" y="18000"/>
                  </a:cubicBezTo>
                  <a:cubicBezTo>
                    <a:pt x="21600" y="16200"/>
                    <a:pt x="21252" y="15300"/>
                    <a:pt x="21252" y="144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96" name="Shape 1896"/>
            <p:cNvSpPr/>
            <p:nvPr/>
          </p:nvSpPr>
          <p:spPr>
            <a:xfrm>
              <a:off x="-1" y="0"/>
              <a:ext cx="732429" cy="87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1" h="21600" fill="norm" stroke="1" extrusionOk="0">
                  <a:moveTo>
                    <a:pt x="16912" y="21600"/>
                  </a:moveTo>
                  <a:cubicBezTo>
                    <a:pt x="3788" y="21600"/>
                    <a:pt x="3788" y="21600"/>
                    <a:pt x="3788" y="21600"/>
                  </a:cubicBezTo>
                  <a:cubicBezTo>
                    <a:pt x="1874" y="21600"/>
                    <a:pt x="781" y="21130"/>
                    <a:pt x="234" y="20426"/>
                  </a:cubicBezTo>
                  <a:cubicBezTo>
                    <a:pt x="-313" y="19487"/>
                    <a:pt x="234" y="18313"/>
                    <a:pt x="507" y="18313"/>
                  </a:cubicBezTo>
                  <a:cubicBezTo>
                    <a:pt x="7343" y="7278"/>
                    <a:pt x="7343" y="7278"/>
                    <a:pt x="7343" y="7278"/>
                  </a:cubicBezTo>
                  <a:cubicBezTo>
                    <a:pt x="7343" y="2348"/>
                    <a:pt x="7343" y="2348"/>
                    <a:pt x="7343" y="2348"/>
                  </a:cubicBezTo>
                  <a:cubicBezTo>
                    <a:pt x="7343" y="2348"/>
                    <a:pt x="7069" y="2348"/>
                    <a:pt x="7069" y="2348"/>
                  </a:cubicBezTo>
                  <a:cubicBezTo>
                    <a:pt x="6796" y="2348"/>
                    <a:pt x="6249" y="2348"/>
                    <a:pt x="5976" y="2113"/>
                  </a:cubicBezTo>
                  <a:cubicBezTo>
                    <a:pt x="5976" y="2113"/>
                    <a:pt x="5976" y="1878"/>
                    <a:pt x="5976" y="1878"/>
                  </a:cubicBezTo>
                  <a:cubicBezTo>
                    <a:pt x="5702" y="1409"/>
                    <a:pt x="5702" y="470"/>
                    <a:pt x="5702" y="470"/>
                  </a:cubicBezTo>
                  <a:cubicBezTo>
                    <a:pt x="5702" y="235"/>
                    <a:pt x="5976" y="0"/>
                    <a:pt x="6249" y="0"/>
                  </a:cubicBezTo>
                  <a:cubicBezTo>
                    <a:pt x="14452" y="0"/>
                    <a:pt x="14452" y="0"/>
                    <a:pt x="14452" y="0"/>
                  </a:cubicBezTo>
                  <a:cubicBezTo>
                    <a:pt x="14725" y="0"/>
                    <a:pt x="14998" y="235"/>
                    <a:pt x="14998" y="470"/>
                  </a:cubicBezTo>
                  <a:cubicBezTo>
                    <a:pt x="14998" y="470"/>
                    <a:pt x="14998" y="1409"/>
                    <a:pt x="14725" y="1878"/>
                  </a:cubicBezTo>
                  <a:cubicBezTo>
                    <a:pt x="14725" y="1878"/>
                    <a:pt x="14725" y="1878"/>
                    <a:pt x="14725" y="2113"/>
                  </a:cubicBezTo>
                  <a:cubicBezTo>
                    <a:pt x="14452" y="2348"/>
                    <a:pt x="14178" y="2348"/>
                    <a:pt x="13631" y="2348"/>
                  </a:cubicBezTo>
                  <a:cubicBezTo>
                    <a:pt x="13631" y="2348"/>
                    <a:pt x="13358" y="2348"/>
                    <a:pt x="13358" y="2348"/>
                  </a:cubicBezTo>
                  <a:cubicBezTo>
                    <a:pt x="13358" y="2817"/>
                    <a:pt x="13358" y="2817"/>
                    <a:pt x="13358" y="2817"/>
                  </a:cubicBezTo>
                  <a:cubicBezTo>
                    <a:pt x="13358" y="7278"/>
                    <a:pt x="13358" y="7278"/>
                    <a:pt x="13358" y="7278"/>
                  </a:cubicBezTo>
                  <a:cubicBezTo>
                    <a:pt x="20467" y="18313"/>
                    <a:pt x="20467" y="18313"/>
                    <a:pt x="20467" y="18313"/>
                  </a:cubicBezTo>
                  <a:cubicBezTo>
                    <a:pt x="20467" y="18313"/>
                    <a:pt x="21287" y="19487"/>
                    <a:pt x="20467" y="20426"/>
                  </a:cubicBezTo>
                  <a:cubicBezTo>
                    <a:pt x="19920" y="21130"/>
                    <a:pt x="18826" y="21600"/>
                    <a:pt x="16912" y="21600"/>
                  </a:cubicBezTo>
                  <a:close/>
                  <a:moveTo>
                    <a:pt x="6796" y="1409"/>
                  </a:moveTo>
                  <a:cubicBezTo>
                    <a:pt x="7069" y="1409"/>
                    <a:pt x="7069" y="1409"/>
                    <a:pt x="7069" y="1409"/>
                  </a:cubicBezTo>
                  <a:cubicBezTo>
                    <a:pt x="7616" y="1409"/>
                    <a:pt x="8163" y="1643"/>
                    <a:pt x="8436" y="2348"/>
                  </a:cubicBezTo>
                  <a:cubicBezTo>
                    <a:pt x="8436" y="7513"/>
                    <a:pt x="8436" y="7513"/>
                    <a:pt x="8436" y="7513"/>
                  </a:cubicBezTo>
                  <a:cubicBezTo>
                    <a:pt x="8436" y="7513"/>
                    <a:pt x="8436" y="7748"/>
                    <a:pt x="8436" y="7748"/>
                  </a:cubicBezTo>
                  <a:cubicBezTo>
                    <a:pt x="1328" y="18783"/>
                    <a:pt x="1328" y="18783"/>
                    <a:pt x="1328" y="18783"/>
                  </a:cubicBezTo>
                  <a:cubicBezTo>
                    <a:pt x="1328" y="18783"/>
                    <a:pt x="781" y="19487"/>
                    <a:pt x="1054" y="19957"/>
                  </a:cubicBezTo>
                  <a:cubicBezTo>
                    <a:pt x="1601" y="20426"/>
                    <a:pt x="2421" y="20661"/>
                    <a:pt x="3788" y="20661"/>
                  </a:cubicBezTo>
                  <a:cubicBezTo>
                    <a:pt x="16912" y="20661"/>
                    <a:pt x="16912" y="20661"/>
                    <a:pt x="16912" y="20661"/>
                  </a:cubicBezTo>
                  <a:cubicBezTo>
                    <a:pt x="18279" y="20661"/>
                    <a:pt x="19373" y="20426"/>
                    <a:pt x="19646" y="19957"/>
                  </a:cubicBezTo>
                  <a:cubicBezTo>
                    <a:pt x="19920" y="19487"/>
                    <a:pt x="19373" y="18783"/>
                    <a:pt x="19373" y="18783"/>
                  </a:cubicBezTo>
                  <a:cubicBezTo>
                    <a:pt x="12538" y="7748"/>
                    <a:pt x="12538" y="7748"/>
                    <a:pt x="12538" y="7748"/>
                  </a:cubicBezTo>
                  <a:cubicBezTo>
                    <a:pt x="12264" y="7748"/>
                    <a:pt x="12264" y="7513"/>
                    <a:pt x="12264" y="7513"/>
                  </a:cubicBezTo>
                  <a:cubicBezTo>
                    <a:pt x="12264" y="2348"/>
                    <a:pt x="12264" y="2348"/>
                    <a:pt x="12264" y="2348"/>
                  </a:cubicBezTo>
                  <a:cubicBezTo>
                    <a:pt x="12538" y="1643"/>
                    <a:pt x="13084" y="1409"/>
                    <a:pt x="13631" y="1409"/>
                  </a:cubicBezTo>
                  <a:cubicBezTo>
                    <a:pt x="13631" y="1409"/>
                    <a:pt x="13905" y="1409"/>
                    <a:pt x="13905" y="1409"/>
                  </a:cubicBezTo>
                  <a:cubicBezTo>
                    <a:pt x="13905" y="1174"/>
                    <a:pt x="13905" y="1174"/>
                    <a:pt x="13905" y="939"/>
                  </a:cubicBezTo>
                  <a:cubicBezTo>
                    <a:pt x="6796" y="939"/>
                    <a:pt x="6796" y="939"/>
                    <a:pt x="6796" y="939"/>
                  </a:cubicBezTo>
                  <a:cubicBezTo>
                    <a:pt x="6796" y="1174"/>
                    <a:pt x="6796" y="1174"/>
                    <a:pt x="6796" y="1409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98" name="Shape 1898"/>
          <p:cNvSpPr/>
          <p:nvPr/>
        </p:nvSpPr>
        <p:spPr>
          <a:xfrm>
            <a:off x="6061887" y="4323865"/>
            <a:ext cx="682944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CM</a:t>
            </a:r>
          </a:p>
        </p:txBody>
      </p:sp>
      <p:grpSp>
        <p:nvGrpSpPr>
          <p:cNvPr id="1903" name="Group 1903"/>
          <p:cNvGrpSpPr/>
          <p:nvPr/>
        </p:nvGrpSpPr>
        <p:grpSpPr>
          <a:xfrm>
            <a:off x="9374103" y="6688219"/>
            <a:ext cx="776809" cy="1022351"/>
            <a:chOff x="0" y="0"/>
            <a:chExt cx="776808" cy="1022350"/>
          </a:xfrm>
        </p:grpSpPr>
        <p:sp>
          <p:nvSpPr>
            <p:cNvPr id="1899" name="Shape 1899"/>
            <p:cNvSpPr/>
            <p:nvPr/>
          </p:nvSpPr>
          <p:spPr>
            <a:xfrm>
              <a:off x="-1" y="-1"/>
              <a:ext cx="776810" cy="1022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65" y="3485"/>
                  </a:moveTo>
                  <a:cubicBezTo>
                    <a:pt x="15905" y="3485"/>
                    <a:pt x="15905" y="3485"/>
                    <a:pt x="15905" y="3485"/>
                  </a:cubicBezTo>
                  <a:cubicBezTo>
                    <a:pt x="15905" y="3232"/>
                    <a:pt x="15905" y="3232"/>
                    <a:pt x="15905" y="3232"/>
                  </a:cubicBezTo>
                  <a:cubicBezTo>
                    <a:pt x="15905" y="2845"/>
                    <a:pt x="15483" y="2525"/>
                    <a:pt x="14971" y="2525"/>
                  </a:cubicBezTo>
                  <a:cubicBezTo>
                    <a:pt x="12858" y="2525"/>
                    <a:pt x="12858" y="2525"/>
                    <a:pt x="12858" y="2525"/>
                  </a:cubicBezTo>
                  <a:cubicBezTo>
                    <a:pt x="13013" y="2290"/>
                    <a:pt x="13102" y="2020"/>
                    <a:pt x="13102" y="1734"/>
                  </a:cubicBezTo>
                  <a:cubicBezTo>
                    <a:pt x="13102" y="774"/>
                    <a:pt x="12057" y="0"/>
                    <a:pt x="10789" y="0"/>
                  </a:cubicBezTo>
                  <a:cubicBezTo>
                    <a:pt x="9521" y="0"/>
                    <a:pt x="8498" y="774"/>
                    <a:pt x="8498" y="1734"/>
                  </a:cubicBezTo>
                  <a:cubicBezTo>
                    <a:pt x="8498" y="2020"/>
                    <a:pt x="8587" y="2290"/>
                    <a:pt x="8742" y="2525"/>
                  </a:cubicBezTo>
                  <a:cubicBezTo>
                    <a:pt x="6607" y="2525"/>
                    <a:pt x="6607" y="2525"/>
                    <a:pt x="6607" y="2525"/>
                  </a:cubicBezTo>
                  <a:cubicBezTo>
                    <a:pt x="6095" y="2525"/>
                    <a:pt x="5673" y="2845"/>
                    <a:pt x="5673" y="3232"/>
                  </a:cubicBezTo>
                  <a:cubicBezTo>
                    <a:pt x="5673" y="3485"/>
                    <a:pt x="5673" y="3485"/>
                    <a:pt x="5673" y="3485"/>
                  </a:cubicBezTo>
                  <a:cubicBezTo>
                    <a:pt x="1935" y="3485"/>
                    <a:pt x="1935" y="3485"/>
                    <a:pt x="1935" y="3485"/>
                  </a:cubicBezTo>
                  <a:cubicBezTo>
                    <a:pt x="868" y="3485"/>
                    <a:pt x="0" y="4142"/>
                    <a:pt x="0" y="4950"/>
                  </a:cubicBezTo>
                  <a:cubicBezTo>
                    <a:pt x="0" y="20135"/>
                    <a:pt x="0" y="20135"/>
                    <a:pt x="0" y="20135"/>
                  </a:cubicBezTo>
                  <a:cubicBezTo>
                    <a:pt x="0" y="20943"/>
                    <a:pt x="868" y="21600"/>
                    <a:pt x="1935" y="21600"/>
                  </a:cubicBezTo>
                  <a:cubicBezTo>
                    <a:pt x="19665" y="21600"/>
                    <a:pt x="19665" y="21600"/>
                    <a:pt x="19665" y="21600"/>
                  </a:cubicBezTo>
                  <a:cubicBezTo>
                    <a:pt x="20732" y="21600"/>
                    <a:pt x="21600" y="20943"/>
                    <a:pt x="21600" y="20135"/>
                  </a:cubicBezTo>
                  <a:cubicBezTo>
                    <a:pt x="21600" y="4950"/>
                    <a:pt x="21600" y="4950"/>
                    <a:pt x="21600" y="4950"/>
                  </a:cubicBezTo>
                  <a:cubicBezTo>
                    <a:pt x="21600" y="4142"/>
                    <a:pt x="20732" y="3485"/>
                    <a:pt x="19665" y="3485"/>
                  </a:cubicBezTo>
                  <a:close/>
                  <a:moveTo>
                    <a:pt x="10789" y="993"/>
                  </a:moveTo>
                  <a:cubicBezTo>
                    <a:pt x="11345" y="993"/>
                    <a:pt x="11790" y="1330"/>
                    <a:pt x="11790" y="1734"/>
                  </a:cubicBezTo>
                  <a:cubicBezTo>
                    <a:pt x="11790" y="2155"/>
                    <a:pt x="11345" y="2492"/>
                    <a:pt x="10789" y="2492"/>
                  </a:cubicBezTo>
                  <a:cubicBezTo>
                    <a:pt x="10255" y="2492"/>
                    <a:pt x="9810" y="2155"/>
                    <a:pt x="9810" y="1734"/>
                  </a:cubicBezTo>
                  <a:cubicBezTo>
                    <a:pt x="9810" y="1330"/>
                    <a:pt x="10255" y="993"/>
                    <a:pt x="10789" y="993"/>
                  </a:cubicBezTo>
                  <a:close/>
                  <a:moveTo>
                    <a:pt x="18352" y="15506"/>
                  </a:moveTo>
                  <a:cubicBezTo>
                    <a:pt x="14660" y="15506"/>
                    <a:pt x="14660" y="15506"/>
                    <a:pt x="14660" y="15506"/>
                  </a:cubicBezTo>
                  <a:cubicBezTo>
                    <a:pt x="14660" y="18300"/>
                    <a:pt x="14660" y="18300"/>
                    <a:pt x="14660" y="18300"/>
                  </a:cubicBezTo>
                  <a:cubicBezTo>
                    <a:pt x="3248" y="18300"/>
                    <a:pt x="3248" y="18300"/>
                    <a:pt x="3248" y="18300"/>
                  </a:cubicBezTo>
                  <a:cubicBezTo>
                    <a:pt x="3248" y="4630"/>
                    <a:pt x="3248" y="4630"/>
                    <a:pt x="3248" y="4630"/>
                  </a:cubicBezTo>
                  <a:cubicBezTo>
                    <a:pt x="5673" y="4630"/>
                    <a:pt x="5673" y="4630"/>
                    <a:pt x="5673" y="4630"/>
                  </a:cubicBezTo>
                  <a:cubicBezTo>
                    <a:pt x="5673" y="4882"/>
                    <a:pt x="5673" y="4882"/>
                    <a:pt x="5673" y="4882"/>
                  </a:cubicBezTo>
                  <a:cubicBezTo>
                    <a:pt x="5673" y="5270"/>
                    <a:pt x="6095" y="5589"/>
                    <a:pt x="6607" y="5589"/>
                  </a:cubicBezTo>
                  <a:cubicBezTo>
                    <a:pt x="14971" y="5589"/>
                    <a:pt x="14971" y="5589"/>
                    <a:pt x="14971" y="5589"/>
                  </a:cubicBezTo>
                  <a:cubicBezTo>
                    <a:pt x="15483" y="5589"/>
                    <a:pt x="15905" y="5270"/>
                    <a:pt x="15905" y="4882"/>
                  </a:cubicBezTo>
                  <a:cubicBezTo>
                    <a:pt x="15905" y="4630"/>
                    <a:pt x="15905" y="4630"/>
                    <a:pt x="15905" y="4630"/>
                  </a:cubicBezTo>
                  <a:cubicBezTo>
                    <a:pt x="18352" y="4630"/>
                    <a:pt x="18352" y="4630"/>
                    <a:pt x="18352" y="4630"/>
                  </a:cubicBezTo>
                  <a:lnTo>
                    <a:pt x="18352" y="15506"/>
                  </a:lnTo>
                  <a:close/>
                  <a:moveTo>
                    <a:pt x="17841" y="16044"/>
                  </a:moveTo>
                  <a:cubicBezTo>
                    <a:pt x="17129" y="16583"/>
                    <a:pt x="16150" y="17324"/>
                    <a:pt x="15371" y="17930"/>
                  </a:cubicBezTo>
                  <a:cubicBezTo>
                    <a:pt x="15371" y="16044"/>
                    <a:pt x="15371" y="16044"/>
                    <a:pt x="15371" y="16044"/>
                  </a:cubicBezTo>
                  <a:lnTo>
                    <a:pt x="17841" y="16044"/>
                  </a:lnTo>
                  <a:close/>
                  <a:moveTo>
                    <a:pt x="20087" y="20135"/>
                  </a:moveTo>
                  <a:cubicBezTo>
                    <a:pt x="20087" y="20320"/>
                    <a:pt x="19887" y="20455"/>
                    <a:pt x="19665" y="20455"/>
                  </a:cubicBezTo>
                  <a:cubicBezTo>
                    <a:pt x="1935" y="20455"/>
                    <a:pt x="1935" y="20455"/>
                    <a:pt x="1935" y="20455"/>
                  </a:cubicBezTo>
                  <a:cubicBezTo>
                    <a:pt x="1691" y="20455"/>
                    <a:pt x="1513" y="20320"/>
                    <a:pt x="1513" y="20135"/>
                  </a:cubicBezTo>
                  <a:cubicBezTo>
                    <a:pt x="1513" y="4950"/>
                    <a:pt x="1513" y="4950"/>
                    <a:pt x="1513" y="4950"/>
                  </a:cubicBezTo>
                  <a:cubicBezTo>
                    <a:pt x="1513" y="4781"/>
                    <a:pt x="1691" y="4630"/>
                    <a:pt x="1935" y="4630"/>
                  </a:cubicBezTo>
                  <a:cubicBezTo>
                    <a:pt x="2536" y="4630"/>
                    <a:pt x="2536" y="4630"/>
                    <a:pt x="2536" y="4630"/>
                  </a:cubicBezTo>
                  <a:cubicBezTo>
                    <a:pt x="2536" y="18856"/>
                    <a:pt x="2536" y="18856"/>
                    <a:pt x="2536" y="18856"/>
                  </a:cubicBezTo>
                  <a:cubicBezTo>
                    <a:pt x="15149" y="18856"/>
                    <a:pt x="15149" y="18856"/>
                    <a:pt x="15149" y="18856"/>
                  </a:cubicBezTo>
                  <a:cubicBezTo>
                    <a:pt x="15260" y="18772"/>
                    <a:pt x="15260" y="18772"/>
                    <a:pt x="15260" y="18772"/>
                  </a:cubicBezTo>
                  <a:cubicBezTo>
                    <a:pt x="16283" y="17997"/>
                    <a:pt x="18196" y="16549"/>
                    <a:pt x="18953" y="15960"/>
                  </a:cubicBezTo>
                  <a:cubicBezTo>
                    <a:pt x="19064" y="15876"/>
                    <a:pt x="19064" y="15876"/>
                    <a:pt x="19064" y="15876"/>
                  </a:cubicBezTo>
                  <a:cubicBezTo>
                    <a:pt x="19064" y="4630"/>
                    <a:pt x="19064" y="4630"/>
                    <a:pt x="19064" y="4630"/>
                  </a:cubicBezTo>
                  <a:cubicBezTo>
                    <a:pt x="19665" y="4630"/>
                    <a:pt x="19665" y="4630"/>
                    <a:pt x="19665" y="4630"/>
                  </a:cubicBezTo>
                  <a:cubicBezTo>
                    <a:pt x="19887" y="4630"/>
                    <a:pt x="20087" y="4781"/>
                    <a:pt x="20087" y="4950"/>
                  </a:cubicBezTo>
                  <a:lnTo>
                    <a:pt x="20087" y="20135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00" name="Shape 1900"/>
            <p:cNvSpPr/>
            <p:nvPr/>
          </p:nvSpPr>
          <p:spPr>
            <a:xfrm>
              <a:off x="178576" y="363850"/>
              <a:ext cx="419655" cy="24555"/>
            </a:xfrm>
            <a:prstGeom prst="rect">
              <a:avLst/>
            </a:pr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01" name="Shape 1901"/>
            <p:cNvSpPr/>
            <p:nvPr/>
          </p:nvSpPr>
          <p:spPr>
            <a:xfrm>
              <a:off x="178576" y="473227"/>
              <a:ext cx="419655" cy="24555"/>
            </a:xfrm>
            <a:prstGeom prst="rect">
              <a:avLst/>
            </a:pr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02" name="Shape 1902"/>
            <p:cNvSpPr/>
            <p:nvPr/>
          </p:nvSpPr>
          <p:spPr>
            <a:xfrm>
              <a:off x="178576" y="575908"/>
              <a:ext cx="419655" cy="24555"/>
            </a:xfrm>
            <a:prstGeom prst="rect">
              <a:avLst/>
            </a:pr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904" name="Shape 1904"/>
          <p:cNvSpPr/>
          <p:nvPr/>
        </p:nvSpPr>
        <p:spPr>
          <a:xfrm>
            <a:off x="9562483" y="7804160"/>
            <a:ext cx="400051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X</a:t>
            </a:r>
          </a:p>
        </p:txBody>
      </p:sp>
      <p:grpSp>
        <p:nvGrpSpPr>
          <p:cNvPr id="1907" name="Group 1907"/>
          <p:cNvGrpSpPr/>
          <p:nvPr/>
        </p:nvGrpSpPr>
        <p:grpSpPr>
          <a:xfrm>
            <a:off x="5854434" y="10223572"/>
            <a:ext cx="1017467" cy="962715"/>
            <a:chOff x="0" y="0"/>
            <a:chExt cx="1017465" cy="962714"/>
          </a:xfrm>
        </p:grpSpPr>
        <p:sp>
          <p:nvSpPr>
            <p:cNvPr id="1905" name="Shape 1905"/>
            <p:cNvSpPr/>
            <p:nvPr/>
          </p:nvSpPr>
          <p:spPr>
            <a:xfrm>
              <a:off x="0" y="285164"/>
              <a:ext cx="700364" cy="5361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069" y="0"/>
                  </a:moveTo>
                  <a:cubicBezTo>
                    <a:pt x="17719" y="0"/>
                    <a:pt x="16538" y="1543"/>
                    <a:pt x="16538" y="3306"/>
                  </a:cubicBezTo>
                  <a:cubicBezTo>
                    <a:pt x="16538" y="4408"/>
                    <a:pt x="16875" y="5290"/>
                    <a:pt x="17381" y="5951"/>
                  </a:cubicBezTo>
                  <a:cubicBezTo>
                    <a:pt x="14344" y="11902"/>
                    <a:pt x="14344" y="11902"/>
                    <a:pt x="14344" y="11902"/>
                  </a:cubicBezTo>
                  <a:cubicBezTo>
                    <a:pt x="14006" y="11682"/>
                    <a:pt x="13669" y="11682"/>
                    <a:pt x="13331" y="11682"/>
                  </a:cubicBezTo>
                  <a:cubicBezTo>
                    <a:pt x="12319" y="11682"/>
                    <a:pt x="11475" y="12343"/>
                    <a:pt x="11138" y="13445"/>
                  </a:cubicBezTo>
                  <a:cubicBezTo>
                    <a:pt x="9281" y="12122"/>
                    <a:pt x="9281" y="12122"/>
                    <a:pt x="9281" y="12122"/>
                  </a:cubicBezTo>
                  <a:cubicBezTo>
                    <a:pt x="9450" y="11682"/>
                    <a:pt x="9619" y="11241"/>
                    <a:pt x="9619" y="10800"/>
                  </a:cubicBezTo>
                  <a:cubicBezTo>
                    <a:pt x="9619" y="9037"/>
                    <a:pt x="8438" y="7494"/>
                    <a:pt x="6919" y="7494"/>
                  </a:cubicBezTo>
                  <a:cubicBezTo>
                    <a:pt x="5569" y="7494"/>
                    <a:pt x="4388" y="9037"/>
                    <a:pt x="4388" y="10800"/>
                  </a:cubicBezTo>
                  <a:cubicBezTo>
                    <a:pt x="4388" y="11902"/>
                    <a:pt x="4725" y="12784"/>
                    <a:pt x="5400" y="13224"/>
                  </a:cubicBezTo>
                  <a:cubicBezTo>
                    <a:pt x="4050" y="15649"/>
                    <a:pt x="4050" y="15649"/>
                    <a:pt x="4050" y="15649"/>
                  </a:cubicBezTo>
                  <a:cubicBezTo>
                    <a:pt x="3544" y="15208"/>
                    <a:pt x="3038" y="14988"/>
                    <a:pt x="2531" y="14988"/>
                  </a:cubicBezTo>
                  <a:cubicBezTo>
                    <a:pt x="1181" y="14988"/>
                    <a:pt x="0" y="16531"/>
                    <a:pt x="0" y="18294"/>
                  </a:cubicBezTo>
                  <a:cubicBezTo>
                    <a:pt x="0" y="20057"/>
                    <a:pt x="1181" y="21600"/>
                    <a:pt x="2531" y="21600"/>
                  </a:cubicBezTo>
                  <a:cubicBezTo>
                    <a:pt x="3881" y="21600"/>
                    <a:pt x="5063" y="20057"/>
                    <a:pt x="5063" y="18294"/>
                  </a:cubicBezTo>
                  <a:cubicBezTo>
                    <a:pt x="5063" y="17412"/>
                    <a:pt x="4894" y="16751"/>
                    <a:pt x="4556" y="16090"/>
                  </a:cubicBezTo>
                  <a:cubicBezTo>
                    <a:pt x="5906" y="13886"/>
                    <a:pt x="5906" y="13886"/>
                    <a:pt x="5906" y="13886"/>
                  </a:cubicBezTo>
                  <a:cubicBezTo>
                    <a:pt x="6244" y="14106"/>
                    <a:pt x="6581" y="14106"/>
                    <a:pt x="6919" y="14106"/>
                  </a:cubicBezTo>
                  <a:cubicBezTo>
                    <a:pt x="7762" y="14106"/>
                    <a:pt x="8606" y="13665"/>
                    <a:pt x="9112" y="12784"/>
                  </a:cubicBezTo>
                  <a:cubicBezTo>
                    <a:pt x="10969" y="14106"/>
                    <a:pt x="10969" y="14106"/>
                    <a:pt x="10969" y="14106"/>
                  </a:cubicBezTo>
                  <a:cubicBezTo>
                    <a:pt x="10800" y="14547"/>
                    <a:pt x="10800" y="14767"/>
                    <a:pt x="10800" y="14988"/>
                  </a:cubicBezTo>
                  <a:cubicBezTo>
                    <a:pt x="10800" y="16751"/>
                    <a:pt x="11981" y="18294"/>
                    <a:pt x="13331" y="18294"/>
                  </a:cubicBezTo>
                  <a:cubicBezTo>
                    <a:pt x="14681" y="18294"/>
                    <a:pt x="15862" y="16751"/>
                    <a:pt x="15862" y="14988"/>
                  </a:cubicBezTo>
                  <a:cubicBezTo>
                    <a:pt x="15862" y="13886"/>
                    <a:pt x="15525" y="13004"/>
                    <a:pt x="14850" y="12343"/>
                  </a:cubicBezTo>
                  <a:cubicBezTo>
                    <a:pt x="17888" y="6392"/>
                    <a:pt x="17888" y="6392"/>
                    <a:pt x="17888" y="6392"/>
                  </a:cubicBezTo>
                  <a:cubicBezTo>
                    <a:pt x="18225" y="6612"/>
                    <a:pt x="18731" y="6612"/>
                    <a:pt x="19069" y="6612"/>
                  </a:cubicBezTo>
                  <a:cubicBezTo>
                    <a:pt x="20419" y="6612"/>
                    <a:pt x="21600" y="5290"/>
                    <a:pt x="21600" y="3306"/>
                  </a:cubicBezTo>
                  <a:cubicBezTo>
                    <a:pt x="21600" y="1543"/>
                    <a:pt x="20419" y="0"/>
                    <a:pt x="19069" y="0"/>
                  </a:cubicBezTo>
                  <a:close/>
                  <a:moveTo>
                    <a:pt x="2531" y="20057"/>
                  </a:moveTo>
                  <a:cubicBezTo>
                    <a:pt x="1856" y="20057"/>
                    <a:pt x="1350" y="19176"/>
                    <a:pt x="1350" y="18294"/>
                  </a:cubicBezTo>
                  <a:cubicBezTo>
                    <a:pt x="1350" y="17412"/>
                    <a:pt x="1856" y="16751"/>
                    <a:pt x="2531" y="16751"/>
                  </a:cubicBezTo>
                  <a:cubicBezTo>
                    <a:pt x="3206" y="16751"/>
                    <a:pt x="3881" y="17412"/>
                    <a:pt x="3881" y="18294"/>
                  </a:cubicBezTo>
                  <a:cubicBezTo>
                    <a:pt x="3881" y="19176"/>
                    <a:pt x="3206" y="20057"/>
                    <a:pt x="2531" y="20057"/>
                  </a:cubicBezTo>
                  <a:close/>
                  <a:moveTo>
                    <a:pt x="6919" y="12563"/>
                  </a:moveTo>
                  <a:cubicBezTo>
                    <a:pt x="6244" y="12563"/>
                    <a:pt x="5738" y="11682"/>
                    <a:pt x="5738" y="10800"/>
                  </a:cubicBezTo>
                  <a:cubicBezTo>
                    <a:pt x="5738" y="9918"/>
                    <a:pt x="6244" y="9257"/>
                    <a:pt x="6919" y="9257"/>
                  </a:cubicBezTo>
                  <a:cubicBezTo>
                    <a:pt x="7762" y="9257"/>
                    <a:pt x="8269" y="9918"/>
                    <a:pt x="8269" y="10800"/>
                  </a:cubicBezTo>
                  <a:cubicBezTo>
                    <a:pt x="8269" y="11682"/>
                    <a:pt x="7762" y="12563"/>
                    <a:pt x="6919" y="12563"/>
                  </a:cubicBezTo>
                  <a:close/>
                  <a:moveTo>
                    <a:pt x="13331" y="16751"/>
                  </a:moveTo>
                  <a:cubicBezTo>
                    <a:pt x="12656" y="16751"/>
                    <a:pt x="12150" y="15869"/>
                    <a:pt x="12150" y="14988"/>
                  </a:cubicBezTo>
                  <a:cubicBezTo>
                    <a:pt x="12150" y="14106"/>
                    <a:pt x="12656" y="13224"/>
                    <a:pt x="13331" y="13224"/>
                  </a:cubicBezTo>
                  <a:cubicBezTo>
                    <a:pt x="14006" y="13224"/>
                    <a:pt x="14681" y="14106"/>
                    <a:pt x="14681" y="14988"/>
                  </a:cubicBezTo>
                  <a:cubicBezTo>
                    <a:pt x="14681" y="15869"/>
                    <a:pt x="14006" y="16751"/>
                    <a:pt x="13331" y="16751"/>
                  </a:cubicBezTo>
                  <a:close/>
                  <a:moveTo>
                    <a:pt x="19069" y="5069"/>
                  </a:moveTo>
                  <a:cubicBezTo>
                    <a:pt x="18394" y="5069"/>
                    <a:pt x="17888" y="4188"/>
                    <a:pt x="17888" y="3306"/>
                  </a:cubicBezTo>
                  <a:cubicBezTo>
                    <a:pt x="17888" y="2424"/>
                    <a:pt x="18394" y="1763"/>
                    <a:pt x="19069" y="1763"/>
                  </a:cubicBezTo>
                  <a:cubicBezTo>
                    <a:pt x="19744" y="1763"/>
                    <a:pt x="20250" y="2424"/>
                    <a:pt x="20250" y="3306"/>
                  </a:cubicBezTo>
                  <a:cubicBezTo>
                    <a:pt x="20250" y="4188"/>
                    <a:pt x="19744" y="5069"/>
                    <a:pt x="19069" y="5069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06" name="Shape 1906"/>
            <p:cNvSpPr/>
            <p:nvPr/>
          </p:nvSpPr>
          <p:spPr>
            <a:xfrm>
              <a:off x="207600" y="-1"/>
              <a:ext cx="809866" cy="962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265" y="0"/>
                  </a:moveTo>
                  <a:cubicBezTo>
                    <a:pt x="6422" y="0"/>
                    <a:pt x="6422" y="0"/>
                    <a:pt x="6422" y="0"/>
                  </a:cubicBezTo>
                  <a:cubicBezTo>
                    <a:pt x="5108" y="0"/>
                    <a:pt x="3941" y="859"/>
                    <a:pt x="3941" y="1964"/>
                  </a:cubicBezTo>
                  <a:cubicBezTo>
                    <a:pt x="3941" y="3314"/>
                    <a:pt x="3941" y="3314"/>
                    <a:pt x="3941" y="3314"/>
                  </a:cubicBezTo>
                  <a:cubicBezTo>
                    <a:pt x="2335" y="3314"/>
                    <a:pt x="2335" y="3314"/>
                    <a:pt x="2335" y="3314"/>
                  </a:cubicBezTo>
                  <a:cubicBezTo>
                    <a:pt x="1022" y="3314"/>
                    <a:pt x="0" y="4295"/>
                    <a:pt x="0" y="5400"/>
                  </a:cubicBezTo>
                  <a:cubicBezTo>
                    <a:pt x="0" y="9941"/>
                    <a:pt x="0" y="9941"/>
                    <a:pt x="0" y="9941"/>
                  </a:cubicBezTo>
                  <a:cubicBezTo>
                    <a:pt x="146" y="9818"/>
                    <a:pt x="292" y="9818"/>
                    <a:pt x="438" y="9818"/>
                  </a:cubicBezTo>
                  <a:cubicBezTo>
                    <a:pt x="876" y="9818"/>
                    <a:pt x="1168" y="9941"/>
                    <a:pt x="1605" y="10064"/>
                  </a:cubicBezTo>
                  <a:cubicBezTo>
                    <a:pt x="1605" y="5400"/>
                    <a:pt x="1605" y="5400"/>
                    <a:pt x="1605" y="5400"/>
                  </a:cubicBezTo>
                  <a:cubicBezTo>
                    <a:pt x="1605" y="5032"/>
                    <a:pt x="1897" y="4664"/>
                    <a:pt x="2335" y="4664"/>
                  </a:cubicBezTo>
                  <a:cubicBezTo>
                    <a:pt x="15178" y="4664"/>
                    <a:pt x="15178" y="4664"/>
                    <a:pt x="15178" y="4664"/>
                  </a:cubicBezTo>
                  <a:cubicBezTo>
                    <a:pt x="15616" y="4664"/>
                    <a:pt x="16054" y="5032"/>
                    <a:pt x="16054" y="5400"/>
                  </a:cubicBezTo>
                  <a:cubicBezTo>
                    <a:pt x="16054" y="19636"/>
                    <a:pt x="16054" y="19636"/>
                    <a:pt x="16054" y="19636"/>
                  </a:cubicBezTo>
                  <a:cubicBezTo>
                    <a:pt x="16054" y="19882"/>
                    <a:pt x="15616" y="20250"/>
                    <a:pt x="15178" y="20250"/>
                  </a:cubicBezTo>
                  <a:cubicBezTo>
                    <a:pt x="2335" y="20250"/>
                    <a:pt x="2335" y="20250"/>
                    <a:pt x="2335" y="20250"/>
                  </a:cubicBezTo>
                  <a:cubicBezTo>
                    <a:pt x="1897" y="20250"/>
                    <a:pt x="1605" y="19882"/>
                    <a:pt x="1605" y="19636"/>
                  </a:cubicBezTo>
                  <a:cubicBezTo>
                    <a:pt x="1605" y="14850"/>
                    <a:pt x="1605" y="14850"/>
                    <a:pt x="1605" y="14850"/>
                  </a:cubicBezTo>
                  <a:cubicBezTo>
                    <a:pt x="1168" y="14973"/>
                    <a:pt x="876" y="14973"/>
                    <a:pt x="438" y="14973"/>
                  </a:cubicBezTo>
                  <a:cubicBezTo>
                    <a:pt x="292" y="14973"/>
                    <a:pt x="146" y="14973"/>
                    <a:pt x="0" y="14973"/>
                  </a:cubicBezTo>
                  <a:cubicBezTo>
                    <a:pt x="0" y="19636"/>
                    <a:pt x="0" y="19636"/>
                    <a:pt x="0" y="19636"/>
                  </a:cubicBezTo>
                  <a:cubicBezTo>
                    <a:pt x="0" y="20741"/>
                    <a:pt x="1022" y="21600"/>
                    <a:pt x="2335" y="21600"/>
                  </a:cubicBezTo>
                  <a:cubicBezTo>
                    <a:pt x="15178" y="21600"/>
                    <a:pt x="15178" y="21600"/>
                    <a:pt x="15178" y="21600"/>
                  </a:cubicBezTo>
                  <a:cubicBezTo>
                    <a:pt x="16492" y="21600"/>
                    <a:pt x="17659" y="20741"/>
                    <a:pt x="17659" y="19636"/>
                  </a:cubicBezTo>
                  <a:cubicBezTo>
                    <a:pt x="17659" y="18164"/>
                    <a:pt x="17659" y="18164"/>
                    <a:pt x="17659" y="18164"/>
                  </a:cubicBezTo>
                  <a:cubicBezTo>
                    <a:pt x="19265" y="18164"/>
                    <a:pt x="19265" y="18164"/>
                    <a:pt x="19265" y="18164"/>
                  </a:cubicBezTo>
                  <a:cubicBezTo>
                    <a:pt x="20578" y="18164"/>
                    <a:pt x="21600" y="17305"/>
                    <a:pt x="21600" y="16200"/>
                  </a:cubicBezTo>
                  <a:cubicBezTo>
                    <a:pt x="21600" y="1964"/>
                    <a:pt x="21600" y="1964"/>
                    <a:pt x="21600" y="1964"/>
                  </a:cubicBezTo>
                  <a:cubicBezTo>
                    <a:pt x="21600" y="859"/>
                    <a:pt x="20578" y="0"/>
                    <a:pt x="19265" y="0"/>
                  </a:cubicBezTo>
                  <a:close/>
                  <a:moveTo>
                    <a:pt x="19995" y="16200"/>
                  </a:moveTo>
                  <a:cubicBezTo>
                    <a:pt x="19995" y="16568"/>
                    <a:pt x="19703" y="16814"/>
                    <a:pt x="19265" y="16814"/>
                  </a:cubicBezTo>
                  <a:cubicBezTo>
                    <a:pt x="17659" y="16814"/>
                    <a:pt x="17659" y="16814"/>
                    <a:pt x="17659" y="16814"/>
                  </a:cubicBezTo>
                  <a:cubicBezTo>
                    <a:pt x="17659" y="5400"/>
                    <a:pt x="17659" y="5400"/>
                    <a:pt x="17659" y="5400"/>
                  </a:cubicBezTo>
                  <a:cubicBezTo>
                    <a:pt x="17659" y="4295"/>
                    <a:pt x="16492" y="3314"/>
                    <a:pt x="15178" y="3314"/>
                  </a:cubicBezTo>
                  <a:cubicBezTo>
                    <a:pt x="5546" y="3314"/>
                    <a:pt x="5546" y="3314"/>
                    <a:pt x="5546" y="3314"/>
                  </a:cubicBezTo>
                  <a:cubicBezTo>
                    <a:pt x="5546" y="1964"/>
                    <a:pt x="5546" y="1964"/>
                    <a:pt x="5546" y="1964"/>
                  </a:cubicBezTo>
                  <a:cubicBezTo>
                    <a:pt x="5546" y="1595"/>
                    <a:pt x="5984" y="1350"/>
                    <a:pt x="6422" y="1350"/>
                  </a:cubicBezTo>
                  <a:cubicBezTo>
                    <a:pt x="19265" y="1350"/>
                    <a:pt x="19265" y="1350"/>
                    <a:pt x="19265" y="1350"/>
                  </a:cubicBezTo>
                  <a:cubicBezTo>
                    <a:pt x="19703" y="1350"/>
                    <a:pt x="19995" y="1595"/>
                    <a:pt x="19995" y="1964"/>
                  </a:cubicBezTo>
                  <a:lnTo>
                    <a:pt x="19995" y="1620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908" name="Shape 1908"/>
          <p:cNvSpPr/>
          <p:nvPr/>
        </p:nvSpPr>
        <p:spPr>
          <a:xfrm>
            <a:off x="5299570" y="11201407"/>
            <a:ext cx="2207578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Programador</a:t>
            </a:r>
          </a:p>
        </p:txBody>
      </p:sp>
      <p:sp>
        <p:nvSpPr>
          <p:cNvPr id="1909" name="Shape 1909"/>
          <p:cNvSpPr/>
          <p:nvPr/>
        </p:nvSpPr>
        <p:spPr>
          <a:xfrm>
            <a:off x="2427306" y="7804160"/>
            <a:ext cx="1236981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Report</a:t>
            </a:r>
          </a:p>
        </p:txBody>
      </p:sp>
      <p:sp>
        <p:nvSpPr>
          <p:cNvPr id="1910" name="Shape 1910"/>
          <p:cNvSpPr/>
          <p:nvPr/>
        </p:nvSpPr>
        <p:spPr>
          <a:xfrm>
            <a:off x="12958447" y="6653589"/>
            <a:ext cx="4253485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Community Manager</a:t>
            </a:r>
          </a:p>
        </p:txBody>
      </p:sp>
      <p:sp>
        <p:nvSpPr>
          <p:cNvPr id="1911" name="Shape 1911"/>
          <p:cNvSpPr/>
          <p:nvPr/>
        </p:nvSpPr>
        <p:spPr>
          <a:xfrm>
            <a:off x="12958450" y="7345428"/>
            <a:ext cx="4542233" cy="196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Perfil con nociones de gestión online para crear contenidos y dinamizar comunidades online.</a:t>
            </a:r>
          </a:p>
        </p:txBody>
      </p:sp>
      <p:sp>
        <p:nvSpPr>
          <p:cNvPr id="1912" name="Shape 1912"/>
          <p:cNvSpPr/>
          <p:nvPr/>
        </p:nvSpPr>
        <p:spPr>
          <a:xfrm>
            <a:off x="12958447" y="7325129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13" name="Shape 1913"/>
          <p:cNvSpPr/>
          <p:nvPr/>
        </p:nvSpPr>
        <p:spPr>
          <a:xfrm>
            <a:off x="12963935" y="9499613"/>
            <a:ext cx="2770938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Programador</a:t>
            </a:r>
          </a:p>
        </p:txBody>
      </p:sp>
      <p:sp>
        <p:nvSpPr>
          <p:cNvPr id="1914" name="Shape 1914"/>
          <p:cNvSpPr/>
          <p:nvPr/>
        </p:nvSpPr>
        <p:spPr>
          <a:xfrm>
            <a:off x="12963938" y="10191452"/>
            <a:ext cx="4531257" cy="151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Un programador para implementar optimización, re-diseños, etc…</a:t>
            </a:r>
          </a:p>
        </p:txBody>
      </p:sp>
      <p:sp>
        <p:nvSpPr>
          <p:cNvPr id="1915" name="Shape 1915"/>
          <p:cNvSpPr/>
          <p:nvPr/>
        </p:nvSpPr>
        <p:spPr>
          <a:xfrm>
            <a:off x="12963935" y="10189816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16" name="Shape 1916"/>
          <p:cNvSpPr/>
          <p:nvPr/>
        </p:nvSpPr>
        <p:spPr>
          <a:xfrm>
            <a:off x="18475425" y="6653589"/>
            <a:ext cx="4610865" cy="74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600">
                <a:solidFill>
                  <a:srgbClr val="0A0A0A"/>
                </a:solidFill>
              </a:rPr>
              <a:t>Supervisión y reporting</a:t>
            </a:r>
          </a:p>
        </p:txBody>
      </p:sp>
      <p:sp>
        <p:nvSpPr>
          <p:cNvPr id="1917" name="Shape 1917"/>
          <p:cNvSpPr/>
          <p:nvPr/>
        </p:nvSpPr>
        <p:spPr>
          <a:xfrm>
            <a:off x="18475427" y="7345428"/>
            <a:ext cx="4754965" cy="196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Servicio de supervisión por los primeros meses con informes para medir efectividad y ofrecer mejores prácticas</a:t>
            </a:r>
          </a:p>
        </p:txBody>
      </p:sp>
      <p:sp>
        <p:nvSpPr>
          <p:cNvPr id="1918" name="Shape 1918"/>
          <p:cNvSpPr/>
          <p:nvPr/>
        </p:nvSpPr>
        <p:spPr>
          <a:xfrm>
            <a:off x="18475425" y="7343792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19" name="Shape 1919"/>
          <p:cNvSpPr/>
          <p:nvPr/>
        </p:nvSpPr>
        <p:spPr>
          <a:xfrm>
            <a:off x="18455299" y="9508943"/>
            <a:ext cx="5304436" cy="65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914400">
              <a:defRPr b="1" sz="32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3200">
                <a:solidFill>
                  <a:srgbClr val="0A0A0A"/>
                </a:solidFill>
              </a:rPr>
              <a:t>Diseño y recursos visuales</a:t>
            </a:r>
          </a:p>
        </p:txBody>
      </p:sp>
      <p:sp>
        <p:nvSpPr>
          <p:cNvPr id="1920" name="Shape 1920"/>
          <p:cNvSpPr/>
          <p:nvPr/>
        </p:nvSpPr>
        <p:spPr>
          <a:xfrm>
            <a:off x="18580341" y="10157779"/>
            <a:ext cx="4754966" cy="196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Diseñador para crear plantillas y mejorar el aspecto visual. Banco de imágenes para potenciar la identidad visual</a:t>
            </a:r>
          </a:p>
        </p:txBody>
      </p:sp>
      <p:sp>
        <p:nvSpPr>
          <p:cNvPr id="1921" name="Shape 1921"/>
          <p:cNvSpPr/>
          <p:nvPr/>
        </p:nvSpPr>
        <p:spPr>
          <a:xfrm>
            <a:off x="18455299" y="10180484"/>
            <a:ext cx="3096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926" name="Group 1926"/>
          <p:cNvGrpSpPr/>
          <p:nvPr/>
        </p:nvGrpSpPr>
        <p:grpSpPr>
          <a:xfrm>
            <a:off x="12020022" y="6938953"/>
            <a:ext cx="638147" cy="766170"/>
            <a:chOff x="0" y="0"/>
            <a:chExt cx="638146" cy="766168"/>
          </a:xfrm>
        </p:grpSpPr>
        <p:sp>
          <p:nvSpPr>
            <p:cNvPr id="1922" name="Shape 1922"/>
            <p:cNvSpPr/>
            <p:nvPr/>
          </p:nvSpPr>
          <p:spPr>
            <a:xfrm>
              <a:off x="124361" y="450056"/>
              <a:ext cx="133946" cy="32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21600"/>
                  </a:moveTo>
                  <a:cubicBezTo>
                    <a:pt x="2700" y="21600"/>
                    <a:pt x="2700" y="21600"/>
                    <a:pt x="2700" y="21600"/>
                  </a:cubicBezTo>
                  <a:cubicBezTo>
                    <a:pt x="1350" y="21600"/>
                    <a:pt x="0" y="16200"/>
                    <a:pt x="0" y="10800"/>
                  </a:cubicBezTo>
                  <a:cubicBezTo>
                    <a:pt x="0" y="5400"/>
                    <a:pt x="1350" y="0"/>
                    <a:pt x="2700" y="0"/>
                  </a:cubicBezTo>
                  <a:cubicBezTo>
                    <a:pt x="18900" y="0"/>
                    <a:pt x="18900" y="0"/>
                    <a:pt x="18900" y="0"/>
                  </a:cubicBezTo>
                  <a:cubicBezTo>
                    <a:pt x="20250" y="0"/>
                    <a:pt x="21600" y="5400"/>
                    <a:pt x="21600" y="10800"/>
                  </a:cubicBezTo>
                  <a:cubicBezTo>
                    <a:pt x="21600" y="16200"/>
                    <a:pt x="20250" y="21600"/>
                    <a:pt x="189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3" name="Shape 1923"/>
            <p:cNvSpPr/>
            <p:nvPr/>
          </p:nvSpPr>
          <p:spPr>
            <a:xfrm>
              <a:off x="175261" y="342900"/>
              <a:ext cx="141983" cy="32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059" y="21600"/>
                  </a:moveTo>
                  <a:cubicBezTo>
                    <a:pt x="2541" y="21600"/>
                    <a:pt x="2541" y="21600"/>
                    <a:pt x="2541" y="21600"/>
                  </a:cubicBezTo>
                  <a:cubicBezTo>
                    <a:pt x="1271" y="21600"/>
                    <a:pt x="0" y="21600"/>
                    <a:pt x="0" y="10800"/>
                  </a:cubicBezTo>
                  <a:cubicBezTo>
                    <a:pt x="0" y="5400"/>
                    <a:pt x="1271" y="0"/>
                    <a:pt x="2541" y="0"/>
                  </a:cubicBezTo>
                  <a:cubicBezTo>
                    <a:pt x="19059" y="0"/>
                    <a:pt x="19059" y="0"/>
                    <a:pt x="19059" y="0"/>
                  </a:cubicBezTo>
                  <a:cubicBezTo>
                    <a:pt x="20329" y="0"/>
                    <a:pt x="21600" y="5400"/>
                    <a:pt x="21600" y="10800"/>
                  </a:cubicBezTo>
                  <a:cubicBezTo>
                    <a:pt x="21600" y="21600"/>
                    <a:pt x="20329" y="21600"/>
                    <a:pt x="19059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4" name="Shape 1924"/>
            <p:cNvSpPr/>
            <p:nvPr/>
          </p:nvSpPr>
          <p:spPr>
            <a:xfrm>
              <a:off x="57389" y="517030"/>
              <a:ext cx="519708" cy="1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252" y="14400"/>
                  </a:moveTo>
                  <a:cubicBezTo>
                    <a:pt x="18116" y="0"/>
                    <a:pt x="18116" y="0"/>
                    <a:pt x="18116" y="0"/>
                  </a:cubicBezTo>
                  <a:cubicBezTo>
                    <a:pt x="3484" y="0"/>
                    <a:pt x="3484" y="0"/>
                    <a:pt x="3484" y="0"/>
                  </a:cubicBezTo>
                  <a:cubicBezTo>
                    <a:pt x="3135" y="900"/>
                    <a:pt x="2787" y="2700"/>
                    <a:pt x="2439" y="3600"/>
                  </a:cubicBezTo>
                  <a:cubicBezTo>
                    <a:pt x="5226" y="3600"/>
                    <a:pt x="5226" y="3600"/>
                    <a:pt x="5226" y="3600"/>
                  </a:cubicBezTo>
                  <a:cubicBezTo>
                    <a:pt x="5574" y="3600"/>
                    <a:pt x="5923" y="4500"/>
                    <a:pt x="5923" y="5400"/>
                  </a:cubicBezTo>
                  <a:cubicBezTo>
                    <a:pt x="5923" y="6300"/>
                    <a:pt x="5574" y="7200"/>
                    <a:pt x="5226" y="7200"/>
                  </a:cubicBezTo>
                  <a:cubicBezTo>
                    <a:pt x="1742" y="7200"/>
                    <a:pt x="1742" y="7200"/>
                    <a:pt x="1742" y="7200"/>
                  </a:cubicBezTo>
                  <a:cubicBezTo>
                    <a:pt x="1045" y="10800"/>
                    <a:pt x="348" y="14400"/>
                    <a:pt x="348" y="14400"/>
                  </a:cubicBezTo>
                  <a:cubicBezTo>
                    <a:pt x="3135" y="14400"/>
                    <a:pt x="3135" y="14400"/>
                    <a:pt x="3135" y="14400"/>
                  </a:cubicBezTo>
                  <a:cubicBezTo>
                    <a:pt x="3484" y="14400"/>
                    <a:pt x="3832" y="15300"/>
                    <a:pt x="3832" y="16200"/>
                  </a:cubicBezTo>
                  <a:cubicBezTo>
                    <a:pt x="3832" y="17100"/>
                    <a:pt x="3484" y="18000"/>
                    <a:pt x="3135" y="18000"/>
                  </a:cubicBezTo>
                  <a:cubicBezTo>
                    <a:pt x="0" y="18000"/>
                    <a:pt x="0" y="18000"/>
                    <a:pt x="0" y="18000"/>
                  </a:cubicBezTo>
                  <a:cubicBezTo>
                    <a:pt x="0" y="18900"/>
                    <a:pt x="0" y="18900"/>
                    <a:pt x="0" y="18900"/>
                  </a:cubicBezTo>
                  <a:cubicBezTo>
                    <a:pt x="348" y="20700"/>
                    <a:pt x="1394" y="21600"/>
                    <a:pt x="3135" y="21600"/>
                  </a:cubicBezTo>
                  <a:cubicBezTo>
                    <a:pt x="18116" y="21600"/>
                    <a:pt x="18116" y="21600"/>
                    <a:pt x="18116" y="21600"/>
                  </a:cubicBezTo>
                  <a:cubicBezTo>
                    <a:pt x="19858" y="21600"/>
                    <a:pt x="20903" y="20700"/>
                    <a:pt x="21252" y="18900"/>
                  </a:cubicBezTo>
                  <a:cubicBezTo>
                    <a:pt x="21600" y="18900"/>
                    <a:pt x="21600" y="18000"/>
                    <a:pt x="21600" y="18000"/>
                  </a:cubicBezTo>
                  <a:cubicBezTo>
                    <a:pt x="21600" y="16200"/>
                    <a:pt x="21252" y="15300"/>
                    <a:pt x="21252" y="144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5" name="Shape 1925"/>
            <p:cNvSpPr/>
            <p:nvPr/>
          </p:nvSpPr>
          <p:spPr>
            <a:xfrm>
              <a:off x="-1" y="0"/>
              <a:ext cx="638148" cy="766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1" h="21600" fill="norm" stroke="1" extrusionOk="0">
                  <a:moveTo>
                    <a:pt x="16912" y="21600"/>
                  </a:moveTo>
                  <a:cubicBezTo>
                    <a:pt x="3788" y="21600"/>
                    <a:pt x="3788" y="21600"/>
                    <a:pt x="3788" y="21600"/>
                  </a:cubicBezTo>
                  <a:cubicBezTo>
                    <a:pt x="1874" y="21600"/>
                    <a:pt x="781" y="21130"/>
                    <a:pt x="234" y="20426"/>
                  </a:cubicBezTo>
                  <a:cubicBezTo>
                    <a:pt x="-313" y="19487"/>
                    <a:pt x="234" y="18313"/>
                    <a:pt x="507" y="18313"/>
                  </a:cubicBezTo>
                  <a:cubicBezTo>
                    <a:pt x="7343" y="7278"/>
                    <a:pt x="7343" y="7278"/>
                    <a:pt x="7343" y="7278"/>
                  </a:cubicBezTo>
                  <a:cubicBezTo>
                    <a:pt x="7343" y="2348"/>
                    <a:pt x="7343" y="2348"/>
                    <a:pt x="7343" y="2348"/>
                  </a:cubicBezTo>
                  <a:cubicBezTo>
                    <a:pt x="7343" y="2348"/>
                    <a:pt x="7069" y="2348"/>
                    <a:pt x="7069" y="2348"/>
                  </a:cubicBezTo>
                  <a:cubicBezTo>
                    <a:pt x="6796" y="2348"/>
                    <a:pt x="6249" y="2348"/>
                    <a:pt x="5976" y="2113"/>
                  </a:cubicBezTo>
                  <a:cubicBezTo>
                    <a:pt x="5976" y="2113"/>
                    <a:pt x="5976" y="1878"/>
                    <a:pt x="5976" y="1878"/>
                  </a:cubicBezTo>
                  <a:cubicBezTo>
                    <a:pt x="5702" y="1409"/>
                    <a:pt x="5702" y="470"/>
                    <a:pt x="5702" y="470"/>
                  </a:cubicBezTo>
                  <a:cubicBezTo>
                    <a:pt x="5702" y="235"/>
                    <a:pt x="5976" y="0"/>
                    <a:pt x="6249" y="0"/>
                  </a:cubicBezTo>
                  <a:cubicBezTo>
                    <a:pt x="14452" y="0"/>
                    <a:pt x="14452" y="0"/>
                    <a:pt x="14452" y="0"/>
                  </a:cubicBezTo>
                  <a:cubicBezTo>
                    <a:pt x="14725" y="0"/>
                    <a:pt x="14998" y="235"/>
                    <a:pt x="14998" y="470"/>
                  </a:cubicBezTo>
                  <a:cubicBezTo>
                    <a:pt x="14998" y="470"/>
                    <a:pt x="14998" y="1409"/>
                    <a:pt x="14725" y="1878"/>
                  </a:cubicBezTo>
                  <a:cubicBezTo>
                    <a:pt x="14725" y="1878"/>
                    <a:pt x="14725" y="1878"/>
                    <a:pt x="14725" y="2113"/>
                  </a:cubicBezTo>
                  <a:cubicBezTo>
                    <a:pt x="14452" y="2348"/>
                    <a:pt x="14178" y="2348"/>
                    <a:pt x="13631" y="2348"/>
                  </a:cubicBezTo>
                  <a:cubicBezTo>
                    <a:pt x="13631" y="2348"/>
                    <a:pt x="13358" y="2348"/>
                    <a:pt x="13358" y="2348"/>
                  </a:cubicBezTo>
                  <a:cubicBezTo>
                    <a:pt x="13358" y="2817"/>
                    <a:pt x="13358" y="2817"/>
                    <a:pt x="13358" y="2817"/>
                  </a:cubicBezTo>
                  <a:cubicBezTo>
                    <a:pt x="13358" y="7278"/>
                    <a:pt x="13358" y="7278"/>
                    <a:pt x="13358" y="7278"/>
                  </a:cubicBezTo>
                  <a:cubicBezTo>
                    <a:pt x="20467" y="18313"/>
                    <a:pt x="20467" y="18313"/>
                    <a:pt x="20467" y="18313"/>
                  </a:cubicBezTo>
                  <a:cubicBezTo>
                    <a:pt x="20467" y="18313"/>
                    <a:pt x="21287" y="19487"/>
                    <a:pt x="20467" y="20426"/>
                  </a:cubicBezTo>
                  <a:cubicBezTo>
                    <a:pt x="19920" y="21130"/>
                    <a:pt x="18826" y="21600"/>
                    <a:pt x="16912" y="21600"/>
                  </a:cubicBezTo>
                  <a:close/>
                  <a:moveTo>
                    <a:pt x="6796" y="1409"/>
                  </a:moveTo>
                  <a:cubicBezTo>
                    <a:pt x="7069" y="1409"/>
                    <a:pt x="7069" y="1409"/>
                    <a:pt x="7069" y="1409"/>
                  </a:cubicBezTo>
                  <a:cubicBezTo>
                    <a:pt x="7616" y="1409"/>
                    <a:pt x="8163" y="1643"/>
                    <a:pt x="8436" y="2348"/>
                  </a:cubicBezTo>
                  <a:cubicBezTo>
                    <a:pt x="8436" y="7513"/>
                    <a:pt x="8436" y="7513"/>
                    <a:pt x="8436" y="7513"/>
                  </a:cubicBezTo>
                  <a:cubicBezTo>
                    <a:pt x="8436" y="7513"/>
                    <a:pt x="8436" y="7748"/>
                    <a:pt x="8436" y="7748"/>
                  </a:cubicBezTo>
                  <a:cubicBezTo>
                    <a:pt x="1328" y="18783"/>
                    <a:pt x="1328" y="18783"/>
                    <a:pt x="1328" y="18783"/>
                  </a:cubicBezTo>
                  <a:cubicBezTo>
                    <a:pt x="1328" y="18783"/>
                    <a:pt x="781" y="19487"/>
                    <a:pt x="1054" y="19957"/>
                  </a:cubicBezTo>
                  <a:cubicBezTo>
                    <a:pt x="1601" y="20426"/>
                    <a:pt x="2421" y="20661"/>
                    <a:pt x="3788" y="20661"/>
                  </a:cubicBezTo>
                  <a:cubicBezTo>
                    <a:pt x="16912" y="20661"/>
                    <a:pt x="16912" y="20661"/>
                    <a:pt x="16912" y="20661"/>
                  </a:cubicBezTo>
                  <a:cubicBezTo>
                    <a:pt x="18279" y="20661"/>
                    <a:pt x="19373" y="20426"/>
                    <a:pt x="19646" y="19957"/>
                  </a:cubicBezTo>
                  <a:cubicBezTo>
                    <a:pt x="19920" y="19487"/>
                    <a:pt x="19373" y="18783"/>
                    <a:pt x="19373" y="18783"/>
                  </a:cubicBezTo>
                  <a:cubicBezTo>
                    <a:pt x="12538" y="7748"/>
                    <a:pt x="12538" y="7748"/>
                    <a:pt x="12538" y="7748"/>
                  </a:cubicBezTo>
                  <a:cubicBezTo>
                    <a:pt x="12264" y="7748"/>
                    <a:pt x="12264" y="7513"/>
                    <a:pt x="12264" y="7513"/>
                  </a:cubicBezTo>
                  <a:cubicBezTo>
                    <a:pt x="12264" y="2348"/>
                    <a:pt x="12264" y="2348"/>
                    <a:pt x="12264" y="2348"/>
                  </a:cubicBezTo>
                  <a:cubicBezTo>
                    <a:pt x="12538" y="1643"/>
                    <a:pt x="13084" y="1409"/>
                    <a:pt x="13631" y="1409"/>
                  </a:cubicBezTo>
                  <a:cubicBezTo>
                    <a:pt x="13631" y="1409"/>
                    <a:pt x="13905" y="1409"/>
                    <a:pt x="13905" y="1409"/>
                  </a:cubicBezTo>
                  <a:cubicBezTo>
                    <a:pt x="13905" y="1174"/>
                    <a:pt x="13905" y="1174"/>
                    <a:pt x="13905" y="939"/>
                  </a:cubicBezTo>
                  <a:cubicBezTo>
                    <a:pt x="6796" y="939"/>
                    <a:pt x="6796" y="939"/>
                    <a:pt x="6796" y="939"/>
                  </a:cubicBezTo>
                  <a:cubicBezTo>
                    <a:pt x="6796" y="1174"/>
                    <a:pt x="6796" y="1174"/>
                    <a:pt x="6796" y="1409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931" name="Group 1931"/>
          <p:cNvGrpSpPr/>
          <p:nvPr/>
        </p:nvGrpSpPr>
        <p:grpSpPr>
          <a:xfrm>
            <a:off x="17547375" y="6898761"/>
            <a:ext cx="645891" cy="850051"/>
            <a:chOff x="0" y="0"/>
            <a:chExt cx="645890" cy="850050"/>
          </a:xfrm>
        </p:grpSpPr>
        <p:sp>
          <p:nvSpPr>
            <p:cNvPr id="1927" name="Shape 1927"/>
            <p:cNvSpPr/>
            <p:nvPr/>
          </p:nvSpPr>
          <p:spPr>
            <a:xfrm>
              <a:off x="-1" y="-1"/>
              <a:ext cx="645892" cy="850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65" y="3485"/>
                  </a:moveTo>
                  <a:cubicBezTo>
                    <a:pt x="15905" y="3485"/>
                    <a:pt x="15905" y="3485"/>
                    <a:pt x="15905" y="3485"/>
                  </a:cubicBezTo>
                  <a:cubicBezTo>
                    <a:pt x="15905" y="3232"/>
                    <a:pt x="15905" y="3232"/>
                    <a:pt x="15905" y="3232"/>
                  </a:cubicBezTo>
                  <a:cubicBezTo>
                    <a:pt x="15905" y="2845"/>
                    <a:pt x="15483" y="2525"/>
                    <a:pt x="14971" y="2525"/>
                  </a:cubicBezTo>
                  <a:cubicBezTo>
                    <a:pt x="12858" y="2525"/>
                    <a:pt x="12858" y="2525"/>
                    <a:pt x="12858" y="2525"/>
                  </a:cubicBezTo>
                  <a:cubicBezTo>
                    <a:pt x="13013" y="2290"/>
                    <a:pt x="13102" y="2020"/>
                    <a:pt x="13102" y="1734"/>
                  </a:cubicBezTo>
                  <a:cubicBezTo>
                    <a:pt x="13102" y="774"/>
                    <a:pt x="12057" y="0"/>
                    <a:pt x="10789" y="0"/>
                  </a:cubicBezTo>
                  <a:cubicBezTo>
                    <a:pt x="9521" y="0"/>
                    <a:pt x="8498" y="774"/>
                    <a:pt x="8498" y="1734"/>
                  </a:cubicBezTo>
                  <a:cubicBezTo>
                    <a:pt x="8498" y="2020"/>
                    <a:pt x="8587" y="2290"/>
                    <a:pt x="8742" y="2525"/>
                  </a:cubicBezTo>
                  <a:cubicBezTo>
                    <a:pt x="6607" y="2525"/>
                    <a:pt x="6607" y="2525"/>
                    <a:pt x="6607" y="2525"/>
                  </a:cubicBezTo>
                  <a:cubicBezTo>
                    <a:pt x="6095" y="2525"/>
                    <a:pt x="5673" y="2845"/>
                    <a:pt x="5673" y="3232"/>
                  </a:cubicBezTo>
                  <a:cubicBezTo>
                    <a:pt x="5673" y="3485"/>
                    <a:pt x="5673" y="3485"/>
                    <a:pt x="5673" y="3485"/>
                  </a:cubicBezTo>
                  <a:cubicBezTo>
                    <a:pt x="1935" y="3485"/>
                    <a:pt x="1935" y="3485"/>
                    <a:pt x="1935" y="3485"/>
                  </a:cubicBezTo>
                  <a:cubicBezTo>
                    <a:pt x="868" y="3485"/>
                    <a:pt x="0" y="4142"/>
                    <a:pt x="0" y="4950"/>
                  </a:cubicBezTo>
                  <a:cubicBezTo>
                    <a:pt x="0" y="20135"/>
                    <a:pt x="0" y="20135"/>
                    <a:pt x="0" y="20135"/>
                  </a:cubicBezTo>
                  <a:cubicBezTo>
                    <a:pt x="0" y="20943"/>
                    <a:pt x="868" y="21600"/>
                    <a:pt x="1935" y="21600"/>
                  </a:cubicBezTo>
                  <a:cubicBezTo>
                    <a:pt x="19665" y="21600"/>
                    <a:pt x="19665" y="21600"/>
                    <a:pt x="19665" y="21600"/>
                  </a:cubicBezTo>
                  <a:cubicBezTo>
                    <a:pt x="20732" y="21600"/>
                    <a:pt x="21600" y="20943"/>
                    <a:pt x="21600" y="20135"/>
                  </a:cubicBezTo>
                  <a:cubicBezTo>
                    <a:pt x="21600" y="4950"/>
                    <a:pt x="21600" y="4950"/>
                    <a:pt x="21600" y="4950"/>
                  </a:cubicBezTo>
                  <a:cubicBezTo>
                    <a:pt x="21600" y="4142"/>
                    <a:pt x="20732" y="3485"/>
                    <a:pt x="19665" y="3485"/>
                  </a:cubicBezTo>
                  <a:close/>
                  <a:moveTo>
                    <a:pt x="10789" y="993"/>
                  </a:moveTo>
                  <a:cubicBezTo>
                    <a:pt x="11345" y="993"/>
                    <a:pt x="11790" y="1330"/>
                    <a:pt x="11790" y="1734"/>
                  </a:cubicBezTo>
                  <a:cubicBezTo>
                    <a:pt x="11790" y="2155"/>
                    <a:pt x="11345" y="2492"/>
                    <a:pt x="10789" y="2492"/>
                  </a:cubicBezTo>
                  <a:cubicBezTo>
                    <a:pt x="10255" y="2492"/>
                    <a:pt x="9810" y="2155"/>
                    <a:pt x="9810" y="1734"/>
                  </a:cubicBezTo>
                  <a:cubicBezTo>
                    <a:pt x="9810" y="1330"/>
                    <a:pt x="10255" y="993"/>
                    <a:pt x="10789" y="993"/>
                  </a:cubicBezTo>
                  <a:close/>
                  <a:moveTo>
                    <a:pt x="18352" y="15506"/>
                  </a:moveTo>
                  <a:cubicBezTo>
                    <a:pt x="14660" y="15506"/>
                    <a:pt x="14660" y="15506"/>
                    <a:pt x="14660" y="15506"/>
                  </a:cubicBezTo>
                  <a:cubicBezTo>
                    <a:pt x="14660" y="18300"/>
                    <a:pt x="14660" y="18300"/>
                    <a:pt x="14660" y="18300"/>
                  </a:cubicBezTo>
                  <a:cubicBezTo>
                    <a:pt x="3248" y="18300"/>
                    <a:pt x="3248" y="18300"/>
                    <a:pt x="3248" y="18300"/>
                  </a:cubicBezTo>
                  <a:cubicBezTo>
                    <a:pt x="3248" y="4630"/>
                    <a:pt x="3248" y="4630"/>
                    <a:pt x="3248" y="4630"/>
                  </a:cubicBezTo>
                  <a:cubicBezTo>
                    <a:pt x="5673" y="4630"/>
                    <a:pt x="5673" y="4630"/>
                    <a:pt x="5673" y="4630"/>
                  </a:cubicBezTo>
                  <a:cubicBezTo>
                    <a:pt x="5673" y="4882"/>
                    <a:pt x="5673" y="4882"/>
                    <a:pt x="5673" y="4882"/>
                  </a:cubicBezTo>
                  <a:cubicBezTo>
                    <a:pt x="5673" y="5270"/>
                    <a:pt x="6095" y="5589"/>
                    <a:pt x="6607" y="5589"/>
                  </a:cubicBezTo>
                  <a:cubicBezTo>
                    <a:pt x="14971" y="5589"/>
                    <a:pt x="14971" y="5589"/>
                    <a:pt x="14971" y="5589"/>
                  </a:cubicBezTo>
                  <a:cubicBezTo>
                    <a:pt x="15483" y="5589"/>
                    <a:pt x="15905" y="5270"/>
                    <a:pt x="15905" y="4882"/>
                  </a:cubicBezTo>
                  <a:cubicBezTo>
                    <a:pt x="15905" y="4630"/>
                    <a:pt x="15905" y="4630"/>
                    <a:pt x="15905" y="4630"/>
                  </a:cubicBezTo>
                  <a:cubicBezTo>
                    <a:pt x="18352" y="4630"/>
                    <a:pt x="18352" y="4630"/>
                    <a:pt x="18352" y="4630"/>
                  </a:cubicBezTo>
                  <a:lnTo>
                    <a:pt x="18352" y="15506"/>
                  </a:lnTo>
                  <a:close/>
                  <a:moveTo>
                    <a:pt x="17841" y="16044"/>
                  </a:moveTo>
                  <a:cubicBezTo>
                    <a:pt x="17129" y="16583"/>
                    <a:pt x="16150" y="17324"/>
                    <a:pt x="15371" y="17930"/>
                  </a:cubicBezTo>
                  <a:cubicBezTo>
                    <a:pt x="15371" y="16044"/>
                    <a:pt x="15371" y="16044"/>
                    <a:pt x="15371" y="16044"/>
                  </a:cubicBezTo>
                  <a:lnTo>
                    <a:pt x="17841" y="16044"/>
                  </a:lnTo>
                  <a:close/>
                  <a:moveTo>
                    <a:pt x="20087" y="20135"/>
                  </a:moveTo>
                  <a:cubicBezTo>
                    <a:pt x="20087" y="20321"/>
                    <a:pt x="19887" y="20455"/>
                    <a:pt x="19665" y="20455"/>
                  </a:cubicBezTo>
                  <a:cubicBezTo>
                    <a:pt x="1935" y="20455"/>
                    <a:pt x="1935" y="20455"/>
                    <a:pt x="1935" y="20455"/>
                  </a:cubicBezTo>
                  <a:cubicBezTo>
                    <a:pt x="1691" y="20455"/>
                    <a:pt x="1513" y="20321"/>
                    <a:pt x="1513" y="20135"/>
                  </a:cubicBezTo>
                  <a:cubicBezTo>
                    <a:pt x="1513" y="4950"/>
                    <a:pt x="1513" y="4950"/>
                    <a:pt x="1513" y="4950"/>
                  </a:cubicBezTo>
                  <a:cubicBezTo>
                    <a:pt x="1513" y="4781"/>
                    <a:pt x="1691" y="4630"/>
                    <a:pt x="1935" y="4630"/>
                  </a:cubicBezTo>
                  <a:cubicBezTo>
                    <a:pt x="2536" y="4630"/>
                    <a:pt x="2536" y="4630"/>
                    <a:pt x="2536" y="4630"/>
                  </a:cubicBezTo>
                  <a:cubicBezTo>
                    <a:pt x="2536" y="18856"/>
                    <a:pt x="2536" y="18856"/>
                    <a:pt x="2536" y="18856"/>
                  </a:cubicBezTo>
                  <a:cubicBezTo>
                    <a:pt x="15149" y="18856"/>
                    <a:pt x="15149" y="18856"/>
                    <a:pt x="15149" y="18856"/>
                  </a:cubicBezTo>
                  <a:cubicBezTo>
                    <a:pt x="15260" y="18772"/>
                    <a:pt x="15260" y="18772"/>
                    <a:pt x="15260" y="18772"/>
                  </a:cubicBezTo>
                  <a:cubicBezTo>
                    <a:pt x="16283" y="17997"/>
                    <a:pt x="18196" y="16549"/>
                    <a:pt x="18953" y="15960"/>
                  </a:cubicBezTo>
                  <a:cubicBezTo>
                    <a:pt x="19064" y="15876"/>
                    <a:pt x="19064" y="15876"/>
                    <a:pt x="19064" y="15876"/>
                  </a:cubicBezTo>
                  <a:cubicBezTo>
                    <a:pt x="19064" y="4630"/>
                    <a:pt x="19064" y="4630"/>
                    <a:pt x="19064" y="4630"/>
                  </a:cubicBezTo>
                  <a:cubicBezTo>
                    <a:pt x="19665" y="4630"/>
                    <a:pt x="19665" y="4630"/>
                    <a:pt x="19665" y="4630"/>
                  </a:cubicBezTo>
                  <a:cubicBezTo>
                    <a:pt x="19887" y="4630"/>
                    <a:pt x="20087" y="4781"/>
                    <a:pt x="20087" y="4950"/>
                  </a:cubicBezTo>
                  <a:lnTo>
                    <a:pt x="20087" y="20135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8" name="Shape 1928"/>
            <p:cNvSpPr/>
            <p:nvPr/>
          </p:nvSpPr>
          <p:spPr>
            <a:xfrm>
              <a:off x="148480" y="302529"/>
              <a:ext cx="348929" cy="20417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9" name="Shape 1929"/>
            <p:cNvSpPr/>
            <p:nvPr/>
          </p:nvSpPr>
          <p:spPr>
            <a:xfrm>
              <a:off x="148480" y="393472"/>
              <a:ext cx="348929" cy="20417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0" name="Shape 1930"/>
            <p:cNvSpPr/>
            <p:nvPr/>
          </p:nvSpPr>
          <p:spPr>
            <a:xfrm>
              <a:off x="148480" y="478849"/>
              <a:ext cx="348929" cy="20417"/>
            </a:xfrm>
            <a:prstGeom prst="rect">
              <a:avLst/>
            </a:pr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934" name="Group 1934"/>
          <p:cNvGrpSpPr/>
          <p:nvPr/>
        </p:nvGrpSpPr>
        <p:grpSpPr>
          <a:xfrm>
            <a:off x="11890684" y="9745751"/>
            <a:ext cx="901197" cy="852701"/>
            <a:chOff x="0" y="0"/>
            <a:chExt cx="901196" cy="852699"/>
          </a:xfrm>
        </p:grpSpPr>
        <p:sp>
          <p:nvSpPr>
            <p:cNvPr id="1932" name="Shape 1932"/>
            <p:cNvSpPr/>
            <p:nvPr/>
          </p:nvSpPr>
          <p:spPr>
            <a:xfrm>
              <a:off x="0" y="252577"/>
              <a:ext cx="620330" cy="474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069" y="0"/>
                  </a:moveTo>
                  <a:cubicBezTo>
                    <a:pt x="17719" y="0"/>
                    <a:pt x="16537" y="1543"/>
                    <a:pt x="16537" y="3306"/>
                  </a:cubicBezTo>
                  <a:cubicBezTo>
                    <a:pt x="16537" y="4408"/>
                    <a:pt x="16875" y="5290"/>
                    <a:pt x="17381" y="5951"/>
                  </a:cubicBezTo>
                  <a:cubicBezTo>
                    <a:pt x="14344" y="11902"/>
                    <a:pt x="14344" y="11902"/>
                    <a:pt x="14344" y="11902"/>
                  </a:cubicBezTo>
                  <a:cubicBezTo>
                    <a:pt x="14006" y="11682"/>
                    <a:pt x="13669" y="11682"/>
                    <a:pt x="13331" y="11682"/>
                  </a:cubicBezTo>
                  <a:cubicBezTo>
                    <a:pt x="12319" y="11682"/>
                    <a:pt x="11475" y="12343"/>
                    <a:pt x="11137" y="13445"/>
                  </a:cubicBezTo>
                  <a:cubicBezTo>
                    <a:pt x="9281" y="12122"/>
                    <a:pt x="9281" y="12122"/>
                    <a:pt x="9281" y="12122"/>
                  </a:cubicBezTo>
                  <a:cubicBezTo>
                    <a:pt x="9450" y="11682"/>
                    <a:pt x="9619" y="11241"/>
                    <a:pt x="9619" y="10800"/>
                  </a:cubicBezTo>
                  <a:cubicBezTo>
                    <a:pt x="9619" y="9037"/>
                    <a:pt x="8437" y="7494"/>
                    <a:pt x="6919" y="7494"/>
                  </a:cubicBezTo>
                  <a:cubicBezTo>
                    <a:pt x="5569" y="7494"/>
                    <a:pt x="4387" y="9037"/>
                    <a:pt x="4387" y="10800"/>
                  </a:cubicBezTo>
                  <a:cubicBezTo>
                    <a:pt x="4387" y="11902"/>
                    <a:pt x="4725" y="12784"/>
                    <a:pt x="5400" y="13224"/>
                  </a:cubicBezTo>
                  <a:cubicBezTo>
                    <a:pt x="4050" y="15649"/>
                    <a:pt x="4050" y="15649"/>
                    <a:pt x="4050" y="15649"/>
                  </a:cubicBezTo>
                  <a:cubicBezTo>
                    <a:pt x="3544" y="15208"/>
                    <a:pt x="3038" y="14988"/>
                    <a:pt x="2531" y="14988"/>
                  </a:cubicBezTo>
                  <a:cubicBezTo>
                    <a:pt x="1181" y="14988"/>
                    <a:pt x="0" y="16531"/>
                    <a:pt x="0" y="18294"/>
                  </a:cubicBezTo>
                  <a:cubicBezTo>
                    <a:pt x="0" y="20057"/>
                    <a:pt x="1181" y="21600"/>
                    <a:pt x="2531" y="21600"/>
                  </a:cubicBezTo>
                  <a:cubicBezTo>
                    <a:pt x="3881" y="21600"/>
                    <a:pt x="5062" y="20057"/>
                    <a:pt x="5062" y="18294"/>
                  </a:cubicBezTo>
                  <a:cubicBezTo>
                    <a:pt x="5062" y="17412"/>
                    <a:pt x="4894" y="16751"/>
                    <a:pt x="4556" y="16090"/>
                  </a:cubicBezTo>
                  <a:cubicBezTo>
                    <a:pt x="5906" y="13886"/>
                    <a:pt x="5906" y="13886"/>
                    <a:pt x="5906" y="13886"/>
                  </a:cubicBezTo>
                  <a:cubicBezTo>
                    <a:pt x="6244" y="14106"/>
                    <a:pt x="6581" y="14106"/>
                    <a:pt x="6919" y="14106"/>
                  </a:cubicBezTo>
                  <a:cubicBezTo>
                    <a:pt x="7762" y="14106"/>
                    <a:pt x="8606" y="13665"/>
                    <a:pt x="9112" y="12784"/>
                  </a:cubicBezTo>
                  <a:cubicBezTo>
                    <a:pt x="10969" y="14106"/>
                    <a:pt x="10969" y="14106"/>
                    <a:pt x="10969" y="14106"/>
                  </a:cubicBezTo>
                  <a:cubicBezTo>
                    <a:pt x="10800" y="14547"/>
                    <a:pt x="10800" y="14767"/>
                    <a:pt x="10800" y="14988"/>
                  </a:cubicBezTo>
                  <a:cubicBezTo>
                    <a:pt x="10800" y="16751"/>
                    <a:pt x="11981" y="18294"/>
                    <a:pt x="13331" y="18294"/>
                  </a:cubicBezTo>
                  <a:cubicBezTo>
                    <a:pt x="14681" y="18294"/>
                    <a:pt x="15862" y="16751"/>
                    <a:pt x="15862" y="14988"/>
                  </a:cubicBezTo>
                  <a:cubicBezTo>
                    <a:pt x="15862" y="13886"/>
                    <a:pt x="15525" y="13004"/>
                    <a:pt x="14850" y="12343"/>
                  </a:cubicBezTo>
                  <a:cubicBezTo>
                    <a:pt x="17887" y="6392"/>
                    <a:pt x="17887" y="6392"/>
                    <a:pt x="17887" y="6392"/>
                  </a:cubicBezTo>
                  <a:cubicBezTo>
                    <a:pt x="18225" y="6612"/>
                    <a:pt x="18731" y="6612"/>
                    <a:pt x="19069" y="6612"/>
                  </a:cubicBezTo>
                  <a:cubicBezTo>
                    <a:pt x="20419" y="6612"/>
                    <a:pt x="21600" y="5290"/>
                    <a:pt x="21600" y="3306"/>
                  </a:cubicBezTo>
                  <a:cubicBezTo>
                    <a:pt x="21600" y="1543"/>
                    <a:pt x="20419" y="0"/>
                    <a:pt x="19069" y="0"/>
                  </a:cubicBezTo>
                  <a:close/>
                  <a:moveTo>
                    <a:pt x="2531" y="20057"/>
                  </a:moveTo>
                  <a:cubicBezTo>
                    <a:pt x="1856" y="20057"/>
                    <a:pt x="1350" y="19176"/>
                    <a:pt x="1350" y="18294"/>
                  </a:cubicBezTo>
                  <a:cubicBezTo>
                    <a:pt x="1350" y="17412"/>
                    <a:pt x="1856" y="16751"/>
                    <a:pt x="2531" y="16751"/>
                  </a:cubicBezTo>
                  <a:cubicBezTo>
                    <a:pt x="3206" y="16751"/>
                    <a:pt x="3881" y="17412"/>
                    <a:pt x="3881" y="18294"/>
                  </a:cubicBezTo>
                  <a:cubicBezTo>
                    <a:pt x="3881" y="19176"/>
                    <a:pt x="3206" y="20057"/>
                    <a:pt x="2531" y="20057"/>
                  </a:cubicBezTo>
                  <a:close/>
                  <a:moveTo>
                    <a:pt x="6919" y="12563"/>
                  </a:moveTo>
                  <a:cubicBezTo>
                    <a:pt x="6244" y="12563"/>
                    <a:pt x="5737" y="11682"/>
                    <a:pt x="5737" y="10800"/>
                  </a:cubicBezTo>
                  <a:cubicBezTo>
                    <a:pt x="5737" y="9918"/>
                    <a:pt x="6244" y="9257"/>
                    <a:pt x="6919" y="9257"/>
                  </a:cubicBezTo>
                  <a:cubicBezTo>
                    <a:pt x="7762" y="9257"/>
                    <a:pt x="8269" y="9918"/>
                    <a:pt x="8269" y="10800"/>
                  </a:cubicBezTo>
                  <a:cubicBezTo>
                    <a:pt x="8269" y="11682"/>
                    <a:pt x="7762" y="12563"/>
                    <a:pt x="6919" y="12563"/>
                  </a:cubicBezTo>
                  <a:close/>
                  <a:moveTo>
                    <a:pt x="13331" y="16751"/>
                  </a:moveTo>
                  <a:cubicBezTo>
                    <a:pt x="12656" y="16751"/>
                    <a:pt x="12150" y="15869"/>
                    <a:pt x="12150" y="14988"/>
                  </a:cubicBezTo>
                  <a:cubicBezTo>
                    <a:pt x="12150" y="14106"/>
                    <a:pt x="12656" y="13224"/>
                    <a:pt x="13331" y="13224"/>
                  </a:cubicBezTo>
                  <a:cubicBezTo>
                    <a:pt x="14006" y="13224"/>
                    <a:pt x="14681" y="14106"/>
                    <a:pt x="14681" y="14988"/>
                  </a:cubicBezTo>
                  <a:cubicBezTo>
                    <a:pt x="14681" y="15869"/>
                    <a:pt x="14006" y="16751"/>
                    <a:pt x="13331" y="16751"/>
                  </a:cubicBezTo>
                  <a:close/>
                  <a:moveTo>
                    <a:pt x="19069" y="5069"/>
                  </a:moveTo>
                  <a:cubicBezTo>
                    <a:pt x="18394" y="5069"/>
                    <a:pt x="17887" y="4188"/>
                    <a:pt x="17887" y="3306"/>
                  </a:cubicBezTo>
                  <a:cubicBezTo>
                    <a:pt x="17887" y="2424"/>
                    <a:pt x="18394" y="1763"/>
                    <a:pt x="19069" y="1763"/>
                  </a:cubicBezTo>
                  <a:cubicBezTo>
                    <a:pt x="19744" y="1763"/>
                    <a:pt x="20250" y="2424"/>
                    <a:pt x="20250" y="3306"/>
                  </a:cubicBezTo>
                  <a:cubicBezTo>
                    <a:pt x="20250" y="4188"/>
                    <a:pt x="19744" y="5069"/>
                    <a:pt x="19069" y="5069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3" name="Shape 1933"/>
            <p:cNvSpPr/>
            <p:nvPr/>
          </p:nvSpPr>
          <p:spPr>
            <a:xfrm>
              <a:off x="183876" y="-1"/>
              <a:ext cx="717321" cy="85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265" y="0"/>
                  </a:moveTo>
                  <a:cubicBezTo>
                    <a:pt x="6422" y="0"/>
                    <a:pt x="6422" y="0"/>
                    <a:pt x="6422" y="0"/>
                  </a:cubicBezTo>
                  <a:cubicBezTo>
                    <a:pt x="5108" y="0"/>
                    <a:pt x="3941" y="859"/>
                    <a:pt x="3941" y="1964"/>
                  </a:cubicBezTo>
                  <a:cubicBezTo>
                    <a:pt x="3941" y="3314"/>
                    <a:pt x="3941" y="3314"/>
                    <a:pt x="3941" y="3314"/>
                  </a:cubicBezTo>
                  <a:cubicBezTo>
                    <a:pt x="2335" y="3314"/>
                    <a:pt x="2335" y="3314"/>
                    <a:pt x="2335" y="3314"/>
                  </a:cubicBezTo>
                  <a:cubicBezTo>
                    <a:pt x="1022" y="3314"/>
                    <a:pt x="0" y="4295"/>
                    <a:pt x="0" y="5400"/>
                  </a:cubicBezTo>
                  <a:cubicBezTo>
                    <a:pt x="0" y="9941"/>
                    <a:pt x="0" y="9941"/>
                    <a:pt x="0" y="9941"/>
                  </a:cubicBezTo>
                  <a:cubicBezTo>
                    <a:pt x="146" y="9818"/>
                    <a:pt x="292" y="9818"/>
                    <a:pt x="438" y="9818"/>
                  </a:cubicBezTo>
                  <a:cubicBezTo>
                    <a:pt x="876" y="9818"/>
                    <a:pt x="1168" y="9941"/>
                    <a:pt x="1605" y="10064"/>
                  </a:cubicBezTo>
                  <a:cubicBezTo>
                    <a:pt x="1605" y="5400"/>
                    <a:pt x="1605" y="5400"/>
                    <a:pt x="1605" y="5400"/>
                  </a:cubicBezTo>
                  <a:cubicBezTo>
                    <a:pt x="1605" y="5032"/>
                    <a:pt x="1897" y="4664"/>
                    <a:pt x="2335" y="4664"/>
                  </a:cubicBezTo>
                  <a:cubicBezTo>
                    <a:pt x="15178" y="4664"/>
                    <a:pt x="15178" y="4664"/>
                    <a:pt x="15178" y="4664"/>
                  </a:cubicBezTo>
                  <a:cubicBezTo>
                    <a:pt x="15616" y="4664"/>
                    <a:pt x="16054" y="5032"/>
                    <a:pt x="16054" y="5400"/>
                  </a:cubicBezTo>
                  <a:cubicBezTo>
                    <a:pt x="16054" y="19636"/>
                    <a:pt x="16054" y="19636"/>
                    <a:pt x="16054" y="19636"/>
                  </a:cubicBezTo>
                  <a:cubicBezTo>
                    <a:pt x="16054" y="19882"/>
                    <a:pt x="15616" y="20250"/>
                    <a:pt x="15178" y="20250"/>
                  </a:cubicBezTo>
                  <a:cubicBezTo>
                    <a:pt x="2335" y="20250"/>
                    <a:pt x="2335" y="20250"/>
                    <a:pt x="2335" y="20250"/>
                  </a:cubicBezTo>
                  <a:cubicBezTo>
                    <a:pt x="1897" y="20250"/>
                    <a:pt x="1605" y="19882"/>
                    <a:pt x="1605" y="19636"/>
                  </a:cubicBezTo>
                  <a:cubicBezTo>
                    <a:pt x="1605" y="14850"/>
                    <a:pt x="1605" y="14850"/>
                    <a:pt x="1605" y="14850"/>
                  </a:cubicBezTo>
                  <a:cubicBezTo>
                    <a:pt x="1168" y="14973"/>
                    <a:pt x="876" y="14973"/>
                    <a:pt x="438" y="14973"/>
                  </a:cubicBezTo>
                  <a:cubicBezTo>
                    <a:pt x="292" y="14973"/>
                    <a:pt x="146" y="14973"/>
                    <a:pt x="0" y="14973"/>
                  </a:cubicBezTo>
                  <a:cubicBezTo>
                    <a:pt x="0" y="19636"/>
                    <a:pt x="0" y="19636"/>
                    <a:pt x="0" y="19636"/>
                  </a:cubicBezTo>
                  <a:cubicBezTo>
                    <a:pt x="0" y="20741"/>
                    <a:pt x="1022" y="21600"/>
                    <a:pt x="2335" y="21600"/>
                  </a:cubicBezTo>
                  <a:cubicBezTo>
                    <a:pt x="15178" y="21600"/>
                    <a:pt x="15178" y="21600"/>
                    <a:pt x="15178" y="21600"/>
                  </a:cubicBezTo>
                  <a:cubicBezTo>
                    <a:pt x="16492" y="21600"/>
                    <a:pt x="17659" y="20741"/>
                    <a:pt x="17659" y="19636"/>
                  </a:cubicBezTo>
                  <a:cubicBezTo>
                    <a:pt x="17659" y="18164"/>
                    <a:pt x="17659" y="18164"/>
                    <a:pt x="17659" y="18164"/>
                  </a:cubicBezTo>
                  <a:cubicBezTo>
                    <a:pt x="19265" y="18164"/>
                    <a:pt x="19265" y="18164"/>
                    <a:pt x="19265" y="18164"/>
                  </a:cubicBezTo>
                  <a:cubicBezTo>
                    <a:pt x="20578" y="18164"/>
                    <a:pt x="21600" y="17305"/>
                    <a:pt x="21600" y="16200"/>
                  </a:cubicBezTo>
                  <a:cubicBezTo>
                    <a:pt x="21600" y="1964"/>
                    <a:pt x="21600" y="1964"/>
                    <a:pt x="21600" y="1964"/>
                  </a:cubicBezTo>
                  <a:cubicBezTo>
                    <a:pt x="21600" y="859"/>
                    <a:pt x="20578" y="0"/>
                    <a:pt x="19265" y="0"/>
                  </a:cubicBezTo>
                  <a:close/>
                  <a:moveTo>
                    <a:pt x="19995" y="16200"/>
                  </a:moveTo>
                  <a:cubicBezTo>
                    <a:pt x="19995" y="16568"/>
                    <a:pt x="19703" y="16814"/>
                    <a:pt x="19265" y="16814"/>
                  </a:cubicBezTo>
                  <a:cubicBezTo>
                    <a:pt x="17659" y="16814"/>
                    <a:pt x="17659" y="16814"/>
                    <a:pt x="17659" y="16814"/>
                  </a:cubicBezTo>
                  <a:cubicBezTo>
                    <a:pt x="17659" y="5400"/>
                    <a:pt x="17659" y="5400"/>
                    <a:pt x="17659" y="5400"/>
                  </a:cubicBezTo>
                  <a:cubicBezTo>
                    <a:pt x="17659" y="4295"/>
                    <a:pt x="16492" y="3314"/>
                    <a:pt x="15178" y="3314"/>
                  </a:cubicBezTo>
                  <a:cubicBezTo>
                    <a:pt x="5546" y="3314"/>
                    <a:pt x="5546" y="3314"/>
                    <a:pt x="5546" y="3314"/>
                  </a:cubicBezTo>
                  <a:cubicBezTo>
                    <a:pt x="5546" y="1964"/>
                    <a:pt x="5546" y="1964"/>
                    <a:pt x="5546" y="1964"/>
                  </a:cubicBezTo>
                  <a:cubicBezTo>
                    <a:pt x="5546" y="1595"/>
                    <a:pt x="5984" y="1350"/>
                    <a:pt x="6422" y="1350"/>
                  </a:cubicBezTo>
                  <a:cubicBezTo>
                    <a:pt x="19265" y="1350"/>
                    <a:pt x="19265" y="1350"/>
                    <a:pt x="19265" y="1350"/>
                  </a:cubicBezTo>
                  <a:cubicBezTo>
                    <a:pt x="19703" y="1350"/>
                    <a:pt x="19995" y="1595"/>
                    <a:pt x="19995" y="1964"/>
                  </a:cubicBezTo>
                  <a:lnTo>
                    <a:pt x="19995" y="16200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947" name="Group 1947"/>
          <p:cNvGrpSpPr/>
          <p:nvPr/>
        </p:nvGrpSpPr>
        <p:grpSpPr>
          <a:xfrm>
            <a:off x="17494467" y="9690565"/>
            <a:ext cx="751708" cy="962715"/>
            <a:chOff x="0" y="0"/>
            <a:chExt cx="751707" cy="962714"/>
          </a:xfrm>
        </p:grpSpPr>
        <p:sp>
          <p:nvSpPr>
            <p:cNvPr id="1935" name="Shape 1935"/>
            <p:cNvSpPr/>
            <p:nvPr/>
          </p:nvSpPr>
          <p:spPr>
            <a:xfrm>
              <a:off x="547295" y="473114"/>
              <a:ext cx="204413" cy="268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77" y="21600"/>
                  </a:moveTo>
                  <a:cubicBezTo>
                    <a:pt x="2492" y="21600"/>
                    <a:pt x="2492" y="21600"/>
                    <a:pt x="2492" y="21600"/>
                  </a:cubicBezTo>
                  <a:cubicBezTo>
                    <a:pt x="1246" y="21600"/>
                    <a:pt x="0" y="20647"/>
                    <a:pt x="0" y="19694"/>
                  </a:cubicBezTo>
                  <a:cubicBezTo>
                    <a:pt x="0" y="18741"/>
                    <a:pt x="1246" y="17788"/>
                    <a:pt x="2492" y="17788"/>
                  </a:cubicBezTo>
                  <a:cubicBezTo>
                    <a:pt x="7477" y="17788"/>
                    <a:pt x="7477" y="17788"/>
                    <a:pt x="7477" y="17788"/>
                  </a:cubicBezTo>
                  <a:cubicBezTo>
                    <a:pt x="12877" y="17788"/>
                    <a:pt x="16615" y="14929"/>
                    <a:pt x="16615" y="10800"/>
                  </a:cubicBezTo>
                  <a:cubicBezTo>
                    <a:pt x="16615" y="6671"/>
                    <a:pt x="12877" y="3812"/>
                    <a:pt x="7477" y="3812"/>
                  </a:cubicBezTo>
                  <a:cubicBezTo>
                    <a:pt x="2492" y="3812"/>
                    <a:pt x="2492" y="3812"/>
                    <a:pt x="2492" y="3812"/>
                  </a:cubicBezTo>
                  <a:cubicBezTo>
                    <a:pt x="1246" y="3812"/>
                    <a:pt x="0" y="2859"/>
                    <a:pt x="0" y="1906"/>
                  </a:cubicBezTo>
                  <a:cubicBezTo>
                    <a:pt x="0" y="953"/>
                    <a:pt x="1246" y="0"/>
                    <a:pt x="2492" y="0"/>
                  </a:cubicBezTo>
                  <a:cubicBezTo>
                    <a:pt x="7477" y="0"/>
                    <a:pt x="7477" y="0"/>
                    <a:pt x="7477" y="0"/>
                  </a:cubicBezTo>
                  <a:cubicBezTo>
                    <a:pt x="15785" y="0"/>
                    <a:pt x="21600" y="4447"/>
                    <a:pt x="21600" y="10800"/>
                  </a:cubicBezTo>
                  <a:cubicBezTo>
                    <a:pt x="21600" y="17153"/>
                    <a:pt x="15785" y="21600"/>
                    <a:pt x="7477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6" name="Shape 1936"/>
            <p:cNvSpPr/>
            <p:nvPr/>
          </p:nvSpPr>
          <p:spPr>
            <a:xfrm>
              <a:off x="46157" y="410472"/>
              <a:ext cx="548945" cy="552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89" y="21600"/>
                  </a:moveTo>
                  <a:cubicBezTo>
                    <a:pt x="4011" y="21600"/>
                    <a:pt x="4011" y="21600"/>
                    <a:pt x="4011" y="21600"/>
                  </a:cubicBezTo>
                  <a:cubicBezTo>
                    <a:pt x="1851" y="21600"/>
                    <a:pt x="0" y="19749"/>
                    <a:pt x="0" y="17589"/>
                  </a:cubicBezTo>
                  <a:cubicBezTo>
                    <a:pt x="0" y="926"/>
                    <a:pt x="0" y="926"/>
                    <a:pt x="0" y="926"/>
                  </a:cubicBezTo>
                  <a:cubicBezTo>
                    <a:pt x="0" y="463"/>
                    <a:pt x="463" y="0"/>
                    <a:pt x="926" y="0"/>
                  </a:cubicBezTo>
                  <a:cubicBezTo>
                    <a:pt x="20674" y="0"/>
                    <a:pt x="20674" y="0"/>
                    <a:pt x="20674" y="0"/>
                  </a:cubicBezTo>
                  <a:cubicBezTo>
                    <a:pt x="21137" y="0"/>
                    <a:pt x="21600" y="463"/>
                    <a:pt x="21600" y="926"/>
                  </a:cubicBezTo>
                  <a:cubicBezTo>
                    <a:pt x="21600" y="17589"/>
                    <a:pt x="21600" y="17589"/>
                    <a:pt x="21600" y="17589"/>
                  </a:cubicBezTo>
                  <a:cubicBezTo>
                    <a:pt x="21600" y="19903"/>
                    <a:pt x="19903" y="21600"/>
                    <a:pt x="17589" y="21600"/>
                  </a:cubicBezTo>
                  <a:close/>
                  <a:moveTo>
                    <a:pt x="1851" y="1851"/>
                  </a:moveTo>
                  <a:cubicBezTo>
                    <a:pt x="1851" y="17589"/>
                    <a:pt x="1851" y="17589"/>
                    <a:pt x="1851" y="17589"/>
                  </a:cubicBezTo>
                  <a:cubicBezTo>
                    <a:pt x="1851" y="18823"/>
                    <a:pt x="2777" y="19749"/>
                    <a:pt x="4011" y="19749"/>
                  </a:cubicBezTo>
                  <a:cubicBezTo>
                    <a:pt x="17589" y="19749"/>
                    <a:pt x="17589" y="19749"/>
                    <a:pt x="17589" y="19749"/>
                  </a:cubicBezTo>
                  <a:cubicBezTo>
                    <a:pt x="18823" y="19749"/>
                    <a:pt x="19749" y="18823"/>
                    <a:pt x="19749" y="17589"/>
                  </a:cubicBezTo>
                  <a:cubicBezTo>
                    <a:pt x="19749" y="1851"/>
                    <a:pt x="19749" y="1851"/>
                    <a:pt x="19749" y="1851"/>
                  </a:cubicBezTo>
                  <a:lnTo>
                    <a:pt x="1851" y="1851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7" name="Shape 1937"/>
            <p:cNvSpPr/>
            <p:nvPr/>
          </p:nvSpPr>
          <p:spPr>
            <a:xfrm>
              <a:off x="517936" y="2395"/>
              <a:ext cx="187422" cy="269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7" h="21410" fill="norm" stroke="1" extrusionOk="0">
                  <a:moveTo>
                    <a:pt x="10584" y="21410"/>
                  </a:moveTo>
                  <a:cubicBezTo>
                    <a:pt x="10584" y="21410"/>
                    <a:pt x="10584" y="21410"/>
                    <a:pt x="10584" y="21410"/>
                  </a:cubicBezTo>
                  <a:cubicBezTo>
                    <a:pt x="8856" y="21410"/>
                    <a:pt x="7560" y="21097"/>
                    <a:pt x="5832" y="20784"/>
                  </a:cubicBezTo>
                  <a:cubicBezTo>
                    <a:pt x="3672" y="19845"/>
                    <a:pt x="1512" y="18593"/>
                    <a:pt x="648" y="17027"/>
                  </a:cubicBezTo>
                  <a:cubicBezTo>
                    <a:pt x="-216" y="15149"/>
                    <a:pt x="-216" y="13271"/>
                    <a:pt x="648" y="11393"/>
                  </a:cubicBezTo>
                  <a:cubicBezTo>
                    <a:pt x="1512" y="10453"/>
                    <a:pt x="2376" y="9827"/>
                    <a:pt x="3240" y="8888"/>
                  </a:cubicBezTo>
                  <a:cubicBezTo>
                    <a:pt x="5832" y="6697"/>
                    <a:pt x="6696" y="5445"/>
                    <a:pt x="4536" y="2940"/>
                  </a:cubicBezTo>
                  <a:cubicBezTo>
                    <a:pt x="4104" y="2314"/>
                    <a:pt x="4104" y="1375"/>
                    <a:pt x="4968" y="749"/>
                  </a:cubicBezTo>
                  <a:cubicBezTo>
                    <a:pt x="5400" y="123"/>
                    <a:pt x="6264" y="-190"/>
                    <a:pt x="7560" y="123"/>
                  </a:cubicBezTo>
                  <a:cubicBezTo>
                    <a:pt x="17496" y="1688"/>
                    <a:pt x="21384" y="8262"/>
                    <a:pt x="20520" y="13584"/>
                  </a:cubicBezTo>
                  <a:cubicBezTo>
                    <a:pt x="19656" y="18280"/>
                    <a:pt x="15768" y="21410"/>
                    <a:pt x="10584" y="21410"/>
                  </a:cubicBezTo>
                  <a:close/>
                  <a:moveTo>
                    <a:pt x="11016" y="5445"/>
                  </a:moveTo>
                  <a:cubicBezTo>
                    <a:pt x="11016" y="7949"/>
                    <a:pt x="8856" y="9827"/>
                    <a:pt x="7128" y="11080"/>
                  </a:cubicBezTo>
                  <a:cubicBezTo>
                    <a:pt x="6696" y="12019"/>
                    <a:pt x="5832" y="12645"/>
                    <a:pt x="5400" y="12958"/>
                  </a:cubicBezTo>
                  <a:cubicBezTo>
                    <a:pt x="4968" y="13897"/>
                    <a:pt x="4968" y="14836"/>
                    <a:pt x="5400" y="15462"/>
                  </a:cubicBezTo>
                  <a:cubicBezTo>
                    <a:pt x="5832" y="16401"/>
                    <a:pt x="6696" y="16714"/>
                    <a:pt x="7992" y="17340"/>
                  </a:cubicBezTo>
                  <a:cubicBezTo>
                    <a:pt x="8856" y="17653"/>
                    <a:pt x="9720" y="17653"/>
                    <a:pt x="10584" y="17653"/>
                  </a:cubicBezTo>
                  <a:cubicBezTo>
                    <a:pt x="10584" y="17653"/>
                    <a:pt x="10584" y="17653"/>
                    <a:pt x="10584" y="17653"/>
                  </a:cubicBezTo>
                  <a:cubicBezTo>
                    <a:pt x="13608" y="17653"/>
                    <a:pt x="14904" y="15149"/>
                    <a:pt x="15336" y="13271"/>
                  </a:cubicBezTo>
                  <a:cubicBezTo>
                    <a:pt x="15768" y="10453"/>
                    <a:pt x="14472" y="7323"/>
                    <a:pt x="11016" y="544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8" name="Shape 1938"/>
            <p:cNvSpPr/>
            <p:nvPr/>
          </p:nvSpPr>
          <p:spPr>
            <a:xfrm>
              <a:off x="436012" y="211827"/>
              <a:ext cx="156628" cy="246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1" h="21386" fill="norm" stroke="1" extrusionOk="0">
                  <a:moveTo>
                    <a:pt x="3359" y="21386"/>
                  </a:moveTo>
                  <a:cubicBezTo>
                    <a:pt x="2832" y="21386"/>
                    <a:pt x="2305" y="21386"/>
                    <a:pt x="1778" y="21043"/>
                  </a:cubicBezTo>
                  <a:cubicBezTo>
                    <a:pt x="198" y="20700"/>
                    <a:pt x="-329" y="19329"/>
                    <a:pt x="198" y="18300"/>
                  </a:cubicBezTo>
                  <a:cubicBezTo>
                    <a:pt x="14949" y="1157"/>
                    <a:pt x="14949" y="1157"/>
                    <a:pt x="14949" y="1157"/>
                  </a:cubicBezTo>
                  <a:cubicBezTo>
                    <a:pt x="16003" y="129"/>
                    <a:pt x="17583" y="-214"/>
                    <a:pt x="19164" y="129"/>
                  </a:cubicBezTo>
                  <a:cubicBezTo>
                    <a:pt x="20744" y="815"/>
                    <a:pt x="21271" y="1843"/>
                    <a:pt x="20744" y="2872"/>
                  </a:cubicBezTo>
                  <a:cubicBezTo>
                    <a:pt x="5993" y="20357"/>
                    <a:pt x="5993" y="20357"/>
                    <a:pt x="5993" y="20357"/>
                  </a:cubicBezTo>
                  <a:cubicBezTo>
                    <a:pt x="5466" y="21043"/>
                    <a:pt x="4412" y="21386"/>
                    <a:pt x="3359" y="21386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39" name="Shape 1939"/>
            <p:cNvSpPr/>
            <p:nvPr/>
          </p:nvSpPr>
          <p:spPr>
            <a:xfrm>
              <a:off x="518433" y="223823"/>
              <a:ext cx="116618" cy="234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9" h="21334" fill="norm" stroke="1" extrusionOk="0">
                  <a:moveTo>
                    <a:pt x="3746" y="21334"/>
                  </a:moveTo>
                  <a:cubicBezTo>
                    <a:pt x="3746" y="21334"/>
                    <a:pt x="3049" y="21334"/>
                    <a:pt x="2352" y="21334"/>
                  </a:cubicBezTo>
                  <a:cubicBezTo>
                    <a:pt x="262" y="20614"/>
                    <a:pt x="-435" y="19534"/>
                    <a:pt x="262" y="18454"/>
                  </a:cubicBezTo>
                  <a:cubicBezTo>
                    <a:pt x="12804" y="1534"/>
                    <a:pt x="12804" y="1534"/>
                    <a:pt x="12804" y="1534"/>
                  </a:cubicBezTo>
                  <a:cubicBezTo>
                    <a:pt x="13500" y="454"/>
                    <a:pt x="15591" y="-266"/>
                    <a:pt x="17681" y="94"/>
                  </a:cubicBezTo>
                  <a:cubicBezTo>
                    <a:pt x="19771" y="814"/>
                    <a:pt x="21165" y="1894"/>
                    <a:pt x="20468" y="2974"/>
                  </a:cubicBezTo>
                  <a:cubicBezTo>
                    <a:pt x="7926" y="19894"/>
                    <a:pt x="7926" y="19894"/>
                    <a:pt x="7926" y="19894"/>
                  </a:cubicBezTo>
                  <a:cubicBezTo>
                    <a:pt x="7230" y="20974"/>
                    <a:pt x="5836" y="21334"/>
                    <a:pt x="3746" y="21334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0" name="Shape 1940"/>
            <p:cNvSpPr/>
            <p:nvPr/>
          </p:nvSpPr>
          <p:spPr>
            <a:xfrm>
              <a:off x="0" y="159241"/>
              <a:ext cx="250570" cy="299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9" fill="norm" stroke="1" extrusionOk="0">
                  <a:moveTo>
                    <a:pt x="19575" y="21529"/>
                  </a:moveTo>
                  <a:cubicBezTo>
                    <a:pt x="19575" y="21529"/>
                    <a:pt x="19575" y="21529"/>
                    <a:pt x="19575" y="21529"/>
                  </a:cubicBezTo>
                  <a:cubicBezTo>
                    <a:pt x="8775" y="21529"/>
                    <a:pt x="8775" y="21529"/>
                    <a:pt x="8775" y="21529"/>
                  </a:cubicBezTo>
                  <a:cubicBezTo>
                    <a:pt x="8100" y="21529"/>
                    <a:pt x="7425" y="21245"/>
                    <a:pt x="7087" y="20676"/>
                  </a:cubicBezTo>
                  <a:cubicBezTo>
                    <a:pt x="1687" y="11582"/>
                    <a:pt x="1687" y="11582"/>
                    <a:pt x="1687" y="11582"/>
                  </a:cubicBezTo>
                  <a:cubicBezTo>
                    <a:pt x="1350" y="11297"/>
                    <a:pt x="1350" y="11013"/>
                    <a:pt x="1350" y="11013"/>
                  </a:cubicBezTo>
                  <a:cubicBezTo>
                    <a:pt x="0" y="1918"/>
                    <a:pt x="0" y="1918"/>
                    <a:pt x="0" y="1918"/>
                  </a:cubicBezTo>
                  <a:cubicBezTo>
                    <a:pt x="0" y="1066"/>
                    <a:pt x="337" y="497"/>
                    <a:pt x="1012" y="213"/>
                  </a:cubicBezTo>
                  <a:cubicBezTo>
                    <a:pt x="1687" y="-71"/>
                    <a:pt x="2362" y="-71"/>
                    <a:pt x="3037" y="213"/>
                  </a:cubicBezTo>
                  <a:cubicBezTo>
                    <a:pt x="12488" y="4761"/>
                    <a:pt x="12488" y="4761"/>
                    <a:pt x="12488" y="4761"/>
                  </a:cubicBezTo>
                  <a:cubicBezTo>
                    <a:pt x="12825" y="4761"/>
                    <a:pt x="13163" y="5045"/>
                    <a:pt x="13163" y="5329"/>
                  </a:cubicBezTo>
                  <a:cubicBezTo>
                    <a:pt x="21263" y="18971"/>
                    <a:pt x="21263" y="18971"/>
                    <a:pt x="21263" y="18971"/>
                  </a:cubicBezTo>
                  <a:cubicBezTo>
                    <a:pt x="21600" y="19255"/>
                    <a:pt x="21600" y="19540"/>
                    <a:pt x="21600" y="19824"/>
                  </a:cubicBezTo>
                  <a:cubicBezTo>
                    <a:pt x="21600" y="20676"/>
                    <a:pt x="20587" y="21529"/>
                    <a:pt x="19575" y="21529"/>
                  </a:cubicBezTo>
                  <a:close/>
                  <a:moveTo>
                    <a:pt x="10125" y="18118"/>
                  </a:moveTo>
                  <a:cubicBezTo>
                    <a:pt x="16200" y="18118"/>
                    <a:pt x="16200" y="18118"/>
                    <a:pt x="16200" y="18118"/>
                  </a:cubicBezTo>
                  <a:cubicBezTo>
                    <a:pt x="9788" y="7318"/>
                    <a:pt x="9788" y="7318"/>
                    <a:pt x="9788" y="7318"/>
                  </a:cubicBezTo>
                  <a:cubicBezTo>
                    <a:pt x="4387" y="4761"/>
                    <a:pt x="4387" y="4761"/>
                    <a:pt x="4387" y="4761"/>
                  </a:cubicBezTo>
                  <a:cubicBezTo>
                    <a:pt x="5400" y="10161"/>
                    <a:pt x="5400" y="10161"/>
                    <a:pt x="5400" y="10161"/>
                  </a:cubicBezTo>
                  <a:lnTo>
                    <a:pt x="10125" y="18118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1" name="Shape 1941"/>
            <p:cNvSpPr/>
            <p:nvPr/>
          </p:nvSpPr>
          <p:spPr>
            <a:xfrm>
              <a:off x="15285" y="221362"/>
              <a:ext cx="140872" cy="109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9" h="20885" fill="norm" stroke="1" extrusionOk="0">
                  <a:moveTo>
                    <a:pt x="3434" y="20885"/>
                  </a:moveTo>
                  <a:cubicBezTo>
                    <a:pt x="2297" y="20885"/>
                    <a:pt x="1160" y="20140"/>
                    <a:pt x="592" y="18651"/>
                  </a:cubicBezTo>
                  <a:cubicBezTo>
                    <a:pt x="-545" y="17161"/>
                    <a:pt x="23" y="14182"/>
                    <a:pt x="1729" y="12692"/>
                  </a:cubicBezTo>
                  <a:cubicBezTo>
                    <a:pt x="15371" y="775"/>
                    <a:pt x="15371" y="775"/>
                    <a:pt x="15371" y="775"/>
                  </a:cubicBezTo>
                  <a:cubicBezTo>
                    <a:pt x="16508" y="-715"/>
                    <a:pt x="18781" y="30"/>
                    <a:pt x="19918" y="2264"/>
                  </a:cubicBezTo>
                  <a:cubicBezTo>
                    <a:pt x="21055" y="3754"/>
                    <a:pt x="20487" y="6733"/>
                    <a:pt x="18781" y="8223"/>
                  </a:cubicBezTo>
                  <a:cubicBezTo>
                    <a:pt x="5139" y="20140"/>
                    <a:pt x="5139" y="20140"/>
                    <a:pt x="5139" y="20140"/>
                  </a:cubicBezTo>
                  <a:cubicBezTo>
                    <a:pt x="4571" y="20885"/>
                    <a:pt x="4002" y="20885"/>
                    <a:pt x="3434" y="20885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2" name="Shape 1942"/>
            <p:cNvSpPr/>
            <p:nvPr/>
          </p:nvSpPr>
          <p:spPr>
            <a:xfrm>
              <a:off x="234084" y="0"/>
              <a:ext cx="235734" cy="458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21041"/>
                    <a:pt x="0" y="20483"/>
                  </a:cubicBezTo>
                  <a:cubicBezTo>
                    <a:pt x="0" y="1117"/>
                    <a:pt x="0" y="1117"/>
                    <a:pt x="0" y="1117"/>
                  </a:cubicBezTo>
                  <a:cubicBezTo>
                    <a:pt x="0" y="559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59"/>
                    <a:pt x="21600" y="1117"/>
                  </a:cubicBezTo>
                  <a:cubicBezTo>
                    <a:pt x="21600" y="20483"/>
                    <a:pt x="21600" y="20483"/>
                    <a:pt x="21600" y="20483"/>
                  </a:cubicBezTo>
                  <a:cubicBezTo>
                    <a:pt x="21600" y="21041"/>
                    <a:pt x="20520" y="21600"/>
                    <a:pt x="19440" y="21600"/>
                  </a:cubicBezTo>
                  <a:close/>
                  <a:moveTo>
                    <a:pt x="4320" y="19366"/>
                  </a:moveTo>
                  <a:cubicBezTo>
                    <a:pt x="17280" y="19366"/>
                    <a:pt x="17280" y="19366"/>
                    <a:pt x="17280" y="19366"/>
                  </a:cubicBezTo>
                  <a:cubicBezTo>
                    <a:pt x="17280" y="2234"/>
                    <a:pt x="17280" y="2234"/>
                    <a:pt x="17280" y="2234"/>
                  </a:cubicBezTo>
                  <a:cubicBezTo>
                    <a:pt x="4320" y="2234"/>
                    <a:pt x="4320" y="2234"/>
                    <a:pt x="4320" y="2234"/>
                  </a:cubicBezTo>
                  <a:lnTo>
                    <a:pt x="4320" y="19366"/>
                  </a:ln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3" name="Shape 1943"/>
            <p:cNvSpPr/>
            <p:nvPr/>
          </p:nvSpPr>
          <p:spPr>
            <a:xfrm>
              <a:off x="328047" y="95612"/>
              <a:ext cx="141771" cy="46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4" name="Shape 1944"/>
            <p:cNvSpPr/>
            <p:nvPr/>
          </p:nvSpPr>
          <p:spPr>
            <a:xfrm>
              <a:off x="359368" y="158254"/>
              <a:ext cx="110450" cy="47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5" name="Shape 1945"/>
            <p:cNvSpPr/>
            <p:nvPr/>
          </p:nvSpPr>
          <p:spPr>
            <a:xfrm>
              <a:off x="328047" y="220896"/>
              <a:ext cx="141771" cy="47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6" name="Shape 1946"/>
            <p:cNvSpPr/>
            <p:nvPr/>
          </p:nvSpPr>
          <p:spPr>
            <a:xfrm>
              <a:off x="359368" y="316508"/>
              <a:ext cx="110450" cy="46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40C0C0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960" name="Group 1960"/>
          <p:cNvGrpSpPr/>
          <p:nvPr/>
        </p:nvGrpSpPr>
        <p:grpSpPr>
          <a:xfrm>
            <a:off x="2669942" y="6735376"/>
            <a:ext cx="836947" cy="1071881"/>
            <a:chOff x="0" y="0"/>
            <a:chExt cx="836946" cy="1071880"/>
          </a:xfrm>
        </p:grpSpPr>
        <p:sp>
          <p:nvSpPr>
            <p:cNvPr id="1948" name="Shape 1948"/>
            <p:cNvSpPr/>
            <p:nvPr/>
          </p:nvSpPr>
          <p:spPr>
            <a:xfrm>
              <a:off x="609355" y="526762"/>
              <a:ext cx="227592" cy="299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77" y="21600"/>
                  </a:moveTo>
                  <a:cubicBezTo>
                    <a:pt x="2492" y="21600"/>
                    <a:pt x="2492" y="21600"/>
                    <a:pt x="2492" y="21600"/>
                  </a:cubicBezTo>
                  <a:cubicBezTo>
                    <a:pt x="1246" y="21600"/>
                    <a:pt x="0" y="20647"/>
                    <a:pt x="0" y="19694"/>
                  </a:cubicBezTo>
                  <a:cubicBezTo>
                    <a:pt x="0" y="18741"/>
                    <a:pt x="1246" y="17788"/>
                    <a:pt x="2492" y="17788"/>
                  </a:cubicBezTo>
                  <a:cubicBezTo>
                    <a:pt x="7477" y="17788"/>
                    <a:pt x="7477" y="17788"/>
                    <a:pt x="7477" y="17788"/>
                  </a:cubicBezTo>
                  <a:cubicBezTo>
                    <a:pt x="12877" y="17788"/>
                    <a:pt x="16615" y="14929"/>
                    <a:pt x="16615" y="10800"/>
                  </a:cubicBezTo>
                  <a:cubicBezTo>
                    <a:pt x="16615" y="6671"/>
                    <a:pt x="12877" y="3812"/>
                    <a:pt x="7477" y="3812"/>
                  </a:cubicBezTo>
                  <a:cubicBezTo>
                    <a:pt x="2492" y="3812"/>
                    <a:pt x="2492" y="3812"/>
                    <a:pt x="2492" y="3812"/>
                  </a:cubicBezTo>
                  <a:cubicBezTo>
                    <a:pt x="1246" y="3812"/>
                    <a:pt x="0" y="2859"/>
                    <a:pt x="0" y="1906"/>
                  </a:cubicBezTo>
                  <a:cubicBezTo>
                    <a:pt x="0" y="953"/>
                    <a:pt x="1246" y="0"/>
                    <a:pt x="2492" y="0"/>
                  </a:cubicBezTo>
                  <a:cubicBezTo>
                    <a:pt x="7477" y="0"/>
                    <a:pt x="7477" y="0"/>
                    <a:pt x="7477" y="0"/>
                  </a:cubicBezTo>
                  <a:cubicBezTo>
                    <a:pt x="15785" y="0"/>
                    <a:pt x="21600" y="4447"/>
                    <a:pt x="21600" y="10800"/>
                  </a:cubicBezTo>
                  <a:cubicBezTo>
                    <a:pt x="21600" y="17153"/>
                    <a:pt x="15785" y="21600"/>
                    <a:pt x="7477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49" name="Shape 1949"/>
            <p:cNvSpPr/>
            <p:nvPr/>
          </p:nvSpPr>
          <p:spPr>
            <a:xfrm>
              <a:off x="51391" y="457017"/>
              <a:ext cx="611192" cy="614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89" y="21600"/>
                  </a:moveTo>
                  <a:cubicBezTo>
                    <a:pt x="4011" y="21600"/>
                    <a:pt x="4011" y="21600"/>
                    <a:pt x="4011" y="21600"/>
                  </a:cubicBezTo>
                  <a:cubicBezTo>
                    <a:pt x="1851" y="21600"/>
                    <a:pt x="0" y="19749"/>
                    <a:pt x="0" y="17589"/>
                  </a:cubicBezTo>
                  <a:cubicBezTo>
                    <a:pt x="0" y="926"/>
                    <a:pt x="0" y="926"/>
                    <a:pt x="0" y="926"/>
                  </a:cubicBezTo>
                  <a:cubicBezTo>
                    <a:pt x="0" y="463"/>
                    <a:pt x="463" y="0"/>
                    <a:pt x="926" y="0"/>
                  </a:cubicBezTo>
                  <a:cubicBezTo>
                    <a:pt x="20674" y="0"/>
                    <a:pt x="20674" y="0"/>
                    <a:pt x="20674" y="0"/>
                  </a:cubicBezTo>
                  <a:cubicBezTo>
                    <a:pt x="21137" y="0"/>
                    <a:pt x="21600" y="463"/>
                    <a:pt x="21600" y="926"/>
                  </a:cubicBezTo>
                  <a:cubicBezTo>
                    <a:pt x="21600" y="17589"/>
                    <a:pt x="21600" y="17589"/>
                    <a:pt x="21600" y="17589"/>
                  </a:cubicBezTo>
                  <a:cubicBezTo>
                    <a:pt x="21600" y="19903"/>
                    <a:pt x="19903" y="21600"/>
                    <a:pt x="17589" y="21600"/>
                  </a:cubicBezTo>
                  <a:close/>
                  <a:moveTo>
                    <a:pt x="1851" y="1851"/>
                  </a:moveTo>
                  <a:cubicBezTo>
                    <a:pt x="1851" y="17589"/>
                    <a:pt x="1851" y="17589"/>
                    <a:pt x="1851" y="17589"/>
                  </a:cubicBezTo>
                  <a:cubicBezTo>
                    <a:pt x="1851" y="18823"/>
                    <a:pt x="2777" y="19749"/>
                    <a:pt x="4011" y="19749"/>
                  </a:cubicBezTo>
                  <a:cubicBezTo>
                    <a:pt x="17589" y="19749"/>
                    <a:pt x="17589" y="19749"/>
                    <a:pt x="17589" y="19749"/>
                  </a:cubicBezTo>
                  <a:cubicBezTo>
                    <a:pt x="18823" y="19749"/>
                    <a:pt x="19749" y="18823"/>
                    <a:pt x="19749" y="17589"/>
                  </a:cubicBezTo>
                  <a:cubicBezTo>
                    <a:pt x="19749" y="1851"/>
                    <a:pt x="19749" y="1851"/>
                    <a:pt x="19749" y="1851"/>
                  </a:cubicBezTo>
                  <a:lnTo>
                    <a:pt x="1851" y="1851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0" name="Shape 1950"/>
            <p:cNvSpPr/>
            <p:nvPr/>
          </p:nvSpPr>
          <p:spPr>
            <a:xfrm>
              <a:off x="576666" y="2667"/>
              <a:ext cx="208675" cy="300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7" h="21410" fill="norm" stroke="1" extrusionOk="0">
                  <a:moveTo>
                    <a:pt x="10584" y="21410"/>
                  </a:moveTo>
                  <a:cubicBezTo>
                    <a:pt x="10584" y="21410"/>
                    <a:pt x="10584" y="21410"/>
                    <a:pt x="10584" y="21410"/>
                  </a:cubicBezTo>
                  <a:cubicBezTo>
                    <a:pt x="8856" y="21410"/>
                    <a:pt x="7560" y="21097"/>
                    <a:pt x="5832" y="20784"/>
                  </a:cubicBezTo>
                  <a:cubicBezTo>
                    <a:pt x="3672" y="19845"/>
                    <a:pt x="1512" y="18593"/>
                    <a:pt x="648" y="17027"/>
                  </a:cubicBezTo>
                  <a:cubicBezTo>
                    <a:pt x="-216" y="15149"/>
                    <a:pt x="-216" y="13271"/>
                    <a:pt x="648" y="11393"/>
                  </a:cubicBezTo>
                  <a:cubicBezTo>
                    <a:pt x="1512" y="10453"/>
                    <a:pt x="2376" y="9827"/>
                    <a:pt x="3240" y="8888"/>
                  </a:cubicBezTo>
                  <a:cubicBezTo>
                    <a:pt x="5832" y="6697"/>
                    <a:pt x="6696" y="5445"/>
                    <a:pt x="4536" y="2940"/>
                  </a:cubicBezTo>
                  <a:cubicBezTo>
                    <a:pt x="4104" y="2314"/>
                    <a:pt x="4104" y="1375"/>
                    <a:pt x="4968" y="749"/>
                  </a:cubicBezTo>
                  <a:cubicBezTo>
                    <a:pt x="5400" y="123"/>
                    <a:pt x="6264" y="-190"/>
                    <a:pt x="7560" y="123"/>
                  </a:cubicBezTo>
                  <a:cubicBezTo>
                    <a:pt x="17496" y="1688"/>
                    <a:pt x="21384" y="8262"/>
                    <a:pt x="20520" y="13584"/>
                  </a:cubicBezTo>
                  <a:cubicBezTo>
                    <a:pt x="19656" y="18280"/>
                    <a:pt x="15768" y="21410"/>
                    <a:pt x="10584" y="21410"/>
                  </a:cubicBezTo>
                  <a:close/>
                  <a:moveTo>
                    <a:pt x="11016" y="5445"/>
                  </a:moveTo>
                  <a:cubicBezTo>
                    <a:pt x="11016" y="7949"/>
                    <a:pt x="8856" y="9827"/>
                    <a:pt x="7128" y="11080"/>
                  </a:cubicBezTo>
                  <a:cubicBezTo>
                    <a:pt x="6696" y="12019"/>
                    <a:pt x="5832" y="12645"/>
                    <a:pt x="5400" y="12958"/>
                  </a:cubicBezTo>
                  <a:cubicBezTo>
                    <a:pt x="4968" y="13897"/>
                    <a:pt x="4968" y="14836"/>
                    <a:pt x="5400" y="15462"/>
                  </a:cubicBezTo>
                  <a:cubicBezTo>
                    <a:pt x="5832" y="16401"/>
                    <a:pt x="6696" y="16714"/>
                    <a:pt x="7992" y="17340"/>
                  </a:cubicBezTo>
                  <a:cubicBezTo>
                    <a:pt x="8856" y="17653"/>
                    <a:pt x="9720" y="17653"/>
                    <a:pt x="10584" y="17653"/>
                  </a:cubicBezTo>
                  <a:cubicBezTo>
                    <a:pt x="10584" y="17653"/>
                    <a:pt x="10584" y="17653"/>
                    <a:pt x="10584" y="17653"/>
                  </a:cubicBezTo>
                  <a:cubicBezTo>
                    <a:pt x="13608" y="17653"/>
                    <a:pt x="14904" y="15149"/>
                    <a:pt x="15336" y="13271"/>
                  </a:cubicBezTo>
                  <a:cubicBezTo>
                    <a:pt x="15768" y="10453"/>
                    <a:pt x="14472" y="7323"/>
                    <a:pt x="11016" y="5445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1" name="Shape 1951"/>
            <p:cNvSpPr/>
            <p:nvPr/>
          </p:nvSpPr>
          <p:spPr>
            <a:xfrm>
              <a:off x="485453" y="235847"/>
              <a:ext cx="174388" cy="274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1" h="21386" fill="norm" stroke="1" extrusionOk="0">
                  <a:moveTo>
                    <a:pt x="3359" y="21386"/>
                  </a:moveTo>
                  <a:cubicBezTo>
                    <a:pt x="2832" y="21386"/>
                    <a:pt x="2305" y="21386"/>
                    <a:pt x="1778" y="21043"/>
                  </a:cubicBezTo>
                  <a:cubicBezTo>
                    <a:pt x="198" y="20700"/>
                    <a:pt x="-329" y="19329"/>
                    <a:pt x="198" y="18300"/>
                  </a:cubicBezTo>
                  <a:cubicBezTo>
                    <a:pt x="14949" y="1157"/>
                    <a:pt x="14949" y="1157"/>
                    <a:pt x="14949" y="1157"/>
                  </a:cubicBezTo>
                  <a:cubicBezTo>
                    <a:pt x="16003" y="129"/>
                    <a:pt x="17583" y="-214"/>
                    <a:pt x="19164" y="129"/>
                  </a:cubicBezTo>
                  <a:cubicBezTo>
                    <a:pt x="20744" y="815"/>
                    <a:pt x="21271" y="1843"/>
                    <a:pt x="20744" y="2872"/>
                  </a:cubicBezTo>
                  <a:cubicBezTo>
                    <a:pt x="5993" y="20357"/>
                    <a:pt x="5993" y="20357"/>
                    <a:pt x="5993" y="20357"/>
                  </a:cubicBezTo>
                  <a:cubicBezTo>
                    <a:pt x="5466" y="21043"/>
                    <a:pt x="4412" y="21386"/>
                    <a:pt x="3359" y="21386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2" name="Shape 1952"/>
            <p:cNvSpPr/>
            <p:nvPr/>
          </p:nvSpPr>
          <p:spPr>
            <a:xfrm>
              <a:off x="577221" y="249204"/>
              <a:ext cx="129841" cy="261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9" h="21334" fill="norm" stroke="1" extrusionOk="0">
                  <a:moveTo>
                    <a:pt x="3746" y="21334"/>
                  </a:moveTo>
                  <a:cubicBezTo>
                    <a:pt x="3746" y="21334"/>
                    <a:pt x="3049" y="21334"/>
                    <a:pt x="2352" y="21334"/>
                  </a:cubicBezTo>
                  <a:cubicBezTo>
                    <a:pt x="262" y="20614"/>
                    <a:pt x="-435" y="19534"/>
                    <a:pt x="262" y="18454"/>
                  </a:cubicBezTo>
                  <a:cubicBezTo>
                    <a:pt x="12804" y="1534"/>
                    <a:pt x="12804" y="1534"/>
                    <a:pt x="12804" y="1534"/>
                  </a:cubicBezTo>
                  <a:cubicBezTo>
                    <a:pt x="13500" y="454"/>
                    <a:pt x="15591" y="-266"/>
                    <a:pt x="17681" y="94"/>
                  </a:cubicBezTo>
                  <a:cubicBezTo>
                    <a:pt x="19771" y="814"/>
                    <a:pt x="21165" y="1894"/>
                    <a:pt x="20468" y="2974"/>
                  </a:cubicBezTo>
                  <a:cubicBezTo>
                    <a:pt x="7926" y="19894"/>
                    <a:pt x="7926" y="19894"/>
                    <a:pt x="7926" y="19894"/>
                  </a:cubicBezTo>
                  <a:cubicBezTo>
                    <a:pt x="7230" y="20974"/>
                    <a:pt x="5836" y="21334"/>
                    <a:pt x="3746" y="21334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3" name="Shape 1953"/>
            <p:cNvSpPr/>
            <p:nvPr/>
          </p:nvSpPr>
          <p:spPr>
            <a:xfrm>
              <a:off x="0" y="177298"/>
              <a:ext cx="278983" cy="332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9" fill="norm" stroke="1" extrusionOk="0">
                  <a:moveTo>
                    <a:pt x="19575" y="21529"/>
                  </a:moveTo>
                  <a:cubicBezTo>
                    <a:pt x="19575" y="21529"/>
                    <a:pt x="19575" y="21529"/>
                    <a:pt x="19575" y="21529"/>
                  </a:cubicBezTo>
                  <a:cubicBezTo>
                    <a:pt x="8775" y="21529"/>
                    <a:pt x="8775" y="21529"/>
                    <a:pt x="8775" y="21529"/>
                  </a:cubicBezTo>
                  <a:cubicBezTo>
                    <a:pt x="8100" y="21529"/>
                    <a:pt x="7425" y="21245"/>
                    <a:pt x="7088" y="20676"/>
                  </a:cubicBezTo>
                  <a:cubicBezTo>
                    <a:pt x="1688" y="11582"/>
                    <a:pt x="1688" y="11582"/>
                    <a:pt x="1688" y="11582"/>
                  </a:cubicBezTo>
                  <a:cubicBezTo>
                    <a:pt x="1350" y="11297"/>
                    <a:pt x="1350" y="11013"/>
                    <a:pt x="1350" y="11013"/>
                  </a:cubicBezTo>
                  <a:cubicBezTo>
                    <a:pt x="0" y="1918"/>
                    <a:pt x="0" y="1918"/>
                    <a:pt x="0" y="1918"/>
                  </a:cubicBezTo>
                  <a:cubicBezTo>
                    <a:pt x="0" y="1066"/>
                    <a:pt x="338" y="497"/>
                    <a:pt x="1013" y="213"/>
                  </a:cubicBezTo>
                  <a:cubicBezTo>
                    <a:pt x="1688" y="-71"/>
                    <a:pt x="2363" y="-71"/>
                    <a:pt x="3038" y="213"/>
                  </a:cubicBezTo>
                  <a:cubicBezTo>
                    <a:pt x="12487" y="4761"/>
                    <a:pt x="12487" y="4761"/>
                    <a:pt x="12487" y="4761"/>
                  </a:cubicBezTo>
                  <a:cubicBezTo>
                    <a:pt x="12825" y="4761"/>
                    <a:pt x="13163" y="5045"/>
                    <a:pt x="13163" y="5329"/>
                  </a:cubicBezTo>
                  <a:cubicBezTo>
                    <a:pt x="21262" y="18971"/>
                    <a:pt x="21262" y="18971"/>
                    <a:pt x="21262" y="18971"/>
                  </a:cubicBezTo>
                  <a:cubicBezTo>
                    <a:pt x="21600" y="19255"/>
                    <a:pt x="21600" y="19540"/>
                    <a:pt x="21600" y="19824"/>
                  </a:cubicBezTo>
                  <a:cubicBezTo>
                    <a:pt x="21600" y="20676"/>
                    <a:pt x="20587" y="21529"/>
                    <a:pt x="19575" y="21529"/>
                  </a:cubicBezTo>
                  <a:close/>
                  <a:moveTo>
                    <a:pt x="10125" y="18118"/>
                  </a:moveTo>
                  <a:cubicBezTo>
                    <a:pt x="16200" y="18118"/>
                    <a:pt x="16200" y="18118"/>
                    <a:pt x="16200" y="18118"/>
                  </a:cubicBezTo>
                  <a:cubicBezTo>
                    <a:pt x="9788" y="7318"/>
                    <a:pt x="9788" y="7318"/>
                    <a:pt x="9788" y="7318"/>
                  </a:cubicBezTo>
                  <a:cubicBezTo>
                    <a:pt x="4388" y="4761"/>
                    <a:pt x="4388" y="4761"/>
                    <a:pt x="4388" y="4761"/>
                  </a:cubicBezTo>
                  <a:cubicBezTo>
                    <a:pt x="5400" y="10161"/>
                    <a:pt x="5400" y="10161"/>
                    <a:pt x="5400" y="10161"/>
                  </a:cubicBezTo>
                  <a:lnTo>
                    <a:pt x="10125" y="18118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4" name="Shape 1954"/>
            <p:cNvSpPr/>
            <p:nvPr/>
          </p:nvSpPr>
          <p:spPr>
            <a:xfrm>
              <a:off x="17018" y="246463"/>
              <a:ext cx="156847" cy="122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9" h="20885" fill="norm" stroke="1" extrusionOk="0">
                  <a:moveTo>
                    <a:pt x="3434" y="20885"/>
                  </a:moveTo>
                  <a:cubicBezTo>
                    <a:pt x="2297" y="20885"/>
                    <a:pt x="1160" y="20140"/>
                    <a:pt x="592" y="18651"/>
                  </a:cubicBezTo>
                  <a:cubicBezTo>
                    <a:pt x="-545" y="17161"/>
                    <a:pt x="23" y="14182"/>
                    <a:pt x="1729" y="12692"/>
                  </a:cubicBezTo>
                  <a:cubicBezTo>
                    <a:pt x="15371" y="775"/>
                    <a:pt x="15371" y="775"/>
                    <a:pt x="15371" y="775"/>
                  </a:cubicBezTo>
                  <a:cubicBezTo>
                    <a:pt x="16508" y="-715"/>
                    <a:pt x="18781" y="30"/>
                    <a:pt x="19918" y="2264"/>
                  </a:cubicBezTo>
                  <a:cubicBezTo>
                    <a:pt x="21055" y="3754"/>
                    <a:pt x="20487" y="6733"/>
                    <a:pt x="18781" y="8223"/>
                  </a:cubicBezTo>
                  <a:cubicBezTo>
                    <a:pt x="5139" y="20140"/>
                    <a:pt x="5139" y="20140"/>
                    <a:pt x="5139" y="20140"/>
                  </a:cubicBezTo>
                  <a:cubicBezTo>
                    <a:pt x="4571" y="20885"/>
                    <a:pt x="4002" y="20885"/>
                    <a:pt x="3434" y="20885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5" name="Shape 1955"/>
            <p:cNvSpPr/>
            <p:nvPr/>
          </p:nvSpPr>
          <p:spPr>
            <a:xfrm>
              <a:off x="260627" y="0"/>
              <a:ext cx="262465" cy="5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21041"/>
                    <a:pt x="0" y="20483"/>
                  </a:cubicBezTo>
                  <a:cubicBezTo>
                    <a:pt x="0" y="1117"/>
                    <a:pt x="0" y="1117"/>
                    <a:pt x="0" y="1117"/>
                  </a:cubicBezTo>
                  <a:cubicBezTo>
                    <a:pt x="0" y="559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59"/>
                    <a:pt x="21600" y="1117"/>
                  </a:cubicBezTo>
                  <a:cubicBezTo>
                    <a:pt x="21600" y="20483"/>
                    <a:pt x="21600" y="20483"/>
                    <a:pt x="21600" y="20483"/>
                  </a:cubicBezTo>
                  <a:cubicBezTo>
                    <a:pt x="21600" y="21041"/>
                    <a:pt x="20520" y="21600"/>
                    <a:pt x="19440" y="21600"/>
                  </a:cubicBezTo>
                  <a:close/>
                  <a:moveTo>
                    <a:pt x="4320" y="19366"/>
                  </a:moveTo>
                  <a:cubicBezTo>
                    <a:pt x="17280" y="19366"/>
                    <a:pt x="17280" y="19366"/>
                    <a:pt x="17280" y="19366"/>
                  </a:cubicBezTo>
                  <a:cubicBezTo>
                    <a:pt x="17280" y="2234"/>
                    <a:pt x="17280" y="2234"/>
                    <a:pt x="17280" y="2234"/>
                  </a:cubicBezTo>
                  <a:cubicBezTo>
                    <a:pt x="4320" y="2234"/>
                    <a:pt x="4320" y="2234"/>
                    <a:pt x="4320" y="2234"/>
                  </a:cubicBezTo>
                  <a:lnTo>
                    <a:pt x="4320" y="19366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6" name="Shape 1956"/>
            <p:cNvSpPr/>
            <p:nvPr/>
          </p:nvSpPr>
          <p:spPr>
            <a:xfrm>
              <a:off x="365246" y="106453"/>
              <a:ext cx="157846" cy="51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7" name="Shape 1957"/>
            <p:cNvSpPr/>
            <p:nvPr/>
          </p:nvSpPr>
          <p:spPr>
            <a:xfrm>
              <a:off x="400119" y="176199"/>
              <a:ext cx="122973" cy="53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8" name="Shape 1958"/>
            <p:cNvSpPr/>
            <p:nvPr/>
          </p:nvSpPr>
          <p:spPr>
            <a:xfrm>
              <a:off x="365246" y="245945"/>
              <a:ext cx="157846" cy="53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59" name="Shape 1959"/>
            <p:cNvSpPr/>
            <p:nvPr/>
          </p:nvSpPr>
          <p:spPr>
            <a:xfrm>
              <a:off x="400119" y="352399"/>
              <a:ext cx="122973" cy="513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4629" y="21600"/>
                    <a:pt x="4629" y="21600"/>
                    <a:pt x="4629" y="21600"/>
                  </a:cubicBezTo>
                  <a:cubicBezTo>
                    <a:pt x="2314" y="21600"/>
                    <a:pt x="0" y="16200"/>
                    <a:pt x="0" y="10800"/>
                  </a:cubicBezTo>
                  <a:cubicBezTo>
                    <a:pt x="0" y="5400"/>
                    <a:pt x="2314" y="0"/>
                    <a:pt x="462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19286" y="0"/>
                    <a:pt x="21600" y="5400"/>
                    <a:pt x="21600" y="10800"/>
                  </a:cubicBezTo>
                  <a:cubicBezTo>
                    <a:pt x="21600" y="16200"/>
                    <a:pt x="19286" y="21600"/>
                    <a:pt x="16971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32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nodeType="afterEffect" presetClass="entr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nodeType="afterEffect" presetClass="entr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nodeType="afterEffect" presetClass="entr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nodeType="afterEffect" presetClass="entr" presetSubtype="32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nodeType="afterEffect" presetClass="entr" presetSubtype="32" presetID="23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nodeType="afterEffect" presetClass="entr" presetSubtype="32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nodeType="afterEffect" presetClass="entr" presetSubtype="32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nodeType="afterEffect" presetClass="entr" presetSubtype="32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nodeType="afterEffect" presetClass="entr" presetSubtype="32" presetID="23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nodeType="afterEffect" presetClass="entr" presetSubtype="32" presetID="23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nodeType="afterEffect" presetClass="entr" presetSubtype="32" presetID="23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nodeType="afterEffect" presetClass="entr" presetSubtype="32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nodeType="afterEffect" presetClass="entr" presetSubtype="1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81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000"/>
                            </p:stCondLst>
                            <p:childTnLst>
                              <p:par>
                                <p:cTn id="83" nodeType="afterEffect" presetClass="entr" presetSubtype="1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85" dur="500"/>
                                        <p:tgtEl>
                                          <p:spTgt spid="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500"/>
                            </p:stCondLst>
                            <p:childTnLst>
                              <p:par>
                                <p:cTn id="87" nodeType="afterEffect" presetClass="entr" presetSubtype="4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9"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0"/>
                            </p:stCondLst>
                            <p:childTnLst>
                              <p:par>
                                <p:cTn id="91" nodeType="afterEffect" presetClass="entr" presetSubtype="4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93"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500"/>
                            </p:stCondLst>
                            <p:childTnLst>
                              <p:par>
                                <p:cTn id="95" nodeType="afterEffect" presetClass="entr" presetSubtype="32" presetID="23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0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2"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4" nodeType="afterEffect" presetClass="entr" presetSubtype="0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6" dur="5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8" nodeType="afterEffect" presetClass="entr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0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2" nodeType="afterEffect" presetClass="entr" presetSubtype="32" presetID="23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7" nodeType="afterEffect" presetClass="entr" presetSubtype="32" presetID="23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2" nodeType="afterEffect" presetClass="entr" presetSubtype="32" presetID="23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7" nodeType="afterEffect" presetClass="entr" presetSubtype="0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9" dur="500"/>
                                        <p:tgtEl>
                                          <p:spTgt spid="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1" nodeType="afterEffect" presetClass="entr" presetSubtype="0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3" dur="500"/>
                                        <p:tgtEl>
                                          <p:spTgt spid="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5" nodeType="afterEffect" presetClass="entr" presetSubtype="0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7" dur="500"/>
                                        <p:tgtEl>
                                          <p:spTgt spid="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9" nodeType="afterEffect" presetClass="entr" presetSubtype="0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1" dur="5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0"/>
                            </p:stCondLst>
                            <p:childTnLst>
                              <p:par>
                                <p:cTn id="143" nodeType="afterEffect" presetClass="entr" presetSubtype="0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5" dur="500"/>
                                        <p:tgtEl>
                                          <p:spTgt spid="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47" nodeType="afterEffect" presetClass="entr" presetSubtype="0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9" dur="500"/>
                                        <p:tgtEl>
                                          <p:spTgt spid="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51" nodeType="afterEffect" presetClass="entr" presetSubtype="0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3" dur="5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6500"/>
                            </p:stCondLst>
                            <p:childTnLst>
                              <p:par>
                                <p:cTn id="155" nodeType="afterEffect" presetClass="entr" presetSubtype="0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7" dur="500"/>
                                        <p:tgtEl>
                                          <p:spTgt spid="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9" nodeType="afterEffect" presetClass="entr" presetSubtype="8" presetID="22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1" dur="500"/>
                                        <p:tgtEl>
                                          <p:spTgt spid="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7500"/>
                            </p:stCondLst>
                            <p:childTnLst>
                              <p:par>
                                <p:cTn id="163" nodeType="afterEffect" presetClass="entr" presetSubtype="8" presetID="2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5" dur="5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67" nodeType="afterEffect" presetClass="entr" presetSubtype="8" presetID="22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9" dur="500"/>
                                        <p:tgtEl>
                                          <p:spTgt spid="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500"/>
                            </p:stCondLst>
                            <p:childTnLst>
                              <p:par>
                                <p:cTn id="171" nodeType="afterEffect" presetClass="entr" presetSubtype="8" presetID="22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3" dur="5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11" grpId="28"/>
      <p:bldP build="whole" bldLvl="1" animBg="1" rev="0" advAuto="0" spid="1909" grpId="8"/>
      <p:bldP build="whole" bldLvl="1" animBg="1" rev="0" advAuto="0" spid="1916" grpId="29"/>
      <p:bldP build="whole" bldLvl="1" animBg="1" rev="0" advAuto="0" spid="1913" grpId="31"/>
      <p:bldP build="whole" bldLvl="1" animBg="1" rev="0" advAuto="0" spid="1898" grpId="5"/>
      <p:bldP build="whole" bldLvl="1" animBg="1" rev="0" advAuto="0" spid="1919" grpId="33"/>
      <p:bldP build="whole" bldLvl="1" animBg="1" rev="0" advAuto="0" spid="1886" grpId="4"/>
      <p:bldP build="whole" bldLvl="1" animBg="1" rev="0" advAuto="0" spid="1829" grpId="22"/>
      <p:bldP build="whole" bldLvl="1" animBg="1" rev="0" advAuto="0" spid="1873" grpId="17"/>
      <p:bldP build="whole" bldLvl="1" animBg="1" rev="0" advAuto="0" spid="1885" grpId="18"/>
      <p:bldP build="whole" bldLvl="1" animBg="1" rev="0" advAuto="0" spid="1828" grpId="21"/>
      <p:bldP build="whole" bldLvl="1" animBg="1" rev="0" advAuto="0" spid="1837" grpId="11"/>
      <p:bldP build="whole" bldLvl="1" animBg="1" rev="0" advAuto="0" spid="1931" grpId="25"/>
      <p:bldP build="whole" bldLvl="1" animBg="1" rev="0" advAuto="0" spid="1861" grpId="16"/>
      <p:bldP build="whole" bldLvl="1" animBg="1" rev="0" advAuto="0" spid="1827" grpId="2"/>
      <p:bldP build="whole" bldLvl="1" animBg="1" rev="0" advAuto="0" spid="1934" grpId="26"/>
      <p:bldP build="whole" bldLvl="1" animBg="1" rev="0" advAuto="0" spid="1921" grpId="38"/>
      <p:bldP build="whole" bldLvl="1" animBg="1" rev="0" advAuto="0" spid="1897" grpId="10"/>
      <p:bldP build="whole" bldLvl="1" animBg="1" rev="0" advAuto="0" spid="1907" grpId="14"/>
      <p:bldP build="whole" bldLvl="1" animBg="1" rev="0" advAuto="0" spid="1904" grpId="6"/>
      <p:bldP build="whole" bldLvl="1" animBg="1" rev="0" advAuto="0" spid="1914" grpId="32"/>
      <p:bldP build="whole" bldLvl="1" animBg="1" rev="0" advAuto="0" spid="1912" grpId="35"/>
      <p:bldP build="whole" bldLvl="1" animBg="1" rev="0" advAuto="0" spid="1908" grpId="7"/>
      <p:bldP build="whole" bldLvl="1" animBg="1" rev="0" advAuto="0" spid="1915" grpId="37"/>
      <p:bldP build="whole" bldLvl="1" animBg="1" rev="0" advAuto="0" spid="1836" grpId="13"/>
      <p:bldP build="whole" bldLvl="1" animBg="1" rev="0" advAuto="0" spid="1917" grpId="30"/>
      <p:bldP build="whole" bldLvl="1" animBg="1" rev="0" advAuto="0" spid="1918" grpId="36"/>
      <p:bldP build="whole" bldLvl="1" animBg="1" rev="0" advAuto="0" spid="1835" grpId="9"/>
      <p:bldP build="whole" bldLvl="1" animBg="1" rev="0" advAuto="0" spid="1920" grpId="34"/>
      <p:bldP build="whole" bldLvl="1" animBg="1" rev="0" advAuto="0" spid="1834" grpId="3"/>
      <p:bldP build="whole" bldLvl="1" animBg="1" rev="0" advAuto="0" spid="1838" grpId="15"/>
      <p:bldP build="whole" bldLvl="1" animBg="1" rev="0" advAuto="0" spid="1926" grpId="24"/>
      <p:bldP build="whole" bldLvl="1" animBg="1" rev="0" advAuto="0" spid="1891" grpId="20"/>
      <p:bldP build="whole" bldLvl="1" animBg="1" rev="0" advAuto="0" spid="1903" grpId="12"/>
      <p:bldP build="whole" bldLvl="1" animBg="1" rev="0" advAuto="0" spid="1818" grpId="1"/>
      <p:bldP build="whole" bldLvl="1" animBg="1" rev="0" advAuto="0" spid="1849" grpId="19"/>
      <p:bldP build="whole" bldLvl="1" animBg="1" rev="0" advAuto="0" spid="1892" grpId="23"/>
      <p:bldP build="whole" bldLvl="1" animBg="1" rev="0" advAuto="0" spid="1910" grpId="27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Shape 1962"/>
          <p:cNvSpPr/>
          <p:nvPr>
            <p:ph type="sldNum" sz="quarter" idx="2"/>
          </p:nvPr>
        </p:nvSpPr>
        <p:spPr>
          <a:xfrm>
            <a:off x="22944664" y="-6778"/>
            <a:ext cx="1168403" cy="551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/>
          <a:p>
            <a:pPr lvl="0">
              <a:defRPr b="0" sz="1800">
                <a:solidFill>
                  <a:srgbClr val="000000"/>
                </a:solidFill>
              </a:defRPr>
            </a:pPr>
            <a:fld id="{86CB4B4D-7CA3-9044-876B-883B54F8677D}" type="slidenum">
              <a:rPr b="1" sz="2400">
                <a:solidFill>
                  <a:srgbClr val="FFFFFF"/>
                </a:solidFill>
              </a:rPr>
            </a:fld>
          </a:p>
        </p:txBody>
      </p:sp>
      <p:sp>
        <p:nvSpPr>
          <p:cNvPr id="1963" name="Shape 1963"/>
          <p:cNvSpPr/>
          <p:nvPr/>
        </p:nvSpPr>
        <p:spPr>
          <a:xfrm>
            <a:off x="8413394" y="1409512"/>
            <a:ext cx="7557212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Propuesta estratégica </a:t>
            </a:r>
          </a:p>
        </p:txBody>
      </p:sp>
      <p:grpSp>
        <p:nvGrpSpPr>
          <p:cNvPr id="1972" name="Group 1972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967" name="Group 1967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964" name="Shape 1964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65" name="Shape 1965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66" name="Shape 1966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971" name="Group 1971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968" name="Shape 1968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69" name="Shape 1969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70" name="Shape 1970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973" name="Shape 1973"/>
          <p:cNvSpPr/>
          <p:nvPr/>
        </p:nvSpPr>
        <p:spPr>
          <a:xfrm>
            <a:off x="12817368" y="4846459"/>
            <a:ext cx="682220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sz="28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878787"/>
                </a:solidFill>
              </a:rPr>
              <a:t>X</a:t>
            </a:r>
          </a:p>
        </p:txBody>
      </p:sp>
      <p:sp>
        <p:nvSpPr>
          <p:cNvPr id="1974" name="Shape 1974"/>
          <p:cNvSpPr/>
          <p:nvPr/>
        </p:nvSpPr>
        <p:spPr>
          <a:xfrm>
            <a:off x="12817368" y="4007872"/>
            <a:ext cx="6822201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b="1" sz="40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000">
                <a:solidFill>
                  <a:srgbClr val="0A0A0A"/>
                </a:solidFill>
              </a:rPr>
              <a:t>Cliente</a:t>
            </a:r>
          </a:p>
        </p:txBody>
      </p:sp>
      <p:sp>
        <p:nvSpPr>
          <p:cNvPr id="1975" name="Shape 1975"/>
          <p:cNvSpPr/>
          <p:nvPr/>
        </p:nvSpPr>
        <p:spPr>
          <a:xfrm>
            <a:off x="12817368" y="6670182"/>
            <a:ext cx="6822201" cy="269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l" defTabSz="914400">
              <a:defRPr sz="1800"/>
            </a:pPr>
            <a:r>
              <a:rPr sz="28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Por el desarrollo de las estrategias pautadas y aquellas que el cliente entienda como necesarias los honorarios son de:</a:t>
            </a:r>
            <a:endParaRPr sz="2800">
              <a:solidFill>
                <a:srgbClr val="87878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0" algn="l" defTabSz="914400">
              <a:defRPr sz="1800"/>
            </a:pPr>
            <a:endParaRPr sz="2800">
              <a:solidFill>
                <a:srgbClr val="87878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0" algn="l" defTabSz="914400">
              <a:defRPr sz="1800"/>
            </a:pPr>
            <a:r>
              <a:rPr sz="2800">
                <a:solidFill>
                  <a:srgbClr val="87878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€ + IVA</a:t>
            </a:r>
          </a:p>
        </p:txBody>
      </p:sp>
      <p:sp>
        <p:nvSpPr>
          <p:cNvPr id="1976" name="Shape 1976"/>
          <p:cNvSpPr/>
          <p:nvPr/>
        </p:nvSpPr>
        <p:spPr>
          <a:xfrm>
            <a:off x="12817368" y="5845883"/>
            <a:ext cx="7844388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914400">
              <a:defRPr b="1" sz="40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4000">
                <a:solidFill>
                  <a:srgbClr val="0A0A0A"/>
                </a:solidFill>
              </a:rPr>
              <a:t>Presupuesto</a:t>
            </a:r>
          </a:p>
        </p:txBody>
      </p:sp>
      <p:sp>
        <p:nvSpPr>
          <p:cNvPr id="1977" name="Shape 1977"/>
          <p:cNvSpPr/>
          <p:nvPr/>
        </p:nvSpPr>
        <p:spPr>
          <a:xfrm>
            <a:off x="12817368" y="4810909"/>
            <a:ext cx="2088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78" name="Shape 1978"/>
          <p:cNvSpPr/>
          <p:nvPr/>
        </p:nvSpPr>
        <p:spPr>
          <a:xfrm>
            <a:off x="12817368" y="6646102"/>
            <a:ext cx="1872001" cy="1"/>
          </a:xfrm>
          <a:prstGeom prst="line">
            <a:avLst/>
          </a:prstGeom>
          <a:ln w="38100">
            <a:solidFill>
              <a:srgbClr val="40C0C0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79" name="Shape 1979"/>
          <p:cNvSpPr/>
          <p:nvPr/>
        </p:nvSpPr>
        <p:spPr>
          <a:xfrm>
            <a:off x="6865936" y="3898491"/>
            <a:ext cx="4755556" cy="5919019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0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500"/>
                                        <p:tgtEl>
                                          <p:spTgt spid="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nodeType="afterEffect" presetClass="entr" presetSubtype="0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78" grpId="8"/>
      <p:bldP build="whole" bldLvl="1" animBg="1" rev="0" advAuto="0" spid="1974" grpId="3"/>
      <p:bldP build="whole" bldLvl="1" animBg="1" rev="0" advAuto="0" spid="1976" grpId="5"/>
      <p:bldP build="whole" bldLvl="1" animBg="1" rev="0" advAuto="0" spid="1977" grpId="7"/>
      <p:bldP build="whole" bldLvl="1" animBg="1" rev="0" advAuto="0" spid="1975" grpId="6"/>
      <p:bldP build="whole" bldLvl="1" animBg="1" rev="0" advAuto="0" spid="1972" grpId="2"/>
      <p:bldP build="whole" bldLvl="1" animBg="1" rev="0" advAuto="0" spid="1963" grpId="1"/>
      <p:bldP build="whole" bldLvl="1" animBg="1" rev="0" advAuto="0" spid="1973" grpId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Shape 1981"/>
          <p:cNvSpPr/>
          <p:nvPr/>
        </p:nvSpPr>
        <p:spPr>
          <a:xfrm>
            <a:off x="9643109" y="1338722"/>
            <a:ext cx="5096461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Otros Servicios</a:t>
            </a:r>
          </a:p>
        </p:txBody>
      </p:sp>
      <p:grpSp>
        <p:nvGrpSpPr>
          <p:cNvPr id="1990" name="Group 1990"/>
          <p:cNvGrpSpPr/>
          <p:nvPr/>
        </p:nvGrpSpPr>
        <p:grpSpPr>
          <a:xfrm>
            <a:off x="10629003" y="543435"/>
            <a:ext cx="2851791" cy="2753236"/>
            <a:chOff x="0" y="0"/>
            <a:chExt cx="2851789" cy="2753234"/>
          </a:xfrm>
        </p:grpSpPr>
        <p:grpSp>
          <p:nvGrpSpPr>
            <p:cNvPr id="1985" name="Group 1985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1982" name="Shape 1982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83" name="Shape 1983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84" name="Shape 1984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1989" name="Group 1989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1986" name="Shape 1986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87" name="Shape 1987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988" name="Shape 1988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sp>
        <p:nvSpPr>
          <p:cNvPr id="1991" name="Shape 1991"/>
          <p:cNvSpPr/>
          <p:nvPr/>
        </p:nvSpPr>
        <p:spPr>
          <a:xfrm flipH="1">
            <a:off x="10012178" y="3280485"/>
            <a:ext cx="1" cy="8280001"/>
          </a:xfrm>
          <a:prstGeom prst="line">
            <a:avLst/>
          </a:prstGeom>
          <a:ln w="12700">
            <a:solidFill>
              <a:srgbClr val="0A0A0A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2" name="Shape 1992"/>
          <p:cNvSpPr/>
          <p:nvPr/>
        </p:nvSpPr>
        <p:spPr>
          <a:xfrm flipH="1">
            <a:off x="14409912" y="3280485"/>
            <a:ext cx="1" cy="8280001"/>
          </a:xfrm>
          <a:prstGeom prst="line">
            <a:avLst/>
          </a:prstGeom>
          <a:ln w="12700">
            <a:solidFill>
              <a:srgbClr val="0A0A0A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3" name="Shape 1993"/>
          <p:cNvSpPr/>
          <p:nvPr/>
        </p:nvSpPr>
        <p:spPr>
          <a:xfrm flipH="1">
            <a:off x="18805748" y="3280485"/>
            <a:ext cx="1" cy="8280001"/>
          </a:xfrm>
          <a:prstGeom prst="line">
            <a:avLst/>
          </a:prstGeom>
          <a:ln w="12700">
            <a:solidFill>
              <a:srgbClr val="0A0A0A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4" name="Shape 1994"/>
          <p:cNvSpPr/>
          <p:nvPr/>
        </p:nvSpPr>
        <p:spPr>
          <a:xfrm>
            <a:off x="18819037" y="3535464"/>
            <a:ext cx="4391839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Formación equipo</a:t>
            </a:r>
          </a:p>
        </p:txBody>
      </p:sp>
      <p:sp>
        <p:nvSpPr>
          <p:cNvPr id="1995" name="Shape 1995"/>
          <p:cNvSpPr/>
          <p:nvPr/>
        </p:nvSpPr>
        <p:spPr>
          <a:xfrm>
            <a:off x="18819037" y="6936765"/>
            <a:ext cx="439183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Desde €/h</a:t>
            </a:r>
          </a:p>
        </p:txBody>
      </p:sp>
      <p:sp>
        <p:nvSpPr>
          <p:cNvPr id="1996" name="Shape 1996"/>
          <p:cNvSpPr/>
          <p:nvPr/>
        </p:nvSpPr>
        <p:spPr>
          <a:xfrm>
            <a:off x="19394955" y="7827327"/>
            <a:ext cx="3240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7" name="Shape 1997"/>
          <p:cNvSpPr/>
          <p:nvPr/>
        </p:nvSpPr>
        <p:spPr>
          <a:xfrm>
            <a:off x="19366576" y="8184281"/>
            <a:ext cx="3296761" cy="284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Para menos de 4 horas 200€ la hora</a:t>
            </a: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Para más de 4 horas 150€ la hora.</a:t>
            </a: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 temario se define con el cliente.</a:t>
            </a:r>
          </a:p>
        </p:txBody>
      </p:sp>
      <p:sp>
        <p:nvSpPr>
          <p:cNvPr id="1998" name="Shape 1998"/>
          <p:cNvSpPr/>
          <p:nvPr/>
        </p:nvSpPr>
        <p:spPr>
          <a:xfrm>
            <a:off x="20055842" y="4810485"/>
            <a:ext cx="1918231" cy="1729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214"/>
                </a:moveTo>
                <a:lnTo>
                  <a:pt x="16314" y="0"/>
                </a:lnTo>
                <a:lnTo>
                  <a:pt x="5286" y="0"/>
                </a:lnTo>
                <a:lnTo>
                  <a:pt x="0" y="7214"/>
                </a:lnTo>
                <a:lnTo>
                  <a:pt x="10800" y="21600"/>
                </a:lnTo>
                <a:lnTo>
                  <a:pt x="21600" y="7214"/>
                </a:lnTo>
                <a:close/>
                <a:moveTo>
                  <a:pt x="10838" y="19322"/>
                </a:moveTo>
                <a:lnTo>
                  <a:pt x="7149" y="8986"/>
                </a:lnTo>
                <a:lnTo>
                  <a:pt x="14603" y="8986"/>
                </a:lnTo>
                <a:lnTo>
                  <a:pt x="10952" y="19153"/>
                </a:lnTo>
                <a:lnTo>
                  <a:pt x="10838" y="19322"/>
                </a:lnTo>
                <a:close/>
                <a:moveTo>
                  <a:pt x="6921" y="8311"/>
                </a:moveTo>
                <a:lnTo>
                  <a:pt x="6921" y="8227"/>
                </a:lnTo>
                <a:lnTo>
                  <a:pt x="8480" y="5358"/>
                </a:lnTo>
                <a:lnTo>
                  <a:pt x="10382" y="8311"/>
                </a:lnTo>
                <a:lnTo>
                  <a:pt x="6921" y="8311"/>
                </a:lnTo>
                <a:close/>
                <a:moveTo>
                  <a:pt x="11256" y="8311"/>
                </a:moveTo>
                <a:lnTo>
                  <a:pt x="13234" y="5358"/>
                </a:lnTo>
                <a:lnTo>
                  <a:pt x="14793" y="8227"/>
                </a:lnTo>
                <a:lnTo>
                  <a:pt x="14793" y="8311"/>
                </a:lnTo>
                <a:lnTo>
                  <a:pt x="11256" y="8311"/>
                </a:lnTo>
                <a:close/>
                <a:moveTo>
                  <a:pt x="12283" y="17381"/>
                </a:moveTo>
                <a:lnTo>
                  <a:pt x="15325" y="8944"/>
                </a:lnTo>
                <a:lnTo>
                  <a:pt x="19394" y="7931"/>
                </a:lnTo>
                <a:lnTo>
                  <a:pt x="12283" y="17381"/>
                </a:lnTo>
                <a:close/>
                <a:moveTo>
                  <a:pt x="15439" y="8184"/>
                </a:moveTo>
                <a:lnTo>
                  <a:pt x="15439" y="8142"/>
                </a:lnTo>
                <a:lnTo>
                  <a:pt x="17037" y="5231"/>
                </a:lnTo>
                <a:lnTo>
                  <a:pt x="17683" y="7636"/>
                </a:lnTo>
                <a:lnTo>
                  <a:pt x="15439" y="8184"/>
                </a:lnTo>
                <a:close/>
                <a:moveTo>
                  <a:pt x="19851" y="7088"/>
                </a:moveTo>
                <a:lnTo>
                  <a:pt x="17949" y="7552"/>
                </a:lnTo>
                <a:lnTo>
                  <a:pt x="17227" y="4894"/>
                </a:lnTo>
                <a:lnTo>
                  <a:pt x="17645" y="4092"/>
                </a:lnTo>
                <a:lnTo>
                  <a:pt x="19851" y="7088"/>
                </a:lnTo>
                <a:close/>
                <a:moveTo>
                  <a:pt x="17493" y="3881"/>
                </a:moveTo>
                <a:lnTo>
                  <a:pt x="17113" y="4514"/>
                </a:lnTo>
                <a:lnTo>
                  <a:pt x="16656" y="2784"/>
                </a:lnTo>
                <a:lnTo>
                  <a:pt x="17493" y="3881"/>
                </a:lnTo>
                <a:close/>
                <a:moveTo>
                  <a:pt x="16276" y="2194"/>
                </a:moveTo>
                <a:lnTo>
                  <a:pt x="16961" y="4852"/>
                </a:lnTo>
                <a:lnTo>
                  <a:pt x="15554" y="7425"/>
                </a:lnTo>
                <a:lnTo>
                  <a:pt x="16200" y="2109"/>
                </a:lnTo>
                <a:lnTo>
                  <a:pt x="16276" y="2194"/>
                </a:lnTo>
                <a:close/>
                <a:moveTo>
                  <a:pt x="14869" y="7763"/>
                </a:moveTo>
                <a:lnTo>
                  <a:pt x="13386" y="5105"/>
                </a:lnTo>
                <a:lnTo>
                  <a:pt x="15592" y="1814"/>
                </a:lnTo>
                <a:lnTo>
                  <a:pt x="14869" y="7763"/>
                </a:lnTo>
                <a:close/>
                <a:moveTo>
                  <a:pt x="15477" y="1434"/>
                </a:moveTo>
                <a:lnTo>
                  <a:pt x="13234" y="4809"/>
                </a:lnTo>
                <a:lnTo>
                  <a:pt x="11370" y="1434"/>
                </a:lnTo>
                <a:lnTo>
                  <a:pt x="15477" y="1434"/>
                </a:lnTo>
                <a:close/>
                <a:moveTo>
                  <a:pt x="11066" y="1434"/>
                </a:moveTo>
                <a:lnTo>
                  <a:pt x="13082" y="5062"/>
                </a:lnTo>
                <a:lnTo>
                  <a:pt x="10914" y="8311"/>
                </a:lnTo>
                <a:lnTo>
                  <a:pt x="10686" y="8311"/>
                </a:lnTo>
                <a:lnTo>
                  <a:pt x="8632" y="5105"/>
                </a:lnTo>
                <a:lnTo>
                  <a:pt x="10610" y="1434"/>
                </a:lnTo>
                <a:lnTo>
                  <a:pt x="11066" y="1434"/>
                </a:lnTo>
                <a:close/>
                <a:moveTo>
                  <a:pt x="10306" y="1434"/>
                </a:moveTo>
                <a:lnTo>
                  <a:pt x="8442" y="4852"/>
                </a:lnTo>
                <a:lnTo>
                  <a:pt x="6237" y="1434"/>
                </a:lnTo>
                <a:lnTo>
                  <a:pt x="10306" y="1434"/>
                </a:lnTo>
                <a:close/>
                <a:moveTo>
                  <a:pt x="8328" y="5147"/>
                </a:moveTo>
                <a:lnTo>
                  <a:pt x="6883" y="7763"/>
                </a:lnTo>
                <a:lnTo>
                  <a:pt x="6161" y="1814"/>
                </a:lnTo>
                <a:lnTo>
                  <a:pt x="8328" y="5147"/>
                </a:lnTo>
                <a:close/>
                <a:moveTo>
                  <a:pt x="5324" y="2194"/>
                </a:moveTo>
                <a:lnTo>
                  <a:pt x="5514" y="1941"/>
                </a:lnTo>
                <a:lnTo>
                  <a:pt x="6237" y="7763"/>
                </a:lnTo>
                <a:lnTo>
                  <a:pt x="4639" y="4852"/>
                </a:lnTo>
                <a:lnTo>
                  <a:pt x="5324" y="2194"/>
                </a:lnTo>
                <a:close/>
                <a:moveTo>
                  <a:pt x="6161" y="8184"/>
                </a:moveTo>
                <a:lnTo>
                  <a:pt x="3917" y="7636"/>
                </a:lnTo>
                <a:lnTo>
                  <a:pt x="4525" y="5231"/>
                </a:lnTo>
                <a:lnTo>
                  <a:pt x="6161" y="8184"/>
                </a:lnTo>
                <a:close/>
                <a:moveTo>
                  <a:pt x="4906" y="2784"/>
                </a:moveTo>
                <a:lnTo>
                  <a:pt x="4449" y="4514"/>
                </a:lnTo>
                <a:lnTo>
                  <a:pt x="4107" y="3881"/>
                </a:lnTo>
                <a:lnTo>
                  <a:pt x="4906" y="2784"/>
                </a:lnTo>
                <a:close/>
                <a:moveTo>
                  <a:pt x="3955" y="4134"/>
                </a:moveTo>
                <a:lnTo>
                  <a:pt x="4373" y="4894"/>
                </a:lnTo>
                <a:lnTo>
                  <a:pt x="3651" y="7552"/>
                </a:lnTo>
                <a:lnTo>
                  <a:pt x="1749" y="7088"/>
                </a:lnTo>
                <a:lnTo>
                  <a:pt x="3955" y="4134"/>
                </a:lnTo>
                <a:close/>
                <a:moveTo>
                  <a:pt x="2206" y="7931"/>
                </a:moveTo>
                <a:lnTo>
                  <a:pt x="6427" y="8986"/>
                </a:lnTo>
                <a:lnTo>
                  <a:pt x="9583" y="17719"/>
                </a:lnTo>
                <a:lnTo>
                  <a:pt x="2206" y="7931"/>
                </a:ln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40C0C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9" name="Shape 1999"/>
          <p:cNvSpPr/>
          <p:nvPr/>
        </p:nvSpPr>
        <p:spPr>
          <a:xfrm>
            <a:off x="14427620" y="3535464"/>
            <a:ext cx="4391839" cy="124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Supervisión + reporting</a:t>
            </a:r>
          </a:p>
        </p:txBody>
      </p:sp>
      <p:sp>
        <p:nvSpPr>
          <p:cNvPr id="2000" name="Shape 2000"/>
          <p:cNvSpPr/>
          <p:nvPr/>
        </p:nvSpPr>
        <p:spPr>
          <a:xfrm>
            <a:off x="14427620" y="6936765"/>
            <a:ext cx="439183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€/mes</a:t>
            </a:r>
          </a:p>
        </p:txBody>
      </p:sp>
      <p:sp>
        <p:nvSpPr>
          <p:cNvPr id="2001" name="Shape 2001"/>
          <p:cNvSpPr/>
          <p:nvPr/>
        </p:nvSpPr>
        <p:spPr>
          <a:xfrm>
            <a:off x="15003538" y="7827327"/>
            <a:ext cx="3240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02" name="Shape 2002"/>
          <p:cNvSpPr/>
          <p:nvPr/>
        </p:nvSpPr>
        <p:spPr>
          <a:xfrm>
            <a:off x="14975157" y="8184281"/>
            <a:ext cx="3296761" cy="323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Informe mensual de resultados y documento con mejores prácticas y recomendaciones para seguir optimizando la estrategia.</a:t>
            </a:r>
          </a:p>
        </p:txBody>
      </p:sp>
      <p:sp>
        <p:nvSpPr>
          <p:cNvPr id="2003" name="Shape 2003"/>
          <p:cNvSpPr/>
          <p:nvPr/>
        </p:nvSpPr>
        <p:spPr>
          <a:xfrm>
            <a:off x="15729416" y="4877325"/>
            <a:ext cx="1788247" cy="1595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11" y="3865"/>
                </a:moveTo>
                <a:cubicBezTo>
                  <a:pt x="14885" y="3865"/>
                  <a:pt x="14885" y="3865"/>
                  <a:pt x="14885" y="3865"/>
                </a:cubicBezTo>
                <a:cubicBezTo>
                  <a:pt x="14885" y="2372"/>
                  <a:pt x="14885" y="2372"/>
                  <a:pt x="14885" y="2372"/>
                </a:cubicBezTo>
                <a:cubicBezTo>
                  <a:pt x="14885" y="1074"/>
                  <a:pt x="13927" y="0"/>
                  <a:pt x="12771" y="0"/>
                </a:cubicBezTo>
                <a:cubicBezTo>
                  <a:pt x="8829" y="0"/>
                  <a:pt x="8829" y="0"/>
                  <a:pt x="8829" y="0"/>
                </a:cubicBezTo>
                <a:cubicBezTo>
                  <a:pt x="7660" y="0"/>
                  <a:pt x="6715" y="1074"/>
                  <a:pt x="6715" y="2372"/>
                </a:cubicBezTo>
                <a:cubicBezTo>
                  <a:pt x="6715" y="3865"/>
                  <a:pt x="6715" y="3865"/>
                  <a:pt x="6715" y="3865"/>
                </a:cubicBezTo>
                <a:cubicBezTo>
                  <a:pt x="2176" y="3865"/>
                  <a:pt x="2176" y="3865"/>
                  <a:pt x="2176" y="3865"/>
                </a:cubicBezTo>
                <a:cubicBezTo>
                  <a:pt x="970" y="3865"/>
                  <a:pt x="0" y="4967"/>
                  <a:pt x="0" y="6307"/>
                </a:cubicBezTo>
                <a:cubicBezTo>
                  <a:pt x="0" y="19144"/>
                  <a:pt x="0" y="19144"/>
                  <a:pt x="0" y="19144"/>
                </a:cubicBezTo>
                <a:cubicBezTo>
                  <a:pt x="0" y="20498"/>
                  <a:pt x="970" y="21600"/>
                  <a:pt x="2176" y="21600"/>
                </a:cubicBezTo>
                <a:cubicBezTo>
                  <a:pt x="19411" y="21600"/>
                  <a:pt x="19411" y="21600"/>
                  <a:pt x="19411" y="21600"/>
                </a:cubicBezTo>
                <a:cubicBezTo>
                  <a:pt x="20618" y="21600"/>
                  <a:pt x="21600" y="20498"/>
                  <a:pt x="21600" y="19144"/>
                </a:cubicBezTo>
                <a:cubicBezTo>
                  <a:pt x="21600" y="6307"/>
                  <a:pt x="21600" y="6307"/>
                  <a:pt x="21600" y="6307"/>
                </a:cubicBezTo>
                <a:cubicBezTo>
                  <a:pt x="21600" y="4967"/>
                  <a:pt x="20618" y="3865"/>
                  <a:pt x="19411" y="3865"/>
                </a:cubicBezTo>
                <a:close/>
                <a:moveTo>
                  <a:pt x="8506" y="2372"/>
                </a:moveTo>
                <a:cubicBezTo>
                  <a:pt x="8506" y="2177"/>
                  <a:pt x="8655" y="2023"/>
                  <a:pt x="8829" y="2023"/>
                </a:cubicBezTo>
                <a:cubicBezTo>
                  <a:pt x="12771" y="2023"/>
                  <a:pt x="12771" y="2023"/>
                  <a:pt x="12771" y="2023"/>
                </a:cubicBezTo>
                <a:cubicBezTo>
                  <a:pt x="12945" y="2023"/>
                  <a:pt x="13082" y="2177"/>
                  <a:pt x="13082" y="2372"/>
                </a:cubicBezTo>
                <a:cubicBezTo>
                  <a:pt x="13082" y="3865"/>
                  <a:pt x="13082" y="3865"/>
                  <a:pt x="13082" y="3865"/>
                </a:cubicBezTo>
                <a:cubicBezTo>
                  <a:pt x="8506" y="3865"/>
                  <a:pt x="8506" y="3865"/>
                  <a:pt x="8506" y="3865"/>
                </a:cubicBezTo>
                <a:lnTo>
                  <a:pt x="8506" y="2372"/>
                </a:lnTo>
                <a:close/>
                <a:moveTo>
                  <a:pt x="2176" y="5302"/>
                </a:moveTo>
                <a:cubicBezTo>
                  <a:pt x="19411" y="5302"/>
                  <a:pt x="19411" y="5302"/>
                  <a:pt x="19411" y="5302"/>
                </a:cubicBezTo>
                <a:cubicBezTo>
                  <a:pt x="19909" y="5302"/>
                  <a:pt x="20307" y="5763"/>
                  <a:pt x="20307" y="6307"/>
                </a:cubicBezTo>
                <a:cubicBezTo>
                  <a:pt x="20307" y="11888"/>
                  <a:pt x="20307" y="11888"/>
                  <a:pt x="20307" y="11888"/>
                </a:cubicBezTo>
                <a:cubicBezTo>
                  <a:pt x="12423" y="11888"/>
                  <a:pt x="12423" y="11888"/>
                  <a:pt x="12423" y="11888"/>
                </a:cubicBezTo>
                <a:cubicBezTo>
                  <a:pt x="12423" y="11428"/>
                  <a:pt x="12423" y="11428"/>
                  <a:pt x="12423" y="11428"/>
                </a:cubicBezTo>
                <a:cubicBezTo>
                  <a:pt x="12423" y="10953"/>
                  <a:pt x="12087" y="10563"/>
                  <a:pt x="11664" y="10563"/>
                </a:cubicBezTo>
                <a:cubicBezTo>
                  <a:pt x="9936" y="10563"/>
                  <a:pt x="9936" y="10563"/>
                  <a:pt x="9936" y="10563"/>
                </a:cubicBezTo>
                <a:cubicBezTo>
                  <a:pt x="9513" y="10563"/>
                  <a:pt x="9165" y="10953"/>
                  <a:pt x="9165" y="11428"/>
                </a:cubicBezTo>
                <a:cubicBezTo>
                  <a:pt x="9165" y="11888"/>
                  <a:pt x="9165" y="11888"/>
                  <a:pt x="9165" y="11888"/>
                </a:cubicBezTo>
                <a:cubicBezTo>
                  <a:pt x="1281" y="11888"/>
                  <a:pt x="1281" y="11888"/>
                  <a:pt x="1281" y="11888"/>
                </a:cubicBezTo>
                <a:cubicBezTo>
                  <a:pt x="1281" y="6307"/>
                  <a:pt x="1281" y="6307"/>
                  <a:pt x="1281" y="6307"/>
                </a:cubicBezTo>
                <a:cubicBezTo>
                  <a:pt x="1281" y="5763"/>
                  <a:pt x="1679" y="5302"/>
                  <a:pt x="2176" y="5302"/>
                </a:cubicBezTo>
                <a:close/>
                <a:moveTo>
                  <a:pt x="9811" y="11428"/>
                </a:moveTo>
                <a:cubicBezTo>
                  <a:pt x="9811" y="11344"/>
                  <a:pt x="9861" y="11288"/>
                  <a:pt x="9936" y="11288"/>
                </a:cubicBezTo>
                <a:cubicBezTo>
                  <a:pt x="11664" y="11288"/>
                  <a:pt x="11664" y="11288"/>
                  <a:pt x="11664" y="11288"/>
                </a:cubicBezTo>
                <a:cubicBezTo>
                  <a:pt x="11726" y="11288"/>
                  <a:pt x="11789" y="11344"/>
                  <a:pt x="11789" y="11428"/>
                </a:cubicBezTo>
                <a:cubicBezTo>
                  <a:pt x="11789" y="13367"/>
                  <a:pt x="11789" y="13367"/>
                  <a:pt x="11789" y="13367"/>
                </a:cubicBezTo>
                <a:cubicBezTo>
                  <a:pt x="11789" y="13437"/>
                  <a:pt x="11726" y="13507"/>
                  <a:pt x="11664" y="13507"/>
                </a:cubicBezTo>
                <a:cubicBezTo>
                  <a:pt x="9936" y="13507"/>
                  <a:pt x="9936" y="13507"/>
                  <a:pt x="9936" y="13507"/>
                </a:cubicBezTo>
                <a:cubicBezTo>
                  <a:pt x="9861" y="13507"/>
                  <a:pt x="9811" y="13437"/>
                  <a:pt x="9811" y="13367"/>
                </a:cubicBezTo>
                <a:lnTo>
                  <a:pt x="9811" y="11428"/>
                </a:lnTo>
                <a:close/>
                <a:moveTo>
                  <a:pt x="19411" y="20149"/>
                </a:moveTo>
                <a:cubicBezTo>
                  <a:pt x="2176" y="20149"/>
                  <a:pt x="2176" y="20149"/>
                  <a:pt x="2176" y="20149"/>
                </a:cubicBezTo>
                <a:cubicBezTo>
                  <a:pt x="1679" y="20149"/>
                  <a:pt x="1281" y="19702"/>
                  <a:pt x="1281" y="19144"/>
                </a:cubicBezTo>
                <a:cubicBezTo>
                  <a:pt x="1281" y="12614"/>
                  <a:pt x="1281" y="12614"/>
                  <a:pt x="1281" y="12614"/>
                </a:cubicBezTo>
                <a:cubicBezTo>
                  <a:pt x="9165" y="12614"/>
                  <a:pt x="9165" y="12614"/>
                  <a:pt x="9165" y="12614"/>
                </a:cubicBezTo>
                <a:cubicBezTo>
                  <a:pt x="9165" y="13367"/>
                  <a:pt x="9165" y="13367"/>
                  <a:pt x="9165" y="13367"/>
                </a:cubicBezTo>
                <a:cubicBezTo>
                  <a:pt x="9165" y="13842"/>
                  <a:pt x="9513" y="14219"/>
                  <a:pt x="9936" y="14219"/>
                </a:cubicBezTo>
                <a:cubicBezTo>
                  <a:pt x="11664" y="14219"/>
                  <a:pt x="11664" y="14219"/>
                  <a:pt x="11664" y="14219"/>
                </a:cubicBezTo>
                <a:cubicBezTo>
                  <a:pt x="12087" y="14219"/>
                  <a:pt x="12423" y="13842"/>
                  <a:pt x="12423" y="13367"/>
                </a:cubicBezTo>
                <a:cubicBezTo>
                  <a:pt x="12423" y="12614"/>
                  <a:pt x="12423" y="12614"/>
                  <a:pt x="12423" y="12614"/>
                </a:cubicBezTo>
                <a:cubicBezTo>
                  <a:pt x="20307" y="12614"/>
                  <a:pt x="20307" y="12614"/>
                  <a:pt x="20307" y="12614"/>
                </a:cubicBezTo>
                <a:cubicBezTo>
                  <a:pt x="20307" y="19144"/>
                  <a:pt x="20307" y="19144"/>
                  <a:pt x="20307" y="19144"/>
                </a:cubicBezTo>
                <a:cubicBezTo>
                  <a:pt x="20307" y="19702"/>
                  <a:pt x="19909" y="20149"/>
                  <a:pt x="19411" y="20149"/>
                </a:cubicBez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4" name="Shape 2004"/>
          <p:cNvSpPr/>
          <p:nvPr/>
        </p:nvSpPr>
        <p:spPr>
          <a:xfrm>
            <a:off x="5599455" y="3535464"/>
            <a:ext cx="4391840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Publicidad FB y TW</a:t>
            </a:r>
          </a:p>
        </p:txBody>
      </p:sp>
      <p:sp>
        <p:nvSpPr>
          <p:cNvPr id="2005" name="Shape 2005"/>
          <p:cNvSpPr/>
          <p:nvPr/>
        </p:nvSpPr>
        <p:spPr>
          <a:xfrm>
            <a:off x="5599455" y="6936765"/>
            <a:ext cx="4391840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Desde €/mes</a:t>
            </a:r>
          </a:p>
        </p:txBody>
      </p:sp>
      <p:sp>
        <p:nvSpPr>
          <p:cNvPr id="2006" name="Shape 2006"/>
          <p:cNvSpPr/>
          <p:nvPr/>
        </p:nvSpPr>
        <p:spPr>
          <a:xfrm>
            <a:off x="6175373" y="7827327"/>
            <a:ext cx="3240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07" name="Shape 2007"/>
          <p:cNvSpPr/>
          <p:nvPr/>
        </p:nvSpPr>
        <p:spPr>
          <a:xfrm>
            <a:off x="6146994" y="8184281"/>
            <a:ext cx="3296761" cy="323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gestión de campañas de publicidad en Facebook y Twitter (Aumento de seguidores, promoción de contenidos)</a:t>
            </a:r>
          </a:p>
        </p:txBody>
      </p:sp>
      <p:sp>
        <p:nvSpPr>
          <p:cNvPr id="2008" name="Shape 2008"/>
          <p:cNvSpPr/>
          <p:nvPr/>
        </p:nvSpPr>
        <p:spPr>
          <a:xfrm>
            <a:off x="7350876" y="4587604"/>
            <a:ext cx="888999" cy="2174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66" y="1387"/>
                </a:moveTo>
                <a:lnTo>
                  <a:pt x="15891" y="0"/>
                </a:lnTo>
                <a:lnTo>
                  <a:pt x="5786" y="0"/>
                </a:lnTo>
                <a:lnTo>
                  <a:pt x="3780" y="1324"/>
                </a:lnTo>
                <a:lnTo>
                  <a:pt x="6094" y="4415"/>
                </a:lnTo>
                <a:lnTo>
                  <a:pt x="0" y="16839"/>
                </a:lnTo>
                <a:lnTo>
                  <a:pt x="10800" y="21600"/>
                </a:lnTo>
                <a:lnTo>
                  <a:pt x="21600" y="16839"/>
                </a:lnTo>
                <a:lnTo>
                  <a:pt x="15351" y="4383"/>
                </a:lnTo>
                <a:lnTo>
                  <a:pt x="17666" y="1387"/>
                </a:lnTo>
                <a:close/>
                <a:moveTo>
                  <a:pt x="7329" y="1104"/>
                </a:moveTo>
                <a:lnTo>
                  <a:pt x="14271" y="1104"/>
                </a:lnTo>
                <a:lnTo>
                  <a:pt x="14811" y="1482"/>
                </a:lnTo>
                <a:lnTo>
                  <a:pt x="12960" y="3847"/>
                </a:lnTo>
                <a:lnTo>
                  <a:pt x="8486" y="3847"/>
                </a:lnTo>
                <a:lnTo>
                  <a:pt x="6634" y="1482"/>
                </a:lnTo>
                <a:lnTo>
                  <a:pt x="7329" y="1104"/>
                </a:lnTo>
                <a:close/>
                <a:moveTo>
                  <a:pt x="4706" y="12802"/>
                </a:moveTo>
                <a:lnTo>
                  <a:pt x="16123" y="17627"/>
                </a:lnTo>
                <a:lnTo>
                  <a:pt x="13963" y="18573"/>
                </a:lnTo>
                <a:lnTo>
                  <a:pt x="3857" y="14474"/>
                </a:lnTo>
                <a:lnTo>
                  <a:pt x="4706" y="12802"/>
                </a:lnTo>
                <a:close/>
                <a:moveTo>
                  <a:pt x="5014" y="12172"/>
                </a:moveTo>
                <a:lnTo>
                  <a:pt x="5863" y="10437"/>
                </a:lnTo>
                <a:lnTo>
                  <a:pt x="18360" y="15766"/>
                </a:lnTo>
                <a:lnTo>
                  <a:pt x="18669" y="16492"/>
                </a:lnTo>
                <a:lnTo>
                  <a:pt x="17049" y="17217"/>
                </a:lnTo>
                <a:lnTo>
                  <a:pt x="5014" y="12172"/>
                </a:lnTo>
                <a:close/>
                <a:moveTo>
                  <a:pt x="6171" y="9807"/>
                </a:moveTo>
                <a:lnTo>
                  <a:pt x="6943" y="8262"/>
                </a:lnTo>
                <a:lnTo>
                  <a:pt x="16509" y="12140"/>
                </a:lnTo>
                <a:lnTo>
                  <a:pt x="17820" y="14757"/>
                </a:lnTo>
                <a:lnTo>
                  <a:pt x="6171" y="9807"/>
                </a:lnTo>
                <a:close/>
                <a:moveTo>
                  <a:pt x="7251" y="7631"/>
                </a:moveTo>
                <a:lnTo>
                  <a:pt x="8100" y="5897"/>
                </a:lnTo>
                <a:lnTo>
                  <a:pt x="14811" y="8766"/>
                </a:lnTo>
                <a:lnTo>
                  <a:pt x="16046" y="11194"/>
                </a:lnTo>
                <a:lnTo>
                  <a:pt x="7251" y="7631"/>
                </a:lnTo>
                <a:close/>
                <a:moveTo>
                  <a:pt x="3549" y="15104"/>
                </a:moveTo>
                <a:lnTo>
                  <a:pt x="13037" y="18983"/>
                </a:lnTo>
                <a:lnTo>
                  <a:pt x="10800" y="19992"/>
                </a:lnTo>
                <a:lnTo>
                  <a:pt x="2854" y="16492"/>
                </a:lnTo>
                <a:lnTo>
                  <a:pt x="3549" y="15104"/>
                </a:lnTo>
                <a:close/>
                <a:moveTo>
                  <a:pt x="12960" y="4919"/>
                </a:moveTo>
                <a:lnTo>
                  <a:pt x="14271" y="7757"/>
                </a:lnTo>
                <a:lnTo>
                  <a:pt x="8409" y="5234"/>
                </a:lnTo>
                <a:lnTo>
                  <a:pt x="8563" y="4919"/>
                </a:lnTo>
                <a:lnTo>
                  <a:pt x="12960" y="4919"/>
                </a:ln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9" name="Shape 2009"/>
          <p:cNvSpPr/>
          <p:nvPr/>
        </p:nvSpPr>
        <p:spPr>
          <a:xfrm>
            <a:off x="10020379" y="3535464"/>
            <a:ext cx="4391839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Identidad visual</a:t>
            </a:r>
          </a:p>
        </p:txBody>
      </p:sp>
      <p:sp>
        <p:nvSpPr>
          <p:cNvPr id="2010" name="Shape 2010"/>
          <p:cNvSpPr/>
          <p:nvPr/>
        </p:nvSpPr>
        <p:spPr>
          <a:xfrm>
            <a:off x="10020379" y="6936765"/>
            <a:ext cx="4391839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€</a:t>
            </a:r>
          </a:p>
        </p:txBody>
      </p:sp>
      <p:sp>
        <p:nvSpPr>
          <p:cNvPr id="2011" name="Shape 2011"/>
          <p:cNvSpPr/>
          <p:nvPr/>
        </p:nvSpPr>
        <p:spPr>
          <a:xfrm>
            <a:off x="10596298" y="7827327"/>
            <a:ext cx="3240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12" name="Shape 2012"/>
          <p:cNvSpPr/>
          <p:nvPr/>
        </p:nvSpPr>
        <p:spPr>
          <a:xfrm>
            <a:off x="10567917" y="8184281"/>
            <a:ext cx="3296761" cy="284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Banco de imágenes Creación de línea gráfica para contenidos</a:t>
            </a: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defTabSz="914400"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Plantillas para gráficas, mini infografías, etc…</a:t>
            </a:r>
          </a:p>
        </p:txBody>
      </p:sp>
      <p:sp>
        <p:nvSpPr>
          <p:cNvPr id="2013" name="Shape 2013"/>
          <p:cNvSpPr/>
          <p:nvPr/>
        </p:nvSpPr>
        <p:spPr>
          <a:xfrm flipH="1">
            <a:off x="5571959" y="3280485"/>
            <a:ext cx="1" cy="8280001"/>
          </a:xfrm>
          <a:prstGeom prst="line">
            <a:avLst/>
          </a:prstGeom>
          <a:ln w="12700">
            <a:solidFill>
              <a:srgbClr val="0A0A0A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14" name="Shape 2014"/>
          <p:cNvSpPr/>
          <p:nvPr/>
        </p:nvSpPr>
        <p:spPr>
          <a:xfrm>
            <a:off x="1180215" y="3535464"/>
            <a:ext cx="4391840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3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A0A0A"/>
                </a:solidFill>
              </a:rPr>
              <a:t>Programación</a:t>
            </a:r>
          </a:p>
        </p:txBody>
      </p:sp>
      <p:sp>
        <p:nvSpPr>
          <p:cNvPr id="2015" name="Shape 2015"/>
          <p:cNvSpPr/>
          <p:nvPr/>
        </p:nvSpPr>
        <p:spPr>
          <a:xfrm>
            <a:off x="1180215" y="6936765"/>
            <a:ext cx="4391840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b="1" sz="2500">
                <a:solidFill>
                  <a:srgbClr val="40C0C0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2500">
                <a:solidFill>
                  <a:srgbClr val="40C0C0"/>
                </a:solidFill>
              </a:rPr>
              <a:t>€/hora</a:t>
            </a:r>
          </a:p>
        </p:txBody>
      </p:sp>
      <p:sp>
        <p:nvSpPr>
          <p:cNvPr id="2016" name="Shape 2016"/>
          <p:cNvSpPr/>
          <p:nvPr/>
        </p:nvSpPr>
        <p:spPr>
          <a:xfrm>
            <a:off x="1756134" y="7827327"/>
            <a:ext cx="3240001" cy="1"/>
          </a:xfrm>
          <a:prstGeom prst="line">
            <a:avLst/>
          </a:prstGeom>
          <a:ln w="38100">
            <a:solidFill>
              <a:srgbClr val="878787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17" name="Shape 2017"/>
          <p:cNvSpPr/>
          <p:nvPr/>
        </p:nvSpPr>
        <p:spPr>
          <a:xfrm>
            <a:off x="1727754" y="8184281"/>
            <a:ext cx="3296761" cy="208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878787"/>
                </a:solidFill>
              </a:rPr>
              <a:t>Optimización de la web, configuración de estrategias, plugins, widgets, etc…</a:t>
            </a:r>
          </a:p>
        </p:txBody>
      </p:sp>
      <p:sp>
        <p:nvSpPr>
          <p:cNvPr id="2018" name="Shape 2018"/>
          <p:cNvSpPr/>
          <p:nvPr/>
        </p:nvSpPr>
        <p:spPr>
          <a:xfrm>
            <a:off x="2496107" y="4795015"/>
            <a:ext cx="1760053" cy="1760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3" y="11446"/>
                </a:moveTo>
                <a:cubicBezTo>
                  <a:pt x="20133" y="3830"/>
                  <a:pt x="20133" y="3830"/>
                  <a:pt x="20133" y="3830"/>
                </a:cubicBezTo>
                <a:cubicBezTo>
                  <a:pt x="20910" y="3580"/>
                  <a:pt x="21483" y="2861"/>
                  <a:pt x="21483" y="1996"/>
                </a:cubicBezTo>
                <a:cubicBezTo>
                  <a:pt x="21483" y="924"/>
                  <a:pt x="20617" y="59"/>
                  <a:pt x="19546" y="59"/>
                </a:cubicBezTo>
                <a:cubicBezTo>
                  <a:pt x="18592" y="59"/>
                  <a:pt x="17799" y="748"/>
                  <a:pt x="17638" y="1643"/>
                </a:cubicBezTo>
                <a:cubicBezTo>
                  <a:pt x="10184" y="1643"/>
                  <a:pt x="10184" y="1643"/>
                  <a:pt x="10184" y="1643"/>
                </a:cubicBezTo>
                <a:cubicBezTo>
                  <a:pt x="10052" y="719"/>
                  <a:pt x="9245" y="0"/>
                  <a:pt x="8276" y="0"/>
                </a:cubicBezTo>
                <a:cubicBezTo>
                  <a:pt x="7205" y="0"/>
                  <a:pt x="6339" y="866"/>
                  <a:pt x="6339" y="1937"/>
                </a:cubicBezTo>
                <a:cubicBezTo>
                  <a:pt x="6339" y="2172"/>
                  <a:pt x="6383" y="2392"/>
                  <a:pt x="6457" y="2597"/>
                </a:cubicBezTo>
                <a:cubicBezTo>
                  <a:pt x="2480" y="6413"/>
                  <a:pt x="2480" y="6413"/>
                  <a:pt x="2480" y="6413"/>
                </a:cubicBezTo>
                <a:cubicBezTo>
                  <a:pt x="2304" y="6368"/>
                  <a:pt x="2128" y="6339"/>
                  <a:pt x="1937" y="6339"/>
                </a:cubicBezTo>
                <a:cubicBezTo>
                  <a:pt x="866" y="6339"/>
                  <a:pt x="0" y="7205"/>
                  <a:pt x="0" y="8276"/>
                </a:cubicBezTo>
                <a:cubicBezTo>
                  <a:pt x="0" y="9186"/>
                  <a:pt x="631" y="9949"/>
                  <a:pt x="1467" y="10154"/>
                </a:cubicBezTo>
                <a:cubicBezTo>
                  <a:pt x="1467" y="17755"/>
                  <a:pt x="1467" y="17755"/>
                  <a:pt x="1467" y="17755"/>
                </a:cubicBezTo>
                <a:cubicBezTo>
                  <a:pt x="690" y="18005"/>
                  <a:pt x="117" y="18739"/>
                  <a:pt x="117" y="19604"/>
                </a:cubicBezTo>
                <a:cubicBezTo>
                  <a:pt x="117" y="20676"/>
                  <a:pt x="983" y="21541"/>
                  <a:pt x="2054" y="21541"/>
                </a:cubicBezTo>
                <a:cubicBezTo>
                  <a:pt x="2891" y="21541"/>
                  <a:pt x="3610" y="20998"/>
                  <a:pt x="3874" y="20250"/>
                </a:cubicBezTo>
                <a:cubicBezTo>
                  <a:pt x="11402" y="20250"/>
                  <a:pt x="11402" y="20250"/>
                  <a:pt x="11402" y="20250"/>
                </a:cubicBezTo>
                <a:cubicBezTo>
                  <a:pt x="11446" y="20309"/>
                  <a:pt x="11490" y="20353"/>
                  <a:pt x="11534" y="20411"/>
                </a:cubicBezTo>
                <a:cubicBezTo>
                  <a:pt x="11827" y="21101"/>
                  <a:pt x="12517" y="21600"/>
                  <a:pt x="13324" y="21600"/>
                </a:cubicBezTo>
                <a:cubicBezTo>
                  <a:pt x="14395" y="21600"/>
                  <a:pt x="15261" y="20734"/>
                  <a:pt x="15261" y="19663"/>
                </a:cubicBezTo>
                <a:cubicBezTo>
                  <a:pt x="15261" y="19252"/>
                  <a:pt x="15129" y="18871"/>
                  <a:pt x="14909" y="18563"/>
                </a:cubicBezTo>
                <a:cubicBezTo>
                  <a:pt x="18665" y="14982"/>
                  <a:pt x="18665" y="14982"/>
                  <a:pt x="18665" y="14982"/>
                </a:cubicBezTo>
                <a:cubicBezTo>
                  <a:pt x="18959" y="15158"/>
                  <a:pt x="19296" y="15261"/>
                  <a:pt x="19663" y="15261"/>
                </a:cubicBezTo>
                <a:cubicBezTo>
                  <a:pt x="20734" y="15261"/>
                  <a:pt x="21600" y="14395"/>
                  <a:pt x="21600" y="13324"/>
                </a:cubicBezTo>
                <a:cubicBezTo>
                  <a:pt x="21600" y="12414"/>
                  <a:pt x="20969" y="11651"/>
                  <a:pt x="20133" y="11446"/>
                </a:cubicBezTo>
                <a:close/>
                <a:moveTo>
                  <a:pt x="17726" y="13324"/>
                </a:moveTo>
                <a:cubicBezTo>
                  <a:pt x="17726" y="13353"/>
                  <a:pt x="17726" y="13397"/>
                  <a:pt x="17726" y="13427"/>
                </a:cubicBezTo>
                <a:cubicBezTo>
                  <a:pt x="17697" y="13676"/>
                  <a:pt x="17697" y="13676"/>
                  <a:pt x="17697" y="13676"/>
                </a:cubicBezTo>
                <a:cubicBezTo>
                  <a:pt x="17726" y="13720"/>
                  <a:pt x="17755" y="13779"/>
                  <a:pt x="17799" y="13823"/>
                </a:cubicBezTo>
                <a:cubicBezTo>
                  <a:pt x="17843" y="14014"/>
                  <a:pt x="17917" y="14190"/>
                  <a:pt x="18020" y="14336"/>
                </a:cubicBezTo>
                <a:cubicBezTo>
                  <a:pt x="14160" y="17917"/>
                  <a:pt x="14160" y="17917"/>
                  <a:pt x="14160" y="17917"/>
                </a:cubicBezTo>
                <a:cubicBezTo>
                  <a:pt x="14058" y="17873"/>
                  <a:pt x="13955" y="17829"/>
                  <a:pt x="13852" y="17799"/>
                </a:cubicBezTo>
                <a:cubicBezTo>
                  <a:pt x="13852" y="10154"/>
                  <a:pt x="13852" y="10154"/>
                  <a:pt x="13852" y="10154"/>
                </a:cubicBezTo>
                <a:cubicBezTo>
                  <a:pt x="14601" y="9890"/>
                  <a:pt x="15143" y="9171"/>
                  <a:pt x="15143" y="8335"/>
                </a:cubicBezTo>
                <a:cubicBezTo>
                  <a:pt x="15143" y="7880"/>
                  <a:pt x="14982" y="7469"/>
                  <a:pt x="14733" y="7132"/>
                </a:cubicBezTo>
                <a:cubicBezTo>
                  <a:pt x="18430" y="3580"/>
                  <a:pt x="18430" y="3580"/>
                  <a:pt x="18430" y="3580"/>
                </a:cubicBezTo>
                <a:cubicBezTo>
                  <a:pt x="18577" y="3683"/>
                  <a:pt x="18739" y="3757"/>
                  <a:pt x="18900" y="3815"/>
                </a:cubicBezTo>
                <a:cubicBezTo>
                  <a:pt x="18900" y="11548"/>
                  <a:pt x="18900" y="11548"/>
                  <a:pt x="18900" y="11548"/>
                </a:cubicBezTo>
                <a:cubicBezTo>
                  <a:pt x="18210" y="11842"/>
                  <a:pt x="17726" y="12517"/>
                  <a:pt x="17726" y="13324"/>
                </a:cubicBezTo>
                <a:close/>
                <a:moveTo>
                  <a:pt x="7014" y="3390"/>
                </a:moveTo>
                <a:cubicBezTo>
                  <a:pt x="7352" y="3683"/>
                  <a:pt x="7792" y="3874"/>
                  <a:pt x="8276" y="3874"/>
                </a:cubicBezTo>
                <a:cubicBezTo>
                  <a:pt x="9068" y="3874"/>
                  <a:pt x="9758" y="3390"/>
                  <a:pt x="10052" y="2700"/>
                </a:cubicBezTo>
                <a:cubicBezTo>
                  <a:pt x="10096" y="2641"/>
                  <a:pt x="10140" y="2583"/>
                  <a:pt x="10169" y="2524"/>
                </a:cubicBezTo>
                <a:cubicBezTo>
                  <a:pt x="17682" y="2524"/>
                  <a:pt x="17682" y="2524"/>
                  <a:pt x="17682" y="2524"/>
                </a:cubicBezTo>
                <a:cubicBezTo>
                  <a:pt x="17711" y="2641"/>
                  <a:pt x="17755" y="2759"/>
                  <a:pt x="17814" y="2861"/>
                </a:cubicBezTo>
                <a:cubicBezTo>
                  <a:pt x="13867" y="6515"/>
                  <a:pt x="13867" y="6515"/>
                  <a:pt x="13867" y="6515"/>
                </a:cubicBezTo>
                <a:cubicBezTo>
                  <a:pt x="13661" y="6442"/>
                  <a:pt x="13441" y="6398"/>
                  <a:pt x="13207" y="6398"/>
                </a:cubicBezTo>
                <a:cubicBezTo>
                  <a:pt x="12282" y="6398"/>
                  <a:pt x="11504" y="7058"/>
                  <a:pt x="11314" y="7924"/>
                </a:cubicBezTo>
                <a:cubicBezTo>
                  <a:pt x="3845" y="7924"/>
                  <a:pt x="3845" y="7924"/>
                  <a:pt x="3845" y="7924"/>
                </a:cubicBezTo>
                <a:cubicBezTo>
                  <a:pt x="3771" y="7528"/>
                  <a:pt x="3580" y="7176"/>
                  <a:pt x="3302" y="6897"/>
                </a:cubicBezTo>
                <a:lnTo>
                  <a:pt x="7014" y="3390"/>
                </a:lnTo>
                <a:close/>
                <a:moveTo>
                  <a:pt x="3947" y="19193"/>
                </a:moveTo>
                <a:cubicBezTo>
                  <a:pt x="3801" y="18518"/>
                  <a:pt x="3302" y="17961"/>
                  <a:pt x="2641" y="17755"/>
                </a:cubicBezTo>
                <a:cubicBezTo>
                  <a:pt x="2641" y="10081"/>
                  <a:pt x="2641" y="10081"/>
                  <a:pt x="2641" y="10081"/>
                </a:cubicBezTo>
                <a:cubicBezTo>
                  <a:pt x="3170" y="9876"/>
                  <a:pt x="3580" y="9450"/>
                  <a:pt x="3757" y="8907"/>
                </a:cubicBezTo>
                <a:cubicBezTo>
                  <a:pt x="7572" y="8951"/>
                  <a:pt x="7572" y="8951"/>
                  <a:pt x="7572" y="8951"/>
                </a:cubicBezTo>
                <a:cubicBezTo>
                  <a:pt x="8922" y="8922"/>
                  <a:pt x="8922" y="8922"/>
                  <a:pt x="8922" y="8922"/>
                </a:cubicBezTo>
                <a:cubicBezTo>
                  <a:pt x="11358" y="8922"/>
                  <a:pt x="11358" y="8922"/>
                  <a:pt x="11358" y="8922"/>
                </a:cubicBezTo>
                <a:cubicBezTo>
                  <a:pt x="11534" y="9479"/>
                  <a:pt x="11959" y="9920"/>
                  <a:pt x="12502" y="10140"/>
                </a:cubicBezTo>
                <a:cubicBezTo>
                  <a:pt x="12502" y="17902"/>
                  <a:pt x="12502" y="17902"/>
                  <a:pt x="12502" y="17902"/>
                </a:cubicBezTo>
                <a:cubicBezTo>
                  <a:pt x="12150" y="18078"/>
                  <a:pt x="11842" y="18342"/>
                  <a:pt x="11651" y="18695"/>
                </a:cubicBezTo>
                <a:cubicBezTo>
                  <a:pt x="11519" y="18841"/>
                  <a:pt x="11416" y="19003"/>
                  <a:pt x="11343" y="19193"/>
                </a:cubicBezTo>
                <a:lnTo>
                  <a:pt x="3947" y="19193"/>
                </a:lnTo>
                <a:close/>
              </a:path>
            </a:pathLst>
          </a:custGeom>
          <a:solidFill>
            <a:srgbClr val="878787"/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030" name="Group 2030"/>
          <p:cNvGrpSpPr/>
          <p:nvPr/>
        </p:nvGrpSpPr>
        <p:grpSpPr>
          <a:xfrm>
            <a:off x="11548885" y="4515197"/>
            <a:ext cx="1297086" cy="2158115"/>
            <a:chOff x="0" y="0"/>
            <a:chExt cx="1297084" cy="2158114"/>
          </a:xfrm>
        </p:grpSpPr>
        <p:sp>
          <p:nvSpPr>
            <p:cNvPr id="2019" name="Shape 2019"/>
            <p:cNvSpPr/>
            <p:nvPr/>
          </p:nvSpPr>
          <p:spPr>
            <a:xfrm>
              <a:off x="0" y="284545"/>
              <a:ext cx="524747" cy="1873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60" y="21600"/>
                  </a:moveTo>
                  <a:cubicBezTo>
                    <a:pt x="6120" y="21600"/>
                    <a:pt x="0" y="20479"/>
                    <a:pt x="0" y="18951"/>
                  </a:cubicBezTo>
                  <a:cubicBezTo>
                    <a:pt x="0" y="5502"/>
                    <a:pt x="0" y="5502"/>
                    <a:pt x="0" y="5502"/>
                  </a:cubicBezTo>
                  <a:cubicBezTo>
                    <a:pt x="0" y="5400"/>
                    <a:pt x="0" y="5298"/>
                    <a:pt x="360" y="5196"/>
                  </a:cubicBezTo>
                  <a:cubicBezTo>
                    <a:pt x="9000" y="306"/>
                    <a:pt x="9000" y="306"/>
                    <a:pt x="9000" y="306"/>
                  </a:cubicBezTo>
                  <a:cubicBezTo>
                    <a:pt x="9360" y="102"/>
                    <a:pt x="10080" y="0"/>
                    <a:pt x="10800" y="0"/>
                  </a:cubicBezTo>
                  <a:cubicBezTo>
                    <a:pt x="11520" y="0"/>
                    <a:pt x="12240" y="102"/>
                    <a:pt x="12600" y="306"/>
                  </a:cubicBezTo>
                  <a:cubicBezTo>
                    <a:pt x="21240" y="5196"/>
                    <a:pt x="21240" y="5196"/>
                    <a:pt x="21240" y="5196"/>
                  </a:cubicBezTo>
                  <a:cubicBezTo>
                    <a:pt x="21600" y="5298"/>
                    <a:pt x="21600" y="5400"/>
                    <a:pt x="21600" y="5502"/>
                  </a:cubicBezTo>
                  <a:cubicBezTo>
                    <a:pt x="21600" y="18951"/>
                    <a:pt x="21600" y="18951"/>
                    <a:pt x="21600" y="18951"/>
                  </a:cubicBezTo>
                  <a:cubicBezTo>
                    <a:pt x="21600" y="20479"/>
                    <a:pt x="16200" y="21600"/>
                    <a:pt x="11160" y="21600"/>
                  </a:cubicBezTo>
                  <a:close/>
                  <a:moveTo>
                    <a:pt x="4320" y="5604"/>
                  </a:moveTo>
                  <a:cubicBezTo>
                    <a:pt x="4320" y="18951"/>
                    <a:pt x="4320" y="18951"/>
                    <a:pt x="4320" y="18951"/>
                  </a:cubicBezTo>
                  <a:cubicBezTo>
                    <a:pt x="4320" y="19664"/>
                    <a:pt x="8280" y="20377"/>
                    <a:pt x="11160" y="20377"/>
                  </a:cubicBezTo>
                  <a:cubicBezTo>
                    <a:pt x="14040" y="20377"/>
                    <a:pt x="17280" y="19766"/>
                    <a:pt x="17280" y="18951"/>
                  </a:cubicBezTo>
                  <a:cubicBezTo>
                    <a:pt x="17280" y="5604"/>
                    <a:pt x="17280" y="5604"/>
                    <a:pt x="17280" y="5604"/>
                  </a:cubicBezTo>
                  <a:cubicBezTo>
                    <a:pt x="10800" y="1936"/>
                    <a:pt x="10800" y="1936"/>
                    <a:pt x="10800" y="1936"/>
                  </a:cubicBezTo>
                  <a:lnTo>
                    <a:pt x="4320" y="5604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0" name="Shape 2020"/>
            <p:cNvSpPr/>
            <p:nvPr/>
          </p:nvSpPr>
          <p:spPr>
            <a:xfrm>
              <a:off x="0" y="1770096"/>
              <a:ext cx="524747" cy="103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16200"/>
                    <a:pt x="0" y="10800"/>
                  </a:cubicBezTo>
                  <a:cubicBezTo>
                    <a:pt x="0" y="5400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400"/>
                    <a:pt x="21600" y="10800"/>
                  </a:cubicBezTo>
                  <a:cubicBezTo>
                    <a:pt x="21600" y="16200"/>
                    <a:pt x="20520" y="21600"/>
                    <a:pt x="1944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1" name="Shape 2021"/>
            <p:cNvSpPr/>
            <p:nvPr/>
          </p:nvSpPr>
          <p:spPr>
            <a:xfrm>
              <a:off x="0" y="1625976"/>
              <a:ext cx="524747" cy="107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16200"/>
                    <a:pt x="0" y="10800"/>
                  </a:cubicBezTo>
                  <a:cubicBezTo>
                    <a:pt x="0" y="5400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400"/>
                    <a:pt x="21600" y="10800"/>
                  </a:cubicBezTo>
                  <a:cubicBezTo>
                    <a:pt x="21600" y="16200"/>
                    <a:pt x="20520" y="21600"/>
                    <a:pt x="1944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2" name="Shape 2022"/>
            <p:cNvSpPr/>
            <p:nvPr/>
          </p:nvSpPr>
          <p:spPr>
            <a:xfrm>
              <a:off x="631913" y="0"/>
              <a:ext cx="665172" cy="2158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95" y="21600"/>
                  </a:moveTo>
                  <a:cubicBezTo>
                    <a:pt x="1705" y="21600"/>
                    <a:pt x="1705" y="21600"/>
                    <a:pt x="1705" y="21600"/>
                  </a:cubicBezTo>
                  <a:cubicBezTo>
                    <a:pt x="853" y="21600"/>
                    <a:pt x="0" y="21334"/>
                    <a:pt x="0" y="21069"/>
                  </a:cubicBezTo>
                  <a:cubicBezTo>
                    <a:pt x="0" y="531"/>
                    <a:pt x="0" y="531"/>
                    <a:pt x="0" y="531"/>
                  </a:cubicBezTo>
                  <a:cubicBezTo>
                    <a:pt x="0" y="266"/>
                    <a:pt x="853" y="0"/>
                    <a:pt x="1705" y="0"/>
                  </a:cubicBezTo>
                  <a:cubicBezTo>
                    <a:pt x="19895" y="0"/>
                    <a:pt x="19895" y="0"/>
                    <a:pt x="19895" y="0"/>
                  </a:cubicBezTo>
                  <a:cubicBezTo>
                    <a:pt x="20747" y="0"/>
                    <a:pt x="21600" y="266"/>
                    <a:pt x="21600" y="531"/>
                  </a:cubicBezTo>
                  <a:cubicBezTo>
                    <a:pt x="21600" y="21069"/>
                    <a:pt x="21600" y="21069"/>
                    <a:pt x="21600" y="21069"/>
                  </a:cubicBezTo>
                  <a:cubicBezTo>
                    <a:pt x="21600" y="21334"/>
                    <a:pt x="20747" y="21600"/>
                    <a:pt x="19895" y="21600"/>
                  </a:cubicBezTo>
                  <a:close/>
                  <a:moveTo>
                    <a:pt x="3411" y="20538"/>
                  </a:moveTo>
                  <a:cubicBezTo>
                    <a:pt x="18189" y="20538"/>
                    <a:pt x="18189" y="20538"/>
                    <a:pt x="18189" y="20538"/>
                  </a:cubicBezTo>
                  <a:cubicBezTo>
                    <a:pt x="18189" y="1062"/>
                    <a:pt x="18189" y="1062"/>
                    <a:pt x="18189" y="1062"/>
                  </a:cubicBezTo>
                  <a:cubicBezTo>
                    <a:pt x="3411" y="1062"/>
                    <a:pt x="3411" y="1062"/>
                    <a:pt x="3411" y="1062"/>
                  </a:cubicBezTo>
                  <a:lnTo>
                    <a:pt x="3411" y="20538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3" name="Shape 2023"/>
            <p:cNvSpPr/>
            <p:nvPr/>
          </p:nvSpPr>
          <p:spPr>
            <a:xfrm>
              <a:off x="631913" y="284545"/>
              <a:ext cx="314109" cy="107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4" name="Shape 2024"/>
            <p:cNvSpPr/>
            <p:nvPr/>
          </p:nvSpPr>
          <p:spPr>
            <a:xfrm>
              <a:off x="631913" y="635608"/>
              <a:ext cx="314109" cy="107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5" name="Shape 2025"/>
            <p:cNvSpPr/>
            <p:nvPr/>
          </p:nvSpPr>
          <p:spPr>
            <a:xfrm>
              <a:off x="631913" y="990367"/>
              <a:ext cx="314109" cy="107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6" name="Shape 2026"/>
            <p:cNvSpPr/>
            <p:nvPr/>
          </p:nvSpPr>
          <p:spPr>
            <a:xfrm>
              <a:off x="631913" y="1345125"/>
              <a:ext cx="314109" cy="103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7" name="Shape 2027"/>
            <p:cNvSpPr/>
            <p:nvPr/>
          </p:nvSpPr>
          <p:spPr>
            <a:xfrm>
              <a:off x="631913" y="1696188"/>
              <a:ext cx="314109" cy="107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00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800" y="21600"/>
                    <a:pt x="0" y="16200"/>
                    <a:pt x="0" y="10800"/>
                  </a:cubicBezTo>
                  <a:cubicBezTo>
                    <a:pt x="0" y="5400"/>
                    <a:pt x="1800" y="0"/>
                    <a:pt x="3600" y="0"/>
                  </a:cubicBezTo>
                  <a:cubicBezTo>
                    <a:pt x="18000" y="0"/>
                    <a:pt x="18000" y="0"/>
                    <a:pt x="18000" y="0"/>
                  </a:cubicBezTo>
                  <a:cubicBezTo>
                    <a:pt x="19800" y="0"/>
                    <a:pt x="21600" y="5400"/>
                    <a:pt x="21600" y="10800"/>
                  </a:cubicBezTo>
                  <a:cubicBezTo>
                    <a:pt x="21600" y="16200"/>
                    <a:pt x="19800" y="21600"/>
                    <a:pt x="180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8" name="Shape 2028"/>
            <p:cNvSpPr/>
            <p:nvPr/>
          </p:nvSpPr>
          <p:spPr>
            <a:xfrm>
              <a:off x="0" y="709517"/>
              <a:ext cx="524747" cy="103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440" y="21600"/>
                  </a:moveTo>
                  <a:cubicBezTo>
                    <a:pt x="2160" y="21600"/>
                    <a:pt x="2160" y="21600"/>
                    <a:pt x="2160" y="21600"/>
                  </a:cubicBezTo>
                  <a:cubicBezTo>
                    <a:pt x="1080" y="21600"/>
                    <a:pt x="0" y="16200"/>
                    <a:pt x="0" y="10800"/>
                  </a:cubicBezTo>
                  <a:cubicBezTo>
                    <a:pt x="0" y="5400"/>
                    <a:pt x="1080" y="0"/>
                    <a:pt x="2160" y="0"/>
                  </a:cubicBezTo>
                  <a:cubicBezTo>
                    <a:pt x="19440" y="0"/>
                    <a:pt x="19440" y="0"/>
                    <a:pt x="19440" y="0"/>
                  </a:cubicBezTo>
                  <a:cubicBezTo>
                    <a:pt x="20520" y="0"/>
                    <a:pt x="21600" y="5400"/>
                    <a:pt x="21600" y="10800"/>
                  </a:cubicBezTo>
                  <a:cubicBezTo>
                    <a:pt x="21600" y="16200"/>
                    <a:pt x="20520" y="21600"/>
                    <a:pt x="1944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9" name="Shape 2029"/>
            <p:cNvSpPr/>
            <p:nvPr/>
          </p:nvSpPr>
          <p:spPr>
            <a:xfrm>
              <a:off x="210637" y="709517"/>
              <a:ext cx="103472" cy="1023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1600"/>
                  </a:moveTo>
                  <a:cubicBezTo>
                    <a:pt x="5400" y="21600"/>
                    <a:pt x="0" y="21041"/>
                    <a:pt x="0" y="20483"/>
                  </a:cubicBezTo>
                  <a:cubicBezTo>
                    <a:pt x="0" y="1117"/>
                    <a:pt x="0" y="1117"/>
                    <a:pt x="0" y="1117"/>
                  </a:cubicBezTo>
                  <a:cubicBezTo>
                    <a:pt x="0" y="559"/>
                    <a:pt x="5400" y="0"/>
                    <a:pt x="10800" y="0"/>
                  </a:cubicBezTo>
                  <a:cubicBezTo>
                    <a:pt x="16200" y="0"/>
                    <a:pt x="21600" y="559"/>
                    <a:pt x="21600" y="1117"/>
                  </a:cubicBezTo>
                  <a:cubicBezTo>
                    <a:pt x="21600" y="20483"/>
                    <a:pt x="21600" y="20483"/>
                    <a:pt x="21600" y="20483"/>
                  </a:cubicBezTo>
                  <a:cubicBezTo>
                    <a:pt x="21600" y="21041"/>
                    <a:pt x="16200" y="21600"/>
                    <a:pt x="10800" y="2160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nodeType="afterEffect" presetClass="entr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nodeType="afterEffect" presetClass="entr" presetSubtype="1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nodeType="afterEffect" presetClass="entr" presetSubtype="4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nodeType="afterEffect" presetClass="entr" presetSubtype="0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nodeType="afterEffect" presetClass="entr" presetSubtype="0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nodeType="afterEffect" presetClass="entr" presetSubtype="0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nodeType="afterEffect" presetClass="entr" presetSubtype="0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nodeType="afterEffect" presetClass="entr" presetSubtype="0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nodeType="afterEffect" presetClass="entr" presetSubtype="0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500"/>
                                        <p:tgtEl>
                                          <p:spTgt spid="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nodeType="afterEffect" presetClass="entr" presetSubtype="0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500"/>
                                        <p:tgtEl>
                                          <p:spTgt spid="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nodeType="afterEffect" presetClass="entr" presetSubtype="0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500"/>
                                        <p:tgtEl>
                                          <p:spTgt spid="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nodeType="afterEffect" presetClass="entr" presetSubtype="0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nodeType="afterEffect" presetClass="entr" presetSubtype="0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500"/>
                                        <p:tgtEl>
                                          <p:spTgt spid="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nodeType="afterEffect" presetClass="entr" presetSubtype="32" presetID="23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nodeType="afterEffect" presetClass="entr" presetSubtype="32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nodeType="afterEffect" presetClass="entr" presetSubtype="32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500"/>
                            </p:stCondLst>
                            <p:childTnLst>
                              <p:par>
                                <p:cTn id="89" nodeType="afterEffect" presetClass="entr" presetSubtype="32" presetID="23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0"/>
                            </p:stCondLst>
                            <p:childTnLst>
                              <p:par>
                                <p:cTn id="94" nodeType="afterEffect" presetClass="entr" presetSubtype="0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500"/>
                                        <p:tgtEl>
                                          <p:spTgt spid="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500"/>
                            </p:stCondLst>
                            <p:childTnLst>
                              <p:par>
                                <p:cTn id="98" nodeType="afterEffect" presetClass="entr" presetSubtype="0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500"/>
                                        <p:tgtEl>
                                          <p:spTgt spid="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2" nodeType="afterEffect" presetClass="entr" presetSubtype="0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4" dur="500"/>
                                        <p:tgtEl>
                                          <p:spTgt spid="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6" nodeType="afterEffect" presetClass="entr" presetSubtype="0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500"/>
                                        <p:tgtEl>
                                          <p:spTgt spid="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0" nodeType="afterEffect" presetClass="entr" presetSubtype="0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500"/>
                                        <p:tgtEl>
                                          <p:spTgt spid="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4" nodeType="afterEffect" presetClass="entr" presetSubtype="0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6" dur="500"/>
                                        <p:tgtEl>
                                          <p:spTgt spid="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8" nodeType="afterEffect" presetClass="entr" presetSubtype="0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0" dur="500"/>
                                        <p:tgtEl>
                                          <p:spTgt spid="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2" nodeType="afterEffect" presetClass="entr" presetSubtype="0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4" dur="5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6" nodeType="afterEffect" presetClass="entr" presetSubtype="0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8" dur="500"/>
                                        <p:tgtEl>
                                          <p:spTgt spid="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0" nodeType="afterEffect" presetClass="entr" presetSubtype="0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2" dur="500"/>
                                        <p:tgtEl>
                                          <p:spTgt spid="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10" grpId="12"/>
      <p:bldP build="whole" bldLvl="1" animBg="1" rev="0" advAuto="0" spid="2008" grpId="18"/>
      <p:bldP build="whole" bldLvl="1" animBg="1" rev="0" advAuto="0" spid="1993" grpId="5"/>
      <p:bldP build="whole" bldLvl="1" animBg="1" rev="0" advAuto="0" spid="2016" grpId="21"/>
      <p:bldP build="whole" bldLvl="1" animBg="1" rev="0" advAuto="0" spid="2013" grpId="6"/>
      <p:bldP build="whole" bldLvl="1" animBg="1" rev="0" advAuto="0" spid="2002" grpId="29"/>
      <p:bldP build="whole" bldLvl="1" animBg="1" rev="0" advAuto="0" spid="2015" grpId="8"/>
      <p:bldP build="whole" bldLvl="1" animBg="1" rev="0" advAuto="0" spid="2000" grpId="14"/>
      <p:bldP build="whole" bldLvl="1" animBg="1" rev="0" advAuto="0" spid="2006" grpId="22"/>
      <p:bldP build="whole" bldLvl="1" animBg="1" rev="0" advAuto="0" spid="1996" grpId="25"/>
      <p:bldP build="whole" bldLvl="1" animBg="1" rev="0" advAuto="0" spid="2005" grpId="10"/>
      <p:bldP build="whole" bldLvl="1" animBg="1" rev="0" advAuto="0" spid="2004" grpId="9"/>
      <p:bldP build="whole" bldLvl="1" animBg="1" rev="0" advAuto="0" spid="2018" grpId="17"/>
      <p:bldP build="whole" bldLvl="1" animBg="1" rev="0" advAuto="0" spid="1991" grpId="3"/>
      <p:bldP build="whole" bldLvl="1" animBg="1" rev="0" advAuto="0" spid="1992" grpId="4"/>
      <p:bldP build="whole" bldLvl="1" animBg="1" rev="0" advAuto="0" spid="2014" grpId="7"/>
      <p:bldP build="whole" bldLvl="1" animBg="1" rev="0" advAuto="0" spid="1995" grpId="16"/>
      <p:bldP build="whole" bldLvl="1" animBg="1" rev="0" advAuto="0" spid="1998" grpId="20"/>
      <p:bldP build="whole" bldLvl="1" animBg="1" rev="0" advAuto="0" spid="2003" grpId="19"/>
      <p:bldP build="whole" bldLvl="1" animBg="1" rev="0" advAuto="0" spid="2007" grpId="27"/>
      <p:bldP build="whole" bldLvl="1" animBg="1" rev="0" advAuto="0" spid="2012" grpId="28"/>
      <p:bldP build="whole" bldLvl="1" animBg="1" rev="0" advAuto="0" spid="1999" grpId="13"/>
      <p:bldP build="whole" bldLvl="1" animBg="1" rev="0" advAuto="0" spid="2009" grpId="11"/>
      <p:bldP build="whole" bldLvl="1" animBg="1" rev="0" advAuto="0" spid="1997" grpId="30"/>
      <p:bldP build="whole" bldLvl="1" animBg="1" rev="0" advAuto="0" spid="1981" grpId="1"/>
      <p:bldP build="whole" bldLvl="1" animBg="1" rev="0" advAuto="0" spid="2011" grpId="23"/>
      <p:bldP build="whole" bldLvl="1" animBg="1" rev="0" advAuto="0" spid="1990" grpId="2"/>
      <p:bldP build="whole" bldLvl="1" animBg="1" rev="0" advAuto="0" spid="2017" grpId="26"/>
      <p:bldP build="whole" bldLvl="1" animBg="1" rev="0" advAuto="0" spid="2001" grpId="24"/>
      <p:bldP build="whole" bldLvl="1" animBg="1" rev="0" advAuto="0" spid="1994" grpId="15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40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Shape 2032"/>
          <p:cNvSpPr/>
          <p:nvPr/>
        </p:nvSpPr>
        <p:spPr>
          <a:xfrm>
            <a:off x="7913622" y="5573097"/>
            <a:ext cx="8586115" cy="126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b="1" sz="7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b="0" sz="1800">
                <a:solidFill>
                  <a:srgbClr val="000000"/>
                </a:solidFill>
              </a:defRPr>
            </a:pPr>
            <a:r>
              <a:rPr b="1" sz="7200">
                <a:solidFill>
                  <a:srgbClr val="FFFFFF"/>
                </a:solidFill>
              </a:rPr>
              <a:t>About Vilma Nuñez</a:t>
            </a:r>
          </a:p>
        </p:txBody>
      </p:sp>
      <p:sp>
        <p:nvSpPr>
          <p:cNvPr id="2033" name="Shape 2033"/>
          <p:cNvSpPr/>
          <p:nvPr/>
        </p:nvSpPr>
        <p:spPr>
          <a:xfrm>
            <a:off x="6086680" y="6994514"/>
            <a:ext cx="12240001" cy="1"/>
          </a:xfrm>
          <a:prstGeom prst="line">
            <a:avLst/>
          </a:prstGeom>
          <a:ln w="76200">
            <a:solidFill>
              <a:srgbClr val="FFFFFF"/>
            </a:solidFill>
            <a:miter/>
          </a:ln>
        </p:spPr>
        <p:txBody>
          <a:bodyPr tIns="91439" bIns="91439"/>
          <a:lstStyle/>
          <a:p>
            <a:pPr lvl="0" algn="l" defTabSz="457200">
              <a:defRPr sz="24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236" name="Group 2236"/>
          <p:cNvGrpSpPr/>
          <p:nvPr/>
        </p:nvGrpSpPr>
        <p:grpSpPr>
          <a:xfrm>
            <a:off x="-3169185" y="-9741485"/>
            <a:ext cx="31956311" cy="32180406"/>
            <a:chOff x="0" y="0"/>
            <a:chExt cx="31956309" cy="32180404"/>
          </a:xfrm>
        </p:grpSpPr>
        <p:grpSp>
          <p:nvGrpSpPr>
            <p:cNvPr id="2234" name="Group 2234"/>
            <p:cNvGrpSpPr/>
            <p:nvPr/>
          </p:nvGrpSpPr>
          <p:grpSpPr>
            <a:xfrm>
              <a:off x="0" y="0"/>
              <a:ext cx="31956311" cy="32180404"/>
              <a:chOff x="0" y="0"/>
              <a:chExt cx="31956310" cy="32180403"/>
            </a:xfrm>
          </p:grpSpPr>
          <p:sp>
            <p:nvSpPr>
              <p:cNvPr id="2034" name="Shape 2034"/>
              <p:cNvSpPr/>
              <p:nvPr/>
            </p:nvSpPr>
            <p:spPr>
              <a:xfrm rot="14400000">
                <a:off x="11178826" y="6743365"/>
                <a:ext cx="1995782" cy="634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350"/>
                    </a:lnTo>
                    <a:lnTo>
                      <a:pt x="21600" y="0"/>
                    </a:lnTo>
                    <a:lnTo>
                      <a:pt x="21600" y="375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5" name="Shape 2035"/>
              <p:cNvSpPr/>
              <p:nvPr/>
            </p:nvSpPr>
            <p:spPr>
              <a:xfrm rot="14400000">
                <a:off x="11283979" y="6244660"/>
                <a:ext cx="267356" cy="264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65" h="19238" fill="norm" stroke="1" extrusionOk="0">
                    <a:moveTo>
                      <a:pt x="17984" y="5807"/>
                    </a:moveTo>
                    <a:cubicBezTo>
                      <a:pt x="20453" y="10254"/>
                      <a:pt x="17984" y="15972"/>
                      <a:pt x="13664" y="18513"/>
                    </a:cubicBezTo>
                    <a:cubicBezTo>
                      <a:pt x="8727" y="20419"/>
                      <a:pt x="3173" y="18513"/>
                      <a:pt x="704" y="13431"/>
                    </a:cubicBezTo>
                    <a:cubicBezTo>
                      <a:pt x="-1147" y="8984"/>
                      <a:pt x="704" y="3266"/>
                      <a:pt x="5642" y="725"/>
                    </a:cubicBezTo>
                    <a:cubicBezTo>
                      <a:pt x="10579" y="-1181"/>
                      <a:pt x="16133" y="725"/>
                      <a:pt x="17984" y="580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6" name="Shape 2036"/>
              <p:cNvSpPr/>
              <p:nvPr/>
            </p:nvSpPr>
            <p:spPr>
              <a:xfrm rot="14400000">
                <a:off x="23490031" y="16107649"/>
                <a:ext cx="8206916" cy="50224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68"/>
                    </a:lnTo>
                    <a:lnTo>
                      <a:pt x="21581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7" name="Shape 2037"/>
              <p:cNvSpPr/>
              <p:nvPr/>
            </p:nvSpPr>
            <p:spPr>
              <a:xfrm rot="14400000">
                <a:off x="26280715" y="17615366"/>
                <a:ext cx="4703294" cy="455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48"/>
                    </a:lnTo>
                    <a:lnTo>
                      <a:pt x="21566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8" name="Shape 2038"/>
              <p:cNvSpPr/>
              <p:nvPr/>
            </p:nvSpPr>
            <p:spPr>
              <a:xfrm rot="14400000">
                <a:off x="26125068" y="17411926"/>
                <a:ext cx="3004679" cy="81445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9" y="21600"/>
                    </a:moveTo>
                    <a:lnTo>
                      <a:pt x="0" y="21581"/>
                    </a:lnTo>
                    <a:lnTo>
                      <a:pt x="21521" y="0"/>
                    </a:lnTo>
                    <a:lnTo>
                      <a:pt x="21600" y="0"/>
                    </a:lnTo>
                    <a:lnTo>
                      <a:pt x="7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39" name="Shape 2039"/>
              <p:cNvSpPr/>
              <p:nvPr/>
            </p:nvSpPr>
            <p:spPr>
              <a:xfrm rot="14400000">
                <a:off x="24288607" y="16351645"/>
                <a:ext cx="2744200" cy="12836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7" y="21600"/>
                    </a:moveTo>
                    <a:lnTo>
                      <a:pt x="0" y="21600"/>
                    </a:lnTo>
                    <a:lnTo>
                      <a:pt x="21513" y="0"/>
                    </a:lnTo>
                    <a:lnTo>
                      <a:pt x="21600" y="0"/>
                    </a:lnTo>
                    <a:lnTo>
                      <a:pt x="8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0" name="Shape 2040"/>
              <p:cNvSpPr/>
              <p:nvPr/>
            </p:nvSpPr>
            <p:spPr>
              <a:xfrm rot="14400000">
                <a:off x="24775117" y="16746109"/>
                <a:ext cx="4651931" cy="8122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71"/>
                    </a:lnTo>
                    <a:lnTo>
                      <a:pt x="21566" y="0"/>
                    </a:lnTo>
                    <a:lnTo>
                      <a:pt x="21600" y="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1" name="Shape 2041"/>
              <p:cNvSpPr/>
              <p:nvPr/>
            </p:nvSpPr>
            <p:spPr>
              <a:xfrm rot="14400000">
                <a:off x="23071948" y="15762783"/>
                <a:ext cx="9839494" cy="3070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23"/>
                    </a:lnTo>
                    <a:lnTo>
                      <a:pt x="21584" y="0"/>
                    </a:lnTo>
                    <a:lnTo>
                      <a:pt x="21600" y="52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2" name="Shape 2042"/>
              <p:cNvSpPr/>
              <p:nvPr/>
            </p:nvSpPr>
            <p:spPr>
              <a:xfrm rot="14400000">
                <a:off x="31643277" y="20657272"/>
                <a:ext cx="264607" cy="264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3" h="19973" fill="norm" stroke="1" extrusionOk="0">
                    <a:moveTo>
                      <a:pt x="11864" y="254"/>
                    </a:moveTo>
                    <a:cubicBezTo>
                      <a:pt x="17101" y="909"/>
                      <a:pt x="21028" y="6145"/>
                      <a:pt x="19719" y="12036"/>
                    </a:cubicBezTo>
                    <a:cubicBezTo>
                      <a:pt x="18410" y="17272"/>
                      <a:pt x="13173" y="20545"/>
                      <a:pt x="7937" y="19890"/>
                    </a:cubicBezTo>
                    <a:cubicBezTo>
                      <a:pt x="2701" y="18581"/>
                      <a:pt x="-572" y="13345"/>
                      <a:pt x="83" y="8109"/>
                    </a:cubicBezTo>
                    <a:cubicBezTo>
                      <a:pt x="1392" y="2872"/>
                      <a:pt x="6628" y="-1055"/>
                      <a:pt x="11864" y="25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3" name="Shape 2043"/>
              <p:cNvSpPr/>
              <p:nvPr/>
            </p:nvSpPr>
            <p:spPr>
              <a:xfrm rot="14400000">
                <a:off x="17449443" y="26476740"/>
                <a:ext cx="2300285" cy="1650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5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4" name="Shape 2044"/>
              <p:cNvSpPr/>
              <p:nvPr/>
            </p:nvSpPr>
            <p:spPr>
              <a:xfrm rot="14400000">
                <a:off x="17146646" y="28257850"/>
                <a:ext cx="535633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04" y="21600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21600" y="21600"/>
                    </a:lnTo>
                    <a:lnTo>
                      <a:pt x="213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5" name="Shape 2045"/>
              <p:cNvSpPr/>
              <p:nvPr/>
            </p:nvSpPr>
            <p:spPr>
              <a:xfrm rot="14400000">
                <a:off x="18328609" y="28572615"/>
                <a:ext cx="262333" cy="2704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60" fill="norm" stroke="1" extrusionOk="0">
                    <a:moveTo>
                      <a:pt x="6912" y="321"/>
                    </a:moveTo>
                    <a:cubicBezTo>
                      <a:pt x="11994" y="-950"/>
                      <a:pt x="17077" y="1591"/>
                      <a:pt x="18982" y="7309"/>
                    </a:cubicBezTo>
                    <a:cubicBezTo>
                      <a:pt x="20253" y="12391"/>
                      <a:pt x="17712" y="17474"/>
                      <a:pt x="12629" y="19379"/>
                    </a:cubicBezTo>
                    <a:cubicBezTo>
                      <a:pt x="7547" y="20650"/>
                      <a:pt x="1829" y="17474"/>
                      <a:pt x="559" y="12391"/>
                    </a:cubicBezTo>
                    <a:cubicBezTo>
                      <a:pt x="-1347" y="7309"/>
                      <a:pt x="1829" y="2226"/>
                      <a:pt x="6912" y="32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6" name="Shape 2046"/>
              <p:cNvSpPr/>
              <p:nvPr/>
            </p:nvSpPr>
            <p:spPr>
              <a:xfrm rot="14400000">
                <a:off x="16216523" y="30351449"/>
                <a:ext cx="262333" cy="265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306" fill="norm" stroke="1" extrusionOk="0">
                    <a:moveTo>
                      <a:pt x="6677" y="324"/>
                    </a:moveTo>
                    <a:cubicBezTo>
                      <a:pt x="11759" y="-947"/>
                      <a:pt x="17477" y="1594"/>
                      <a:pt x="18747" y="6677"/>
                    </a:cubicBezTo>
                    <a:cubicBezTo>
                      <a:pt x="20653" y="11759"/>
                      <a:pt x="17477" y="17477"/>
                      <a:pt x="12394" y="18747"/>
                    </a:cubicBezTo>
                    <a:cubicBezTo>
                      <a:pt x="7312" y="20653"/>
                      <a:pt x="2229" y="17477"/>
                      <a:pt x="324" y="12394"/>
                    </a:cubicBezTo>
                    <a:cubicBezTo>
                      <a:pt x="-947" y="7312"/>
                      <a:pt x="1594" y="1594"/>
                      <a:pt x="6677" y="32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7" name="Shape 2047"/>
              <p:cNvSpPr/>
              <p:nvPr/>
            </p:nvSpPr>
            <p:spPr>
              <a:xfrm rot="14400000">
                <a:off x="8712800" y="23888895"/>
                <a:ext cx="539302" cy="2714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59" y="21600"/>
                    </a:moveTo>
                    <a:lnTo>
                      <a:pt x="0" y="0"/>
                    </a:lnTo>
                    <a:lnTo>
                      <a:pt x="441" y="0"/>
                    </a:lnTo>
                    <a:lnTo>
                      <a:pt x="21600" y="21600"/>
                    </a:lnTo>
                    <a:lnTo>
                      <a:pt x="2115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8" name="Shape 2048"/>
              <p:cNvSpPr/>
              <p:nvPr/>
            </p:nvSpPr>
            <p:spPr>
              <a:xfrm rot="14400000">
                <a:off x="7783684" y="25981578"/>
                <a:ext cx="265612" cy="266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6" h="19619" fill="norm" stroke="1" extrusionOk="0">
                    <a:moveTo>
                      <a:pt x="6677" y="281"/>
                    </a:moveTo>
                    <a:cubicBezTo>
                      <a:pt x="11759" y="-990"/>
                      <a:pt x="17477" y="2186"/>
                      <a:pt x="18747" y="7269"/>
                    </a:cubicBezTo>
                    <a:cubicBezTo>
                      <a:pt x="20653" y="12351"/>
                      <a:pt x="17477" y="17434"/>
                      <a:pt x="12394" y="19339"/>
                    </a:cubicBezTo>
                    <a:cubicBezTo>
                      <a:pt x="7312" y="20610"/>
                      <a:pt x="1594" y="17434"/>
                      <a:pt x="324" y="12351"/>
                    </a:cubicBezTo>
                    <a:cubicBezTo>
                      <a:pt x="-947" y="7269"/>
                      <a:pt x="1594" y="2186"/>
                      <a:pt x="6677" y="28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49" name="Shape 2049"/>
              <p:cNvSpPr/>
              <p:nvPr/>
            </p:nvSpPr>
            <p:spPr>
              <a:xfrm rot="14400000">
                <a:off x="18174374" y="20830241"/>
                <a:ext cx="1214346" cy="2083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09" y="0"/>
                    </a:moveTo>
                    <a:cubicBezTo>
                      <a:pt x="154" y="0"/>
                      <a:pt x="154" y="0"/>
                      <a:pt x="0" y="0"/>
                    </a:cubicBezTo>
                    <a:cubicBezTo>
                      <a:pt x="21446" y="21600"/>
                      <a:pt x="21446" y="21600"/>
                      <a:pt x="21446" y="21600"/>
                    </a:cubicBezTo>
                    <a:cubicBezTo>
                      <a:pt x="21446" y="21600"/>
                      <a:pt x="21600" y="21600"/>
                      <a:pt x="21600" y="21600"/>
                    </a:cubicBez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0" name="Shape 2050"/>
              <p:cNvSpPr/>
              <p:nvPr/>
            </p:nvSpPr>
            <p:spPr>
              <a:xfrm rot="14400000">
                <a:off x="20525126" y="19161292"/>
                <a:ext cx="3712741" cy="4310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57"/>
                    </a:moveTo>
                    <a:cubicBezTo>
                      <a:pt x="0" y="21600"/>
                      <a:pt x="50" y="21600"/>
                      <a:pt x="50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50" y="0"/>
                      <a:pt x="21550" y="0"/>
                      <a:pt x="21550" y="0"/>
                    </a:cubicBezTo>
                    <a:lnTo>
                      <a:pt x="0" y="21557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1" name="Shape 2051"/>
              <p:cNvSpPr/>
              <p:nvPr/>
            </p:nvSpPr>
            <p:spPr>
              <a:xfrm rot="14400000">
                <a:off x="24688970" y="21006660"/>
                <a:ext cx="1078603" cy="399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21600" y="21600"/>
                      <a:pt x="21600" y="21600"/>
                      <a:pt x="21600" y="2113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470"/>
                      <a:pt x="174" y="470"/>
                      <a:pt x="0" y="93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2" name="Shape 2052"/>
              <p:cNvSpPr/>
              <p:nvPr/>
            </p:nvSpPr>
            <p:spPr>
              <a:xfrm rot="14400000">
                <a:off x="26491161" y="18280025"/>
                <a:ext cx="997891" cy="3547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24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188" y="21600"/>
                      <a:pt x="376" y="21600"/>
                      <a:pt x="376" y="21547"/>
                    </a:cubicBezTo>
                    <a:cubicBezTo>
                      <a:pt x="21600" y="53"/>
                      <a:pt x="21600" y="53"/>
                      <a:pt x="21600" y="53"/>
                    </a:cubicBezTo>
                    <a:cubicBezTo>
                      <a:pt x="21600" y="53"/>
                      <a:pt x="21600" y="53"/>
                      <a:pt x="21412" y="53"/>
                    </a:cubicBezTo>
                    <a:cubicBezTo>
                      <a:pt x="21412" y="53"/>
                      <a:pt x="21412" y="53"/>
                      <a:pt x="21224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3" name="Shape 2053"/>
              <p:cNvSpPr/>
              <p:nvPr/>
            </p:nvSpPr>
            <p:spPr>
              <a:xfrm rot="14400000">
                <a:off x="17961892" y="22854318"/>
                <a:ext cx="231098" cy="2357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116" fill="norm" stroke="1" extrusionOk="0">
                    <a:moveTo>
                      <a:pt x="18438" y="13413"/>
                    </a:moveTo>
                    <a:cubicBezTo>
                      <a:pt x="20598" y="8199"/>
                      <a:pt x="17718" y="2240"/>
                      <a:pt x="12678" y="750"/>
                    </a:cubicBezTo>
                    <a:cubicBezTo>
                      <a:pt x="7638" y="-1484"/>
                      <a:pt x="2598" y="1495"/>
                      <a:pt x="438" y="6709"/>
                    </a:cubicBezTo>
                    <a:cubicBezTo>
                      <a:pt x="-1002" y="11923"/>
                      <a:pt x="1158" y="17137"/>
                      <a:pt x="6198" y="19371"/>
                    </a:cubicBezTo>
                    <a:cubicBezTo>
                      <a:pt x="7638" y="19371"/>
                      <a:pt x="8358" y="20116"/>
                      <a:pt x="9078" y="20116"/>
                    </a:cubicBezTo>
                    <a:cubicBezTo>
                      <a:pt x="9798" y="20116"/>
                      <a:pt x="9798" y="20116"/>
                      <a:pt x="10518" y="20116"/>
                    </a:cubicBezTo>
                    <a:cubicBezTo>
                      <a:pt x="14118" y="19371"/>
                      <a:pt x="16998" y="17137"/>
                      <a:pt x="18438" y="1341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4" name="Shape 2054"/>
              <p:cNvSpPr/>
              <p:nvPr/>
            </p:nvSpPr>
            <p:spPr>
              <a:xfrm rot="14400000">
                <a:off x="19363962" y="20661202"/>
                <a:ext cx="232629" cy="224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91" h="20063" fill="norm" stroke="1" extrusionOk="0">
                    <a:moveTo>
                      <a:pt x="12805" y="0"/>
                    </a:moveTo>
                    <a:cubicBezTo>
                      <a:pt x="12085" y="0"/>
                      <a:pt x="11365" y="0"/>
                      <a:pt x="9925" y="0"/>
                    </a:cubicBezTo>
                    <a:cubicBezTo>
                      <a:pt x="9925" y="0"/>
                      <a:pt x="9205" y="0"/>
                      <a:pt x="9205" y="0"/>
                    </a:cubicBezTo>
                    <a:cubicBezTo>
                      <a:pt x="5605" y="0"/>
                      <a:pt x="2005" y="2314"/>
                      <a:pt x="565" y="6171"/>
                    </a:cubicBezTo>
                    <a:cubicBezTo>
                      <a:pt x="-875" y="10029"/>
                      <a:pt x="565" y="14657"/>
                      <a:pt x="3445" y="17743"/>
                    </a:cubicBezTo>
                    <a:cubicBezTo>
                      <a:pt x="3445" y="17743"/>
                      <a:pt x="3445" y="17743"/>
                      <a:pt x="4165" y="17743"/>
                    </a:cubicBezTo>
                    <a:cubicBezTo>
                      <a:pt x="4885" y="18514"/>
                      <a:pt x="5605" y="19286"/>
                      <a:pt x="6325" y="19286"/>
                    </a:cubicBezTo>
                    <a:cubicBezTo>
                      <a:pt x="11365" y="21600"/>
                      <a:pt x="17125" y="18514"/>
                      <a:pt x="18565" y="13114"/>
                    </a:cubicBezTo>
                    <a:cubicBezTo>
                      <a:pt x="20725" y="8486"/>
                      <a:pt x="17845" y="2314"/>
                      <a:pt x="12805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5" name="Shape 2055"/>
              <p:cNvSpPr/>
              <p:nvPr/>
            </p:nvSpPr>
            <p:spPr>
              <a:xfrm rot="14400000">
                <a:off x="25170900" y="21753103"/>
                <a:ext cx="232807" cy="233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05" h="19886" fill="norm" stroke="1" extrusionOk="0">
                    <a:moveTo>
                      <a:pt x="12966" y="453"/>
                    </a:moveTo>
                    <a:cubicBezTo>
                      <a:pt x="7926" y="-1037"/>
                      <a:pt x="2166" y="1197"/>
                      <a:pt x="726" y="6411"/>
                    </a:cubicBezTo>
                    <a:cubicBezTo>
                      <a:pt x="-1434" y="11625"/>
                      <a:pt x="1446" y="17584"/>
                      <a:pt x="6486" y="19073"/>
                    </a:cubicBezTo>
                    <a:cubicBezTo>
                      <a:pt x="9366" y="20563"/>
                      <a:pt x="12966" y="19818"/>
                      <a:pt x="15126" y="18329"/>
                    </a:cubicBezTo>
                    <a:cubicBezTo>
                      <a:pt x="15846" y="17584"/>
                      <a:pt x="15846" y="17584"/>
                      <a:pt x="15846" y="16839"/>
                    </a:cubicBezTo>
                    <a:cubicBezTo>
                      <a:pt x="17286" y="16094"/>
                      <a:pt x="18006" y="14604"/>
                      <a:pt x="18726" y="13115"/>
                    </a:cubicBezTo>
                    <a:cubicBezTo>
                      <a:pt x="20166" y="9391"/>
                      <a:pt x="18726" y="5666"/>
                      <a:pt x="16566" y="2687"/>
                    </a:cubicBezTo>
                    <a:cubicBezTo>
                      <a:pt x="16566" y="2687"/>
                      <a:pt x="15846" y="2687"/>
                      <a:pt x="15846" y="1942"/>
                    </a:cubicBezTo>
                    <a:cubicBezTo>
                      <a:pt x="15126" y="1197"/>
                      <a:pt x="13686" y="1197"/>
                      <a:pt x="12966" y="4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6" name="Shape 2056"/>
              <p:cNvSpPr/>
              <p:nvPr/>
            </p:nvSpPr>
            <p:spPr>
              <a:xfrm rot="14400000">
                <a:off x="24981210" y="20412932"/>
                <a:ext cx="233937" cy="231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61" h="19164" fill="norm" stroke="1" extrusionOk="0">
                    <a:moveTo>
                      <a:pt x="5357" y="18006"/>
                    </a:moveTo>
                    <a:cubicBezTo>
                      <a:pt x="6101" y="18726"/>
                      <a:pt x="6101" y="18726"/>
                      <a:pt x="6101" y="18726"/>
                    </a:cubicBezTo>
                    <a:cubicBezTo>
                      <a:pt x="6846" y="18726"/>
                      <a:pt x="6846" y="18726"/>
                      <a:pt x="6846" y="18726"/>
                    </a:cubicBezTo>
                    <a:cubicBezTo>
                      <a:pt x="12060" y="20166"/>
                      <a:pt x="17274" y="18006"/>
                      <a:pt x="19508" y="12966"/>
                    </a:cubicBezTo>
                    <a:cubicBezTo>
                      <a:pt x="20998" y="7926"/>
                      <a:pt x="18764" y="2166"/>
                      <a:pt x="13550" y="726"/>
                    </a:cubicBezTo>
                    <a:cubicBezTo>
                      <a:pt x="8336" y="-1434"/>
                      <a:pt x="2377" y="1446"/>
                      <a:pt x="143" y="6486"/>
                    </a:cubicBezTo>
                    <a:cubicBezTo>
                      <a:pt x="143" y="6486"/>
                      <a:pt x="143" y="6486"/>
                      <a:pt x="143" y="6486"/>
                    </a:cubicBezTo>
                    <a:cubicBezTo>
                      <a:pt x="143" y="7206"/>
                      <a:pt x="143" y="7206"/>
                      <a:pt x="143" y="7206"/>
                    </a:cubicBezTo>
                    <a:cubicBezTo>
                      <a:pt x="-602" y="12246"/>
                      <a:pt x="1632" y="16566"/>
                      <a:pt x="5357" y="1800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7" name="Shape 2057"/>
              <p:cNvSpPr/>
              <p:nvPr/>
            </p:nvSpPr>
            <p:spPr>
              <a:xfrm rot="14400000">
                <a:off x="28723040" y="19381026"/>
                <a:ext cx="231098" cy="234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64" h="20312" fill="norm" stroke="1" extrusionOk="0">
                    <a:moveTo>
                      <a:pt x="5046" y="1304"/>
                    </a:moveTo>
                    <a:cubicBezTo>
                      <a:pt x="2886" y="2048"/>
                      <a:pt x="1446" y="4283"/>
                      <a:pt x="726" y="6517"/>
                    </a:cubicBezTo>
                    <a:cubicBezTo>
                      <a:pt x="-1434" y="11731"/>
                      <a:pt x="1446" y="17690"/>
                      <a:pt x="6486" y="19924"/>
                    </a:cubicBezTo>
                    <a:cubicBezTo>
                      <a:pt x="11526" y="21414"/>
                      <a:pt x="16566" y="18435"/>
                      <a:pt x="18726" y="13966"/>
                    </a:cubicBezTo>
                    <a:cubicBezTo>
                      <a:pt x="20166" y="8752"/>
                      <a:pt x="18006" y="2793"/>
                      <a:pt x="12966" y="559"/>
                    </a:cubicBezTo>
                    <a:cubicBezTo>
                      <a:pt x="10806" y="-186"/>
                      <a:pt x="8646" y="-186"/>
                      <a:pt x="6486" y="559"/>
                    </a:cubicBezTo>
                    <a:cubicBezTo>
                      <a:pt x="6486" y="1304"/>
                      <a:pt x="5766" y="1304"/>
                      <a:pt x="5046" y="130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8" name="Shape 2058"/>
              <p:cNvSpPr/>
              <p:nvPr/>
            </p:nvSpPr>
            <p:spPr>
              <a:xfrm rot="14400000">
                <a:off x="6372657" y="7235719"/>
                <a:ext cx="304504" cy="2384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34" y="0"/>
                    </a:moveTo>
                    <a:cubicBezTo>
                      <a:pt x="617" y="0"/>
                      <a:pt x="617" y="0"/>
                      <a:pt x="0" y="0"/>
                    </a:cubicBezTo>
                    <a:cubicBezTo>
                      <a:pt x="20983" y="21600"/>
                      <a:pt x="20983" y="21600"/>
                      <a:pt x="20983" y="21600"/>
                    </a:cubicBezTo>
                    <a:cubicBezTo>
                      <a:pt x="20983" y="21600"/>
                      <a:pt x="21600" y="21600"/>
                      <a:pt x="21600" y="21600"/>
                    </a:cubicBezTo>
                    <a:lnTo>
                      <a:pt x="1234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59" name="Shape 2059"/>
              <p:cNvSpPr/>
              <p:nvPr/>
            </p:nvSpPr>
            <p:spPr>
              <a:xfrm rot="14400000">
                <a:off x="7508529" y="8064928"/>
                <a:ext cx="5103183" cy="25240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52"/>
                    </a:moveTo>
                    <a:cubicBezTo>
                      <a:pt x="0" y="21526"/>
                      <a:pt x="0" y="21526"/>
                      <a:pt x="0" y="21600"/>
                    </a:cubicBezTo>
                    <a:cubicBezTo>
                      <a:pt x="21600" y="74"/>
                      <a:pt x="21600" y="74"/>
                      <a:pt x="21600" y="74"/>
                    </a:cubicBezTo>
                    <a:cubicBezTo>
                      <a:pt x="21600" y="74"/>
                      <a:pt x="21600" y="0"/>
                      <a:pt x="21563" y="0"/>
                    </a:cubicBezTo>
                    <a:lnTo>
                      <a:pt x="0" y="2145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0" name="Shape 2060"/>
              <p:cNvSpPr/>
              <p:nvPr/>
            </p:nvSpPr>
            <p:spPr>
              <a:xfrm rot="14400000">
                <a:off x="12303177" y="9942079"/>
                <a:ext cx="843806" cy="788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77" y="21600"/>
                    </a:moveTo>
                    <a:cubicBezTo>
                      <a:pt x="21600" y="21363"/>
                      <a:pt x="21600" y="21363"/>
                      <a:pt x="21600" y="21125"/>
                    </a:cubicBezTo>
                    <a:cubicBezTo>
                      <a:pt x="445" y="0"/>
                      <a:pt x="445" y="0"/>
                      <a:pt x="445" y="0"/>
                    </a:cubicBezTo>
                    <a:cubicBezTo>
                      <a:pt x="223" y="0"/>
                      <a:pt x="0" y="0"/>
                      <a:pt x="0" y="237"/>
                    </a:cubicBezTo>
                    <a:lnTo>
                      <a:pt x="2137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1" name="Shape 2061"/>
              <p:cNvSpPr/>
              <p:nvPr/>
            </p:nvSpPr>
            <p:spPr>
              <a:xfrm rot="14400000">
                <a:off x="13644723" y="8533931"/>
                <a:ext cx="2300285" cy="2879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0"/>
                    </a:moveTo>
                    <a:cubicBezTo>
                      <a:pt x="0" y="21600"/>
                      <a:pt x="0" y="21600"/>
                      <a:pt x="0" y="21600"/>
                    </a:cubicBezTo>
                    <a:cubicBezTo>
                      <a:pt x="82" y="21600"/>
                      <a:pt x="82" y="21600"/>
                      <a:pt x="163" y="21600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600" y="65"/>
                      <a:pt x="21600" y="65"/>
                    </a:cubicBezTo>
                    <a:cubicBezTo>
                      <a:pt x="21600" y="65"/>
                      <a:pt x="21518" y="0"/>
                      <a:pt x="2151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2" name="Shape 2062"/>
              <p:cNvSpPr/>
              <p:nvPr/>
            </p:nvSpPr>
            <p:spPr>
              <a:xfrm rot="14400000">
                <a:off x="5331881" y="9045772"/>
                <a:ext cx="233744" cy="2324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3" h="19837" fill="norm" stroke="1" extrusionOk="0">
                    <a:moveTo>
                      <a:pt x="16767" y="16858"/>
                    </a:moveTo>
                    <a:cubicBezTo>
                      <a:pt x="20367" y="13134"/>
                      <a:pt x="20367" y="6430"/>
                      <a:pt x="16047" y="2706"/>
                    </a:cubicBezTo>
                    <a:cubicBezTo>
                      <a:pt x="12447" y="-1018"/>
                      <a:pt x="5967" y="-1018"/>
                      <a:pt x="2367" y="3451"/>
                    </a:cubicBezTo>
                    <a:cubicBezTo>
                      <a:pt x="-1233" y="7175"/>
                      <a:pt x="-513" y="13879"/>
                      <a:pt x="3087" y="17603"/>
                    </a:cubicBezTo>
                    <a:cubicBezTo>
                      <a:pt x="3807" y="18348"/>
                      <a:pt x="4527" y="18348"/>
                      <a:pt x="5247" y="19092"/>
                    </a:cubicBezTo>
                    <a:cubicBezTo>
                      <a:pt x="5967" y="19092"/>
                      <a:pt x="5967" y="19092"/>
                      <a:pt x="6687" y="19092"/>
                    </a:cubicBezTo>
                    <a:cubicBezTo>
                      <a:pt x="10287" y="20582"/>
                      <a:pt x="13887" y="19837"/>
                      <a:pt x="16767" y="1685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3" name="Shape 2063"/>
              <p:cNvSpPr/>
              <p:nvPr/>
            </p:nvSpPr>
            <p:spPr>
              <a:xfrm rot="14400000">
                <a:off x="7485084" y="7572715"/>
                <a:ext cx="230118" cy="230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24" h="19924" fill="norm" stroke="1" extrusionOk="0">
                    <a:moveTo>
                      <a:pt x="17131" y="2979"/>
                    </a:moveTo>
                    <a:cubicBezTo>
                      <a:pt x="16386" y="2234"/>
                      <a:pt x="14896" y="1489"/>
                      <a:pt x="14152" y="745"/>
                    </a:cubicBezTo>
                    <a:cubicBezTo>
                      <a:pt x="14152" y="745"/>
                      <a:pt x="13407" y="745"/>
                      <a:pt x="13407" y="745"/>
                    </a:cubicBezTo>
                    <a:cubicBezTo>
                      <a:pt x="9683" y="-745"/>
                      <a:pt x="5958" y="0"/>
                      <a:pt x="2979" y="2979"/>
                    </a:cubicBezTo>
                    <a:cubicBezTo>
                      <a:pt x="0" y="5958"/>
                      <a:pt x="-745" y="10427"/>
                      <a:pt x="745" y="14152"/>
                    </a:cubicBezTo>
                    <a:cubicBezTo>
                      <a:pt x="1489" y="14152"/>
                      <a:pt x="1489" y="14896"/>
                      <a:pt x="1489" y="14896"/>
                    </a:cubicBezTo>
                    <a:cubicBezTo>
                      <a:pt x="2234" y="15641"/>
                      <a:pt x="2234" y="16386"/>
                      <a:pt x="2979" y="17131"/>
                    </a:cubicBezTo>
                    <a:cubicBezTo>
                      <a:pt x="7448" y="20855"/>
                      <a:pt x="13407" y="20855"/>
                      <a:pt x="17131" y="17131"/>
                    </a:cubicBezTo>
                    <a:cubicBezTo>
                      <a:pt x="20855" y="12662"/>
                      <a:pt x="20855" y="6703"/>
                      <a:pt x="17131" y="29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4" name="Shape 2064"/>
              <p:cNvSpPr/>
              <p:nvPr/>
            </p:nvSpPr>
            <p:spPr>
              <a:xfrm rot="14400000">
                <a:off x="12402495" y="10856763"/>
                <a:ext cx="226486" cy="235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10" h="20118" fill="norm" stroke="1" extrusionOk="0">
                    <a:moveTo>
                      <a:pt x="16600" y="2793"/>
                    </a:moveTo>
                    <a:cubicBezTo>
                      <a:pt x="12876" y="-931"/>
                      <a:pt x="6172" y="-931"/>
                      <a:pt x="2448" y="2793"/>
                    </a:cubicBezTo>
                    <a:cubicBezTo>
                      <a:pt x="-1276" y="7262"/>
                      <a:pt x="-531" y="13221"/>
                      <a:pt x="3193" y="16945"/>
                    </a:cubicBezTo>
                    <a:cubicBezTo>
                      <a:pt x="5427" y="19179"/>
                      <a:pt x="9152" y="20669"/>
                      <a:pt x="12131" y="19924"/>
                    </a:cubicBezTo>
                    <a:cubicBezTo>
                      <a:pt x="12131" y="19179"/>
                      <a:pt x="12876" y="19179"/>
                      <a:pt x="13621" y="19179"/>
                    </a:cubicBezTo>
                    <a:cubicBezTo>
                      <a:pt x="14365" y="18435"/>
                      <a:pt x="15855" y="17690"/>
                      <a:pt x="17345" y="16945"/>
                    </a:cubicBezTo>
                    <a:cubicBezTo>
                      <a:pt x="19579" y="13966"/>
                      <a:pt x="20324" y="9497"/>
                      <a:pt x="18834" y="6517"/>
                    </a:cubicBezTo>
                    <a:cubicBezTo>
                      <a:pt x="18834" y="5772"/>
                      <a:pt x="18834" y="5772"/>
                      <a:pt x="18834" y="5028"/>
                    </a:cubicBezTo>
                    <a:cubicBezTo>
                      <a:pt x="18090" y="4283"/>
                      <a:pt x="17345" y="3538"/>
                      <a:pt x="16600" y="27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5" name="Shape 2065"/>
              <p:cNvSpPr/>
              <p:nvPr/>
            </p:nvSpPr>
            <p:spPr>
              <a:xfrm rot="14400000">
                <a:off x="12751747" y="9551711"/>
                <a:ext cx="233694" cy="226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41" h="19651" fill="norm" stroke="1" extrusionOk="0">
                    <a:moveTo>
                      <a:pt x="2337" y="16200"/>
                    </a:moveTo>
                    <a:cubicBezTo>
                      <a:pt x="2337" y="16200"/>
                      <a:pt x="3082" y="16945"/>
                      <a:pt x="3082" y="16945"/>
                    </a:cubicBezTo>
                    <a:cubicBezTo>
                      <a:pt x="3082" y="16945"/>
                      <a:pt x="3082" y="16945"/>
                      <a:pt x="3082" y="16945"/>
                    </a:cubicBezTo>
                    <a:cubicBezTo>
                      <a:pt x="7551" y="20669"/>
                      <a:pt x="13510" y="20669"/>
                      <a:pt x="17234" y="16200"/>
                    </a:cubicBezTo>
                    <a:cubicBezTo>
                      <a:pt x="20958" y="12476"/>
                      <a:pt x="20958" y="6517"/>
                      <a:pt x="16489" y="2793"/>
                    </a:cubicBezTo>
                    <a:cubicBezTo>
                      <a:pt x="12765" y="-931"/>
                      <a:pt x="6061" y="-931"/>
                      <a:pt x="2337" y="2793"/>
                    </a:cubicBezTo>
                    <a:cubicBezTo>
                      <a:pt x="2337" y="2793"/>
                      <a:pt x="2337" y="2793"/>
                      <a:pt x="2337" y="2793"/>
                    </a:cubicBezTo>
                    <a:cubicBezTo>
                      <a:pt x="2337" y="3538"/>
                      <a:pt x="2337" y="3538"/>
                      <a:pt x="1592" y="4283"/>
                    </a:cubicBezTo>
                    <a:cubicBezTo>
                      <a:pt x="-642" y="8007"/>
                      <a:pt x="-642" y="13221"/>
                      <a:pt x="2337" y="162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6" name="Shape 2066"/>
              <p:cNvSpPr/>
              <p:nvPr/>
            </p:nvSpPr>
            <p:spPr>
              <a:xfrm rot="14400000">
                <a:off x="16598501" y="10072126"/>
                <a:ext cx="231320" cy="230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279" fill="norm" stroke="1" extrusionOk="0">
                    <a:moveTo>
                      <a:pt x="9497" y="0"/>
                    </a:moveTo>
                    <a:cubicBezTo>
                      <a:pt x="7262" y="0"/>
                      <a:pt x="4283" y="771"/>
                      <a:pt x="2793" y="3086"/>
                    </a:cubicBezTo>
                    <a:cubicBezTo>
                      <a:pt x="-931" y="6943"/>
                      <a:pt x="-931" y="13886"/>
                      <a:pt x="2793" y="17743"/>
                    </a:cubicBezTo>
                    <a:cubicBezTo>
                      <a:pt x="7262" y="21600"/>
                      <a:pt x="13221" y="20829"/>
                      <a:pt x="16945" y="16971"/>
                    </a:cubicBezTo>
                    <a:cubicBezTo>
                      <a:pt x="20669" y="13114"/>
                      <a:pt x="20669" y="6171"/>
                      <a:pt x="16945" y="2314"/>
                    </a:cubicBezTo>
                    <a:cubicBezTo>
                      <a:pt x="14710" y="771"/>
                      <a:pt x="13221" y="0"/>
                      <a:pt x="10986" y="0"/>
                    </a:cubicBezTo>
                    <a:cubicBezTo>
                      <a:pt x="10241" y="0"/>
                      <a:pt x="10241" y="0"/>
                      <a:pt x="9497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7" name="Shape 2067"/>
              <p:cNvSpPr/>
              <p:nvPr/>
            </p:nvSpPr>
            <p:spPr>
              <a:xfrm rot="14400000">
                <a:off x="17291480" y="5738581"/>
                <a:ext cx="2454372" cy="3408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45"/>
                    </a:moveTo>
                    <a:cubicBezTo>
                      <a:pt x="0" y="21545"/>
                      <a:pt x="76" y="21545"/>
                      <a:pt x="76" y="21545"/>
                    </a:cubicBezTo>
                    <a:cubicBezTo>
                      <a:pt x="76" y="21600"/>
                      <a:pt x="76" y="21600"/>
                      <a:pt x="76" y="21600"/>
                    </a:cubicBezTo>
                    <a:cubicBezTo>
                      <a:pt x="21600" y="55"/>
                      <a:pt x="21600" y="55"/>
                      <a:pt x="21600" y="55"/>
                    </a:cubicBezTo>
                    <a:cubicBezTo>
                      <a:pt x="21600" y="55"/>
                      <a:pt x="21600" y="0"/>
                      <a:pt x="21524" y="0"/>
                    </a:cubicBezTo>
                    <a:lnTo>
                      <a:pt x="0" y="21545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8" name="Shape 2068"/>
              <p:cNvSpPr/>
              <p:nvPr/>
            </p:nvSpPr>
            <p:spPr>
              <a:xfrm rot="14400000">
                <a:off x="18865564" y="7766737"/>
                <a:ext cx="1819684" cy="3081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0"/>
                    </a:moveTo>
                    <a:cubicBezTo>
                      <a:pt x="103" y="0"/>
                      <a:pt x="0" y="61"/>
                      <a:pt x="0" y="61"/>
                    </a:cubicBezTo>
                    <a:cubicBezTo>
                      <a:pt x="21497" y="21600"/>
                      <a:pt x="21497" y="21600"/>
                      <a:pt x="21497" y="21600"/>
                    </a:cubicBezTo>
                    <a:cubicBezTo>
                      <a:pt x="21497" y="21600"/>
                      <a:pt x="21600" y="21539"/>
                      <a:pt x="21600" y="21539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69" name="Shape 2069"/>
              <p:cNvSpPr/>
              <p:nvPr/>
            </p:nvSpPr>
            <p:spPr>
              <a:xfrm rot="14400000">
                <a:off x="15254630" y="4018951"/>
                <a:ext cx="2854261" cy="2516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74"/>
                      <a:pt x="0" y="74"/>
                      <a:pt x="0" y="149"/>
                    </a:cubicBezTo>
                    <a:cubicBezTo>
                      <a:pt x="21534" y="21600"/>
                      <a:pt x="21534" y="21600"/>
                      <a:pt x="21534" y="21600"/>
                    </a:cubicBezTo>
                    <a:cubicBezTo>
                      <a:pt x="21534" y="21600"/>
                      <a:pt x="21534" y="21600"/>
                      <a:pt x="2160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0" name="Shape 2070"/>
              <p:cNvSpPr/>
              <p:nvPr/>
            </p:nvSpPr>
            <p:spPr>
              <a:xfrm rot="14400000">
                <a:off x="15515625" y="2466657"/>
                <a:ext cx="1151977" cy="145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38" y="0"/>
                    </a:moveTo>
                    <a:cubicBezTo>
                      <a:pt x="0" y="21471"/>
                      <a:pt x="0" y="21471"/>
                      <a:pt x="0" y="21471"/>
                    </a:cubicBezTo>
                    <a:cubicBezTo>
                      <a:pt x="0" y="21471"/>
                      <a:pt x="162" y="21471"/>
                      <a:pt x="162" y="21600"/>
                    </a:cubicBezTo>
                    <a:cubicBezTo>
                      <a:pt x="21600" y="257"/>
                      <a:pt x="21600" y="257"/>
                      <a:pt x="21600" y="257"/>
                    </a:cubicBezTo>
                    <a:cubicBezTo>
                      <a:pt x="21600" y="129"/>
                      <a:pt x="21438" y="129"/>
                      <a:pt x="2143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1" name="Shape 2071"/>
              <p:cNvSpPr/>
              <p:nvPr/>
            </p:nvSpPr>
            <p:spPr>
              <a:xfrm rot="14400000">
                <a:off x="21021718" y="7304402"/>
                <a:ext cx="887830" cy="1012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88" y="0"/>
                    </a:moveTo>
                    <a:cubicBezTo>
                      <a:pt x="0" y="21415"/>
                      <a:pt x="0" y="21415"/>
                      <a:pt x="0" y="21415"/>
                    </a:cubicBezTo>
                    <a:cubicBezTo>
                      <a:pt x="0" y="21415"/>
                      <a:pt x="212" y="21600"/>
                      <a:pt x="212" y="2160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600" y="0"/>
                      <a:pt x="21388" y="0"/>
                      <a:pt x="21388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2" name="Shape 2072"/>
              <p:cNvSpPr/>
              <p:nvPr/>
            </p:nvSpPr>
            <p:spPr>
              <a:xfrm rot="14400000">
                <a:off x="18731720" y="10836765"/>
                <a:ext cx="205959" cy="205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3" h="20550" fill="norm" stroke="1" extrusionOk="0">
                    <a:moveTo>
                      <a:pt x="18825" y="16755"/>
                    </a:moveTo>
                    <a:cubicBezTo>
                      <a:pt x="20553" y="14163"/>
                      <a:pt x="20553" y="11571"/>
                      <a:pt x="20553" y="8979"/>
                    </a:cubicBezTo>
                    <a:cubicBezTo>
                      <a:pt x="20553" y="8115"/>
                      <a:pt x="20553" y="8115"/>
                      <a:pt x="20553" y="8115"/>
                    </a:cubicBezTo>
                    <a:cubicBezTo>
                      <a:pt x="19689" y="5523"/>
                      <a:pt x="18825" y="3795"/>
                      <a:pt x="17097" y="2067"/>
                    </a:cubicBezTo>
                    <a:cubicBezTo>
                      <a:pt x="14505" y="339"/>
                      <a:pt x="11049" y="-525"/>
                      <a:pt x="8457" y="339"/>
                    </a:cubicBezTo>
                    <a:cubicBezTo>
                      <a:pt x="7593" y="339"/>
                      <a:pt x="7593" y="339"/>
                      <a:pt x="6729" y="339"/>
                    </a:cubicBezTo>
                    <a:cubicBezTo>
                      <a:pt x="5001" y="1203"/>
                      <a:pt x="3273" y="2067"/>
                      <a:pt x="2409" y="3795"/>
                    </a:cubicBezTo>
                    <a:cubicBezTo>
                      <a:pt x="-1047" y="8115"/>
                      <a:pt x="-1047" y="15027"/>
                      <a:pt x="4137" y="18483"/>
                    </a:cubicBezTo>
                    <a:cubicBezTo>
                      <a:pt x="6729" y="20211"/>
                      <a:pt x="10185" y="21075"/>
                      <a:pt x="13641" y="20211"/>
                    </a:cubicBezTo>
                    <a:cubicBezTo>
                      <a:pt x="13641" y="20211"/>
                      <a:pt x="14505" y="19347"/>
                      <a:pt x="14505" y="19347"/>
                    </a:cubicBezTo>
                    <a:cubicBezTo>
                      <a:pt x="16233" y="18483"/>
                      <a:pt x="17097" y="17619"/>
                      <a:pt x="18825" y="1675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3" name="Shape 2073"/>
              <p:cNvSpPr/>
              <p:nvPr/>
            </p:nvSpPr>
            <p:spPr>
              <a:xfrm rot="14400000">
                <a:off x="20599220" y="7562339"/>
                <a:ext cx="208837" cy="2081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12" h="20089" fill="norm" stroke="1" extrusionOk="0">
                    <a:moveTo>
                      <a:pt x="14837" y="1988"/>
                    </a:moveTo>
                    <a:cubicBezTo>
                      <a:pt x="11637" y="-504"/>
                      <a:pt x="8437" y="-504"/>
                      <a:pt x="5237" y="1158"/>
                    </a:cubicBezTo>
                    <a:cubicBezTo>
                      <a:pt x="5237" y="1158"/>
                      <a:pt x="4437" y="1988"/>
                      <a:pt x="4437" y="1988"/>
                    </a:cubicBezTo>
                    <a:cubicBezTo>
                      <a:pt x="3637" y="2819"/>
                      <a:pt x="2837" y="2819"/>
                      <a:pt x="2037" y="3650"/>
                    </a:cubicBezTo>
                    <a:cubicBezTo>
                      <a:pt x="-1163" y="7804"/>
                      <a:pt x="-363" y="13619"/>
                      <a:pt x="2837" y="17773"/>
                    </a:cubicBezTo>
                    <a:cubicBezTo>
                      <a:pt x="2837" y="17773"/>
                      <a:pt x="3637" y="17773"/>
                      <a:pt x="3637" y="17773"/>
                    </a:cubicBezTo>
                    <a:cubicBezTo>
                      <a:pt x="3637" y="17773"/>
                      <a:pt x="3637" y="17773"/>
                      <a:pt x="3637" y="17773"/>
                    </a:cubicBezTo>
                    <a:cubicBezTo>
                      <a:pt x="7637" y="21096"/>
                      <a:pt x="14037" y="21096"/>
                      <a:pt x="17237" y="16111"/>
                    </a:cubicBezTo>
                    <a:cubicBezTo>
                      <a:pt x="20437" y="11958"/>
                      <a:pt x="19637" y="6142"/>
                      <a:pt x="15637" y="2819"/>
                    </a:cubicBezTo>
                    <a:cubicBezTo>
                      <a:pt x="15637" y="2819"/>
                      <a:pt x="15637" y="2819"/>
                      <a:pt x="15637" y="1988"/>
                    </a:cubicBezTo>
                    <a:cubicBezTo>
                      <a:pt x="15637" y="1988"/>
                      <a:pt x="14837" y="1988"/>
                      <a:pt x="14837" y="198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4" name="Shape 2074"/>
              <p:cNvSpPr/>
              <p:nvPr/>
            </p:nvSpPr>
            <p:spPr>
              <a:xfrm rot="14400000">
                <a:off x="22112098" y="7870071"/>
                <a:ext cx="210295" cy="21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70" h="18891" fill="norm" stroke="1" extrusionOk="0">
                    <a:moveTo>
                      <a:pt x="16439" y="2536"/>
                    </a:moveTo>
                    <a:cubicBezTo>
                      <a:pt x="11455" y="-1321"/>
                      <a:pt x="5639" y="-550"/>
                      <a:pt x="2316" y="3308"/>
                    </a:cubicBezTo>
                    <a:cubicBezTo>
                      <a:pt x="-1007" y="7936"/>
                      <a:pt x="-1007" y="13336"/>
                      <a:pt x="3978" y="16422"/>
                    </a:cubicBezTo>
                    <a:cubicBezTo>
                      <a:pt x="8131" y="20279"/>
                      <a:pt x="13947" y="19508"/>
                      <a:pt x="18101" y="14879"/>
                    </a:cubicBezTo>
                    <a:cubicBezTo>
                      <a:pt x="20593" y="11793"/>
                      <a:pt x="20593" y="7165"/>
                      <a:pt x="18101" y="4079"/>
                    </a:cubicBezTo>
                    <a:cubicBezTo>
                      <a:pt x="18101" y="4079"/>
                      <a:pt x="17270" y="3308"/>
                      <a:pt x="17270" y="3308"/>
                    </a:cubicBezTo>
                    <a:cubicBezTo>
                      <a:pt x="17270" y="2536"/>
                      <a:pt x="16439" y="2536"/>
                      <a:pt x="16439" y="25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5" name="Shape 2075"/>
              <p:cNvSpPr/>
              <p:nvPr/>
            </p:nvSpPr>
            <p:spPr>
              <a:xfrm rot="14400000">
                <a:off x="16225142" y="7135033"/>
                <a:ext cx="209423" cy="2109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50" h="19402" fill="norm" stroke="1" extrusionOk="0">
                    <a:moveTo>
                      <a:pt x="16416" y="1975"/>
                    </a:moveTo>
                    <a:cubicBezTo>
                      <a:pt x="12096" y="-1225"/>
                      <a:pt x="6048" y="-425"/>
                      <a:pt x="1728" y="3575"/>
                    </a:cubicBezTo>
                    <a:cubicBezTo>
                      <a:pt x="864" y="5175"/>
                      <a:pt x="0" y="6775"/>
                      <a:pt x="0" y="8375"/>
                    </a:cubicBezTo>
                    <a:cubicBezTo>
                      <a:pt x="0" y="9175"/>
                      <a:pt x="0" y="9175"/>
                      <a:pt x="0" y="9175"/>
                    </a:cubicBezTo>
                    <a:cubicBezTo>
                      <a:pt x="0" y="12375"/>
                      <a:pt x="864" y="15575"/>
                      <a:pt x="3456" y="17175"/>
                    </a:cubicBezTo>
                    <a:cubicBezTo>
                      <a:pt x="4320" y="17975"/>
                      <a:pt x="5184" y="17975"/>
                      <a:pt x="5184" y="17975"/>
                    </a:cubicBezTo>
                    <a:cubicBezTo>
                      <a:pt x="6048" y="17975"/>
                      <a:pt x="6048" y="18775"/>
                      <a:pt x="6048" y="18775"/>
                    </a:cubicBezTo>
                    <a:cubicBezTo>
                      <a:pt x="10368" y="20375"/>
                      <a:pt x="15552" y="18775"/>
                      <a:pt x="18144" y="15575"/>
                    </a:cubicBezTo>
                    <a:cubicBezTo>
                      <a:pt x="19008" y="14775"/>
                      <a:pt x="19008" y="13975"/>
                      <a:pt x="19872" y="13975"/>
                    </a:cubicBezTo>
                    <a:cubicBezTo>
                      <a:pt x="19872" y="13175"/>
                      <a:pt x="19872" y="13175"/>
                      <a:pt x="19872" y="12375"/>
                    </a:cubicBezTo>
                    <a:cubicBezTo>
                      <a:pt x="21600" y="9175"/>
                      <a:pt x="19872" y="4375"/>
                      <a:pt x="16416" y="19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6" name="Shape 2076"/>
              <p:cNvSpPr/>
              <p:nvPr/>
            </p:nvSpPr>
            <p:spPr>
              <a:xfrm rot="14400000">
                <a:off x="17001503" y="3224478"/>
                <a:ext cx="210936" cy="2055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05" h="19837" fill="norm" stroke="1" extrusionOk="0">
                    <a:moveTo>
                      <a:pt x="5175" y="1736"/>
                    </a:moveTo>
                    <a:cubicBezTo>
                      <a:pt x="4375" y="1736"/>
                      <a:pt x="4375" y="1736"/>
                      <a:pt x="4375" y="1736"/>
                    </a:cubicBezTo>
                    <a:cubicBezTo>
                      <a:pt x="3575" y="2567"/>
                      <a:pt x="2775" y="3398"/>
                      <a:pt x="1975" y="3398"/>
                    </a:cubicBezTo>
                    <a:cubicBezTo>
                      <a:pt x="-1225" y="8382"/>
                      <a:pt x="-425" y="14198"/>
                      <a:pt x="3575" y="17521"/>
                    </a:cubicBezTo>
                    <a:cubicBezTo>
                      <a:pt x="8375" y="20844"/>
                      <a:pt x="13975" y="20844"/>
                      <a:pt x="17175" y="15859"/>
                    </a:cubicBezTo>
                    <a:cubicBezTo>
                      <a:pt x="20375" y="11706"/>
                      <a:pt x="20375" y="5890"/>
                      <a:pt x="15575" y="1736"/>
                    </a:cubicBezTo>
                    <a:cubicBezTo>
                      <a:pt x="15575" y="1736"/>
                      <a:pt x="14775" y="1736"/>
                      <a:pt x="14775" y="1736"/>
                    </a:cubicBezTo>
                    <a:cubicBezTo>
                      <a:pt x="14775" y="906"/>
                      <a:pt x="13975" y="906"/>
                      <a:pt x="13975" y="906"/>
                    </a:cubicBezTo>
                    <a:cubicBezTo>
                      <a:pt x="10775" y="-756"/>
                      <a:pt x="7575" y="75"/>
                      <a:pt x="5175" y="1736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7" name="Shape 2077"/>
              <p:cNvSpPr/>
              <p:nvPr/>
            </p:nvSpPr>
            <p:spPr>
              <a:xfrm rot="14400000">
                <a:off x="14986466" y="2905135"/>
                <a:ext cx="208758" cy="210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24" h="19405" fill="norm" stroke="1" extrusionOk="0">
                    <a:moveTo>
                      <a:pt x="3650" y="17175"/>
                    </a:moveTo>
                    <a:cubicBezTo>
                      <a:pt x="7804" y="20375"/>
                      <a:pt x="14450" y="20375"/>
                      <a:pt x="17773" y="15575"/>
                    </a:cubicBezTo>
                    <a:cubicBezTo>
                      <a:pt x="21096" y="11575"/>
                      <a:pt x="20265" y="5975"/>
                      <a:pt x="16111" y="1975"/>
                    </a:cubicBezTo>
                    <a:cubicBezTo>
                      <a:pt x="11958" y="-1225"/>
                      <a:pt x="5311" y="-425"/>
                      <a:pt x="1988" y="3575"/>
                    </a:cubicBezTo>
                    <a:cubicBezTo>
                      <a:pt x="-504" y="6775"/>
                      <a:pt x="-504" y="10775"/>
                      <a:pt x="1158" y="13975"/>
                    </a:cubicBezTo>
                    <a:cubicBezTo>
                      <a:pt x="1158" y="14775"/>
                      <a:pt x="1988" y="14775"/>
                      <a:pt x="1988" y="15575"/>
                    </a:cubicBezTo>
                    <a:cubicBezTo>
                      <a:pt x="1988" y="16375"/>
                      <a:pt x="2819" y="16375"/>
                      <a:pt x="3650" y="1717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8" name="Shape 2078"/>
              <p:cNvSpPr/>
              <p:nvPr/>
            </p:nvSpPr>
            <p:spPr>
              <a:xfrm rot="14400000">
                <a:off x="769489" y="11980687"/>
                <a:ext cx="2065488" cy="28469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889" y="11854"/>
                    </a:moveTo>
                    <a:cubicBezTo>
                      <a:pt x="16881" y="0"/>
                      <a:pt x="16881" y="0"/>
                      <a:pt x="16881" y="0"/>
                    </a:cubicBezTo>
                    <a:cubicBezTo>
                      <a:pt x="16790" y="0"/>
                      <a:pt x="16790" y="0"/>
                      <a:pt x="16699" y="0"/>
                    </a:cubicBezTo>
                    <a:cubicBezTo>
                      <a:pt x="11708" y="11788"/>
                      <a:pt x="11708" y="11788"/>
                      <a:pt x="11708" y="11788"/>
                    </a:cubicBezTo>
                    <a:cubicBezTo>
                      <a:pt x="0" y="10141"/>
                      <a:pt x="0" y="10141"/>
                      <a:pt x="0" y="10141"/>
                    </a:cubicBezTo>
                    <a:cubicBezTo>
                      <a:pt x="0" y="10141"/>
                      <a:pt x="0" y="10207"/>
                      <a:pt x="0" y="10207"/>
                    </a:cubicBezTo>
                    <a:cubicBezTo>
                      <a:pt x="11708" y="11920"/>
                      <a:pt x="11708" y="11920"/>
                      <a:pt x="11708" y="11920"/>
                    </a:cubicBezTo>
                    <a:cubicBezTo>
                      <a:pt x="7624" y="21600"/>
                      <a:pt x="7624" y="21600"/>
                      <a:pt x="7624" y="21600"/>
                    </a:cubicBezTo>
                    <a:cubicBezTo>
                      <a:pt x="7624" y="21600"/>
                      <a:pt x="7714" y="21600"/>
                      <a:pt x="7714" y="21600"/>
                    </a:cubicBezTo>
                    <a:cubicBezTo>
                      <a:pt x="11798" y="11920"/>
                      <a:pt x="11798" y="11920"/>
                      <a:pt x="11798" y="11920"/>
                    </a:cubicBezTo>
                    <a:cubicBezTo>
                      <a:pt x="21600" y="13368"/>
                      <a:pt x="21600" y="13368"/>
                      <a:pt x="21600" y="13368"/>
                    </a:cubicBezTo>
                    <a:cubicBezTo>
                      <a:pt x="21600" y="13302"/>
                      <a:pt x="21600" y="13302"/>
                      <a:pt x="21600" y="13237"/>
                    </a:cubicBezTo>
                    <a:lnTo>
                      <a:pt x="11889" y="11854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79" name="Shape 2079"/>
              <p:cNvSpPr/>
              <p:nvPr/>
            </p:nvSpPr>
            <p:spPr>
              <a:xfrm rot="14400000">
                <a:off x="5177968" y="11621393"/>
                <a:ext cx="3235807" cy="4640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609" y="3472"/>
                    </a:moveTo>
                    <a:cubicBezTo>
                      <a:pt x="16157" y="40"/>
                      <a:pt x="16157" y="40"/>
                      <a:pt x="16157" y="40"/>
                    </a:cubicBezTo>
                    <a:cubicBezTo>
                      <a:pt x="16157" y="40"/>
                      <a:pt x="16099" y="40"/>
                      <a:pt x="16099" y="0"/>
                    </a:cubicBezTo>
                    <a:cubicBezTo>
                      <a:pt x="13551" y="3432"/>
                      <a:pt x="13551" y="3432"/>
                      <a:pt x="13551" y="3432"/>
                    </a:cubicBezTo>
                    <a:cubicBezTo>
                      <a:pt x="6833" y="606"/>
                      <a:pt x="6833" y="606"/>
                      <a:pt x="6833" y="606"/>
                    </a:cubicBezTo>
                    <a:cubicBezTo>
                      <a:pt x="6833" y="606"/>
                      <a:pt x="6833" y="646"/>
                      <a:pt x="6833" y="646"/>
                    </a:cubicBezTo>
                    <a:cubicBezTo>
                      <a:pt x="13493" y="3472"/>
                      <a:pt x="13493" y="3472"/>
                      <a:pt x="13493" y="3472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21600"/>
                      <a:pt x="58" y="21600"/>
                      <a:pt x="58" y="21600"/>
                    </a:cubicBezTo>
                    <a:cubicBezTo>
                      <a:pt x="13551" y="3513"/>
                      <a:pt x="13551" y="3513"/>
                      <a:pt x="13551" y="3513"/>
                    </a:cubicBezTo>
                    <a:cubicBezTo>
                      <a:pt x="21542" y="6864"/>
                      <a:pt x="21542" y="6864"/>
                      <a:pt x="21542" y="6864"/>
                    </a:cubicBezTo>
                    <a:cubicBezTo>
                      <a:pt x="21600" y="6864"/>
                      <a:pt x="21600" y="6823"/>
                      <a:pt x="21600" y="6823"/>
                    </a:cubicBezTo>
                    <a:lnTo>
                      <a:pt x="13609" y="3472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0" name="Shape 2080"/>
              <p:cNvSpPr/>
              <p:nvPr/>
            </p:nvSpPr>
            <p:spPr>
              <a:xfrm rot="14400000">
                <a:off x="3008642" y="12099881"/>
                <a:ext cx="1562874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10588"/>
                    </a:moveTo>
                    <a:cubicBezTo>
                      <a:pt x="11280" y="0"/>
                      <a:pt x="11280" y="0"/>
                      <a:pt x="11280" y="0"/>
                    </a:cubicBezTo>
                    <a:cubicBezTo>
                      <a:pt x="11160" y="0"/>
                      <a:pt x="11160" y="0"/>
                      <a:pt x="11040" y="0"/>
                    </a:cubicBezTo>
                    <a:cubicBezTo>
                      <a:pt x="10680" y="10588"/>
                      <a:pt x="10680" y="10588"/>
                      <a:pt x="10680" y="10588"/>
                    </a:cubicBezTo>
                    <a:cubicBezTo>
                      <a:pt x="0" y="10951"/>
                      <a:pt x="0" y="10951"/>
                      <a:pt x="0" y="10951"/>
                    </a:cubicBezTo>
                    <a:cubicBezTo>
                      <a:pt x="0" y="10951"/>
                      <a:pt x="0" y="11012"/>
                      <a:pt x="0" y="11012"/>
                    </a:cubicBezTo>
                    <a:cubicBezTo>
                      <a:pt x="10680" y="10649"/>
                      <a:pt x="10680" y="10649"/>
                      <a:pt x="10680" y="10649"/>
                    </a:cubicBezTo>
                    <a:cubicBezTo>
                      <a:pt x="10200" y="21600"/>
                      <a:pt x="10200" y="21600"/>
                      <a:pt x="10200" y="21600"/>
                    </a:cubicBezTo>
                    <a:cubicBezTo>
                      <a:pt x="10320" y="21600"/>
                      <a:pt x="10320" y="21600"/>
                      <a:pt x="10440" y="21600"/>
                    </a:cubicBezTo>
                    <a:cubicBezTo>
                      <a:pt x="10800" y="10649"/>
                      <a:pt x="10800" y="10649"/>
                      <a:pt x="10800" y="10649"/>
                    </a:cubicBezTo>
                    <a:cubicBezTo>
                      <a:pt x="21480" y="10286"/>
                      <a:pt x="21480" y="10286"/>
                      <a:pt x="21480" y="10286"/>
                    </a:cubicBezTo>
                    <a:cubicBezTo>
                      <a:pt x="21480" y="10286"/>
                      <a:pt x="21600" y="10225"/>
                      <a:pt x="21600" y="10225"/>
                    </a:cubicBezTo>
                    <a:lnTo>
                      <a:pt x="10800" y="10588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1" name="Shape 2081"/>
              <p:cNvSpPr/>
              <p:nvPr/>
            </p:nvSpPr>
            <p:spPr>
              <a:xfrm rot="14400000">
                <a:off x="43276" y="13537897"/>
                <a:ext cx="245482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20040" fill="norm" stroke="1" extrusionOk="0">
                    <a:moveTo>
                      <a:pt x="15079" y="18600"/>
                    </a:moveTo>
                    <a:cubicBezTo>
                      <a:pt x="19129" y="15000"/>
                      <a:pt x="20479" y="8520"/>
                      <a:pt x="17104" y="4200"/>
                    </a:cubicBezTo>
                    <a:cubicBezTo>
                      <a:pt x="14404" y="-120"/>
                      <a:pt x="8329" y="-1560"/>
                      <a:pt x="4279" y="2040"/>
                    </a:cubicBezTo>
                    <a:cubicBezTo>
                      <a:pt x="-446" y="4920"/>
                      <a:pt x="-1121" y="11400"/>
                      <a:pt x="1579" y="15720"/>
                    </a:cubicBezTo>
                    <a:cubicBezTo>
                      <a:pt x="2929" y="17880"/>
                      <a:pt x="4954" y="19320"/>
                      <a:pt x="6979" y="20040"/>
                    </a:cubicBezTo>
                    <a:cubicBezTo>
                      <a:pt x="7654" y="20040"/>
                      <a:pt x="7654" y="20040"/>
                      <a:pt x="8329" y="20040"/>
                    </a:cubicBezTo>
                    <a:cubicBezTo>
                      <a:pt x="10354" y="20040"/>
                      <a:pt x="13054" y="20040"/>
                      <a:pt x="15079" y="18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2" name="Shape 2082"/>
              <p:cNvSpPr/>
              <p:nvPr/>
            </p:nvSpPr>
            <p:spPr>
              <a:xfrm rot="14400000">
                <a:off x="1410296" y="12106412"/>
                <a:ext cx="243853" cy="245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7" h="19017" fill="norm" stroke="1" extrusionOk="0">
                    <a:moveTo>
                      <a:pt x="17693" y="4279"/>
                    </a:moveTo>
                    <a:cubicBezTo>
                      <a:pt x="14906" y="-446"/>
                      <a:pt x="8635" y="-1121"/>
                      <a:pt x="4454" y="1579"/>
                    </a:cubicBezTo>
                    <a:cubicBezTo>
                      <a:pt x="2364" y="2929"/>
                      <a:pt x="971" y="4954"/>
                      <a:pt x="274" y="6979"/>
                    </a:cubicBezTo>
                    <a:cubicBezTo>
                      <a:pt x="274" y="7654"/>
                      <a:pt x="274" y="7654"/>
                      <a:pt x="274" y="8329"/>
                    </a:cubicBezTo>
                    <a:cubicBezTo>
                      <a:pt x="-423" y="10354"/>
                      <a:pt x="274" y="13054"/>
                      <a:pt x="1667" y="15079"/>
                    </a:cubicBezTo>
                    <a:cubicBezTo>
                      <a:pt x="5151" y="19129"/>
                      <a:pt x="10725" y="20479"/>
                      <a:pt x="15603" y="17104"/>
                    </a:cubicBezTo>
                    <a:cubicBezTo>
                      <a:pt x="19783" y="14404"/>
                      <a:pt x="21177" y="8329"/>
                      <a:pt x="17693" y="427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3" name="Shape 2083"/>
              <p:cNvSpPr/>
              <p:nvPr/>
            </p:nvSpPr>
            <p:spPr>
              <a:xfrm rot="14400000">
                <a:off x="2197786" y="14317391"/>
                <a:ext cx="246063" cy="2438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7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2426"/>
                      <a:pt x="20404" y="8943"/>
                    </a:cubicBezTo>
                    <a:cubicBezTo>
                      <a:pt x="20404" y="8943"/>
                      <a:pt x="20404" y="8246"/>
                      <a:pt x="20404" y="8246"/>
                    </a:cubicBezTo>
                    <a:cubicBezTo>
                      <a:pt x="19684" y="6852"/>
                      <a:pt x="1896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910"/>
                    </a:cubicBezTo>
                    <a:cubicBezTo>
                      <a:pt x="3124" y="17304"/>
                      <a:pt x="5284" y="18697"/>
                      <a:pt x="7444" y="19394"/>
                    </a:cubicBezTo>
                    <a:cubicBezTo>
                      <a:pt x="8164" y="19394"/>
                      <a:pt x="8164" y="19394"/>
                      <a:pt x="8884" y="19394"/>
                    </a:cubicBezTo>
                    <a:cubicBezTo>
                      <a:pt x="11044" y="20091"/>
                      <a:pt x="13924" y="19394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4" name="Shape 2084"/>
              <p:cNvSpPr/>
              <p:nvPr/>
            </p:nvSpPr>
            <p:spPr>
              <a:xfrm rot="14400000">
                <a:off x="3170623" y="12777937"/>
                <a:ext cx="246063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20040" fill="norm" stroke="1" extrusionOk="0">
                    <a:moveTo>
                      <a:pt x="4320" y="1440"/>
                    </a:moveTo>
                    <a:cubicBezTo>
                      <a:pt x="2160" y="2880"/>
                      <a:pt x="720" y="5040"/>
                      <a:pt x="720" y="7920"/>
                    </a:cubicBezTo>
                    <a:cubicBezTo>
                      <a:pt x="720" y="7920"/>
                      <a:pt x="0" y="8640"/>
                      <a:pt x="0" y="8640"/>
                    </a:cubicBezTo>
                    <a:cubicBezTo>
                      <a:pt x="0" y="11520"/>
                      <a:pt x="720" y="13680"/>
                      <a:pt x="2160" y="15840"/>
                    </a:cubicBezTo>
                    <a:cubicBezTo>
                      <a:pt x="5040" y="20160"/>
                      <a:pt x="11520" y="21600"/>
                      <a:pt x="15840" y="18000"/>
                    </a:cubicBezTo>
                    <a:cubicBezTo>
                      <a:pt x="20880" y="15120"/>
                      <a:pt x="21600" y="8640"/>
                      <a:pt x="18720" y="4320"/>
                    </a:cubicBezTo>
                    <a:cubicBezTo>
                      <a:pt x="17280" y="1440"/>
                      <a:pt x="14400" y="0"/>
                      <a:pt x="11520" y="0"/>
                    </a:cubicBezTo>
                    <a:cubicBezTo>
                      <a:pt x="11520" y="0"/>
                      <a:pt x="10800" y="0"/>
                      <a:pt x="10800" y="0"/>
                    </a:cubicBezTo>
                    <a:cubicBezTo>
                      <a:pt x="8640" y="0"/>
                      <a:pt x="6480" y="720"/>
                      <a:pt x="4320" y="144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5" name="Shape 2085"/>
              <p:cNvSpPr/>
              <p:nvPr/>
            </p:nvSpPr>
            <p:spPr>
              <a:xfrm rot="14400000">
                <a:off x="4147437" y="14291510"/>
                <a:ext cx="246063" cy="247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4" h="19668" fill="norm" stroke="1" extrusionOk="0">
                    <a:moveTo>
                      <a:pt x="16084" y="18001"/>
                    </a:moveTo>
                    <a:cubicBezTo>
                      <a:pt x="18964" y="15910"/>
                      <a:pt x="20404" y="13123"/>
                      <a:pt x="20404" y="9639"/>
                    </a:cubicBezTo>
                    <a:cubicBezTo>
                      <a:pt x="20404" y="9639"/>
                      <a:pt x="20404" y="8943"/>
                      <a:pt x="20404" y="8943"/>
                    </a:cubicBezTo>
                    <a:cubicBezTo>
                      <a:pt x="20404" y="6852"/>
                      <a:pt x="19684" y="5459"/>
                      <a:pt x="18244" y="4065"/>
                    </a:cubicBezTo>
                    <a:cubicBezTo>
                      <a:pt x="15364" y="-115"/>
                      <a:pt x="8884" y="-1509"/>
                      <a:pt x="4564" y="1975"/>
                    </a:cubicBezTo>
                    <a:cubicBezTo>
                      <a:pt x="-476" y="4762"/>
                      <a:pt x="-1196" y="11033"/>
                      <a:pt x="1684" y="15214"/>
                    </a:cubicBezTo>
                    <a:cubicBezTo>
                      <a:pt x="3124" y="16607"/>
                      <a:pt x="3844" y="17304"/>
                      <a:pt x="5284" y="18001"/>
                    </a:cubicBezTo>
                    <a:cubicBezTo>
                      <a:pt x="5284" y="18697"/>
                      <a:pt x="6004" y="18697"/>
                      <a:pt x="6004" y="18697"/>
                    </a:cubicBezTo>
                    <a:cubicBezTo>
                      <a:pt x="9604" y="20091"/>
                      <a:pt x="13204" y="20091"/>
                      <a:pt x="16084" y="180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6" name="Shape 2086"/>
              <p:cNvSpPr/>
              <p:nvPr/>
            </p:nvSpPr>
            <p:spPr>
              <a:xfrm rot="14400000">
                <a:off x="5129990" y="12724060"/>
                <a:ext cx="247208" cy="2416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040" fill="norm" stroke="1" extrusionOk="0">
                    <a:moveTo>
                      <a:pt x="9333" y="0"/>
                    </a:moveTo>
                    <a:cubicBezTo>
                      <a:pt x="7939" y="0"/>
                      <a:pt x="5849" y="720"/>
                      <a:pt x="4455" y="1440"/>
                    </a:cubicBezTo>
                    <a:cubicBezTo>
                      <a:pt x="3062" y="2160"/>
                      <a:pt x="2365" y="2880"/>
                      <a:pt x="1668" y="4320"/>
                    </a:cubicBezTo>
                    <a:cubicBezTo>
                      <a:pt x="1668" y="4320"/>
                      <a:pt x="1668" y="5040"/>
                      <a:pt x="972" y="5040"/>
                    </a:cubicBezTo>
                    <a:cubicBezTo>
                      <a:pt x="-422" y="8640"/>
                      <a:pt x="-422" y="12240"/>
                      <a:pt x="1668" y="15840"/>
                    </a:cubicBezTo>
                    <a:cubicBezTo>
                      <a:pt x="5152" y="20160"/>
                      <a:pt x="11423" y="21600"/>
                      <a:pt x="15604" y="18000"/>
                    </a:cubicBezTo>
                    <a:cubicBezTo>
                      <a:pt x="19784" y="15120"/>
                      <a:pt x="21178" y="8640"/>
                      <a:pt x="17694" y="4320"/>
                    </a:cubicBezTo>
                    <a:cubicBezTo>
                      <a:pt x="16301" y="1440"/>
                      <a:pt x="13513" y="0"/>
                      <a:pt x="10726" y="0"/>
                    </a:cubicBezTo>
                    <a:cubicBezTo>
                      <a:pt x="10030" y="0"/>
                      <a:pt x="10030" y="0"/>
                      <a:pt x="9333" y="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7" name="Shape 2087"/>
              <p:cNvSpPr/>
              <p:nvPr/>
            </p:nvSpPr>
            <p:spPr>
              <a:xfrm rot="14400000">
                <a:off x="5087324" y="15550246"/>
                <a:ext cx="243867" cy="2391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68" h="20115" fill="norm" stroke="1" extrusionOk="0">
                    <a:moveTo>
                      <a:pt x="15214" y="18244"/>
                    </a:moveTo>
                    <a:cubicBezTo>
                      <a:pt x="16607" y="17524"/>
                      <a:pt x="18001" y="16084"/>
                      <a:pt x="18697" y="14644"/>
                    </a:cubicBezTo>
                    <a:cubicBezTo>
                      <a:pt x="18697" y="14644"/>
                      <a:pt x="18697" y="13924"/>
                      <a:pt x="18697" y="13924"/>
                    </a:cubicBezTo>
                    <a:cubicBezTo>
                      <a:pt x="20091" y="11044"/>
                      <a:pt x="20091" y="7444"/>
                      <a:pt x="18001" y="4564"/>
                    </a:cubicBezTo>
                    <a:cubicBezTo>
                      <a:pt x="14517" y="-476"/>
                      <a:pt x="8943" y="-1196"/>
                      <a:pt x="4065" y="1684"/>
                    </a:cubicBezTo>
                    <a:cubicBezTo>
                      <a:pt x="-115" y="5284"/>
                      <a:pt x="-1509" y="11044"/>
                      <a:pt x="1975" y="16084"/>
                    </a:cubicBezTo>
                    <a:cubicBezTo>
                      <a:pt x="2672" y="17524"/>
                      <a:pt x="4065" y="18244"/>
                      <a:pt x="5459" y="18964"/>
                    </a:cubicBezTo>
                    <a:cubicBezTo>
                      <a:pt x="5459" y="18964"/>
                      <a:pt x="6156" y="19684"/>
                      <a:pt x="6156" y="19684"/>
                    </a:cubicBezTo>
                    <a:cubicBezTo>
                      <a:pt x="8943" y="20404"/>
                      <a:pt x="12426" y="20404"/>
                      <a:pt x="15214" y="1824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8" name="Shape 2088"/>
              <p:cNvSpPr/>
              <p:nvPr/>
            </p:nvSpPr>
            <p:spPr>
              <a:xfrm rot="14400000">
                <a:off x="9609022" y="14077909"/>
                <a:ext cx="245481" cy="247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17" h="19655" fill="norm" stroke="1" extrusionOk="0">
                    <a:moveTo>
                      <a:pt x="15413" y="2352"/>
                    </a:moveTo>
                    <a:cubicBezTo>
                      <a:pt x="12713" y="262"/>
                      <a:pt x="10013" y="-435"/>
                      <a:pt x="7313" y="262"/>
                    </a:cubicBezTo>
                    <a:cubicBezTo>
                      <a:pt x="6638" y="262"/>
                      <a:pt x="6638" y="262"/>
                      <a:pt x="5963" y="959"/>
                    </a:cubicBezTo>
                    <a:cubicBezTo>
                      <a:pt x="5288" y="959"/>
                      <a:pt x="4613" y="959"/>
                      <a:pt x="3938" y="1655"/>
                    </a:cubicBezTo>
                    <a:cubicBezTo>
                      <a:pt x="-112" y="5139"/>
                      <a:pt x="-1462" y="10713"/>
                      <a:pt x="1913" y="15591"/>
                    </a:cubicBezTo>
                    <a:cubicBezTo>
                      <a:pt x="4613" y="19771"/>
                      <a:pt x="10688" y="21165"/>
                      <a:pt x="14738" y="17681"/>
                    </a:cubicBezTo>
                    <a:cubicBezTo>
                      <a:pt x="19463" y="14894"/>
                      <a:pt x="20138" y="8623"/>
                      <a:pt x="17438" y="4442"/>
                    </a:cubicBezTo>
                    <a:cubicBezTo>
                      <a:pt x="16763" y="3746"/>
                      <a:pt x="16763" y="3049"/>
                      <a:pt x="16088" y="2352"/>
                    </a:cubicBezTo>
                    <a:cubicBezTo>
                      <a:pt x="16088" y="2352"/>
                      <a:pt x="15413" y="2352"/>
                      <a:pt x="15413" y="235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89" name="Shape 2089"/>
              <p:cNvSpPr/>
              <p:nvPr/>
            </p:nvSpPr>
            <p:spPr>
              <a:xfrm rot="14400000">
                <a:off x="17559796" y="21043971"/>
                <a:ext cx="25682" cy="95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7200" y="21600"/>
                      <a:pt x="14400" y="21600"/>
                      <a:pt x="21600" y="21600"/>
                    </a:cubicBezTo>
                    <a:cubicBezTo>
                      <a:pt x="14400" y="0"/>
                      <a:pt x="14400" y="0"/>
                      <a:pt x="14400" y="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0" name="Shape 2090"/>
              <p:cNvSpPr/>
              <p:nvPr/>
            </p:nvSpPr>
            <p:spPr>
              <a:xfrm rot="14400000">
                <a:off x="12421803" y="22561830"/>
                <a:ext cx="7763003" cy="78070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2" y="21600"/>
                    </a:moveTo>
                    <a:cubicBezTo>
                      <a:pt x="21576" y="21600"/>
                      <a:pt x="21576" y="21576"/>
                      <a:pt x="21600" y="2157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4" y="24"/>
                      <a:pt x="24" y="48"/>
                      <a:pt x="0" y="48"/>
                    </a:cubicBezTo>
                    <a:lnTo>
                      <a:pt x="2155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1" name="Shape 2091"/>
              <p:cNvSpPr/>
              <p:nvPr/>
            </p:nvSpPr>
            <p:spPr>
              <a:xfrm rot="14400000">
                <a:off x="11541674" y="20398818"/>
                <a:ext cx="4875723" cy="1129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7" y="0"/>
                      <a:pt x="38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23" y="21600"/>
                      <a:pt x="21523" y="21600"/>
                      <a:pt x="21523" y="21600"/>
                    </a:cubicBezTo>
                    <a:cubicBezTo>
                      <a:pt x="2156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2" name="Shape 2092"/>
              <p:cNvSpPr/>
              <p:nvPr/>
            </p:nvSpPr>
            <p:spPr>
              <a:xfrm rot="14400000">
                <a:off x="13347329" y="19103308"/>
                <a:ext cx="2003120" cy="73814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51" y="21321"/>
                    </a:moveTo>
                    <a:cubicBezTo>
                      <a:pt x="9444" y="21600"/>
                      <a:pt x="9444" y="21600"/>
                      <a:pt x="9444" y="21600"/>
                    </a:cubicBezTo>
                    <a:cubicBezTo>
                      <a:pt x="9538" y="21600"/>
                      <a:pt x="9631" y="21600"/>
                      <a:pt x="9631" y="21600"/>
                    </a:cubicBezTo>
                    <a:cubicBezTo>
                      <a:pt x="9444" y="21118"/>
                      <a:pt x="9444" y="21118"/>
                      <a:pt x="9444" y="21118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06" y="0"/>
                      <a:pt x="21506" y="0"/>
                      <a:pt x="21413" y="0"/>
                    </a:cubicBezTo>
                    <a:cubicBezTo>
                      <a:pt x="9351" y="20915"/>
                      <a:pt x="9351" y="20915"/>
                      <a:pt x="9351" y="20915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94" y="25"/>
                      <a:pt x="0" y="25"/>
                      <a:pt x="0" y="25"/>
                    </a:cubicBezTo>
                    <a:cubicBezTo>
                      <a:pt x="9257" y="21118"/>
                      <a:pt x="9257" y="21118"/>
                      <a:pt x="9257" y="21118"/>
                    </a:cubicBezTo>
                    <a:cubicBezTo>
                      <a:pt x="8977" y="21600"/>
                      <a:pt x="8977" y="21600"/>
                      <a:pt x="8977" y="21600"/>
                    </a:cubicBezTo>
                    <a:cubicBezTo>
                      <a:pt x="9070" y="21600"/>
                      <a:pt x="9070" y="21600"/>
                      <a:pt x="9164" y="21600"/>
                    </a:cubicBezTo>
                    <a:lnTo>
                      <a:pt x="9351" y="21321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3" name="Shape 2093"/>
              <p:cNvSpPr/>
              <p:nvPr/>
            </p:nvSpPr>
            <p:spPr>
              <a:xfrm rot="14400000">
                <a:off x="17595713" y="20806900"/>
                <a:ext cx="356503" cy="358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1" h="20308" fill="norm" stroke="1" extrusionOk="0">
                    <a:moveTo>
                      <a:pt x="480" y="13745"/>
                    </a:moveTo>
                    <a:cubicBezTo>
                      <a:pt x="2400" y="19145"/>
                      <a:pt x="8160" y="21600"/>
                      <a:pt x="13440" y="19636"/>
                    </a:cubicBezTo>
                    <a:cubicBezTo>
                      <a:pt x="18240" y="17182"/>
                      <a:pt x="21120" y="11291"/>
                      <a:pt x="19200" y="5891"/>
                    </a:cubicBezTo>
                    <a:cubicBezTo>
                      <a:pt x="17760" y="2945"/>
                      <a:pt x="15360" y="982"/>
                      <a:pt x="12000" y="0"/>
                    </a:cubicBezTo>
                    <a:cubicBezTo>
                      <a:pt x="12000" y="0"/>
                      <a:pt x="11520" y="0"/>
                      <a:pt x="11040" y="0"/>
                    </a:cubicBezTo>
                    <a:cubicBezTo>
                      <a:pt x="10560" y="0"/>
                      <a:pt x="10080" y="0"/>
                      <a:pt x="9600" y="0"/>
                    </a:cubicBezTo>
                    <a:cubicBezTo>
                      <a:pt x="9120" y="0"/>
                      <a:pt x="9120" y="0"/>
                      <a:pt x="8640" y="0"/>
                    </a:cubicBezTo>
                    <a:cubicBezTo>
                      <a:pt x="8160" y="0"/>
                      <a:pt x="7680" y="0"/>
                      <a:pt x="7200" y="491"/>
                    </a:cubicBezTo>
                    <a:cubicBezTo>
                      <a:pt x="7200" y="491"/>
                      <a:pt x="6720" y="491"/>
                      <a:pt x="6240" y="491"/>
                    </a:cubicBezTo>
                    <a:cubicBezTo>
                      <a:pt x="6240" y="491"/>
                      <a:pt x="6240" y="491"/>
                      <a:pt x="6240" y="491"/>
                    </a:cubicBezTo>
                    <a:cubicBezTo>
                      <a:pt x="4800" y="982"/>
                      <a:pt x="3840" y="1964"/>
                      <a:pt x="2880" y="3436"/>
                    </a:cubicBezTo>
                    <a:cubicBezTo>
                      <a:pt x="2400" y="3436"/>
                      <a:pt x="2400" y="3927"/>
                      <a:pt x="1920" y="3927"/>
                    </a:cubicBezTo>
                    <a:cubicBezTo>
                      <a:pt x="0" y="6873"/>
                      <a:pt x="-480" y="10800"/>
                      <a:pt x="480" y="1374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4" name="Shape 2094"/>
              <p:cNvSpPr/>
              <p:nvPr/>
            </p:nvSpPr>
            <p:spPr>
              <a:xfrm rot="14400000">
                <a:off x="14643912" y="31756756"/>
                <a:ext cx="358222" cy="358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49" h="18991" fill="norm" stroke="1" extrusionOk="0">
                    <a:moveTo>
                      <a:pt x="844" y="13301"/>
                    </a:moveTo>
                    <a:cubicBezTo>
                      <a:pt x="2722" y="17897"/>
                      <a:pt x="7887" y="20195"/>
                      <a:pt x="13053" y="18357"/>
                    </a:cubicBezTo>
                    <a:cubicBezTo>
                      <a:pt x="13992" y="17897"/>
                      <a:pt x="14931" y="17438"/>
                      <a:pt x="15870" y="16518"/>
                    </a:cubicBezTo>
                    <a:cubicBezTo>
                      <a:pt x="16339" y="16518"/>
                      <a:pt x="16339" y="16059"/>
                      <a:pt x="16809" y="15599"/>
                    </a:cubicBezTo>
                    <a:cubicBezTo>
                      <a:pt x="19157" y="13301"/>
                      <a:pt x="20096" y="9165"/>
                      <a:pt x="18687" y="5948"/>
                    </a:cubicBezTo>
                    <a:cubicBezTo>
                      <a:pt x="16809" y="893"/>
                      <a:pt x="11174" y="-1405"/>
                      <a:pt x="6009" y="893"/>
                    </a:cubicBezTo>
                    <a:cubicBezTo>
                      <a:pt x="1313" y="2731"/>
                      <a:pt x="-1504" y="8246"/>
                      <a:pt x="844" y="13301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5" name="Shape 2095"/>
              <p:cNvSpPr/>
              <p:nvPr/>
            </p:nvSpPr>
            <p:spPr>
              <a:xfrm rot="14400000">
                <a:off x="10023636" y="30934428"/>
                <a:ext cx="352303" cy="361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19181" fill="norm" stroke="1" extrusionOk="0">
                    <a:moveTo>
                      <a:pt x="13790" y="18093"/>
                    </a:moveTo>
                    <a:cubicBezTo>
                      <a:pt x="18486" y="15795"/>
                      <a:pt x="20364" y="10740"/>
                      <a:pt x="18486" y="6144"/>
                    </a:cubicBezTo>
                    <a:cubicBezTo>
                      <a:pt x="16607" y="1089"/>
                      <a:pt x="10973" y="-1209"/>
                      <a:pt x="6277" y="629"/>
                    </a:cubicBezTo>
                    <a:cubicBezTo>
                      <a:pt x="1112" y="2927"/>
                      <a:pt x="-1236" y="8442"/>
                      <a:pt x="642" y="13038"/>
                    </a:cubicBezTo>
                    <a:cubicBezTo>
                      <a:pt x="2521" y="18093"/>
                      <a:pt x="8155" y="20391"/>
                      <a:pt x="12851" y="18553"/>
                    </a:cubicBezTo>
                    <a:cubicBezTo>
                      <a:pt x="12851" y="18553"/>
                      <a:pt x="12851" y="18553"/>
                      <a:pt x="12851" y="18553"/>
                    </a:cubicBezTo>
                    <a:cubicBezTo>
                      <a:pt x="13321" y="18093"/>
                      <a:pt x="13790" y="18093"/>
                      <a:pt x="13790" y="1809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6" name="Shape 2096"/>
              <p:cNvSpPr/>
              <p:nvPr/>
            </p:nvSpPr>
            <p:spPr>
              <a:xfrm rot="14400000">
                <a:off x="11341208" y="25427685"/>
                <a:ext cx="350993" cy="35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34" h="19713" fill="norm" stroke="1" extrusionOk="0">
                    <a:moveTo>
                      <a:pt x="11442" y="19653"/>
                    </a:moveTo>
                    <a:cubicBezTo>
                      <a:pt x="11912" y="19653"/>
                      <a:pt x="12381" y="19173"/>
                      <a:pt x="13321" y="19173"/>
                    </a:cubicBezTo>
                    <a:cubicBezTo>
                      <a:pt x="18016" y="17253"/>
                      <a:pt x="20364" y="11013"/>
                      <a:pt x="18486" y="6213"/>
                    </a:cubicBezTo>
                    <a:cubicBezTo>
                      <a:pt x="16607" y="933"/>
                      <a:pt x="10973" y="-1467"/>
                      <a:pt x="6277" y="933"/>
                    </a:cubicBezTo>
                    <a:cubicBezTo>
                      <a:pt x="1112" y="2853"/>
                      <a:pt x="-1236" y="8613"/>
                      <a:pt x="642" y="13893"/>
                    </a:cubicBezTo>
                    <a:cubicBezTo>
                      <a:pt x="2051" y="17733"/>
                      <a:pt x="6277" y="20133"/>
                      <a:pt x="10503" y="19653"/>
                    </a:cubicBezTo>
                    <a:cubicBezTo>
                      <a:pt x="10503" y="19653"/>
                      <a:pt x="10973" y="19653"/>
                      <a:pt x="11442" y="19653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7" name="Shape 2097"/>
              <p:cNvSpPr/>
              <p:nvPr/>
            </p:nvSpPr>
            <p:spPr>
              <a:xfrm rot="14400000">
                <a:off x="10333787" y="23704720"/>
                <a:ext cx="350884" cy="35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128" h="19918" fill="norm" stroke="1" extrusionOk="0">
                    <a:moveTo>
                      <a:pt x="12851" y="19377"/>
                    </a:moveTo>
                    <a:cubicBezTo>
                      <a:pt x="18016" y="16977"/>
                      <a:pt x="20364" y="11217"/>
                      <a:pt x="18486" y="6417"/>
                    </a:cubicBezTo>
                    <a:cubicBezTo>
                      <a:pt x="16607" y="1137"/>
                      <a:pt x="10973" y="-1263"/>
                      <a:pt x="6277" y="657"/>
                    </a:cubicBezTo>
                    <a:cubicBezTo>
                      <a:pt x="1112" y="3057"/>
                      <a:pt x="-1236" y="8817"/>
                      <a:pt x="642" y="14097"/>
                    </a:cubicBezTo>
                    <a:cubicBezTo>
                      <a:pt x="2051" y="17937"/>
                      <a:pt x="5807" y="20337"/>
                      <a:pt x="10034" y="19857"/>
                    </a:cubicBezTo>
                    <a:cubicBezTo>
                      <a:pt x="10503" y="19857"/>
                      <a:pt x="10503" y="19857"/>
                      <a:pt x="10973" y="19857"/>
                    </a:cubicBezTo>
                    <a:cubicBezTo>
                      <a:pt x="11912" y="19857"/>
                      <a:pt x="12381" y="19377"/>
                      <a:pt x="12851" y="19377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8" name="Shape 2098"/>
              <p:cNvSpPr/>
              <p:nvPr/>
            </p:nvSpPr>
            <p:spPr>
              <a:xfrm rot="14400000">
                <a:off x="14060555" y="24185188"/>
                <a:ext cx="1606898" cy="3756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8" y="21600"/>
                    </a:moveTo>
                    <a:lnTo>
                      <a:pt x="0" y="21600"/>
                    </a:lnTo>
                    <a:lnTo>
                      <a:pt x="21452" y="0"/>
                    </a:lnTo>
                    <a:lnTo>
                      <a:pt x="21600" y="63"/>
                    </a:lnTo>
                    <a:lnTo>
                      <a:pt x="1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099" name="Shape 2099"/>
              <p:cNvSpPr/>
              <p:nvPr/>
            </p:nvSpPr>
            <p:spPr>
              <a:xfrm rot="14400000">
                <a:off x="14104334" y="24199457"/>
                <a:ext cx="3202789" cy="913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0"/>
                    </a:lnTo>
                    <a:lnTo>
                      <a:pt x="21600" y="0"/>
                    </a:lnTo>
                    <a:lnTo>
                      <a:pt x="21600" y="26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0" name="Shape 2100"/>
              <p:cNvSpPr/>
              <p:nvPr/>
            </p:nvSpPr>
            <p:spPr>
              <a:xfrm rot="14400000">
                <a:off x="11551339" y="21731732"/>
                <a:ext cx="1500505" cy="4365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6" y="21600"/>
                    </a:moveTo>
                    <a:lnTo>
                      <a:pt x="0" y="21600"/>
                    </a:lnTo>
                    <a:lnTo>
                      <a:pt x="21442" y="0"/>
                    </a:lnTo>
                    <a:lnTo>
                      <a:pt x="21600" y="0"/>
                    </a:lnTo>
                    <a:lnTo>
                      <a:pt x="10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1" name="Shape 2101"/>
              <p:cNvSpPr/>
              <p:nvPr/>
            </p:nvSpPr>
            <p:spPr>
              <a:xfrm rot="14400000">
                <a:off x="9926504" y="24531764"/>
                <a:ext cx="4024581" cy="40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3927"/>
                    </a:lnTo>
                    <a:lnTo>
                      <a:pt x="0" y="0"/>
                    </a:lnTo>
                    <a:lnTo>
                      <a:pt x="21600" y="1767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2" name="Shape 2102"/>
              <p:cNvSpPr/>
              <p:nvPr/>
            </p:nvSpPr>
            <p:spPr>
              <a:xfrm rot="14400000">
                <a:off x="7658430" y="20898699"/>
                <a:ext cx="2846923" cy="2670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" y="21600"/>
                    </a:moveTo>
                    <a:lnTo>
                      <a:pt x="0" y="21541"/>
                    </a:lnTo>
                    <a:lnTo>
                      <a:pt x="21544" y="0"/>
                    </a:lnTo>
                    <a:lnTo>
                      <a:pt x="21600" y="59"/>
                    </a:lnTo>
                    <a:lnTo>
                      <a:pt x="8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3" name="Shape 2103"/>
              <p:cNvSpPr/>
              <p:nvPr/>
            </p:nvSpPr>
            <p:spPr>
              <a:xfrm rot="14400000">
                <a:off x="5458023" y="18851157"/>
                <a:ext cx="3415575" cy="182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21600" y="2147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4" name="Shape 2104"/>
              <p:cNvSpPr/>
              <p:nvPr/>
            </p:nvSpPr>
            <p:spPr>
              <a:xfrm rot="14400000">
                <a:off x="6485336" y="15319326"/>
                <a:ext cx="2065487" cy="21682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5" y="21600"/>
                    </a:moveTo>
                    <a:lnTo>
                      <a:pt x="0" y="110"/>
                    </a:lnTo>
                    <a:lnTo>
                      <a:pt x="77" y="0"/>
                    </a:lnTo>
                    <a:lnTo>
                      <a:pt x="21600" y="21600"/>
                    </a:lnTo>
                    <a:lnTo>
                      <a:pt x="214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5" name="Shape 2105"/>
              <p:cNvSpPr/>
              <p:nvPr/>
            </p:nvSpPr>
            <p:spPr>
              <a:xfrm rot="14400000">
                <a:off x="5408334" y="13511364"/>
                <a:ext cx="2663488" cy="1247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73"/>
                    </a:lnTo>
                    <a:lnTo>
                      <a:pt x="21600" y="0"/>
                    </a:lnTo>
                    <a:lnTo>
                      <a:pt x="21600" y="1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6" name="Shape 2106"/>
              <p:cNvSpPr/>
              <p:nvPr/>
            </p:nvSpPr>
            <p:spPr>
              <a:xfrm rot="14400000">
                <a:off x="6577945" y="11383605"/>
                <a:ext cx="737412" cy="293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22" y="21600"/>
                    </a:moveTo>
                    <a:lnTo>
                      <a:pt x="0" y="21600"/>
                    </a:lnTo>
                    <a:lnTo>
                      <a:pt x="21385" y="0"/>
                    </a:lnTo>
                    <a:lnTo>
                      <a:pt x="21600" y="0"/>
                    </a:lnTo>
                    <a:lnTo>
                      <a:pt x="32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7" name="Shape 2107"/>
              <p:cNvSpPr/>
              <p:nvPr/>
            </p:nvSpPr>
            <p:spPr>
              <a:xfrm rot="14400000">
                <a:off x="7393351" y="9179887"/>
                <a:ext cx="2890948" cy="2674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8" y="21600"/>
                    </a:moveTo>
                    <a:lnTo>
                      <a:pt x="0" y="0"/>
                    </a:lnTo>
                    <a:lnTo>
                      <a:pt x="82" y="0"/>
                    </a:lnTo>
                    <a:lnTo>
                      <a:pt x="21600" y="21511"/>
                    </a:lnTo>
                    <a:lnTo>
                      <a:pt x="215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8" name="Shape 2108"/>
              <p:cNvSpPr/>
              <p:nvPr/>
            </p:nvSpPr>
            <p:spPr>
              <a:xfrm rot="14400000">
                <a:off x="9386596" y="8390973"/>
                <a:ext cx="3331194" cy="22048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8" y="21600"/>
                    </a:moveTo>
                    <a:lnTo>
                      <a:pt x="0" y="21528"/>
                    </a:lnTo>
                    <a:lnTo>
                      <a:pt x="21529" y="0"/>
                    </a:lnTo>
                    <a:lnTo>
                      <a:pt x="21600" y="108"/>
                    </a:lnTo>
                    <a:lnTo>
                      <a:pt x="4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09" name="Shape 2109"/>
              <p:cNvSpPr/>
              <p:nvPr/>
            </p:nvSpPr>
            <p:spPr>
              <a:xfrm rot="14400000">
                <a:off x="12510525" y="7498068"/>
                <a:ext cx="1995782" cy="26965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1" y="21600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21600" y="21600"/>
                    </a:lnTo>
                    <a:lnTo>
                      <a:pt x="2148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0" name="Shape 2110"/>
              <p:cNvSpPr/>
              <p:nvPr/>
            </p:nvSpPr>
            <p:spPr>
              <a:xfrm rot="14400000">
                <a:off x="14106638" y="7366410"/>
                <a:ext cx="2377328" cy="13794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7" y="21600"/>
                    </a:moveTo>
                    <a:lnTo>
                      <a:pt x="0" y="21600"/>
                    </a:lnTo>
                    <a:lnTo>
                      <a:pt x="21500" y="0"/>
                    </a:lnTo>
                    <a:lnTo>
                      <a:pt x="21600" y="172"/>
                    </a:lnTo>
                    <a:lnTo>
                      <a:pt x="67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1" name="Shape 2111"/>
              <p:cNvSpPr/>
              <p:nvPr/>
            </p:nvSpPr>
            <p:spPr>
              <a:xfrm rot="14400000">
                <a:off x="17488393" y="6993421"/>
                <a:ext cx="891498" cy="2835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" y="21600"/>
                    </a:moveTo>
                    <a:lnTo>
                      <a:pt x="0" y="21600"/>
                    </a:lnTo>
                    <a:lnTo>
                      <a:pt x="21422" y="0"/>
                    </a:lnTo>
                    <a:lnTo>
                      <a:pt x="21600" y="0"/>
                    </a:lnTo>
                    <a:lnTo>
                      <a:pt x="17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2" name="Shape 2112"/>
              <p:cNvSpPr/>
              <p:nvPr/>
            </p:nvSpPr>
            <p:spPr>
              <a:xfrm rot="14400000">
                <a:off x="18309762" y="9752690"/>
                <a:ext cx="3976889" cy="209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58"/>
                    </a:lnTo>
                    <a:lnTo>
                      <a:pt x="0" y="0"/>
                    </a:lnTo>
                    <a:lnTo>
                      <a:pt x="21600" y="2046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3" name="Shape 2113"/>
              <p:cNvSpPr/>
              <p:nvPr/>
            </p:nvSpPr>
            <p:spPr>
              <a:xfrm rot="14400000">
                <a:off x="21023288" y="11915214"/>
                <a:ext cx="3268826" cy="1526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96"/>
                    </a:lnTo>
                    <a:lnTo>
                      <a:pt x="21600" y="0"/>
                    </a:lnTo>
                    <a:lnTo>
                      <a:pt x="21600" y="10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4" name="Shape 2114"/>
              <p:cNvSpPr/>
              <p:nvPr/>
            </p:nvSpPr>
            <p:spPr>
              <a:xfrm rot="14400000">
                <a:off x="22812175" y="14034630"/>
                <a:ext cx="1882051" cy="1970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84" y="0"/>
                    </a:lnTo>
                    <a:lnTo>
                      <a:pt x="21600" y="2152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5" name="Shape 2115"/>
              <p:cNvSpPr/>
              <p:nvPr/>
            </p:nvSpPr>
            <p:spPr>
              <a:xfrm rot="14400000">
                <a:off x="22652276" y="17354813"/>
                <a:ext cx="3470605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174"/>
                    </a:lnTo>
                    <a:lnTo>
                      <a:pt x="21600" y="0"/>
                    </a:lnTo>
                    <a:lnTo>
                      <a:pt x="21600" y="42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6" name="Shape 2116"/>
              <p:cNvSpPr/>
              <p:nvPr/>
            </p:nvSpPr>
            <p:spPr>
              <a:xfrm rot="14400000">
                <a:off x="23878878" y="18088410"/>
                <a:ext cx="51363" cy="36980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514" y="21600"/>
                    </a:moveTo>
                    <a:lnTo>
                      <a:pt x="0" y="0"/>
                    </a:lnTo>
                    <a:lnTo>
                      <a:pt x="3086" y="0"/>
                    </a:lnTo>
                    <a:lnTo>
                      <a:pt x="21600" y="21600"/>
                    </a:lnTo>
                    <a:lnTo>
                      <a:pt x="18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7" name="Shape 2117"/>
              <p:cNvSpPr/>
              <p:nvPr/>
            </p:nvSpPr>
            <p:spPr>
              <a:xfrm rot="14400000">
                <a:off x="21177625" y="21507960"/>
                <a:ext cx="2245254" cy="1346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29" y="21600"/>
                    </a:moveTo>
                    <a:lnTo>
                      <a:pt x="0" y="118"/>
                    </a:lnTo>
                    <a:lnTo>
                      <a:pt x="71" y="0"/>
                    </a:lnTo>
                    <a:lnTo>
                      <a:pt x="21600" y="21423"/>
                    </a:lnTo>
                    <a:lnTo>
                      <a:pt x="21529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8" name="Shape 2118"/>
              <p:cNvSpPr/>
              <p:nvPr/>
            </p:nvSpPr>
            <p:spPr>
              <a:xfrm rot="14400000">
                <a:off x="19710812" y="22000178"/>
                <a:ext cx="1665597" cy="30597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5" y="21600"/>
                    </a:moveTo>
                    <a:lnTo>
                      <a:pt x="0" y="21600"/>
                    </a:lnTo>
                    <a:lnTo>
                      <a:pt x="21505" y="0"/>
                    </a:lnTo>
                    <a:lnTo>
                      <a:pt x="21600" y="52"/>
                    </a:lnTo>
                    <a:lnTo>
                      <a:pt x="9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19" name="Shape 2119"/>
              <p:cNvSpPr/>
              <p:nvPr/>
            </p:nvSpPr>
            <p:spPr>
              <a:xfrm rot="14400000">
                <a:off x="17352111" y="23308352"/>
                <a:ext cx="990554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0" y="21600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1600" y="21600"/>
                    </a:lnTo>
                    <a:lnTo>
                      <a:pt x="2144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0" name="Shape 2120"/>
              <p:cNvSpPr/>
              <p:nvPr/>
            </p:nvSpPr>
            <p:spPr>
              <a:xfrm rot="14400000">
                <a:off x="15204312" y="22358311"/>
                <a:ext cx="3576998" cy="35586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55"/>
                    </a:lnTo>
                    <a:lnTo>
                      <a:pt x="21600" y="0"/>
                    </a:lnTo>
                    <a:lnTo>
                      <a:pt x="21600" y="6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1" name="Shape 2121"/>
              <p:cNvSpPr/>
              <p:nvPr/>
            </p:nvSpPr>
            <p:spPr>
              <a:xfrm rot="14400000">
                <a:off x="19076508" y="22392695"/>
                <a:ext cx="1735303" cy="22085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2" name="Shape 2122"/>
              <p:cNvSpPr/>
              <p:nvPr/>
            </p:nvSpPr>
            <p:spPr>
              <a:xfrm rot="14400000">
                <a:off x="21173448" y="20969256"/>
                <a:ext cx="1474825" cy="2483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1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1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3" name="Shape 2123"/>
              <p:cNvSpPr/>
              <p:nvPr/>
            </p:nvSpPr>
            <p:spPr>
              <a:xfrm rot="14400000">
                <a:off x="20673235" y="20641085"/>
                <a:ext cx="3536642" cy="1210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309"/>
                    </a:lnTo>
                    <a:lnTo>
                      <a:pt x="45" y="0"/>
                    </a:lnTo>
                    <a:lnTo>
                      <a:pt x="21600" y="20291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4" name="Shape 2124"/>
              <p:cNvSpPr/>
              <p:nvPr/>
            </p:nvSpPr>
            <p:spPr>
              <a:xfrm rot="14400000">
                <a:off x="21767900" y="14906363"/>
                <a:ext cx="2289279" cy="4336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1" y="21600"/>
                    </a:moveTo>
                    <a:lnTo>
                      <a:pt x="0" y="37"/>
                    </a:lnTo>
                    <a:lnTo>
                      <a:pt x="69" y="0"/>
                    </a:lnTo>
                    <a:lnTo>
                      <a:pt x="21600" y="21600"/>
                    </a:lnTo>
                    <a:lnTo>
                      <a:pt x="2153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5" name="Shape 2125"/>
              <p:cNvSpPr/>
              <p:nvPr/>
            </p:nvSpPr>
            <p:spPr>
              <a:xfrm rot="14400000">
                <a:off x="22660072" y="14100726"/>
                <a:ext cx="1544530" cy="89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" y="21600"/>
                    </a:moveTo>
                    <a:lnTo>
                      <a:pt x="0" y="21334"/>
                    </a:lnTo>
                    <a:lnTo>
                      <a:pt x="21600" y="0"/>
                    </a:lnTo>
                    <a:lnTo>
                      <a:pt x="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6" name="Shape 2126"/>
              <p:cNvSpPr/>
              <p:nvPr/>
            </p:nvSpPr>
            <p:spPr>
              <a:xfrm rot="14400000">
                <a:off x="21647895" y="11755278"/>
                <a:ext cx="2392003" cy="177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34" y="21600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21600" y="21511"/>
                    </a:lnTo>
                    <a:lnTo>
                      <a:pt x="2153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7" name="Shape 2127"/>
              <p:cNvSpPr/>
              <p:nvPr/>
            </p:nvSpPr>
            <p:spPr>
              <a:xfrm rot="14400000">
                <a:off x="20525016" y="9740787"/>
                <a:ext cx="1665598" cy="28982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" y="21600"/>
                    </a:moveTo>
                    <a:lnTo>
                      <a:pt x="0" y="21545"/>
                    </a:lnTo>
                    <a:lnTo>
                      <a:pt x="21505" y="0"/>
                    </a:lnTo>
                    <a:lnTo>
                      <a:pt x="21600" y="82"/>
                    </a:lnTo>
                    <a:lnTo>
                      <a:pt x="1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8" name="Shape 2128"/>
              <p:cNvSpPr/>
              <p:nvPr/>
            </p:nvSpPr>
            <p:spPr>
              <a:xfrm rot="14400000">
                <a:off x="17681037" y="9093175"/>
                <a:ext cx="3235807" cy="928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429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9" name="Shape 2129"/>
              <p:cNvSpPr/>
              <p:nvPr/>
            </p:nvSpPr>
            <p:spPr>
              <a:xfrm rot="14400000">
                <a:off x="16638928" y="6627555"/>
                <a:ext cx="1170321" cy="31844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5" y="21600"/>
                    </a:moveTo>
                    <a:lnTo>
                      <a:pt x="0" y="21550"/>
                    </a:lnTo>
                    <a:lnTo>
                      <a:pt x="21465" y="0"/>
                    </a:lnTo>
                    <a:lnTo>
                      <a:pt x="21600" y="0"/>
                    </a:lnTo>
                    <a:lnTo>
                      <a:pt x="13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0" name="Shape 2130"/>
              <p:cNvSpPr/>
              <p:nvPr/>
            </p:nvSpPr>
            <p:spPr>
              <a:xfrm rot="14400000">
                <a:off x="13277420" y="7192447"/>
                <a:ext cx="1992113" cy="1827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0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1" name="Shape 2131"/>
              <p:cNvSpPr/>
              <p:nvPr/>
            </p:nvSpPr>
            <p:spPr>
              <a:xfrm rot="14400000">
                <a:off x="11441415" y="7602619"/>
                <a:ext cx="1386775" cy="27772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6" y="21600"/>
                    </a:moveTo>
                    <a:lnTo>
                      <a:pt x="0" y="86"/>
                    </a:lnTo>
                    <a:lnTo>
                      <a:pt x="114" y="0"/>
                    </a:lnTo>
                    <a:lnTo>
                      <a:pt x="21600" y="21543"/>
                    </a:lnTo>
                    <a:lnTo>
                      <a:pt x="2148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2" name="Shape 2132"/>
              <p:cNvSpPr/>
              <p:nvPr/>
            </p:nvSpPr>
            <p:spPr>
              <a:xfrm rot="14400000">
                <a:off x="8338263" y="8577226"/>
                <a:ext cx="1614236" cy="4017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8" y="21600"/>
                    </a:moveTo>
                    <a:lnTo>
                      <a:pt x="0" y="21541"/>
                    </a:lnTo>
                    <a:lnTo>
                      <a:pt x="21502" y="0"/>
                    </a:lnTo>
                    <a:lnTo>
                      <a:pt x="21600" y="0"/>
                    </a:lnTo>
                    <a:lnTo>
                      <a:pt x="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3" name="Shape 2133"/>
              <p:cNvSpPr/>
              <p:nvPr/>
            </p:nvSpPr>
            <p:spPr>
              <a:xfrm rot="14400000">
                <a:off x="6380217" y="11772254"/>
                <a:ext cx="2153537" cy="216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732"/>
                    </a:lnTo>
                    <a:lnTo>
                      <a:pt x="0" y="0"/>
                    </a:lnTo>
                    <a:lnTo>
                      <a:pt x="21600" y="20868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4" name="Shape 2134"/>
              <p:cNvSpPr/>
              <p:nvPr/>
            </p:nvSpPr>
            <p:spPr>
              <a:xfrm rot="14400000">
                <a:off x="6483754" y="12221189"/>
                <a:ext cx="319179" cy="309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03" y="21600"/>
                    </a:moveTo>
                    <a:lnTo>
                      <a:pt x="0" y="0"/>
                    </a:lnTo>
                    <a:lnTo>
                      <a:pt x="497" y="0"/>
                    </a:lnTo>
                    <a:lnTo>
                      <a:pt x="21600" y="21600"/>
                    </a:lnTo>
                    <a:lnTo>
                      <a:pt x="2110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5" name="Shape 2135"/>
              <p:cNvSpPr/>
              <p:nvPr/>
            </p:nvSpPr>
            <p:spPr>
              <a:xfrm rot="14400000">
                <a:off x="4855748" y="15573765"/>
                <a:ext cx="3565992" cy="865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17"/>
                    </a:lnTo>
                    <a:lnTo>
                      <a:pt x="21556" y="0"/>
                    </a:lnTo>
                    <a:lnTo>
                      <a:pt x="21600" y="18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6" name="Shape 2136"/>
              <p:cNvSpPr/>
              <p:nvPr/>
            </p:nvSpPr>
            <p:spPr>
              <a:xfrm rot="14400000">
                <a:off x="6342226" y="17242966"/>
                <a:ext cx="1493168" cy="27478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4" y="21600"/>
                    </a:moveTo>
                    <a:lnTo>
                      <a:pt x="0" y="0"/>
                    </a:lnTo>
                    <a:lnTo>
                      <a:pt x="159" y="0"/>
                    </a:lnTo>
                    <a:lnTo>
                      <a:pt x="21600" y="21600"/>
                    </a:lnTo>
                    <a:lnTo>
                      <a:pt x="2149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7" name="Shape 2137"/>
              <p:cNvSpPr/>
              <p:nvPr/>
            </p:nvSpPr>
            <p:spPr>
              <a:xfrm rot="14400000">
                <a:off x="6320944" y="19847004"/>
                <a:ext cx="2579107" cy="1614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2" y="21600"/>
                    </a:moveTo>
                    <a:lnTo>
                      <a:pt x="0" y="21453"/>
                    </a:lnTo>
                    <a:lnTo>
                      <a:pt x="21508" y="0"/>
                    </a:lnTo>
                    <a:lnTo>
                      <a:pt x="21600" y="98"/>
                    </a:lnTo>
                    <a:lnTo>
                      <a:pt x="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8" name="Shape 2138"/>
              <p:cNvSpPr/>
              <p:nvPr/>
            </p:nvSpPr>
            <p:spPr>
              <a:xfrm rot="14400000">
                <a:off x="7927685" y="22587779"/>
                <a:ext cx="3140422" cy="5576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426"/>
                    </a:lnTo>
                    <a:lnTo>
                      <a:pt x="76" y="0"/>
                    </a:lnTo>
                    <a:lnTo>
                      <a:pt x="21600" y="2117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39" name="Shape 2139"/>
              <p:cNvSpPr/>
              <p:nvPr/>
            </p:nvSpPr>
            <p:spPr>
              <a:xfrm rot="14400000">
                <a:off x="11850065" y="23767234"/>
                <a:ext cx="2300286" cy="1775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511"/>
                    </a:lnTo>
                    <a:lnTo>
                      <a:pt x="21600" y="0"/>
                    </a:lnTo>
                    <a:lnTo>
                      <a:pt x="21600" y="89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0" name="Shape 2140"/>
              <p:cNvSpPr/>
              <p:nvPr/>
            </p:nvSpPr>
            <p:spPr>
              <a:xfrm rot="14400000">
                <a:off x="13509668" y="24865203"/>
                <a:ext cx="253142" cy="176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661" y="21600"/>
                    </a:moveTo>
                    <a:lnTo>
                      <a:pt x="0" y="0"/>
                    </a:lnTo>
                    <a:lnTo>
                      <a:pt x="626" y="0"/>
                    </a:lnTo>
                    <a:lnTo>
                      <a:pt x="21600" y="21510"/>
                    </a:lnTo>
                    <a:lnTo>
                      <a:pt x="2066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1" name="Shape 2141"/>
              <p:cNvSpPr/>
              <p:nvPr/>
            </p:nvSpPr>
            <p:spPr>
              <a:xfrm rot="14400000">
                <a:off x="8425589" y="23426534"/>
                <a:ext cx="1482162" cy="11519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62"/>
                    </a:lnTo>
                    <a:lnTo>
                      <a:pt x="21493" y="0"/>
                    </a:lnTo>
                    <a:lnTo>
                      <a:pt x="21600" y="13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2" name="Shape 2142"/>
              <p:cNvSpPr/>
              <p:nvPr/>
            </p:nvSpPr>
            <p:spPr>
              <a:xfrm rot="14400000">
                <a:off x="8516954" y="21534518"/>
                <a:ext cx="1012566" cy="22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43" y="21600"/>
                    </a:moveTo>
                    <a:lnTo>
                      <a:pt x="0" y="0"/>
                    </a:lnTo>
                    <a:lnTo>
                      <a:pt x="157" y="0"/>
                    </a:lnTo>
                    <a:lnTo>
                      <a:pt x="21600" y="21600"/>
                    </a:lnTo>
                    <a:lnTo>
                      <a:pt x="2144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3" name="Shape 2143"/>
              <p:cNvSpPr/>
              <p:nvPr/>
            </p:nvSpPr>
            <p:spPr>
              <a:xfrm rot="14400000">
                <a:off x="14712627" y="24561661"/>
                <a:ext cx="1805009" cy="1907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83"/>
                    </a:lnTo>
                    <a:lnTo>
                      <a:pt x="13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4" name="Shape 2144"/>
              <p:cNvSpPr/>
              <p:nvPr/>
            </p:nvSpPr>
            <p:spPr>
              <a:xfrm rot="14400000">
                <a:off x="17629562" y="25083747"/>
                <a:ext cx="1526187" cy="1981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00"/>
                    </a:lnTo>
                    <a:lnTo>
                      <a:pt x="0" y="0"/>
                    </a:lnTo>
                    <a:lnTo>
                      <a:pt x="21600" y="208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5" name="Shape 2145"/>
              <p:cNvSpPr/>
              <p:nvPr/>
            </p:nvSpPr>
            <p:spPr>
              <a:xfrm rot="14400000">
                <a:off x="18760127" y="24753264"/>
                <a:ext cx="590664" cy="1173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8" y="21600"/>
                    </a:moveTo>
                    <a:lnTo>
                      <a:pt x="0" y="0"/>
                    </a:lnTo>
                    <a:lnTo>
                      <a:pt x="21600" y="21600"/>
                    </a:lnTo>
                    <a:lnTo>
                      <a:pt x="2119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6" name="Shape 2146"/>
              <p:cNvSpPr/>
              <p:nvPr/>
            </p:nvSpPr>
            <p:spPr>
              <a:xfrm rot="14400000">
                <a:off x="23495967" y="18813877"/>
                <a:ext cx="1830690" cy="349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3" y="21600"/>
                    </a:moveTo>
                    <a:lnTo>
                      <a:pt x="0" y="0"/>
                    </a:lnTo>
                    <a:lnTo>
                      <a:pt x="130" y="0"/>
                    </a:lnTo>
                    <a:lnTo>
                      <a:pt x="21600" y="21600"/>
                    </a:lnTo>
                    <a:lnTo>
                      <a:pt x="21513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7" name="Shape 2147"/>
              <p:cNvSpPr/>
              <p:nvPr/>
            </p:nvSpPr>
            <p:spPr>
              <a:xfrm rot="14400000">
                <a:off x="23597198" y="14072710"/>
                <a:ext cx="1162984" cy="572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600" y="2132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8" name="Shape 2148"/>
              <p:cNvSpPr/>
              <p:nvPr/>
            </p:nvSpPr>
            <p:spPr>
              <a:xfrm rot="14400000">
                <a:off x="10586527" y="6312631"/>
                <a:ext cx="1085941" cy="3679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6" y="21600"/>
                    </a:moveTo>
                    <a:lnTo>
                      <a:pt x="0" y="21557"/>
                    </a:lnTo>
                    <a:lnTo>
                      <a:pt x="21381" y="0"/>
                    </a:lnTo>
                    <a:lnTo>
                      <a:pt x="21600" y="0"/>
                    </a:lnTo>
                    <a:lnTo>
                      <a:pt x="14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49" name="Shape 2149"/>
              <p:cNvSpPr/>
              <p:nvPr/>
            </p:nvSpPr>
            <p:spPr>
              <a:xfrm rot="14400000">
                <a:off x="3317898" y="16381029"/>
                <a:ext cx="5015135" cy="1863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8" y="21600"/>
                    </a:moveTo>
                    <a:lnTo>
                      <a:pt x="0" y="85"/>
                    </a:lnTo>
                    <a:lnTo>
                      <a:pt x="0" y="0"/>
                    </a:lnTo>
                    <a:lnTo>
                      <a:pt x="21600" y="21515"/>
                    </a:lnTo>
                    <a:lnTo>
                      <a:pt x="2156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0" name="Shape 2150"/>
              <p:cNvSpPr/>
              <p:nvPr/>
            </p:nvSpPr>
            <p:spPr>
              <a:xfrm rot="14400000">
                <a:off x="7183056" y="12859398"/>
                <a:ext cx="1981107" cy="1683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80" y="21600"/>
                    </a:moveTo>
                    <a:lnTo>
                      <a:pt x="0" y="94"/>
                    </a:lnTo>
                    <a:lnTo>
                      <a:pt x="120" y="0"/>
                    </a:lnTo>
                    <a:lnTo>
                      <a:pt x="21600" y="21459"/>
                    </a:lnTo>
                    <a:lnTo>
                      <a:pt x="2148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1" name="Shape 2151"/>
              <p:cNvSpPr/>
              <p:nvPr/>
            </p:nvSpPr>
            <p:spPr>
              <a:xfrm rot="14400000">
                <a:off x="6479831" y="19762773"/>
                <a:ext cx="3947539" cy="711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266"/>
                    </a:lnTo>
                    <a:lnTo>
                      <a:pt x="21600" y="0"/>
                    </a:lnTo>
                    <a:lnTo>
                      <a:pt x="21600" y="22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2" name="Shape 2152"/>
              <p:cNvSpPr/>
              <p:nvPr/>
            </p:nvSpPr>
            <p:spPr>
              <a:xfrm rot="14400000">
                <a:off x="7179574" y="9878797"/>
                <a:ext cx="414565" cy="1118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218" y="21600"/>
                    </a:moveTo>
                    <a:lnTo>
                      <a:pt x="0" y="0"/>
                    </a:lnTo>
                    <a:lnTo>
                      <a:pt x="382" y="0"/>
                    </a:lnTo>
                    <a:lnTo>
                      <a:pt x="21600" y="21600"/>
                    </a:lnTo>
                    <a:lnTo>
                      <a:pt x="21218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3" name="Shape 2153"/>
              <p:cNvSpPr/>
              <p:nvPr/>
            </p:nvSpPr>
            <p:spPr>
              <a:xfrm rot="14400000">
                <a:off x="7605452" y="10260112"/>
                <a:ext cx="2663488" cy="1162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96"/>
                    </a:lnTo>
                    <a:lnTo>
                      <a:pt x="21600" y="0"/>
                    </a:lnTo>
                    <a:lnTo>
                      <a:pt x="21600" y="136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4" name="Shape 2154"/>
              <p:cNvSpPr/>
              <p:nvPr/>
            </p:nvSpPr>
            <p:spPr>
              <a:xfrm rot="14400000">
                <a:off x="10366274" y="10118771"/>
                <a:ext cx="649363" cy="17463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56" y="21600"/>
                    </a:moveTo>
                    <a:lnTo>
                      <a:pt x="0" y="136"/>
                    </a:lnTo>
                    <a:lnTo>
                      <a:pt x="244" y="0"/>
                    </a:lnTo>
                    <a:lnTo>
                      <a:pt x="21600" y="21464"/>
                    </a:lnTo>
                    <a:lnTo>
                      <a:pt x="21356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5" name="Shape 2155"/>
              <p:cNvSpPr/>
              <p:nvPr/>
            </p:nvSpPr>
            <p:spPr>
              <a:xfrm rot="14400000">
                <a:off x="22598119" y="11532641"/>
                <a:ext cx="2769881" cy="1379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14" y="21600"/>
                    </a:moveTo>
                    <a:lnTo>
                      <a:pt x="0" y="115"/>
                    </a:lnTo>
                    <a:lnTo>
                      <a:pt x="86" y="0"/>
                    </a:lnTo>
                    <a:lnTo>
                      <a:pt x="21600" y="21428"/>
                    </a:lnTo>
                    <a:lnTo>
                      <a:pt x="2151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6" name="Shape 2156"/>
              <p:cNvSpPr/>
              <p:nvPr/>
            </p:nvSpPr>
            <p:spPr>
              <a:xfrm rot="14400000">
                <a:off x="21001622" y="9018064"/>
                <a:ext cx="2281941" cy="2725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4" y="21600"/>
                    </a:moveTo>
                    <a:lnTo>
                      <a:pt x="0" y="21513"/>
                    </a:lnTo>
                    <a:lnTo>
                      <a:pt x="21600" y="0"/>
                    </a:lnTo>
                    <a:lnTo>
                      <a:pt x="21600" y="87"/>
                    </a:lnTo>
                    <a:lnTo>
                      <a:pt x="10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7" name="Shape 2157"/>
              <p:cNvSpPr/>
              <p:nvPr/>
            </p:nvSpPr>
            <p:spPr>
              <a:xfrm rot="14400000">
                <a:off x="9144351" y="22159845"/>
                <a:ext cx="263298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8" name="Shape 2158"/>
              <p:cNvSpPr/>
              <p:nvPr/>
            </p:nvSpPr>
            <p:spPr>
              <a:xfrm rot="14400000">
                <a:off x="10825250" y="22680004"/>
                <a:ext cx="25997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433" fill="norm" stroke="1" extrusionOk="0">
                    <a:moveTo>
                      <a:pt x="20335" y="11199"/>
                    </a:moveTo>
                    <a:cubicBezTo>
                      <a:pt x="19660" y="17090"/>
                      <a:pt x="14260" y="21017"/>
                      <a:pt x="8860" y="20362"/>
                    </a:cubicBezTo>
                    <a:cubicBezTo>
                      <a:pt x="2785" y="19708"/>
                      <a:pt x="-590" y="14472"/>
                      <a:pt x="85" y="9235"/>
                    </a:cubicBezTo>
                    <a:cubicBezTo>
                      <a:pt x="760" y="3344"/>
                      <a:pt x="5485" y="-583"/>
                      <a:pt x="10885" y="72"/>
                    </a:cubicBezTo>
                    <a:cubicBezTo>
                      <a:pt x="16960" y="726"/>
                      <a:pt x="21010" y="5962"/>
                      <a:pt x="20335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59" name="Shape 2159"/>
              <p:cNvSpPr/>
              <p:nvPr/>
            </p:nvSpPr>
            <p:spPr>
              <a:xfrm rot="14400000">
                <a:off x="14165178" y="25093291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0" name="Shape 2160"/>
              <p:cNvSpPr/>
              <p:nvPr/>
            </p:nvSpPr>
            <p:spPr>
              <a:xfrm rot="14400000">
                <a:off x="14422434" y="2336999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1" name="Shape 2161"/>
              <p:cNvSpPr/>
              <p:nvPr/>
            </p:nvSpPr>
            <p:spPr>
              <a:xfrm rot="14400000">
                <a:off x="17955942" y="2429160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2" name="Shape 2162"/>
              <p:cNvSpPr/>
              <p:nvPr/>
            </p:nvSpPr>
            <p:spPr>
              <a:xfrm rot="14400000">
                <a:off x="19288411" y="2467152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3" name="Shape 2163"/>
              <p:cNvSpPr/>
              <p:nvPr/>
            </p:nvSpPr>
            <p:spPr>
              <a:xfrm rot="14400000">
                <a:off x="18676990" y="23450029"/>
                <a:ext cx="25983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4" name="Shape 2164"/>
              <p:cNvSpPr/>
              <p:nvPr/>
            </p:nvSpPr>
            <p:spPr>
              <a:xfrm rot="14400000">
                <a:off x="19806321" y="23419720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5" name="Shape 2165"/>
              <p:cNvSpPr/>
              <p:nvPr/>
            </p:nvSpPr>
            <p:spPr>
              <a:xfrm rot="14400000">
                <a:off x="22154843" y="23355495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6" name="Shape 2166"/>
              <p:cNvSpPr/>
              <p:nvPr/>
            </p:nvSpPr>
            <p:spPr>
              <a:xfrm rot="14400000">
                <a:off x="20336612" y="22062595"/>
                <a:ext cx="263298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7" name="Shape 2167"/>
              <p:cNvSpPr/>
              <p:nvPr/>
            </p:nvSpPr>
            <p:spPr>
              <a:xfrm rot="14400000">
                <a:off x="22163444" y="22076314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8" name="Shape 2168"/>
              <p:cNvSpPr/>
              <p:nvPr/>
            </p:nvSpPr>
            <p:spPr>
              <a:xfrm rot="14400000">
                <a:off x="23166438" y="2207550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69" name="Shape 2169"/>
              <p:cNvSpPr/>
              <p:nvPr/>
            </p:nvSpPr>
            <p:spPr>
              <a:xfrm rot="14400000">
                <a:off x="22166231" y="20745099"/>
                <a:ext cx="27417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0" name="Shape 2170"/>
              <p:cNvSpPr/>
              <p:nvPr/>
            </p:nvSpPr>
            <p:spPr>
              <a:xfrm rot="14400000">
                <a:off x="21500755" y="19037213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1" name="Shape 2171"/>
              <p:cNvSpPr/>
              <p:nvPr/>
            </p:nvSpPr>
            <p:spPr>
              <a:xfrm rot="14400000">
                <a:off x="25320435" y="188614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2" name="Shape 2172"/>
              <p:cNvSpPr/>
              <p:nvPr/>
            </p:nvSpPr>
            <p:spPr>
              <a:xfrm rot="14400000">
                <a:off x="23217072" y="1619331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3" name="Shape 2173"/>
              <p:cNvSpPr/>
              <p:nvPr/>
            </p:nvSpPr>
            <p:spPr>
              <a:xfrm rot="14400000">
                <a:off x="22550598" y="13941660"/>
                <a:ext cx="259833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4" name="Shape 2174"/>
              <p:cNvSpPr/>
              <p:nvPr/>
            </p:nvSpPr>
            <p:spPr>
              <a:xfrm rot="14400000">
                <a:off x="22875679" y="1104268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249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5" name="Shape 2175"/>
              <p:cNvSpPr/>
              <p:nvPr/>
            </p:nvSpPr>
            <p:spPr>
              <a:xfrm rot="14400000">
                <a:off x="23745873" y="1056516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6" name="Shape 2176"/>
              <p:cNvSpPr/>
              <p:nvPr/>
            </p:nvSpPr>
            <p:spPr>
              <a:xfrm rot="14400000">
                <a:off x="21086739" y="1152851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7" name="Shape 2177"/>
              <p:cNvSpPr/>
              <p:nvPr/>
            </p:nvSpPr>
            <p:spPr>
              <a:xfrm rot="14400000">
                <a:off x="19608786" y="11030444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8" name="Shape 2178"/>
              <p:cNvSpPr/>
              <p:nvPr/>
            </p:nvSpPr>
            <p:spPr>
              <a:xfrm rot="14400000">
                <a:off x="18748105" y="7807843"/>
                <a:ext cx="263297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1548"/>
                    </a:moveTo>
                    <a:cubicBezTo>
                      <a:pt x="19649" y="17623"/>
                      <a:pt x="14249" y="20998"/>
                      <a:pt x="8849" y="20323"/>
                    </a:cubicBezTo>
                    <a:cubicBezTo>
                      <a:pt x="3449" y="19648"/>
                      <a:pt x="-601" y="14923"/>
                      <a:pt x="74" y="9523"/>
                    </a:cubicBezTo>
                    <a:cubicBezTo>
                      <a:pt x="749" y="3448"/>
                      <a:pt x="5474" y="-602"/>
                      <a:pt x="11549" y="73"/>
                    </a:cubicBezTo>
                    <a:cubicBezTo>
                      <a:pt x="16949" y="748"/>
                      <a:pt x="20999" y="6148"/>
                      <a:pt x="20324" y="11548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79" name="Shape 2179"/>
              <p:cNvSpPr/>
              <p:nvPr/>
            </p:nvSpPr>
            <p:spPr>
              <a:xfrm rot="14400000">
                <a:off x="19235044" y="7960907"/>
                <a:ext cx="270702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09" fill="norm" stroke="1" extrusionOk="0">
                    <a:moveTo>
                      <a:pt x="20362" y="10885"/>
                    </a:moveTo>
                    <a:cubicBezTo>
                      <a:pt x="19708" y="16960"/>
                      <a:pt x="14472" y="21010"/>
                      <a:pt x="9235" y="20335"/>
                    </a:cubicBezTo>
                    <a:cubicBezTo>
                      <a:pt x="3344" y="19660"/>
                      <a:pt x="-583" y="14260"/>
                      <a:pt x="72" y="8860"/>
                    </a:cubicBezTo>
                    <a:cubicBezTo>
                      <a:pt x="726" y="2785"/>
                      <a:pt x="5962" y="-590"/>
                      <a:pt x="11199" y="85"/>
                    </a:cubicBezTo>
                    <a:cubicBezTo>
                      <a:pt x="17090" y="760"/>
                      <a:pt x="21017" y="5485"/>
                      <a:pt x="20362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0" name="Shape 2180"/>
              <p:cNvSpPr/>
              <p:nvPr/>
            </p:nvSpPr>
            <p:spPr>
              <a:xfrm rot="14400000">
                <a:off x="15884831" y="8329872"/>
                <a:ext cx="263298" cy="263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09" fill="norm" stroke="1" extrusionOk="0">
                    <a:moveTo>
                      <a:pt x="20324" y="10885"/>
                    </a:moveTo>
                    <a:cubicBezTo>
                      <a:pt x="19649" y="16960"/>
                      <a:pt x="14924" y="21010"/>
                      <a:pt x="8849" y="20335"/>
                    </a:cubicBezTo>
                    <a:cubicBezTo>
                      <a:pt x="3449" y="19660"/>
                      <a:pt x="-601" y="14260"/>
                      <a:pt x="74" y="8860"/>
                    </a:cubicBezTo>
                    <a:cubicBezTo>
                      <a:pt x="749" y="2785"/>
                      <a:pt x="6149" y="-590"/>
                      <a:pt x="11549" y="85"/>
                    </a:cubicBezTo>
                    <a:cubicBezTo>
                      <a:pt x="16949" y="760"/>
                      <a:pt x="20999" y="5485"/>
                      <a:pt x="20324" y="10885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1" name="Shape 2181"/>
              <p:cNvSpPr/>
              <p:nvPr/>
            </p:nvSpPr>
            <p:spPr>
              <a:xfrm rot="14400000">
                <a:off x="14013276" y="7223990"/>
                <a:ext cx="259833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5474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2" name="Shape 2182"/>
              <p:cNvSpPr/>
              <p:nvPr/>
            </p:nvSpPr>
            <p:spPr>
              <a:xfrm rot="14400000">
                <a:off x="12761745" y="10243203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3" name="Shape 2183"/>
              <p:cNvSpPr/>
              <p:nvPr/>
            </p:nvSpPr>
            <p:spPr>
              <a:xfrm rot="14400000">
                <a:off x="12830648" y="7593475"/>
                <a:ext cx="27070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4" name="Shape 2184"/>
              <p:cNvSpPr/>
              <p:nvPr/>
            </p:nvSpPr>
            <p:spPr>
              <a:xfrm rot="14400000">
                <a:off x="11157264" y="10168673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5" name="Shape 2185"/>
              <p:cNvSpPr/>
              <p:nvPr/>
            </p:nvSpPr>
            <p:spPr>
              <a:xfrm rot="14400000">
                <a:off x="9167228" y="8493149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6" name="Shape 2186"/>
              <p:cNvSpPr/>
              <p:nvPr/>
            </p:nvSpPr>
            <p:spPr>
              <a:xfrm rot="14400000">
                <a:off x="9986450" y="11558068"/>
                <a:ext cx="259832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7" name="Shape 2187"/>
              <p:cNvSpPr/>
              <p:nvPr/>
            </p:nvSpPr>
            <p:spPr>
              <a:xfrm rot="14400000">
                <a:off x="7647533" y="9832912"/>
                <a:ext cx="259833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8" name="Shape 2188"/>
              <p:cNvSpPr/>
              <p:nvPr/>
            </p:nvSpPr>
            <p:spPr>
              <a:xfrm rot="14400000">
                <a:off x="6889852" y="10778097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9" name="Shape 2189"/>
              <p:cNvSpPr/>
              <p:nvPr/>
            </p:nvSpPr>
            <p:spPr>
              <a:xfrm rot="14400000">
                <a:off x="8278996" y="12291709"/>
                <a:ext cx="27070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433" fill="norm" stroke="1" extrusionOk="0">
                    <a:moveTo>
                      <a:pt x="20362" y="11199"/>
                    </a:moveTo>
                    <a:cubicBezTo>
                      <a:pt x="19708" y="17090"/>
                      <a:pt x="14472" y="21017"/>
                      <a:pt x="9235" y="20362"/>
                    </a:cubicBezTo>
                    <a:cubicBezTo>
                      <a:pt x="3344" y="19708"/>
                      <a:pt x="-583" y="14472"/>
                      <a:pt x="72" y="9235"/>
                    </a:cubicBezTo>
                    <a:cubicBezTo>
                      <a:pt x="726" y="3344"/>
                      <a:pt x="5962" y="-583"/>
                      <a:pt x="11199" y="72"/>
                    </a:cubicBezTo>
                    <a:cubicBezTo>
                      <a:pt x="17090" y="726"/>
                      <a:pt x="21017" y="5962"/>
                      <a:pt x="20362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0" name="Shape 2190"/>
              <p:cNvSpPr/>
              <p:nvPr/>
            </p:nvSpPr>
            <p:spPr>
              <a:xfrm rot="14400000">
                <a:off x="8632022" y="1053688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1" name="Shape 2191"/>
              <p:cNvSpPr/>
              <p:nvPr/>
            </p:nvSpPr>
            <p:spPr>
              <a:xfrm rot="14400000">
                <a:off x="7772400" y="12729424"/>
                <a:ext cx="270702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2" name="Shape 2192"/>
              <p:cNvSpPr/>
              <p:nvPr/>
            </p:nvSpPr>
            <p:spPr>
              <a:xfrm rot="14400000">
                <a:off x="7795721" y="14830795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3" name="Shape 2193"/>
              <p:cNvSpPr/>
              <p:nvPr/>
            </p:nvSpPr>
            <p:spPr>
              <a:xfrm rot="14400000">
                <a:off x="5274540" y="14538021"/>
                <a:ext cx="263297" cy="2598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4" name="Shape 2194"/>
              <p:cNvSpPr/>
              <p:nvPr/>
            </p:nvSpPr>
            <p:spPr>
              <a:xfrm rot="14400000">
                <a:off x="7746937" y="17177765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5" name="Shape 2195"/>
              <p:cNvSpPr/>
              <p:nvPr/>
            </p:nvSpPr>
            <p:spPr>
              <a:xfrm rot="14400000">
                <a:off x="7011222" y="18413795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6" name="Shape 2196"/>
              <p:cNvSpPr/>
              <p:nvPr/>
            </p:nvSpPr>
            <p:spPr>
              <a:xfrm rot="14400000">
                <a:off x="6153660" y="19790052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7" name="Shape 2197"/>
              <p:cNvSpPr/>
              <p:nvPr/>
            </p:nvSpPr>
            <p:spPr>
              <a:xfrm rot="14400000">
                <a:off x="9586431" y="21508501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924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6149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8" name="Shape 2198"/>
              <p:cNvSpPr/>
              <p:nvPr/>
            </p:nvSpPr>
            <p:spPr>
              <a:xfrm rot="14400000">
                <a:off x="8826602" y="21228575"/>
                <a:ext cx="259832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99" name="Shape 2199"/>
              <p:cNvSpPr/>
              <p:nvPr/>
            </p:nvSpPr>
            <p:spPr>
              <a:xfrm rot="14400000">
                <a:off x="23959636" y="1360623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0" name="Shape 2200"/>
              <p:cNvSpPr/>
              <p:nvPr/>
            </p:nvSpPr>
            <p:spPr>
              <a:xfrm rot="14400000">
                <a:off x="24099366" y="1483880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1" name="Shape 2201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2" name="Shape 2202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3" name="Shape 2203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4" name="Shape 2204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5" name="Shape 2205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6" name="Shape 2206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7" name="Shape 2207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8" name="Shape 2208"/>
              <p:cNvSpPr/>
              <p:nvPr/>
            </p:nvSpPr>
            <p:spPr>
              <a:xfrm rot="14400000">
                <a:off x="16388314" y="1904470"/>
                <a:ext cx="6567001" cy="44538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64" y="21600"/>
                    </a:moveTo>
                    <a:lnTo>
                      <a:pt x="0" y="53"/>
                    </a:lnTo>
                    <a:lnTo>
                      <a:pt x="24" y="0"/>
                    </a:lnTo>
                    <a:lnTo>
                      <a:pt x="21600" y="21547"/>
                    </a:lnTo>
                    <a:lnTo>
                      <a:pt x="2156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09" name="Shape 2209"/>
              <p:cNvSpPr/>
              <p:nvPr/>
            </p:nvSpPr>
            <p:spPr>
              <a:xfrm rot="14400000">
                <a:off x="15425208" y="-483805"/>
                <a:ext cx="3261489" cy="8518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1" y="2160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21600" y="21600"/>
                    </a:lnTo>
                    <a:lnTo>
                      <a:pt x="21551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0" name="Shape 2210"/>
              <p:cNvSpPr/>
              <p:nvPr/>
            </p:nvSpPr>
            <p:spPr>
              <a:xfrm rot="14400000">
                <a:off x="15376689" y="545587"/>
                <a:ext cx="5205907" cy="7553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54" y="21600"/>
                    </a:moveTo>
                    <a:lnTo>
                      <a:pt x="0" y="21"/>
                    </a:lnTo>
                    <a:lnTo>
                      <a:pt x="30" y="0"/>
                    </a:lnTo>
                    <a:lnTo>
                      <a:pt x="21600" y="21600"/>
                    </a:lnTo>
                    <a:lnTo>
                      <a:pt x="21554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1" name="Shape 2211"/>
              <p:cNvSpPr/>
              <p:nvPr/>
            </p:nvSpPr>
            <p:spPr>
              <a:xfrm rot="14400000">
                <a:off x="16385159" y="4503717"/>
                <a:ext cx="11072181" cy="18600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128"/>
                    </a:lnTo>
                    <a:lnTo>
                      <a:pt x="21" y="0"/>
                    </a:lnTo>
                    <a:lnTo>
                      <a:pt x="21600" y="2147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2" name="Shape 2212"/>
              <p:cNvSpPr/>
              <p:nvPr/>
            </p:nvSpPr>
            <p:spPr>
              <a:xfrm rot="14400000">
                <a:off x="15399419" y="3647933"/>
                <a:ext cx="10411815" cy="4633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585" y="21600"/>
                    </a:moveTo>
                    <a:lnTo>
                      <a:pt x="0" y="34"/>
                    </a:lnTo>
                    <a:lnTo>
                      <a:pt x="0" y="0"/>
                    </a:lnTo>
                    <a:lnTo>
                      <a:pt x="21600" y="21549"/>
                    </a:lnTo>
                    <a:lnTo>
                      <a:pt x="21585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3" name="Shape 2213"/>
              <p:cNvSpPr/>
              <p:nvPr/>
            </p:nvSpPr>
            <p:spPr>
              <a:xfrm rot="14400000">
                <a:off x="19817444" y="48186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4" name="Shape 2214"/>
              <p:cNvSpPr/>
              <p:nvPr/>
            </p:nvSpPr>
            <p:spPr>
              <a:xfrm rot="14400000">
                <a:off x="22458522" y="23260077"/>
                <a:ext cx="2509402" cy="616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257"/>
                    </a:lnTo>
                    <a:lnTo>
                      <a:pt x="63" y="0"/>
                    </a:lnTo>
                    <a:lnTo>
                      <a:pt x="21600" y="21214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5" name="Shape 2215"/>
              <p:cNvSpPr/>
              <p:nvPr/>
            </p:nvSpPr>
            <p:spPr>
              <a:xfrm rot="14400000">
                <a:off x="25091198" y="22571679"/>
                <a:ext cx="388885" cy="2905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192" y="21600"/>
                    </a:moveTo>
                    <a:lnTo>
                      <a:pt x="0" y="0"/>
                    </a:lnTo>
                    <a:lnTo>
                      <a:pt x="408" y="0"/>
                    </a:lnTo>
                    <a:lnTo>
                      <a:pt x="21600" y="21600"/>
                    </a:lnTo>
                    <a:lnTo>
                      <a:pt x="21192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6" name="Shape 2216"/>
              <p:cNvSpPr/>
              <p:nvPr/>
            </p:nvSpPr>
            <p:spPr>
              <a:xfrm rot="14400000">
                <a:off x="26179267" y="23585378"/>
                <a:ext cx="1056589" cy="7337"/>
              </a:xfrm>
              <a:prstGeom prst="rect">
                <a:avLst/>
              </a:pr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7" name="Shape 2217"/>
              <p:cNvSpPr/>
              <p:nvPr/>
            </p:nvSpPr>
            <p:spPr>
              <a:xfrm rot="14400000">
                <a:off x="4550770" y="18807213"/>
                <a:ext cx="1995782" cy="631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349"/>
                    </a:lnTo>
                    <a:lnTo>
                      <a:pt x="21600" y="0"/>
                    </a:lnTo>
                    <a:lnTo>
                      <a:pt x="21600" y="251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8" name="Shape 2218"/>
              <p:cNvSpPr/>
              <p:nvPr/>
            </p:nvSpPr>
            <p:spPr>
              <a:xfrm rot="14400000">
                <a:off x="3798201" y="18235987"/>
                <a:ext cx="678713" cy="18820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0" y="84"/>
                    </a:lnTo>
                    <a:lnTo>
                      <a:pt x="0" y="0"/>
                    </a:lnTo>
                    <a:lnTo>
                      <a:pt x="21600" y="21516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19" name="Shape 2219"/>
              <p:cNvSpPr/>
              <p:nvPr/>
            </p:nvSpPr>
            <p:spPr>
              <a:xfrm rot="14400000">
                <a:off x="4248030" y="18632425"/>
                <a:ext cx="1317069" cy="2505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21537"/>
                    </a:lnTo>
                    <a:lnTo>
                      <a:pt x="21600" y="0"/>
                    </a:lnTo>
                    <a:lnTo>
                      <a:pt x="21600" y="63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0" name="Shape 2220"/>
              <p:cNvSpPr/>
              <p:nvPr/>
            </p:nvSpPr>
            <p:spPr>
              <a:xfrm rot="14400000">
                <a:off x="1139756" y="18575847"/>
                <a:ext cx="2630470" cy="891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0" y="21422"/>
                    </a:lnTo>
                    <a:lnTo>
                      <a:pt x="21510" y="0"/>
                    </a:lnTo>
                    <a:lnTo>
                      <a:pt x="21600" y="178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1" name="Shape 2221"/>
              <p:cNvSpPr/>
              <p:nvPr/>
            </p:nvSpPr>
            <p:spPr>
              <a:xfrm rot="14400000">
                <a:off x="26836882" y="23916747"/>
                <a:ext cx="263297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2" name="Shape 2222"/>
              <p:cNvSpPr/>
              <p:nvPr/>
            </p:nvSpPr>
            <p:spPr>
              <a:xfrm rot="14400000">
                <a:off x="26317345" y="22997275"/>
                <a:ext cx="259833" cy="259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0874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5474"/>
                      <a:pt x="20324" y="10874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3" name="Shape 2223"/>
              <p:cNvSpPr/>
              <p:nvPr/>
            </p:nvSpPr>
            <p:spPr>
              <a:xfrm rot="14400000">
                <a:off x="23989338" y="24781352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35" y="11549"/>
                    </a:moveTo>
                    <a:cubicBezTo>
                      <a:pt x="19660" y="16949"/>
                      <a:pt x="14260" y="20999"/>
                      <a:pt x="8860" y="20324"/>
                    </a:cubicBezTo>
                    <a:cubicBezTo>
                      <a:pt x="2785" y="19649"/>
                      <a:pt x="-590" y="14924"/>
                      <a:pt x="85" y="8849"/>
                    </a:cubicBezTo>
                    <a:cubicBezTo>
                      <a:pt x="760" y="3449"/>
                      <a:pt x="5485" y="-601"/>
                      <a:pt x="10885" y="74"/>
                    </a:cubicBezTo>
                    <a:cubicBezTo>
                      <a:pt x="16960" y="749"/>
                      <a:pt x="21010" y="6149"/>
                      <a:pt x="20335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4" name="Shape 2224"/>
              <p:cNvSpPr/>
              <p:nvPr/>
            </p:nvSpPr>
            <p:spPr>
              <a:xfrm rot="14400000">
                <a:off x="8187790" y="23504168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5" name="Shape 2225"/>
              <p:cNvSpPr/>
              <p:nvPr/>
            </p:nvSpPr>
            <p:spPr>
              <a:xfrm rot="14400000">
                <a:off x="9882142" y="24237515"/>
                <a:ext cx="263297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249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5474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6" name="Shape 2226"/>
              <p:cNvSpPr/>
              <p:nvPr/>
            </p:nvSpPr>
            <p:spPr>
              <a:xfrm rot="14400000">
                <a:off x="11544635" y="23923319"/>
                <a:ext cx="263297" cy="259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249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7" name="Shape 2227"/>
              <p:cNvSpPr/>
              <p:nvPr/>
            </p:nvSpPr>
            <p:spPr>
              <a:xfrm rot="14400000">
                <a:off x="12796633" y="26166232"/>
                <a:ext cx="270702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3" h="20397" fill="norm" stroke="1" extrusionOk="0">
                    <a:moveTo>
                      <a:pt x="20362" y="11549"/>
                    </a:moveTo>
                    <a:cubicBezTo>
                      <a:pt x="19708" y="16949"/>
                      <a:pt x="14472" y="20999"/>
                      <a:pt x="9235" y="20324"/>
                    </a:cubicBezTo>
                    <a:cubicBezTo>
                      <a:pt x="3344" y="19649"/>
                      <a:pt x="-583" y="14249"/>
                      <a:pt x="72" y="8849"/>
                    </a:cubicBezTo>
                    <a:cubicBezTo>
                      <a:pt x="726" y="3449"/>
                      <a:pt x="5962" y="-601"/>
                      <a:pt x="11199" y="74"/>
                    </a:cubicBezTo>
                    <a:cubicBezTo>
                      <a:pt x="17090" y="749"/>
                      <a:pt x="21017" y="5474"/>
                      <a:pt x="20362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8" name="Shape 2228"/>
              <p:cNvSpPr/>
              <p:nvPr/>
            </p:nvSpPr>
            <p:spPr>
              <a:xfrm rot="14400000">
                <a:off x="16760807" y="25688538"/>
                <a:ext cx="263298" cy="263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6149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29" name="Shape 2229"/>
              <p:cNvSpPr/>
              <p:nvPr/>
            </p:nvSpPr>
            <p:spPr>
              <a:xfrm rot="14400000">
                <a:off x="18601139" y="25735793"/>
                <a:ext cx="26344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397" fill="norm" stroke="1" extrusionOk="0">
                    <a:moveTo>
                      <a:pt x="20323" y="11549"/>
                    </a:moveTo>
                    <a:cubicBezTo>
                      <a:pt x="19648" y="16949"/>
                      <a:pt x="14923" y="20999"/>
                      <a:pt x="9523" y="20324"/>
                    </a:cubicBezTo>
                    <a:cubicBezTo>
                      <a:pt x="3448" y="19649"/>
                      <a:pt x="-602" y="14924"/>
                      <a:pt x="73" y="8849"/>
                    </a:cubicBezTo>
                    <a:cubicBezTo>
                      <a:pt x="748" y="3449"/>
                      <a:pt x="6148" y="-601"/>
                      <a:pt x="11548" y="74"/>
                    </a:cubicBezTo>
                    <a:cubicBezTo>
                      <a:pt x="17623" y="749"/>
                      <a:pt x="20998" y="6149"/>
                      <a:pt x="20323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30" name="Shape 2230"/>
              <p:cNvSpPr/>
              <p:nvPr/>
            </p:nvSpPr>
            <p:spPr>
              <a:xfrm rot="14400000">
                <a:off x="7116601" y="21534924"/>
                <a:ext cx="263297" cy="270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433" fill="norm" stroke="1" extrusionOk="0">
                    <a:moveTo>
                      <a:pt x="20324" y="11199"/>
                    </a:moveTo>
                    <a:cubicBezTo>
                      <a:pt x="19649" y="17090"/>
                      <a:pt x="14924" y="21017"/>
                      <a:pt x="8849" y="20362"/>
                    </a:cubicBezTo>
                    <a:cubicBezTo>
                      <a:pt x="3449" y="19708"/>
                      <a:pt x="-601" y="14472"/>
                      <a:pt x="74" y="9235"/>
                    </a:cubicBezTo>
                    <a:cubicBezTo>
                      <a:pt x="749" y="3344"/>
                      <a:pt x="6149" y="-583"/>
                      <a:pt x="11549" y="72"/>
                    </a:cubicBezTo>
                    <a:cubicBezTo>
                      <a:pt x="16949" y="726"/>
                      <a:pt x="20999" y="5962"/>
                      <a:pt x="20324" y="1119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31" name="Shape 2231"/>
              <p:cNvSpPr/>
              <p:nvPr/>
            </p:nvSpPr>
            <p:spPr>
              <a:xfrm rot="14400000">
                <a:off x="5396762" y="13134418"/>
                <a:ext cx="259833" cy="26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7" h="20397" fill="norm" stroke="1" extrusionOk="0">
                    <a:moveTo>
                      <a:pt x="20324" y="11549"/>
                    </a:moveTo>
                    <a:cubicBezTo>
                      <a:pt x="19649" y="16949"/>
                      <a:pt x="14924" y="20999"/>
                      <a:pt x="8849" y="20324"/>
                    </a:cubicBezTo>
                    <a:cubicBezTo>
                      <a:pt x="3449" y="19649"/>
                      <a:pt x="-601" y="14924"/>
                      <a:pt x="74" y="8849"/>
                    </a:cubicBezTo>
                    <a:cubicBezTo>
                      <a:pt x="749" y="3449"/>
                      <a:pt x="5474" y="-601"/>
                      <a:pt x="11549" y="74"/>
                    </a:cubicBezTo>
                    <a:cubicBezTo>
                      <a:pt x="16949" y="749"/>
                      <a:pt x="20999" y="6149"/>
                      <a:pt x="20324" y="11549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32" name="Shape 2232"/>
              <p:cNvSpPr/>
              <p:nvPr/>
            </p:nvSpPr>
            <p:spPr>
              <a:xfrm rot="14400000">
                <a:off x="4657406" y="18306713"/>
                <a:ext cx="264674" cy="26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6607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33" name="Shape 2233"/>
              <p:cNvSpPr/>
              <p:nvPr/>
            </p:nvSpPr>
            <p:spPr>
              <a:xfrm rot="14400000">
                <a:off x="1304004" y="17959889"/>
                <a:ext cx="261405" cy="264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38" h="18965" fill="norm" stroke="1" extrusionOk="0">
                    <a:moveTo>
                      <a:pt x="18513" y="5642"/>
                    </a:moveTo>
                    <a:cubicBezTo>
                      <a:pt x="20419" y="10579"/>
                      <a:pt x="18513" y="16133"/>
                      <a:pt x="13431" y="17984"/>
                    </a:cubicBezTo>
                    <a:cubicBezTo>
                      <a:pt x="8984" y="20453"/>
                      <a:pt x="3266" y="17984"/>
                      <a:pt x="725" y="13664"/>
                    </a:cubicBezTo>
                    <a:cubicBezTo>
                      <a:pt x="-1181" y="8727"/>
                      <a:pt x="725" y="3173"/>
                      <a:pt x="5807" y="704"/>
                    </a:cubicBezTo>
                    <a:cubicBezTo>
                      <a:pt x="10254" y="-1147"/>
                      <a:pt x="15972" y="704"/>
                      <a:pt x="18513" y="5642"/>
                    </a:cubicBezTo>
                    <a:close/>
                  </a:path>
                </a:pathLst>
              </a:custGeom>
              <a:solidFill>
                <a:srgbClr val="FFFFFF">
                  <a:alpha val="64999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sp>
          <p:nvSpPr>
            <p:cNvPr id="2235" name="Shape 2235"/>
            <p:cNvSpPr/>
            <p:nvPr/>
          </p:nvSpPr>
          <p:spPr>
            <a:xfrm rot="14400000">
              <a:off x="3367006" y="19806246"/>
              <a:ext cx="261406" cy="264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8" h="18732" fill="norm" stroke="1" extrusionOk="0">
                  <a:moveTo>
                    <a:pt x="18513" y="5301"/>
                  </a:moveTo>
                  <a:cubicBezTo>
                    <a:pt x="20419" y="10238"/>
                    <a:pt x="18513" y="15792"/>
                    <a:pt x="13431" y="17643"/>
                  </a:cubicBezTo>
                  <a:cubicBezTo>
                    <a:pt x="8984" y="20112"/>
                    <a:pt x="3266" y="18261"/>
                    <a:pt x="725" y="13323"/>
                  </a:cubicBezTo>
                  <a:cubicBezTo>
                    <a:pt x="-1181" y="8386"/>
                    <a:pt x="725" y="2832"/>
                    <a:pt x="5807" y="981"/>
                  </a:cubicBezTo>
                  <a:cubicBezTo>
                    <a:pt x="10254" y="-1488"/>
                    <a:pt x="15972" y="981"/>
                    <a:pt x="18513" y="5301"/>
                  </a:cubicBez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  <a:ln w="12700" cap="flat">
              <a:noFill/>
              <a:miter lim="4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lvl="0" algn="l" defTabSz="914400">
                <a:defRPr sz="3600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33" grpId="3"/>
      <p:bldP build="whole" bldLvl="1" animBg="1" rev="0" advAuto="0" spid="2236" grpId="1"/>
      <p:bldP build="whole" bldLvl="1" animBg="1" rev="0" advAuto="0" spid="2032" grpId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Shape 2238"/>
          <p:cNvSpPr/>
          <p:nvPr/>
        </p:nvSpPr>
        <p:spPr>
          <a:xfrm>
            <a:off x="3452710" y="1290450"/>
            <a:ext cx="4381705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Vilma Núñez</a:t>
            </a:r>
          </a:p>
        </p:txBody>
      </p:sp>
      <p:grpSp>
        <p:nvGrpSpPr>
          <p:cNvPr id="2247" name="Group 2247"/>
          <p:cNvGrpSpPr/>
          <p:nvPr/>
        </p:nvGrpSpPr>
        <p:grpSpPr>
          <a:xfrm>
            <a:off x="4080566" y="424373"/>
            <a:ext cx="2851791" cy="2753235"/>
            <a:chOff x="0" y="0"/>
            <a:chExt cx="2851789" cy="2753234"/>
          </a:xfrm>
        </p:grpSpPr>
        <p:grpSp>
          <p:nvGrpSpPr>
            <p:cNvPr id="2242" name="Group 2242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2239" name="Shape 2239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40" name="Shape 2240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41" name="Shape 2241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2246" name="Group 2246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2243" name="Shape 2243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44" name="Shape 2244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45" name="Shape 2245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pic>
        <p:nvPicPr>
          <p:cNvPr id="2248" name="pasted-image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2587" y="3087687"/>
            <a:ext cx="6204625" cy="3205342"/>
          </a:xfrm>
          <a:prstGeom prst="rect">
            <a:avLst/>
          </a:prstGeom>
          <a:ln w="12700">
            <a:miter lim="400000"/>
          </a:ln>
        </p:spPr>
      </p:pic>
      <p:sp>
        <p:nvSpPr>
          <p:cNvPr id="2249" name="Shape 2249"/>
          <p:cNvSpPr/>
          <p:nvPr/>
        </p:nvSpPr>
        <p:spPr>
          <a:xfrm>
            <a:off x="3041047" y="6691468"/>
            <a:ext cx="6381416" cy="596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Vilma Núñez es consultora, profesora y speaker internacional de Marketing Online. Es editora del blog vilmanunez.com, reconocido a nivel internacional por tener cientos de recursos descargables. Vilma es co-fundora de Bloonder Contest, Bloonder Academy y tycSocial. </a:t>
            </a: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  <a:defRPr sz="1800"/>
            </a:pPr>
            <a:endParaRPr sz="2500">
              <a:solidFill>
                <a:srgbClr val="87878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  <a:defRPr sz="1800"/>
            </a:pPr>
            <a:r>
              <a:rPr sz="2500">
                <a:solidFill>
                  <a:srgbClr val="87878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Víctor Martín es el blogger de victormartinp.com uno de los blogs más reconocidos en el mundo del marketing online. Fundador de la startup Wiluve y de la agencia de marketing online Young Media, y organizador del evento solidario Social Media Care.</a:t>
            </a:r>
          </a:p>
        </p:txBody>
      </p:sp>
      <p:sp>
        <p:nvSpPr>
          <p:cNvPr id="2250" name="Shape 2250"/>
          <p:cNvSpPr/>
          <p:nvPr/>
        </p:nvSpPr>
        <p:spPr>
          <a:xfrm>
            <a:off x="17395178" y="1290450"/>
            <a:ext cx="2851913" cy="102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914400">
              <a:defRPr sz="5600">
                <a:solidFill>
                  <a:srgbClr val="0A0A0A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600">
                <a:solidFill>
                  <a:srgbClr val="0A0A0A"/>
                </a:solidFill>
              </a:rPr>
              <a:t>Clientes</a:t>
            </a:r>
          </a:p>
        </p:txBody>
      </p:sp>
      <p:grpSp>
        <p:nvGrpSpPr>
          <p:cNvPr id="2259" name="Group 2259"/>
          <p:cNvGrpSpPr/>
          <p:nvPr/>
        </p:nvGrpSpPr>
        <p:grpSpPr>
          <a:xfrm>
            <a:off x="17258138" y="424373"/>
            <a:ext cx="2851791" cy="2753235"/>
            <a:chOff x="0" y="0"/>
            <a:chExt cx="2851789" cy="2753234"/>
          </a:xfrm>
        </p:grpSpPr>
        <p:grpSp>
          <p:nvGrpSpPr>
            <p:cNvPr id="2254" name="Group 2254"/>
            <p:cNvGrpSpPr/>
            <p:nvPr/>
          </p:nvGrpSpPr>
          <p:grpSpPr>
            <a:xfrm>
              <a:off x="0" y="-1"/>
              <a:ext cx="1233797" cy="797424"/>
              <a:chOff x="0" y="0"/>
              <a:chExt cx="1233796" cy="797422"/>
            </a:xfrm>
          </p:grpSpPr>
          <p:sp>
            <p:nvSpPr>
              <p:cNvPr id="2251" name="Shape 2251"/>
              <p:cNvSpPr/>
              <p:nvPr/>
            </p:nvSpPr>
            <p:spPr>
              <a:xfrm>
                <a:off x="148495" y="367554"/>
                <a:ext cx="514758" cy="429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137" y="0"/>
                    </a:lnTo>
                    <a:lnTo>
                      <a:pt x="0" y="1634"/>
                    </a:lnTo>
                    <a:lnTo>
                      <a:pt x="1890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52" name="Shape 2252"/>
              <p:cNvSpPr/>
              <p:nvPr/>
            </p:nvSpPr>
            <p:spPr>
              <a:xfrm>
                <a:off x="0" y="-1"/>
                <a:ext cx="936497" cy="797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646" y="0"/>
                    </a:lnTo>
                    <a:lnTo>
                      <a:pt x="0" y="856"/>
                    </a:lnTo>
                    <a:lnTo>
                      <a:pt x="20079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53" name="Shape 2253"/>
              <p:cNvSpPr/>
              <p:nvPr/>
            </p:nvSpPr>
            <p:spPr>
              <a:xfrm>
                <a:off x="554179" y="223632"/>
                <a:ext cx="679618" cy="5737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893" y="0"/>
                    </a:lnTo>
                    <a:lnTo>
                      <a:pt x="0" y="1120"/>
                    </a:lnTo>
                    <a:lnTo>
                      <a:pt x="19734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2258" name="Group 2258"/>
            <p:cNvGrpSpPr/>
            <p:nvPr/>
          </p:nvGrpSpPr>
          <p:grpSpPr>
            <a:xfrm>
              <a:off x="1893622" y="1938653"/>
              <a:ext cx="958168" cy="814581"/>
              <a:chOff x="0" y="0"/>
              <a:chExt cx="958167" cy="814580"/>
            </a:xfrm>
          </p:grpSpPr>
          <p:sp>
            <p:nvSpPr>
              <p:cNvPr id="2255" name="Shape 2255"/>
              <p:cNvSpPr/>
              <p:nvPr/>
            </p:nvSpPr>
            <p:spPr>
              <a:xfrm>
                <a:off x="-1" y="0"/>
                <a:ext cx="958169" cy="814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928" y="21600"/>
                    </a:lnTo>
                    <a:lnTo>
                      <a:pt x="21600" y="20738"/>
                    </a:lnTo>
                    <a:lnTo>
                      <a:pt x="1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56" name="Shape 2256"/>
              <p:cNvSpPr/>
              <p:nvPr/>
            </p:nvSpPr>
            <p:spPr>
              <a:xfrm>
                <a:off x="273240" y="0"/>
                <a:ext cx="534624" cy="4470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20469" y="21600"/>
                    </a:lnTo>
                    <a:lnTo>
                      <a:pt x="21600" y="20029"/>
                    </a:lnTo>
                    <a:lnTo>
                      <a:pt x="2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C0C0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257" name="Shape 2257"/>
              <p:cNvSpPr/>
              <p:nvPr/>
            </p:nvSpPr>
            <p:spPr>
              <a:xfrm>
                <a:off x="499495" y="0"/>
                <a:ext cx="343119" cy="279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87" y="21600"/>
                    </a:lnTo>
                    <a:lnTo>
                      <a:pt x="21600" y="19363"/>
                    </a:lnTo>
                    <a:lnTo>
                      <a:pt x="3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>
                  <a:alpha val="55000"/>
                </a:srgbClr>
              </a:solidFill>
              <a:ln w="12700" cap="flat">
                <a:noFill/>
                <a:miter lim="400000"/>
                <a:tailEnd type="triangle" w="med" len="med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lvl="0" algn="l" defTabSz="914400">
                  <a:defRPr sz="3600">
                    <a:solidFill>
                      <a:srgbClr val="0A0A0A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</p:grpSp>
      <p:grpSp>
        <p:nvGrpSpPr>
          <p:cNvPr id="2269" name="Group 2269"/>
          <p:cNvGrpSpPr/>
          <p:nvPr/>
        </p:nvGrpSpPr>
        <p:grpSpPr>
          <a:xfrm>
            <a:off x="14947202" y="4100930"/>
            <a:ext cx="7610827" cy="8229726"/>
            <a:chOff x="0" y="0"/>
            <a:chExt cx="7610826" cy="8229725"/>
          </a:xfrm>
        </p:grpSpPr>
        <p:pic>
          <p:nvPicPr>
            <p:cNvPr id="2260" name="pasted-image.png"/>
            <p:cNvPicPr/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82926" y="0"/>
              <a:ext cx="2874951" cy="24639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1" name="pasted-image.png"/>
            <p:cNvPicPr/>
            <p:nvPr/>
          </p:nvPicPr>
          <p:blipFill>
            <a:blip r:embed="rId4">
              <a:extLst/>
            </a:blip>
            <a:srcRect l="0" t="0" r="0" b="27803"/>
            <a:stretch>
              <a:fillRect/>
            </a:stretch>
          </p:blipFill>
          <p:spPr>
            <a:xfrm>
              <a:off x="4351943" y="0"/>
              <a:ext cx="3258884" cy="7878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2" name="pasted-image.pn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35958" y="2690596"/>
              <a:ext cx="2368886" cy="23688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3" name="pasted-image.png"/>
            <p:cNvPicPr/>
            <p:nvPr/>
          </p:nvPicPr>
          <p:blipFill>
            <a:blip r:embed="rId6">
              <a:extLst/>
            </a:blip>
            <a:srcRect l="0" t="31282" r="0" b="31282"/>
            <a:stretch>
              <a:fillRect/>
            </a:stretch>
          </p:blipFill>
          <p:spPr>
            <a:xfrm>
              <a:off x="4474423" y="3429475"/>
              <a:ext cx="3013835" cy="11282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4" name="pasted-image.png"/>
            <p:cNvPicPr/>
            <p:nvPr/>
          </p:nvPicPr>
          <p:blipFill>
            <a:blip r:embed="rId7">
              <a:extLst/>
            </a:blip>
            <a:srcRect l="7616" t="19452" r="7616" b="25449"/>
            <a:stretch>
              <a:fillRect/>
            </a:stretch>
          </p:blipFill>
          <p:spPr>
            <a:xfrm>
              <a:off x="4351941" y="1312422"/>
              <a:ext cx="3258647" cy="13120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5" name="pasted-image.png"/>
            <p:cNvPicPr/>
            <p:nvPr/>
          </p:nvPicPr>
          <p:blipFill>
            <a:blip r:embed="rId8">
              <a:extLst/>
            </a:blip>
            <a:srcRect l="0" t="21397" r="0" b="18298"/>
            <a:stretch>
              <a:fillRect/>
            </a:stretch>
          </p:blipFill>
          <p:spPr>
            <a:xfrm>
              <a:off x="4360953" y="5090151"/>
              <a:ext cx="3241025" cy="1385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6" name="pasted-image.png"/>
            <p:cNvPicPr/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289157" y="7137689"/>
              <a:ext cx="3240804" cy="10613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7" name="pasted-image.png"/>
            <p:cNvPicPr/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5286158"/>
              <a:ext cx="3240804" cy="9938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68" name="pasted-image.png"/>
            <p:cNvPicPr/>
            <p:nvPr/>
          </p:nvPicPr>
          <p:blipFill>
            <a:blip r:embed="rId11">
              <a:extLst/>
            </a:blip>
            <a:srcRect l="0" t="13155" r="0" b="22979"/>
            <a:stretch>
              <a:fillRect/>
            </a:stretch>
          </p:blipFill>
          <p:spPr>
            <a:xfrm>
              <a:off x="5033816" y="6781130"/>
              <a:ext cx="2268243" cy="14485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270" name="pasted-image.png"/>
          <p:cNvPicPr/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-1985443" y="3091978"/>
            <a:ext cx="16020685" cy="107610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presetClass="entr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nodeType="afterEffect" presetClass="entr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nodeType="afterEffect" presetClass="entr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nodeType="afterEffect" presetClass="entr" presetSubtype="0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8" grpId="1"/>
      <p:bldP build="whole" bldLvl="1" animBg="1" rev="0" advAuto="0" spid="2247" grpId="2"/>
      <p:bldP build="whole" bldLvl="1" animBg="1" rev="0" advAuto="0" spid="2249" grpId="3"/>
      <p:bldP build="whole" bldLvl="1" animBg="1" rev="0" advAuto="0" spid="2250" grpId="4"/>
      <p:bldP build="whole" bldLvl="1" animBg="1" rev="0" advAuto="0" spid="2259" grpId="5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Shape 2272"/>
          <p:cNvSpPr/>
          <p:nvPr/>
        </p:nvSpPr>
        <p:spPr>
          <a:xfrm>
            <a:off x="0" y="0"/>
            <a:ext cx="24384000" cy="13784286"/>
          </a:xfrm>
          <a:prstGeom prst="rect">
            <a:avLst/>
          </a:prstGeom>
          <a:solidFill>
            <a:srgbClr val="40C0C0"/>
          </a:solidFill>
          <a:ln w="12700">
            <a:miter lim="400000"/>
            <a:tailEnd type="triangle"/>
          </a:ln>
        </p:spPr>
        <p:txBody>
          <a:bodyPr tIns="91439" bIns="91439" anchor="ctr"/>
          <a:lstStyle/>
          <a:p>
            <a:pPr lvl="0"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3" name="Shape 2273"/>
          <p:cNvSpPr/>
          <p:nvPr/>
        </p:nvSpPr>
        <p:spPr>
          <a:xfrm>
            <a:off x="0" y="5990902"/>
            <a:ext cx="24384000" cy="160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9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9600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2274" name="Shape 2274"/>
          <p:cNvSpPr/>
          <p:nvPr/>
        </p:nvSpPr>
        <p:spPr>
          <a:xfrm rot="12600000">
            <a:off x="-1590840" y="53108"/>
            <a:ext cx="15455902" cy="141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4" y="16432"/>
                </a:moveTo>
                <a:cubicBezTo>
                  <a:pt x="21366" y="16432"/>
                  <a:pt x="21308" y="16496"/>
                  <a:pt x="21308" y="16592"/>
                </a:cubicBezTo>
                <a:cubicBezTo>
                  <a:pt x="21308" y="16602"/>
                  <a:pt x="21308" y="16624"/>
                  <a:pt x="21308" y="16634"/>
                </a:cubicBezTo>
                <a:cubicBezTo>
                  <a:pt x="18370" y="18638"/>
                  <a:pt x="18370" y="18638"/>
                  <a:pt x="18370" y="18638"/>
                </a:cubicBezTo>
                <a:cubicBezTo>
                  <a:pt x="18360" y="18627"/>
                  <a:pt x="18350" y="18616"/>
                  <a:pt x="18331" y="18606"/>
                </a:cubicBezTo>
                <a:cubicBezTo>
                  <a:pt x="19245" y="16133"/>
                  <a:pt x="19245" y="16133"/>
                  <a:pt x="19245" y="16133"/>
                </a:cubicBezTo>
                <a:cubicBezTo>
                  <a:pt x="19255" y="16144"/>
                  <a:pt x="19265" y="16144"/>
                  <a:pt x="19284" y="16144"/>
                </a:cubicBezTo>
                <a:cubicBezTo>
                  <a:pt x="19362" y="16144"/>
                  <a:pt x="19430" y="16069"/>
                  <a:pt x="19430" y="15984"/>
                </a:cubicBezTo>
                <a:cubicBezTo>
                  <a:pt x="19430" y="15920"/>
                  <a:pt x="19401" y="15867"/>
                  <a:pt x="19352" y="15835"/>
                </a:cubicBezTo>
                <a:cubicBezTo>
                  <a:pt x="20170" y="13608"/>
                  <a:pt x="20170" y="13608"/>
                  <a:pt x="20170" y="13608"/>
                </a:cubicBezTo>
                <a:cubicBezTo>
                  <a:pt x="20179" y="13608"/>
                  <a:pt x="20189" y="13619"/>
                  <a:pt x="20199" y="13619"/>
                </a:cubicBezTo>
                <a:cubicBezTo>
                  <a:pt x="20286" y="13619"/>
                  <a:pt x="20345" y="13544"/>
                  <a:pt x="20345" y="13448"/>
                </a:cubicBezTo>
                <a:cubicBezTo>
                  <a:pt x="20345" y="13363"/>
                  <a:pt x="20286" y="13288"/>
                  <a:pt x="20199" y="13288"/>
                </a:cubicBezTo>
                <a:cubicBezTo>
                  <a:pt x="20160" y="13288"/>
                  <a:pt x="20111" y="13310"/>
                  <a:pt x="20092" y="13352"/>
                </a:cubicBezTo>
                <a:cubicBezTo>
                  <a:pt x="19158" y="12734"/>
                  <a:pt x="19158" y="12734"/>
                  <a:pt x="19158" y="12734"/>
                </a:cubicBezTo>
                <a:cubicBezTo>
                  <a:pt x="19177" y="12702"/>
                  <a:pt x="19187" y="12670"/>
                  <a:pt x="19187" y="12638"/>
                </a:cubicBezTo>
                <a:cubicBezTo>
                  <a:pt x="19187" y="12596"/>
                  <a:pt x="19168" y="12553"/>
                  <a:pt x="19138" y="12521"/>
                </a:cubicBezTo>
                <a:cubicBezTo>
                  <a:pt x="19703" y="11626"/>
                  <a:pt x="19703" y="11626"/>
                  <a:pt x="19703" y="11626"/>
                </a:cubicBezTo>
                <a:cubicBezTo>
                  <a:pt x="19722" y="11647"/>
                  <a:pt x="19751" y="11658"/>
                  <a:pt x="19781" y="11658"/>
                </a:cubicBezTo>
                <a:cubicBezTo>
                  <a:pt x="19858" y="11658"/>
                  <a:pt x="19926" y="11583"/>
                  <a:pt x="19926" y="11487"/>
                </a:cubicBezTo>
                <a:cubicBezTo>
                  <a:pt x="19926" y="11445"/>
                  <a:pt x="19907" y="11391"/>
                  <a:pt x="19868" y="11370"/>
                </a:cubicBezTo>
                <a:cubicBezTo>
                  <a:pt x="20744" y="9985"/>
                  <a:pt x="20744" y="9985"/>
                  <a:pt x="20744" y="9985"/>
                </a:cubicBezTo>
                <a:cubicBezTo>
                  <a:pt x="20705" y="9963"/>
                  <a:pt x="20705" y="9963"/>
                  <a:pt x="20705" y="9963"/>
                </a:cubicBezTo>
                <a:cubicBezTo>
                  <a:pt x="19829" y="11338"/>
                  <a:pt x="19829" y="11338"/>
                  <a:pt x="19829" y="11338"/>
                </a:cubicBezTo>
                <a:cubicBezTo>
                  <a:pt x="19819" y="11338"/>
                  <a:pt x="19810" y="11338"/>
                  <a:pt x="19810" y="11338"/>
                </a:cubicBezTo>
                <a:cubicBezTo>
                  <a:pt x="20209" y="6319"/>
                  <a:pt x="20209" y="6319"/>
                  <a:pt x="20209" y="6319"/>
                </a:cubicBezTo>
                <a:cubicBezTo>
                  <a:pt x="20286" y="6319"/>
                  <a:pt x="20345" y="6244"/>
                  <a:pt x="20345" y="6159"/>
                </a:cubicBezTo>
                <a:cubicBezTo>
                  <a:pt x="20345" y="6074"/>
                  <a:pt x="20286" y="5999"/>
                  <a:pt x="20199" y="5999"/>
                </a:cubicBezTo>
                <a:cubicBezTo>
                  <a:pt x="20160" y="5999"/>
                  <a:pt x="20121" y="6021"/>
                  <a:pt x="20092" y="6053"/>
                </a:cubicBezTo>
                <a:cubicBezTo>
                  <a:pt x="19479" y="5648"/>
                  <a:pt x="19479" y="5648"/>
                  <a:pt x="19479" y="5648"/>
                </a:cubicBezTo>
                <a:cubicBezTo>
                  <a:pt x="19489" y="5616"/>
                  <a:pt x="19498" y="5594"/>
                  <a:pt x="19498" y="5563"/>
                </a:cubicBezTo>
                <a:cubicBezTo>
                  <a:pt x="19498" y="5499"/>
                  <a:pt x="19469" y="5445"/>
                  <a:pt x="19430" y="5424"/>
                </a:cubicBezTo>
                <a:cubicBezTo>
                  <a:pt x="20160" y="3335"/>
                  <a:pt x="20160" y="3335"/>
                  <a:pt x="20160" y="3335"/>
                </a:cubicBezTo>
                <a:cubicBezTo>
                  <a:pt x="20170" y="3335"/>
                  <a:pt x="20189" y="3335"/>
                  <a:pt x="20199" y="3335"/>
                </a:cubicBezTo>
                <a:cubicBezTo>
                  <a:pt x="20286" y="3335"/>
                  <a:pt x="20345" y="3271"/>
                  <a:pt x="20345" y="3176"/>
                </a:cubicBezTo>
                <a:cubicBezTo>
                  <a:pt x="20345" y="3090"/>
                  <a:pt x="20286" y="3016"/>
                  <a:pt x="20199" y="3016"/>
                </a:cubicBezTo>
                <a:cubicBezTo>
                  <a:pt x="20121" y="3016"/>
                  <a:pt x="20053" y="3090"/>
                  <a:pt x="20053" y="3176"/>
                </a:cubicBezTo>
                <a:cubicBezTo>
                  <a:pt x="20053" y="3186"/>
                  <a:pt x="20053" y="3197"/>
                  <a:pt x="20053" y="3207"/>
                </a:cubicBezTo>
                <a:cubicBezTo>
                  <a:pt x="18234" y="4646"/>
                  <a:pt x="18234" y="4646"/>
                  <a:pt x="18234" y="4646"/>
                </a:cubicBezTo>
                <a:cubicBezTo>
                  <a:pt x="18224" y="4635"/>
                  <a:pt x="18214" y="4625"/>
                  <a:pt x="18204" y="4625"/>
                </a:cubicBezTo>
                <a:cubicBezTo>
                  <a:pt x="20209" y="650"/>
                  <a:pt x="20209" y="650"/>
                  <a:pt x="20209" y="650"/>
                </a:cubicBezTo>
                <a:cubicBezTo>
                  <a:pt x="20277" y="639"/>
                  <a:pt x="20325" y="575"/>
                  <a:pt x="20325" y="501"/>
                </a:cubicBezTo>
                <a:cubicBezTo>
                  <a:pt x="20325" y="480"/>
                  <a:pt x="20325" y="458"/>
                  <a:pt x="20316" y="448"/>
                </a:cubicBezTo>
                <a:cubicBezTo>
                  <a:pt x="20374" y="330"/>
                  <a:pt x="20374" y="330"/>
                  <a:pt x="20374" y="330"/>
                </a:cubicBezTo>
                <a:cubicBezTo>
                  <a:pt x="20335" y="298"/>
                  <a:pt x="20335" y="298"/>
                  <a:pt x="20335" y="298"/>
                </a:cubicBezTo>
                <a:cubicBezTo>
                  <a:pt x="20286" y="394"/>
                  <a:pt x="20286" y="394"/>
                  <a:pt x="20286" y="394"/>
                </a:cubicBezTo>
                <a:cubicBezTo>
                  <a:pt x="20257" y="362"/>
                  <a:pt x="20218" y="341"/>
                  <a:pt x="20179" y="341"/>
                </a:cubicBezTo>
                <a:cubicBezTo>
                  <a:pt x="20092" y="341"/>
                  <a:pt x="20034" y="405"/>
                  <a:pt x="20034" y="501"/>
                </a:cubicBezTo>
                <a:cubicBezTo>
                  <a:pt x="20034" y="522"/>
                  <a:pt x="20034" y="554"/>
                  <a:pt x="20053" y="575"/>
                </a:cubicBezTo>
                <a:cubicBezTo>
                  <a:pt x="18195" y="1961"/>
                  <a:pt x="18195" y="1961"/>
                  <a:pt x="18195" y="1961"/>
                </a:cubicBezTo>
                <a:cubicBezTo>
                  <a:pt x="18185" y="1961"/>
                  <a:pt x="18175" y="1961"/>
                  <a:pt x="18165" y="1961"/>
                </a:cubicBezTo>
                <a:cubicBezTo>
                  <a:pt x="18448" y="469"/>
                  <a:pt x="18448" y="469"/>
                  <a:pt x="18448" y="469"/>
                </a:cubicBezTo>
                <a:cubicBezTo>
                  <a:pt x="18409" y="458"/>
                  <a:pt x="18409" y="458"/>
                  <a:pt x="18409" y="458"/>
                </a:cubicBezTo>
                <a:cubicBezTo>
                  <a:pt x="18117" y="1961"/>
                  <a:pt x="18117" y="1961"/>
                  <a:pt x="18117" y="1961"/>
                </a:cubicBezTo>
                <a:cubicBezTo>
                  <a:pt x="18097" y="1961"/>
                  <a:pt x="18088" y="1971"/>
                  <a:pt x="18068" y="1982"/>
                </a:cubicBezTo>
                <a:cubicBezTo>
                  <a:pt x="16307" y="501"/>
                  <a:pt x="16307" y="501"/>
                  <a:pt x="16307" y="501"/>
                </a:cubicBezTo>
                <a:cubicBezTo>
                  <a:pt x="16307" y="490"/>
                  <a:pt x="16317" y="458"/>
                  <a:pt x="16317" y="437"/>
                </a:cubicBezTo>
                <a:cubicBezTo>
                  <a:pt x="16317" y="352"/>
                  <a:pt x="16249" y="277"/>
                  <a:pt x="16171" y="277"/>
                </a:cubicBezTo>
                <a:cubicBezTo>
                  <a:pt x="16083" y="277"/>
                  <a:pt x="16025" y="352"/>
                  <a:pt x="16025" y="437"/>
                </a:cubicBezTo>
                <a:cubicBezTo>
                  <a:pt x="16025" y="469"/>
                  <a:pt x="16035" y="501"/>
                  <a:pt x="16044" y="522"/>
                </a:cubicBezTo>
                <a:cubicBezTo>
                  <a:pt x="14526" y="2259"/>
                  <a:pt x="14526" y="2259"/>
                  <a:pt x="14526" y="2259"/>
                </a:cubicBezTo>
                <a:cubicBezTo>
                  <a:pt x="14497" y="2238"/>
                  <a:pt x="14468" y="2227"/>
                  <a:pt x="14439" y="2227"/>
                </a:cubicBezTo>
                <a:cubicBezTo>
                  <a:pt x="14429" y="2227"/>
                  <a:pt x="14410" y="2227"/>
                  <a:pt x="14400" y="2238"/>
                </a:cubicBezTo>
                <a:cubicBezTo>
                  <a:pt x="13670" y="650"/>
                  <a:pt x="13670" y="650"/>
                  <a:pt x="13670" y="650"/>
                </a:cubicBezTo>
                <a:cubicBezTo>
                  <a:pt x="13690" y="618"/>
                  <a:pt x="13699" y="586"/>
                  <a:pt x="13699" y="554"/>
                </a:cubicBezTo>
                <a:cubicBezTo>
                  <a:pt x="13699" y="501"/>
                  <a:pt x="13661" y="448"/>
                  <a:pt x="13622" y="416"/>
                </a:cubicBezTo>
                <a:cubicBezTo>
                  <a:pt x="13602" y="394"/>
                  <a:pt x="13602" y="394"/>
                  <a:pt x="13602" y="394"/>
                </a:cubicBezTo>
                <a:cubicBezTo>
                  <a:pt x="13583" y="405"/>
                  <a:pt x="13583" y="405"/>
                  <a:pt x="13583" y="405"/>
                </a:cubicBezTo>
                <a:cubicBezTo>
                  <a:pt x="13573" y="394"/>
                  <a:pt x="13563" y="394"/>
                  <a:pt x="13554" y="394"/>
                </a:cubicBezTo>
                <a:cubicBezTo>
                  <a:pt x="13485" y="394"/>
                  <a:pt x="13427" y="448"/>
                  <a:pt x="13408" y="511"/>
                </a:cubicBezTo>
                <a:cubicBezTo>
                  <a:pt x="13310" y="575"/>
                  <a:pt x="13310" y="575"/>
                  <a:pt x="13310" y="575"/>
                </a:cubicBezTo>
                <a:cubicBezTo>
                  <a:pt x="10206" y="1449"/>
                  <a:pt x="10206" y="1449"/>
                  <a:pt x="10206" y="1449"/>
                </a:cubicBezTo>
                <a:cubicBezTo>
                  <a:pt x="10187" y="1428"/>
                  <a:pt x="10177" y="1417"/>
                  <a:pt x="10158" y="1407"/>
                </a:cubicBezTo>
                <a:cubicBezTo>
                  <a:pt x="10440" y="469"/>
                  <a:pt x="10440" y="469"/>
                  <a:pt x="10440" y="469"/>
                </a:cubicBezTo>
                <a:cubicBezTo>
                  <a:pt x="10401" y="458"/>
                  <a:pt x="10401" y="458"/>
                  <a:pt x="10401" y="458"/>
                </a:cubicBezTo>
                <a:cubicBezTo>
                  <a:pt x="10119" y="1396"/>
                  <a:pt x="10119" y="1396"/>
                  <a:pt x="10119" y="1396"/>
                </a:cubicBezTo>
                <a:cubicBezTo>
                  <a:pt x="10109" y="1396"/>
                  <a:pt x="10099" y="1396"/>
                  <a:pt x="10090" y="1396"/>
                </a:cubicBezTo>
                <a:cubicBezTo>
                  <a:pt x="10041" y="1396"/>
                  <a:pt x="9992" y="1417"/>
                  <a:pt x="9963" y="1460"/>
                </a:cubicBezTo>
                <a:cubicBezTo>
                  <a:pt x="8046" y="565"/>
                  <a:pt x="8046" y="565"/>
                  <a:pt x="8046" y="565"/>
                </a:cubicBezTo>
                <a:cubicBezTo>
                  <a:pt x="8046" y="554"/>
                  <a:pt x="8046" y="543"/>
                  <a:pt x="8046" y="533"/>
                </a:cubicBezTo>
                <a:cubicBezTo>
                  <a:pt x="8046" y="448"/>
                  <a:pt x="7978" y="373"/>
                  <a:pt x="7901" y="373"/>
                </a:cubicBezTo>
                <a:cubicBezTo>
                  <a:pt x="7813" y="373"/>
                  <a:pt x="7755" y="448"/>
                  <a:pt x="7755" y="533"/>
                </a:cubicBezTo>
                <a:cubicBezTo>
                  <a:pt x="7755" y="618"/>
                  <a:pt x="7813" y="693"/>
                  <a:pt x="7901" y="693"/>
                </a:cubicBezTo>
                <a:cubicBezTo>
                  <a:pt x="7949" y="693"/>
                  <a:pt x="7998" y="661"/>
                  <a:pt x="8027" y="618"/>
                </a:cubicBezTo>
                <a:cubicBezTo>
                  <a:pt x="9944" y="1513"/>
                  <a:pt x="9944" y="1513"/>
                  <a:pt x="9944" y="1513"/>
                </a:cubicBezTo>
                <a:cubicBezTo>
                  <a:pt x="6334" y="991"/>
                  <a:pt x="6334" y="991"/>
                  <a:pt x="6334" y="991"/>
                </a:cubicBezTo>
                <a:cubicBezTo>
                  <a:pt x="6324" y="906"/>
                  <a:pt x="6266" y="842"/>
                  <a:pt x="6188" y="842"/>
                </a:cubicBezTo>
                <a:cubicBezTo>
                  <a:pt x="6120" y="842"/>
                  <a:pt x="6062" y="884"/>
                  <a:pt x="6042" y="948"/>
                </a:cubicBezTo>
                <a:cubicBezTo>
                  <a:pt x="3201" y="543"/>
                  <a:pt x="3201" y="543"/>
                  <a:pt x="3201" y="543"/>
                </a:cubicBezTo>
                <a:cubicBezTo>
                  <a:pt x="3201" y="448"/>
                  <a:pt x="3114" y="373"/>
                  <a:pt x="3016" y="394"/>
                </a:cubicBezTo>
                <a:cubicBezTo>
                  <a:pt x="2987" y="405"/>
                  <a:pt x="2958" y="416"/>
                  <a:pt x="2938" y="448"/>
                </a:cubicBezTo>
                <a:cubicBezTo>
                  <a:pt x="2423" y="0"/>
                  <a:pt x="2423" y="0"/>
                  <a:pt x="2423" y="0"/>
                </a:cubicBezTo>
                <a:cubicBezTo>
                  <a:pt x="2394" y="43"/>
                  <a:pt x="2394" y="43"/>
                  <a:pt x="2394" y="43"/>
                </a:cubicBezTo>
                <a:cubicBezTo>
                  <a:pt x="2919" y="490"/>
                  <a:pt x="2919" y="490"/>
                  <a:pt x="2919" y="490"/>
                </a:cubicBezTo>
                <a:cubicBezTo>
                  <a:pt x="2909" y="501"/>
                  <a:pt x="2909" y="501"/>
                  <a:pt x="2909" y="511"/>
                </a:cubicBezTo>
                <a:cubicBezTo>
                  <a:pt x="2890" y="629"/>
                  <a:pt x="2977" y="735"/>
                  <a:pt x="3084" y="703"/>
                </a:cubicBezTo>
                <a:cubicBezTo>
                  <a:pt x="3104" y="703"/>
                  <a:pt x="3123" y="693"/>
                  <a:pt x="3133" y="682"/>
                </a:cubicBezTo>
                <a:cubicBezTo>
                  <a:pt x="4982" y="2291"/>
                  <a:pt x="4982" y="2291"/>
                  <a:pt x="4982" y="2291"/>
                </a:cubicBezTo>
                <a:cubicBezTo>
                  <a:pt x="4982" y="2291"/>
                  <a:pt x="4982" y="2291"/>
                  <a:pt x="4972" y="2302"/>
                </a:cubicBezTo>
                <a:cubicBezTo>
                  <a:pt x="1051" y="373"/>
                  <a:pt x="1051" y="373"/>
                  <a:pt x="1051" y="373"/>
                </a:cubicBezTo>
                <a:cubicBezTo>
                  <a:pt x="1031" y="416"/>
                  <a:pt x="1031" y="416"/>
                  <a:pt x="1031" y="416"/>
                </a:cubicBezTo>
                <a:cubicBezTo>
                  <a:pt x="1129" y="469"/>
                  <a:pt x="1129" y="469"/>
                  <a:pt x="1129" y="469"/>
                </a:cubicBezTo>
                <a:cubicBezTo>
                  <a:pt x="1109" y="469"/>
                  <a:pt x="1109" y="469"/>
                  <a:pt x="1109" y="469"/>
                </a:cubicBezTo>
                <a:cubicBezTo>
                  <a:pt x="2034" y="2611"/>
                  <a:pt x="2034" y="2611"/>
                  <a:pt x="2034" y="2611"/>
                </a:cubicBezTo>
                <a:cubicBezTo>
                  <a:pt x="2024" y="2632"/>
                  <a:pt x="2014" y="2653"/>
                  <a:pt x="2014" y="2685"/>
                </a:cubicBezTo>
                <a:cubicBezTo>
                  <a:pt x="2014" y="2760"/>
                  <a:pt x="2072" y="2824"/>
                  <a:pt x="2141" y="2845"/>
                </a:cubicBezTo>
                <a:cubicBezTo>
                  <a:pt x="2724" y="4177"/>
                  <a:pt x="2724" y="4177"/>
                  <a:pt x="2724" y="4177"/>
                </a:cubicBezTo>
                <a:cubicBezTo>
                  <a:pt x="1002" y="3293"/>
                  <a:pt x="1002" y="3293"/>
                  <a:pt x="1002" y="3293"/>
                </a:cubicBezTo>
                <a:cubicBezTo>
                  <a:pt x="983" y="3335"/>
                  <a:pt x="983" y="3335"/>
                  <a:pt x="983" y="3335"/>
                </a:cubicBezTo>
                <a:cubicBezTo>
                  <a:pt x="2705" y="4230"/>
                  <a:pt x="2705" y="4230"/>
                  <a:pt x="2705" y="4230"/>
                </a:cubicBezTo>
                <a:cubicBezTo>
                  <a:pt x="2695" y="4252"/>
                  <a:pt x="2685" y="4284"/>
                  <a:pt x="2685" y="4316"/>
                </a:cubicBezTo>
                <a:cubicBezTo>
                  <a:pt x="2685" y="4326"/>
                  <a:pt x="2685" y="4337"/>
                  <a:pt x="2685" y="4337"/>
                </a:cubicBezTo>
                <a:cubicBezTo>
                  <a:pt x="1245" y="5179"/>
                  <a:pt x="1245" y="5179"/>
                  <a:pt x="1245" y="5179"/>
                </a:cubicBezTo>
                <a:cubicBezTo>
                  <a:pt x="1216" y="5136"/>
                  <a:pt x="1177" y="5115"/>
                  <a:pt x="1129" y="5115"/>
                </a:cubicBezTo>
                <a:cubicBezTo>
                  <a:pt x="1080" y="5115"/>
                  <a:pt x="1031" y="5136"/>
                  <a:pt x="1012" y="5179"/>
                </a:cubicBezTo>
                <a:cubicBezTo>
                  <a:pt x="1002" y="5179"/>
                  <a:pt x="1002" y="5179"/>
                  <a:pt x="1002" y="5179"/>
                </a:cubicBezTo>
                <a:cubicBezTo>
                  <a:pt x="983" y="5222"/>
                  <a:pt x="983" y="5222"/>
                  <a:pt x="983" y="5222"/>
                </a:cubicBezTo>
                <a:cubicBezTo>
                  <a:pt x="983" y="5222"/>
                  <a:pt x="983" y="5222"/>
                  <a:pt x="983" y="5222"/>
                </a:cubicBezTo>
                <a:cubicBezTo>
                  <a:pt x="983" y="5243"/>
                  <a:pt x="983" y="5253"/>
                  <a:pt x="983" y="5275"/>
                </a:cubicBezTo>
                <a:cubicBezTo>
                  <a:pt x="983" y="5296"/>
                  <a:pt x="983" y="5307"/>
                  <a:pt x="992" y="5328"/>
                </a:cubicBezTo>
                <a:cubicBezTo>
                  <a:pt x="0" y="5893"/>
                  <a:pt x="0" y="5893"/>
                  <a:pt x="0" y="5893"/>
                </a:cubicBezTo>
                <a:cubicBezTo>
                  <a:pt x="29" y="5946"/>
                  <a:pt x="29" y="5946"/>
                  <a:pt x="29" y="5946"/>
                </a:cubicBezTo>
                <a:cubicBezTo>
                  <a:pt x="1012" y="5371"/>
                  <a:pt x="1012" y="5371"/>
                  <a:pt x="1012" y="5371"/>
                </a:cubicBezTo>
                <a:cubicBezTo>
                  <a:pt x="1041" y="5413"/>
                  <a:pt x="1080" y="5435"/>
                  <a:pt x="1129" y="5435"/>
                </a:cubicBezTo>
                <a:cubicBezTo>
                  <a:pt x="1187" y="5435"/>
                  <a:pt x="1245" y="5392"/>
                  <a:pt x="1265" y="5328"/>
                </a:cubicBezTo>
                <a:cubicBezTo>
                  <a:pt x="3717" y="6287"/>
                  <a:pt x="3717" y="6287"/>
                  <a:pt x="3717" y="6287"/>
                </a:cubicBezTo>
                <a:cubicBezTo>
                  <a:pt x="3717" y="6287"/>
                  <a:pt x="3717" y="6298"/>
                  <a:pt x="3717" y="6308"/>
                </a:cubicBezTo>
                <a:cubicBezTo>
                  <a:pt x="3717" y="6404"/>
                  <a:pt x="3785" y="6468"/>
                  <a:pt x="3863" y="6468"/>
                </a:cubicBezTo>
                <a:cubicBezTo>
                  <a:pt x="3950" y="6468"/>
                  <a:pt x="4009" y="6404"/>
                  <a:pt x="4009" y="6308"/>
                </a:cubicBezTo>
                <a:cubicBezTo>
                  <a:pt x="4009" y="6298"/>
                  <a:pt x="4009" y="6276"/>
                  <a:pt x="4009" y="6266"/>
                </a:cubicBezTo>
                <a:cubicBezTo>
                  <a:pt x="7395" y="4550"/>
                  <a:pt x="7395" y="4550"/>
                  <a:pt x="7395" y="4550"/>
                </a:cubicBezTo>
                <a:cubicBezTo>
                  <a:pt x="7395" y="4561"/>
                  <a:pt x="7395" y="4561"/>
                  <a:pt x="7404" y="4561"/>
                </a:cubicBezTo>
                <a:cubicBezTo>
                  <a:pt x="6509" y="5733"/>
                  <a:pt x="6509" y="5733"/>
                  <a:pt x="6509" y="5733"/>
                </a:cubicBezTo>
                <a:cubicBezTo>
                  <a:pt x="6490" y="5712"/>
                  <a:pt x="6461" y="5701"/>
                  <a:pt x="6431" y="5701"/>
                </a:cubicBezTo>
                <a:cubicBezTo>
                  <a:pt x="6354" y="5701"/>
                  <a:pt x="6285" y="5776"/>
                  <a:pt x="6285" y="5872"/>
                </a:cubicBezTo>
                <a:cubicBezTo>
                  <a:pt x="6285" y="5957"/>
                  <a:pt x="6354" y="6031"/>
                  <a:pt x="6431" y="6031"/>
                </a:cubicBezTo>
                <a:cubicBezTo>
                  <a:pt x="6509" y="6031"/>
                  <a:pt x="6577" y="5957"/>
                  <a:pt x="6577" y="5872"/>
                </a:cubicBezTo>
                <a:cubicBezTo>
                  <a:pt x="6577" y="5829"/>
                  <a:pt x="6568" y="5786"/>
                  <a:pt x="6548" y="5765"/>
                </a:cubicBezTo>
                <a:cubicBezTo>
                  <a:pt x="7443" y="4603"/>
                  <a:pt x="7443" y="4603"/>
                  <a:pt x="7443" y="4603"/>
                </a:cubicBezTo>
                <a:cubicBezTo>
                  <a:pt x="7463" y="4614"/>
                  <a:pt x="7482" y="4625"/>
                  <a:pt x="7511" y="4625"/>
                </a:cubicBezTo>
                <a:cubicBezTo>
                  <a:pt x="7579" y="4625"/>
                  <a:pt x="7638" y="4571"/>
                  <a:pt x="7657" y="4508"/>
                </a:cubicBezTo>
                <a:cubicBezTo>
                  <a:pt x="9535" y="4806"/>
                  <a:pt x="9535" y="4806"/>
                  <a:pt x="9535" y="4806"/>
                </a:cubicBezTo>
                <a:cubicBezTo>
                  <a:pt x="9525" y="4827"/>
                  <a:pt x="9525" y="4859"/>
                  <a:pt x="9525" y="4881"/>
                </a:cubicBezTo>
                <a:cubicBezTo>
                  <a:pt x="9525" y="4976"/>
                  <a:pt x="9584" y="5040"/>
                  <a:pt x="9671" y="5040"/>
                </a:cubicBezTo>
                <a:cubicBezTo>
                  <a:pt x="9671" y="5040"/>
                  <a:pt x="9671" y="5040"/>
                  <a:pt x="9671" y="5040"/>
                </a:cubicBezTo>
                <a:cubicBezTo>
                  <a:pt x="9564" y="6660"/>
                  <a:pt x="9564" y="6660"/>
                  <a:pt x="9564" y="6660"/>
                </a:cubicBezTo>
                <a:cubicBezTo>
                  <a:pt x="9555" y="6660"/>
                  <a:pt x="9545" y="6660"/>
                  <a:pt x="9545" y="6660"/>
                </a:cubicBezTo>
                <a:cubicBezTo>
                  <a:pt x="9457" y="6660"/>
                  <a:pt x="9389" y="6735"/>
                  <a:pt x="9389" y="6820"/>
                </a:cubicBezTo>
                <a:cubicBezTo>
                  <a:pt x="9389" y="6905"/>
                  <a:pt x="9457" y="6980"/>
                  <a:pt x="9545" y="6980"/>
                </a:cubicBezTo>
                <a:cubicBezTo>
                  <a:pt x="9623" y="6980"/>
                  <a:pt x="9691" y="6905"/>
                  <a:pt x="9691" y="6820"/>
                </a:cubicBezTo>
                <a:cubicBezTo>
                  <a:pt x="9691" y="6756"/>
                  <a:pt x="9652" y="6703"/>
                  <a:pt x="9613" y="6681"/>
                </a:cubicBezTo>
                <a:cubicBezTo>
                  <a:pt x="9720" y="5030"/>
                  <a:pt x="9720" y="5030"/>
                  <a:pt x="9720" y="5030"/>
                </a:cubicBezTo>
                <a:cubicBezTo>
                  <a:pt x="9749" y="5019"/>
                  <a:pt x="9769" y="5008"/>
                  <a:pt x="9788" y="4987"/>
                </a:cubicBezTo>
                <a:cubicBezTo>
                  <a:pt x="13320" y="7150"/>
                  <a:pt x="13320" y="7150"/>
                  <a:pt x="13320" y="7150"/>
                </a:cubicBezTo>
                <a:cubicBezTo>
                  <a:pt x="13330" y="7129"/>
                  <a:pt x="13330" y="7129"/>
                  <a:pt x="13330" y="7129"/>
                </a:cubicBezTo>
                <a:cubicBezTo>
                  <a:pt x="13330" y="7129"/>
                  <a:pt x="13330" y="7129"/>
                  <a:pt x="13330" y="7129"/>
                </a:cubicBezTo>
                <a:cubicBezTo>
                  <a:pt x="13330" y="7204"/>
                  <a:pt x="13388" y="7267"/>
                  <a:pt x="13456" y="7278"/>
                </a:cubicBezTo>
                <a:cubicBezTo>
                  <a:pt x="13174" y="8727"/>
                  <a:pt x="13174" y="8727"/>
                  <a:pt x="13174" y="8727"/>
                </a:cubicBezTo>
                <a:cubicBezTo>
                  <a:pt x="13155" y="8717"/>
                  <a:pt x="13135" y="8717"/>
                  <a:pt x="13116" y="8717"/>
                </a:cubicBezTo>
                <a:cubicBezTo>
                  <a:pt x="13038" y="8717"/>
                  <a:pt x="12970" y="8791"/>
                  <a:pt x="12970" y="8877"/>
                </a:cubicBezTo>
                <a:cubicBezTo>
                  <a:pt x="12970" y="8972"/>
                  <a:pt x="13038" y="9036"/>
                  <a:pt x="13116" y="9036"/>
                </a:cubicBezTo>
                <a:cubicBezTo>
                  <a:pt x="13203" y="9036"/>
                  <a:pt x="13262" y="8972"/>
                  <a:pt x="13262" y="8877"/>
                </a:cubicBezTo>
                <a:cubicBezTo>
                  <a:pt x="13262" y="8834"/>
                  <a:pt x="13252" y="8791"/>
                  <a:pt x="13223" y="8759"/>
                </a:cubicBezTo>
                <a:cubicBezTo>
                  <a:pt x="13505" y="7289"/>
                  <a:pt x="13505" y="7289"/>
                  <a:pt x="13505" y="7289"/>
                </a:cubicBezTo>
                <a:cubicBezTo>
                  <a:pt x="13476" y="7289"/>
                  <a:pt x="13476" y="7289"/>
                  <a:pt x="13476" y="7289"/>
                </a:cubicBezTo>
                <a:cubicBezTo>
                  <a:pt x="13544" y="7289"/>
                  <a:pt x="13592" y="7246"/>
                  <a:pt x="13622" y="7182"/>
                </a:cubicBezTo>
                <a:cubicBezTo>
                  <a:pt x="17037" y="7907"/>
                  <a:pt x="17037" y="7907"/>
                  <a:pt x="17037" y="7907"/>
                </a:cubicBezTo>
                <a:cubicBezTo>
                  <a:pt x="17027" y="7918"/>
                  <a:pt x="17027" y="7928"/>
                  <a:pt x="17027" y="7939"/>
                </a:cubicBezTo>
                <a:cubicBezTo>
                  <a:pt x="17027" y="7960"/>
                  <a:pt x="17037" y="7992"/>
                  <a:pt x="17046" y="8013"/>
                </a:cubicBezTo>
                <a:cubicBezTo>
                  <a:pt x="15032" y="9601"/>
                  <a:pt x="15032" y="9601"/>
                  <a:pt x="15032" y="9601"/>
                </a:cubicBezTo>
                <a:cubicBezTo>
                  <a:pt x="15023" y="9591"/>
                  <a:pt x="15013" y="9591"/>
                  <a:pt x="15003" y="9591"/>
                </a:cubicBezTo>
                <a:cubicBezTo>
                  <a:pt x="14964" y="9591"/>
                  <a:pt x="14945" y="9601"/>
                  <a:pt x="14916" y="9622"/>
                </a:cubicBezTo>
                <a:cubicBezTo>
                  <a:pt x="14624" y="8962"/>
                  <a:pt x="14624" y="8962"/>
                  <a:pt x="14624" y="8962"/>
                </a:cubicBezTo>
                <a:cubicBezTo>
                  <a:pt x="14663" y="8930"/>
                  <a:pt x="14692" y="8887"/>
                  <a:pt x="14692" y="8834"/>
                </a:cubicBezTo>
                <a:cubicBezTo>
                  <a:pt x="14692" y="8738"/>
                  <a:pt x="14624" y="8663"/>
                  <a:pt x="14546" y="8663"/>
                </a:cubicBezTo>
                <a:cubicBezTo>
                  <a:pt x="14458" y="8663"/>
                  <a:pt x="14390" y="8738"/>
                  <a:pt x="14390" y="8834"/>
                </a:cubicBezTo>
                <a:cubicBezTo>
                  <a:pt x="14390" y="8919"/>
                  <a:pt x="14458" y="8994"/>
                  <a:pt x="14546" y="8994"/>
                </a:cubicBezTo>
                <a:cubicBezTo>
                  <a:pt x="14556" y="8994"/>
                  <a:pt x="14565" y="8983"/>
                  <a:pt x="14585" y="8983"/>
                </a:cubicBezTo>
                <a:cubicBezTo>
                  <a:pt x="14877" y="9654"/>
                  <a:pt x="14877" y="9654"/>
                  <a:pt x="14877" y="9654"/>
                </a:cubicBezTo>
                <a:cubicBezTo>
                  <a:pt x="14867" y="9686"/>
                  <a:pt x="14848" y="9718"/>
                  <a:pt x="14848" y="9750"/>
                </a:cubicBezTo>
                <a:cubicBezTo>
                  <a:pt x="14848" y="9846"/>
                  <a:pt x="14916" y="9921"/>
                  <a:pt x="15003" y="9921"/>
                </a:cubicBezTo>
                <a:cubicBezTo>
                  <a:pt x="15042" y="9921"/>
                  <a:pt x="15081" y="9900"/>
                  <a:pt x="15101" y="9868"/>
                </a:cubicBezTo>
                <a:cubicBezTo>
                  <a:pt x="16706" y="11157"/>
                  <a:pt x="16706" y="11157"/>
                  <a:pt x="16706" y="11157"/>
                </a:cubicBezTo>
                <a:cubicBezTo>
                  <a:pt x="16696" y="11178"/>
                  <a:pt x="16696" y="11210"/>
                  <a:pt x="16696" y="11232"/>
                </a:cubicBezTo>
                <a:cubicBezTo>
                  <a:pt x="16696" y="11317"/>
                  <a:pt x="16755" y="11391"/>
                  <a:pt x="16842" y="11391"/>
                </a:cubicBezTo>
                <a:cubicBezTo>
                  <a:pt x="16881" y="11391"/>
                  <a:pt x="16920" y="11370"/>
                  <a:pt x="16949" y="11338"/>
                </a:cubicBezTo>
                <a:cubicBezTo>
                  <a:pt x="17572" y="11743"/>
                  <a:pt x="17572" y="11743"/>
                  <a:pt x="17572" y="11743"/>
                </a:cubicBezTo>
                <a:cubicBezTo>
                  <a:pt x="17562" y="11764"/>
                  <a:pt x="17562" y="11786"/>
                  <a:pt x="17562" y="11796"/>
                </a:cubicBezTo>
                <a:cubicBezTo>
                  <a:pt x="17562" y="11828"/>
                  <a:pt x="17572" y="11850"/>
                  <a:pt x="17582" y="11871"/>
                </a:cubicBezTo>
                <a:cubicBezTo>
                  <a:pt x="13554" y="13448"/>
                  <a:pt x="13554" y="13448"/>
                  <a:pt x="13554" y="13448"/>
                </a:cubicBezTo>
                <a:cubicBezTo>
                  <a:pt x="13534" y="13395"/>
                  <a:pt x="13485" y="13363"/>
                  <a:pt x="13427" y="13363"/>
                </a:cubicBezTo>
                <a:cubicBezTo>
                  <a:pt x="13349" y="13363"/>
                  <a:pt x="13281" y="13437"/>
                  <a:pt x="13281" y="13523"/>
                </a:cubicBezTo>
                <a:cubicBezTo>
                  <a:pt x="13281" y="13619"/>
                  <a:pt x="13349" y="13693"/>
                  <a:pt x="13427" y="13693"/>
                </a:cubicBezTo>
                <a:cubicBezTo>
                  <a:pt x="13505" y="13693"/>
                  <a:pt x="13573" y="13619"/>
                  <a:pt x="13573" y="13523"/>
                </a:cubicBezTo>
                <a:cubicBezTo>
                  <a:pt x="13573" y="13512"/>
                  <a:pt x="13573" y="13512"/>
                  <a:pt x="13573" y="13501"/>
                </a:cubicBezTo>
                <a:cubicBezTo>
                  <a:pt x="17611" y="11914"/>
                  <a:pt x="17611" y="11914"/>
                  <a:pt x="17611" y="11914"/>
                </a:cubicBezTo>
                <a:cubicBezTo>
                  <a:pt x="17630" y="11935"/>
                  <a:pt x="17659" y="11956"/>
                  <a:pt x="17679" y="11956"/>
                </a:cubicBezTo>
                <a:cubicBezTo>
                  <a:pt x="17650" y="14386"/>
                  <a:pt x="17650" y="14386"/>
                  <a:pt x="17650" y="14386"/>
                </a:cubicBezTo>
                <a:cubicBezTo>
                  <a:pt x="17582" y="14396"/>
                  <a:pt x="17523" y="14471"/>
                  <a:pt x="17523" y="14546"/>
                </a:cubicBezTo>
                <a:cubicBezTo>
                  <a:pt x="17523" y="14642"/>
                  <a:pt x="17591" y="14705"/>
                  <a:pt x="17679" y="14705"/>
                </a:cubicBezTo>
                <a:cubicBezTo>
                  <a:pt x="17708" y="14705"/>
                  <a:pt x="17747" y="14695"/>
                  <a:pt x="17776" y="14674"/>
                </a:cubicBezTo>
                <a:cubicBezTo>
                  <a:pt x="19158" y="15899"/>
                  <a:pt x="19158" y="15899"/>
                  <a:pt x="19158" y="15899"/>
                </a:cubicBezTo>
                <a:cubicBezTo>
                  <a:pt x="19138" y="15920"/>
                  <a:pt x="19138" y="15952"/>
                  <a:pt x="19138" y="15984"/>
                </a:cubicBezTo>
                <a:cubicBezTo>
                  <a:pt x="19138" y="16037"/>
                  <a:pt x="19158" y="16080"/>
                  <a:pt x="19197" y="16112"/>
                </a:cubicBezTo>
                <a:cubicBezTo>
                  <a:pt x="18292" y="18584"/>
                  <a:pt x="18292" y="18584"/>
                  <a:pt x="18292" y="18584"/>
                </a:cubicBezTo>
                <a:cubicBezTo>
                  <a:pt x="18282" y="18584"/>
                  <a:pt x="18272" y="18584"/>
                  <a:pt x="18272" y="18584"/>
                </a:cubicBezTo>
                <a:cubicBezTo>
                  <a:pt x="17903" y="16549"/>
                  <a:pt x="17903" y="16549"/>
                  <a:pt x="17903" y="16549"/>
                </a:cubicBezTo>
                <a:cubicBezTo>
                  <a:pt x="17961" y="16528"/>
                  <a:pt x="18000" y="16474"/>
                  <a:pt x="18000" y="16400"/>
                </a:cubicBezTo>
                <a:cubicBezTo>
                  <a:pt x="18000" y="16315"/>
                  <a:pt x="17932" y="16240"/>
                  <a:pt x="17854" y="16240"/>
                </a:cubicBezTo>
                <a:cubicBezTo>
                  <a:pt x="17805" y="16240"/>
                  <a:pt x="17757" y="16272"/>
                  <a:pt x="17737" y="16315"/>
                </a:cubicBezTo>
                <a:cubicBezTo>
                  <a:pt x="16939" y="15910"/>
                  <a:pt x="16939" y="15910"/>
                  <a:pt x="16939" y="15910"/>
                </a:cubicBezTo>
                <a:cubicBezTo>
                  <a:pt x="16939" y="15910"/>
                  <a:pt x="16939" y="15899"/>
                  <a:pt x="16939" y="15899"/>
                </a:cubicBezTo>
                <a:cubicBezTo>
                  <a:pt x="16939" y="15814"/>
                  <a:pt x="16881" y="15739"/>
                  <a:pt x="16794" y="15739"/>
                </a:cubicBezTo>
                <a:cubicBezTo>
                  <a:pt x="16716" y="15739"/>
                  <a:pt x="16648" y="15814"/>
                  <a:pt x="16648" y="15899"/>
                </a:cubicBezTo>
                <a:cubicBezTo>
                  <a:pt x="16648" y="15995"/>
                  <a:pt x="16716" y="16059"/>
                  <a:pt x="16794" y="16059"/>
                </a:cubicBezTo>
                <a:cubicBezTo>
                  <a:pt x="16862" y="16059"/>
                  <a:pt x="16910" y="16016"/>
                  <a:pt x="16930" y="15963"/>
                </a:cubicBezTo>
                <a:cubicBezTo>
                  <a:pt x="17718" y="16357"/>
                  <a:pt x="17718" y="16357"/>
                  <a:pt x="17718" y="16357"/>
                </a:cubicBezTo>
                <a:cubicBezTo>
                  <a:pt x="17708" y="16368"/>
                  <a:pt x="17708" y="16389"/>
                  <a:pt x="17708" y="16400"/>
                </a:cubicBezTo>
                <a:cubicBezTo>
                  <a:pt x="17708" y="16496"/>
                  <a:pt x="17776" y="16560"/>
                  <a:pt x="17854" y="16560"/>
                </a:cubicBezTo>
                <a:cubicBezTo>
                  <a:pt x="17854" y="16560"/>
                  <a:pt x="17854" y="16560"/>
                  <a:pt x="17864" y="16560"/>
                </a:cubicBezTo>
                <a:cubicBezTo>
                  <a:pt x="18224" y="18595"/>
                  <a:pt x="18224" y="18595"/>
                  <a:pt x="18224" y="18595"/>
                </a:cubicBezTo>
                <a:cubicBezTo>
                  <a:pt x="18156" y="18606"/>
                  <a:pt x="18107" y="18670"/>
                  <a:pt x="18107" y="18744"/>
                </a:cubicBezTo>
                <a:cubicBezTo>
                  <a:pt x="18107" y="18744"/>
                  <a:pt x="18117" y="18755"/>
                  <a:pt x="18117" y="18755"/>
                </a:cubicBezTo>
                <a:cubicBezTo>
                  <a:pt x="16112" y="19266"/>
                  <a:pt x="16112" y="19266"/>
                  <a:pt x="16112" y="19266"/>
                </a:cubicBezTo>
                <a:cubicBezTo>
                  <a:pt x="16093" y="19234"/>
                  <a:pt x="16054" y="19213"/>
                  <a:pt x="16005" y="19213"/>
                </a:cubicBezTo>
                <a:cubicBezTo>
                  <a:pt x="15928" y="19213"/>
                  <a:pt x="15859" y="19288"/>
                  <a:pt x="15859" y="19373"/>
                </a:cubicBezTo>
                <a:cubicBezTo>
                  <a:pt x="15859" y="19458"/>
                  <a:pt x="15928" y="19533"/>
                  <a:pt x="16005" y="19533"/>
                </a:cubicBezTo>
                <a:cubicBezTo>
                  <a:pt x="16083" y="19533"/>
                  <a:pt x="16151" y="19458"/>
                  <a:pt x="16151" y="19373"/>
                </a:cubicBezTo>
                <a:cubicBezTo>
                  <a:pt x="16151" y="19352"/>
                  <a:pt x="16151" y="19330"/>
                  <a:pt x="16142" y="19320"/>
                </a:cubicBezTo>
                <a:cubicBezTo>
                  <a:pt x="18126" y="18808"/>
                  <a:pt x="18126" y="18808"/>
                  <a:pt x="18126" y="18808"/>
                </a:cubicBezTo>
                <a:cubicBezTo>
                  <a:pt x="18146" y="18861"/>
                  <a:pt x="18195" y="18904"/>
                  <a:pt x="18263" y="18904"/>
                </a:cubicBezTo>
                <a:cubicBezTo>
                  <a:pt x="18282" y="18904"/>
                  <a:pt x="18311" y="18904"/>
                  <a:pt x="18331" y="18883"/>
                </a:cubicBezTo>
                <a:cubicBezTo>
                  <a:pt x="19041" y="19884"/>
                  <a:pt x="19041" y="19884"/>
                  <a:pt x="19041" y="19884"/>
                </a:cubicBezTo>
                <a:cubicBezTo>
                  <a:pt x="19012" y="19916"/>
                  <a:pt x="18983" y="19959"/>
                  <a:pt x="18983" y="20012"/>
                </a:cubicBezTo>
                <a:cubicBezTo>
                  <a:pt x="18983" y="20066"/>
                  <a:pt x="19012" y="20119"/>
                  <a:pt x="19051" y="20140"/>
                </a:cubicBezTo>
                <a:cubicBezTo>
                  <a:pt x="18418" y="21579"/>
                  <a:pt x="18418" y="21579"/>
                  <a:pt x="18418" y="21579"/>
                </a:cubicBezTo>
                <a:cubicBezTo>
                  <a:pt x="18457" y="21600"/>
                  <a:pt x="18457" y="21600"/>
                  <a:pt x="18457" y="21600"/>
                </a:cubicBezTo>
                <a:cubicBezTo>
                  <a:pt x="19099" y="20161"/>
                  <a:pt x="19099" y="20161"/>
                  <a:pt x="19099" y="20161"/>
                </a:cubicBezTo>
                <a:cubicBezTo>
                  <a:pt x="19109" y="20172"/>
                  <a:pt x="19119" y="20172"/>
                  <a:pt x="19138" y="20172"/>
                </a:cubicBezTo>
                <a:cubicBezTo>
                  <a:pt x="19168" y="20172"/>
                  <a:pt x="19197" y="20161"/>
                  <a:pt x="19226" y="20140"/>
                </a:cubicBezTo>
                <a:cubicBezTo>
                  <a:pt x="20063" y="21302"/>
                  <a:pt x="20063" y="21302"/>
                  <a:pt x="20063" y="21302"/>
                </a:cubicBezTo>
                <a:cubicBezTo>
                  <a:pt x="20034" y="21334"/>
                  <a:pt x="20014" y="21366"/>
                  <a:pt x="20014" y="21408"/>
                </a:cubicBezTo>
                <a:cubicBezTo>
                  <a:pt x="20014" y="21504"/>
                  <a:pt x="20082" y="21568"/>
                  <a:pt x="20170" y="21568"/>
                </a:cubicBezTo>
                <a:cubicBezTo>
                  <a:pt x="20248" y="21568"/>
                  <a:pt x="20316" y="21504"/>
                  <a:pt x="20316" y="21408"/>
                </a:cubicBezTo>
                <a:cubicBezTo>
                  <a:pt x="20316" y="21323"/>
                  <a:pt x="20248" y="21248"/>
                  <a:pt x="20170" y="21248"/>
                </a:cubicBezTo>
                <a:cubicBezTo>
                  <a:pt x="20141" y="21248"/>
                  <a:pt x="20121" y="21259"/>
                  <a:pt x="20092" y="21270"/>
                </a:cubicBezTo>
                <a:cubicBezTo>
                  <a:pt x="19255" y="20097"/>
                  <a:pt x="19255" y="20097"/>
                  <a:pt x="19255" y="20097"/>
                </a:cubicBezTo>
                <a:cubicBezTo>
                  <a:pt x="19275" y="20076"/>
                  <a:pt x="19284" y="20044"/>
                  <a:pt x="19284" y="20012"/>
                </a:cubicBezTo>
                <a:cubicBezTo>
                  <a:pt x="19284" y="19959"/>
                  <a:pt x="19255" y="19906"/>
                  <a:pt x="19216" y="19884"/>
                </a:cubicBezTo>
                <a:cubicBezTo>
                  <a:pt x="20277" y="17497"/>
                  <a:pt x="20277" y="17497"/>
                  <a:pt x="20277" y="17497"/>
                </a:cubicBezTo>
                <a:cubicBezTo>
                  <a:pt x="20238" y="17476"/>
                  <a:pt x="20238" y="17476"/>
                  <a:pt x="20238" y="17476"/>
                </a:cubicBezTo>
                <a:cubicBezTo>
                  <a:pt x="19177" y="19852"/>
                  <a:pt x="19177" y="19852"/>
                  <a:pt x="19177" y="19852"/>
                </a:cubicBezTo>
                <a:cubicBezTo>
                  <a:pt x="19168" y="19852"/>
                  <a:pt x="19148" y="19852"/>
                  <a:pt x="19138" y="19852"/>
                </a:cubicBezTo>
                <a:cubicBezTo>
                  <a:pt x="19119" y="19852"/>
                  <a:pt x="19099" y="19852"/>
                  <a:pt x="19090" y="19852"/>
                </a:cubicBezTo>
                <a:cubicBezTo>
                  <a:pt x="18370" y="18851"/>
                  <a:pt x="18370" y="18851"/>
                  <a:pt x="18370" y="18851"/>
                </a:cubicBezTo>
                <a:cubicBezTo>
                  <a:pt x="18389" y="18829"/>
                  <a:pt x="18409" y="18787"/>
                  <a:pt x="18409" y="18744"/>
                </a:cubicBezTo>
                <a:cubicBezTo>
                  <a:pt x="18409" y="18723"/>
                  <a:pt x="18399" y="18702"/>
                  <a:pt x="18399" y="18680"/>
                </a:cubicBezTo>
                <a:cubicBezTo>
                  <a:pt x="21337" y="16688"/>
                  <a:pt x="21337" y="16688"/>
                  <a:pt x="21337" y="16688"/>
                </a:cubicBezTo>
                <a:cubicBezTo>
                  <a:pt x="21357" y="16719"/>
                  <a:pt x="21405" y="16751"/>
                  <a:pt x="21454" y="16751"/>
                </a:cubicBezTo>
                <a:cubicBezTo>
                  <a:pt x="21532" y="16751"/>
                  <a:pt x="21600" y="16677"/>
                  <a:pt x="21600" y="16592"/>
                </a:cubicBezTo>
                <a:cubicBezTo>
                  <a:pt x="21600" y="16496"/>
                  <a:pt x="21532" y="16432"/>
                  <a:pt x="21454" y="16432"/>
                </a:cubicBezTo>
                <a:close/>
                <a:moveTo>
                  <a:pt x="17815" y="14514"/>
                </a:moveTo>
                <a:cubicBezTo>
                  <a:pt x="18467" y="14215"/>
                  <a:pt x="18467" y="14215"/>
                  <a:pt x="18467" y="14215"/>
                </a:cubicBezTo>
                <a:cubicBezTo>
                  <a:pt x="18477" y="14279"/>
                  <a:pt x="18535" y="14333"/>
                  <a:pt x="18603" y="14333"/>
                </a:cubicBezTo>
                <a:cubicBezTo>
                  <a:pt x="18613" y="14333"/>
                  <a:pt x="18623" y="14333"/>
                  <a:pt x="18632" y="14333"/>
                </a:cubicBezTo>
                <a:cubicBezTo>
                  <a:pt x="19206" y="15846"/>
                  <a:pt x="19206" y="15846"/>
                  <a:pt x="19206" y="15846"/>
                </a:cubicBezTo>
                <a:cubicBezTo>
                  <a:pt x="19197" y="15846"/>
                  <a:pt x="19187" y="15856"/>
                  <a:pt x="19187" y="15856"/>
                </a:cubicBezTo>
                <a:cubicBezTo>
                  <a:pt x="17805" y="14631"/>
                  <a:pt x="17805" y="14631"/>
                  <a:pt x="17805" y="14631"/>
                </a:cubicBezTo>
                <a:cubicBezTo>
                  <a:pt x="17815" y="14599"/>
                  <a:pt x="17825" y="14578"/>
                  <a:pt x="17825" y="14546"/>
                </a:cubicBezTo>
                <a:cubicBezTo>
                  <a:pt x="17825" y="14535"/>
                  <a:pt x="17825" y="14524"/>
                  <a:pt x="17815" y="14514"/>
                </a:cubicBezTo>
                <a:close/>
                <a:moveTo>
                  <a:pt x="19304" y="15824"/>
                </a:moveTo>
                <a:cubicBezTo>
                  <a:pt x="19294" y="15824"/>
                  <a:pt x="19294" y="15824"/>
                  <a:pt x="19284" y="15824"/>
                </a:cubicBezTo>
                <a:cubicBezTo>
                  <a:pt x="19275" y="15824"/>
                  <a:pt x="19265" y="15824"/>
                  <a:pt x="19245" y="15824"/>
                </a:cubicBezTo>
                <a:cubicBezTo>
                  <a:pt x="18681" y="14311"/>
                  <a:pt x="18681" y="14311"/>
                  <a:pt x="18681" y="14311"/>
                </a:cubicBezTo>
                <a:cubicBezTo>
                  <a:pt x="18720" y="14290"/>
                  <a:pt x="18749" y="14237"/>
                  <a:pt x="18749" y="14173"/>
                </a:cubicBezTo>
                <a:cubicBezTo>
                  <a:pt x="18749" y="14141"/>
                  <a:pt x="18739" y="14119"/>
                  <a:pt x="18730" y="14087"/>
                </a:cubicBezTo>
                <a:cubicBezTo>
                  <a:pt x="20053" y="13480"/>
                  <a:pt x="20053" y="13480"/>
                  <a:pt x="20053" y="13480"/>
                </a:cubicBezTo>
                <a:cubicBezTo>
                  <a:pt x="20063" y="13523"/>
                  <a:pt x="20092" y="13565"/>
                  <a:pt x="20121" y="13587"/>
                </a:cubicBezTo>
                <a:lnTo>
                  <a:pt x="19304" y="15824"/>
                </a:lnTo>
                <a:close/>
                <a:moveTo>
                  <a:pt x="20053" y="13448"/>
                </a:moveTo>
                <a:cubicBezTo>
                  <a:pt x="20053" y="13448"/>
                  <a:pt x="20053" y="13448"/>
                  <a:pt x="20053" y="13448"/>
                </a:cubicBezTo>
                <a:cubicBezTo>
                  <a:pt x="20043" y="13427"/>
                  <a:pt x="20043" y="13427"/>
                  <a:pt x="20043" y="13427"/>
                </a:cubicBezTo>
                <a:cubicBezTo>
                  <a:pt x="18701" y="14045"/>
                  <a:pt x="18701" y="14045"/>
                  <a:pt x="18701" y="14045"/>
                </a:cubicBezTo>
                <a:cubicBezTo>
                  <a:pt x="18671" y="14023"/>
                  <a:pt x="18642" y="14013"/>
                  <a:pt x="18603" y="14013"/>
                </a:cubicBezTo>
                <a:cubicBezTo>
                  <a:pt x="18594" y="14013"/>
                  <a:pt x="18574" y="14013"/>
                  <a:pt x="18564" y="14023"/>
                </a:cubicBezTo>
                <a:cubicBezTo>
                  <a:pt x="17786" y="11956"/>
                  <a:pt x="17786" y="11956"/>
                  <a:pt x="17786" y="11956"/>
                </a:cubicBezTo>
                <a:cubicBezTo>
                  <a:pt x="17737" y="11978"/>
                  <a:pt x="17737" y="11978"/>
                  <a:pt x="17737" y="11978"/>
                </a:cubicBezTo>
                <a:cubicBezTo>
                  <a:pt x="18525" y="14045"/>
                  <a:pt x="18525" y="14045"/>
                  <a:pt x="18525" y="14045"/>
                </a:cubicBezTo>
                <a:cubicBezTo>
                  <a:pt x="18486" y="14066"/>
                  <a:pt x="18467" y="14109"/>
                  <a:pt x="18457" y="14162"/>
                </a:cubicBezTo>
                <a:cubicBezTo>
                  <a:pt x="17796" y="14460"/>
                  <a:pt x="17796" y="14460"/>
                  <a:pt x="17796" y="14460"/>
                </a:cubicBezTo>
                <a:cubicBezTo>
                  <a:pt x="17776" y="14428"/>
                  <a:pt x="17747" y="14396"/>
                  <a:pt x="17698" y="14386"/>
                </a:cubicBezTo>
                <a:cubicBezTo>
                  <a:pt x="17728" y="11956"/>
                  <a:pt x="17728" y="11956"/>
                  <a:pt x="17728" y="11956"/>
                </a:cubicBezTo>
                <a:cubicBezTo>
                  <a:pt x="17766" y="11956"/>
                  <a:pt x="17796" y="11935"/>
                  <a:pt x="17815" y="11914"/>
                </a:cubicBezTo>
                <a:cubicBezTo>
                  <a:pt x="18895" y="12617"/>
                  <a:pt x="18895" y="12617"/>
                  <a:pt x="18895" y="12617"/>
                </a:cubicBezTo>
                <a:cubicBezTo>
                  <a:pt x="18885" y="12628"/>
                  <a:pt x="18885" y="12628"/>
                  <a:pt x="18885" y="12638"/>
                </a:cubicBezTo>
                <a:cubicBezTo>
                  <a:pt x="18885" y="12723"/>
                  <a:pt x="18954" y="12798"/>
                  <a:pt x="19031" y="12798"/>
                </a:cubicBezTo>
                <a:cubicBezTo>
                  <a:pt x="19070" y="12798"/>
                  <a:pt x="19099" y="12787"/>
                  <a:pt x="19119" y="12766"/>
                </a:cubicBezTo>
                <a:cubicBezTo>
                  <a:pt x="20063" y="13395"/>
                  <a:pt x="20063" y="13395"/>
                  <a:pt x="20063" y="13395"/>
                </a:cubicBezTo>
                <a:cubicBezTo>
                  <a:pt x="20053" y="13416"/>
                  <a:pt x="20053" y="13427"/>
                  <a:pt x="20053" y="13448"/>
                </a:cubicBezTo>
                <a:close/>
                <a:moveTo>
                  <a:pt x="12250" y="4369"/>
                </a:moveTo>
                <a:cubicBezTo>
                  <a:pt x="9808" y="4827"/>
                  <a:pt x="9808" y="4827"/>
                  <a:pt x="9808" y="4827"/>
                </a:cubicBezTo>
                <a:cubicBezTo>
                  <a:pt x="9798" y="4795"/>
                  <a:pt x="9769" y="4763"/>
                  <a:pt x="9739" y="4742"/>
                </a:cubicBezTo>
                <a:cubicBezTo>
                  <a:pt x="9866" y="2867"/>
                  <a:pt x="9866" y="2867"/>
                  <a:pt x="9866" y="2867"/>
                </a:cubicBezTo>
                <a:cubicBezTo>
                  <a:pt x="9876" y="2867"/>
                  <a:pt x="9876" y="2867"/>
                  <a:pt x="9885" y="2867"/>
                </a:cubicBezTo>
                <a:cubicBezTo>
                  <a:pt x="9924" y="2867"/>
                  <a:pt x="9963" y="2845"/>
                  <a:pt x="9983" y="2824"/>
                </a:cubicBezTo>
                <a:cubicBezTo>
                  <a:pt x="12259" y="4316"/>
                  <a:pt x="12259" y="4316"/>
                  <a:pt x="12259" y="4316"/>
                </a:cubicBezTo>
                <a:cubicBezTo>
                  <a:pt x="12259" y="4337"/>
                  <a:pt x="12250" y="4348"/>
                  <a:pt x="12250" y="4369"/>
                </a:cubicBezTo>
                <a:cubicBezTo>
                  <a:pt x="12250" y="4369"/>
                  <a:pt x="12250" y="4369"/>
                  <a:pt x="12250" y="4369"/>
                </a:cubicBezTo>
                <a:close/>
                <a:moveTo>
                  <a:pt x="2977" y="4294"/>
                </a:moveTo>
                <a:cubicBezTo>
                  <a:pt x="2968" y="4252"/>
                  <a:pt x="2958" y="4220"/>
                  <a:pt x="2929" y="4199"/>
                </a:cubicBezTo>
                <a:cubicBezTo>
                  <a:pt x="5011" y="2494"/>
                  <a:pt x="5011" y="2494"/>
                  <a:pt x="5011" y="2494"/>
                </a:cubicBezTo>
                <a:cubicBezTo>
                  <a:pt x="5040" y="2526"/>
                  <a:pt x="5069" y="2536"/>
                  <a:pt x="5108" y="2536"/>
                </a:cubicBezTo>
                <a:cubicBezTo>
                  <a:pt x="5147" y="2536"/>
                  <a:pt x="5186" y="2515"/>
                  <a:pt x="5205" y="2483"/>
                </a:cubicBezTo>
                <a:cubicBezTo>
                  <a:pt x="5721" y="2941"/>
                  <a:pt x="5721" y="2941"/>
                  <a:pt x="5721" y="2941"/>
                </a:cubicBezTo>
                <a:cubicBezTo>
                  <a:pt x="5711" y="2962"/>
                  <a:pt x="5711" y="2984"/>
                  <a:pt x="5711" y="3005"/>
                </a:cubicBezTo>
                <a:cubicBezTo>
                  <a:pt x="5711" y="3090"/>
                  <a:pt x="5779" y="3165"/>
                  <a:pt x="5857" y="3165"/>
                </a:cubicBezTo>
                <a:cubicBezTo>
                  <a:pt x="5896" y="3165"/>
                  <a:pt x="5925" y="3154"/>
                  <a:pt x="5945" y="3133"/>
                </a:cubicBezTo>
                <a:cubicBezTo>
                  <a:pt x="7385" y="4380"/>
                  <a:pt x="7385" y="4380"/>
                  <a:pt x="7385" y="4380"/>
                </a:cubicBezTo>
                <a:cubicBezTo>
                  <a:pt x="7375" y="4401"/>
                  <a:pt x="7375" y="4412"/>
                  <a:pt x="7365" y="4433"/>
                </a:cubicBezTo>
                <a:lnTo>
                  <a:pt x="2977" y="4294"/>
                </a:lnTo>
                <a:close/>
                <a:moveTo>
                  <a:pt x="2316" y="2696"/>
                </a:moveTo>
                <a:cubicBezTo>
                  <a:pt x="4962" y="2419"/>
                  <a:pt x="4962" y="2419"/>
                  <a:pt x="4962" y="2419"/>
                </a:cubicBezTo>
                <a:cubicBezTo>
                  <a:pt x="4962" y="2430"/>
                  <a:pt x="4972" y="2440"/>
                  <a:pt x="4982" y="2462"/>
                </a:cubicBezTo>
                <a:cubicBezTo>
                  <a:pt x="2890" y="4167"/>
                  <a:pt x="2890" y="4167"/>
                  <a:pt x="2890" y="4167"/>
                </a:cubicBezTo>
                <a:cubicBezTo>
                  <a:pt x="2870" y="4156"/>
                  <a:pt x="2851" y="4156"/>
                  <a:pt x="2831" y="4156"/>
                </a:cubicBezTo>
                <a:cubicBezTo>
                  <a:pt x="2812" y="4156"/>
                  <a:pt x="2792" y="4156"/>
                  <a:pt x="2773" y="4167"/>
                </a:cubicBezTo>
                <a:cubicBezTo>
                  <a:pt x="2189" y="2845"/>
                  <a:pt x="2189" y="2845"/>
                  <a:pt x="2189" y="2845"/>
                </a:cubicBezTo>
                <a:cubicBezTo>
                  <a:pt x="2257" y="2824"/>
                  <a:pt x="2306" y="2771"/>
                  <a:pt x="2316" y="2696"/>
                </a:cubicBezTo>
                <a:close/>
                <a:moveTo>
                  <a:pt x="3191" y="597"/>
                </a:moveTo>
                <a:cubicBezTo>
                  <a:pt x="6042" y="1002"/>
                  <a:pt x="6042" y="1002"/>
                  <a:pt x="6042" y="1002"/>
                </a:cubicBezTo>
                <a:cubicBezTo>
                  <a:pt x="6042" y="1034"/>
                  <a:pt x="6042" y="1066"/>
                  <a:pt x="6062" y="1087"/>
                </a:cubicBezTo>
                <a:cubicBezTo>
                  <a:pt x="5196" y="2248"/>
                  <a:pt x="5196" y="2248"/>
                  <a:pt x="5196" y="2248"/>
                </a:cubicBezTo>
                <a:cubicBezTo>
                  <a:pt x="5166" y="2227"/>
                  <a:pt x="5137" y="2216"/>
                  <a:pt x="5108" y="2216"/>
                </a:cubicBezTo>
                <a:cubicBezTo>
                  <a:pt x="5069" y="2216"/>
                  <a:pt x="5040" y="2227"/>
                  <a:pt x="5011" y="2248"/>
                </a:cubicBezTo>
                <a:cubicBezTo>
                  <a:pt x="3172" y="650"/>
                  <a:pt x="3172" y="650"/>
                  <a:pt x="3172" y="650"/>
                </a:cubicBezTo>
                <a:cubicBezTo>
                  <a:pt x="3182" y="629"/>
                  <a:pt x="3191" y="618"/>
                  <a:pt x="3191" y="597"/>
                </a:cubicBezTo>
                <a:close/>
                <a:moveTo>
                  <a:pt x="11715" y="1790"/>
                </a:moveTo>
                <a:cubicBezTo>
                  <a:pt x="11773" y="1790"/>
                  <a:pt x="11822" y="1748"/>
                  <a:pt x="11851" y="1694"/>
                </a:cubicBezTo>
                <a:cubicBezTo>
                  <a:pt x="14283" y="2376"/>
                  <a:pt x="14283" y="2376"/>
                  <a:pt x="14283" y="2376"/>
                </a:cubicBezTo>
                <a:cubicBezTo>
                  <a:pt x="10022" y="2664"/>
                  <a:pt x="10022" y="2664"/>
                  <a:pt x="10022" y="2664"/>
                </a:cubicBezTo>
                <a:cubicBezTo>
                  <a:pt x="10022" y="2664"/>
                  <a:pt x="10022" y="2653"/>
                  <a:pt x="10022" y="2653"/>
                </a:cubicBezTo>
                <a:cubicBezTo>
                  <a:pt x="11578" y="1694"/>
                  <a:pt x="11578" y="1694"/>
                  <a:pt x="11578" y="1694"/>
                </a:cubicBezTo>
                <a:cubicBezTo>
                  <a:pt x="11598" y="1748"/>
                  <a:pt x="11656" y="1790"/>
                  <a:pt x="11715" y="1790"/>
                </a:cubicBezTo>
                <a:close/>
                <a:moveTo>
                  <a:pt x="16142" y="597"/>
                </a:moveTo>
                <a:cubicBezTo>
                  <a:pt x="16190" y="3314"/>
                  <a:pt x="16190" y="3314"/>
                  <a:pt x="16190" y="3314"/>
                </a:cubicBezTo>
                <a:cubicBezTo>
                  <a:pt x="16151" y="3325"/>
                  <a:pt x="16122" y="3346"/>
                  <a:pt x="16103" y="3378"/>
                </a:cubicBezTo>
                <a:cubicBezTo>
                  <a:pt x="14575" y="2440"/>
                  <a:pt x="14575" y="2440"/>
                  <a:pt x="14575" y="2440"/>
                </a:cubicBezTo>
                <a:cubicBezTo>
                  <a:pt x="14585" y="2430"/>
                  <a:pt x="14585" y="2408"/>
                  <a:pt x="14585" y="2387"/>
                </a:cubicBezTo>
                <a:cubicBezTo>
                  <a:pt x="14585" y="2355"/>
                  <a:pt x="14575" y="2323"/>
                  <a:pt x="14556" y="2291"/>
                </a:cubicBezTo>
                <a:cubicBezTo>
                  <a:pt x="16074" y="565"/>
                  <a:pt x="16074" y="565"/>
                  <a:pt x="16074" y="565"/>
                </a:cubicBezTo>
                <a:cubicBezTo>
                  <a:pt x="16093" y="586"/>
                  <a:pt x="16122" y="597"/>
                  <a:pt x="16142" y="597"/>
                </a:cubicBezTo>
                <a:close/>
                <a:moveTo>
                  <a:pt x="18010" y="2163"/>
                </a:moveTo>
                <a:cubicBezTo>
                  <a:pt x="18019" y="2216"/>
                  <a:pt x="18058" y="2248"/>
                  <a:pt x="18097" y="2270"/>
                </a:cubicBezTo>
                <a:cubicBezTo>
                  <a:pt x="18068" y="4635"/>
                  <a:pt x="18068" y="4635"/>
                  <a:pt x="18068" y="4635"/>
                </a:cubicBezTo>
                <a:cubicBezTo>
                  <a:pt x="18058" y="4646"/>
                  <a:pt x="18039" y="4657"/>
                  <a:pt x="18029" y="4667"/>
                </a:cubicBezTo>
                <a:cubicBezTo>
                  <a:pt x="16346" y="3538"/>
                  <a:pt x="16346" y="3538"/>
                  <a:pt x="16346" y="3538"/>
                </a:cubicBezTo>
                <a:cubicBezTo>
                  <a:pt x="16356" y="3517"/>
                  <a:pt x="16365" y="3495"/>
                  <a:pt x="16365" y="3474"/>
                </a:cubicBezTo>
                <a:cubicBezTo>
                  <a:pt x="16365" y="3453"/>
                  <a:pt x="16356" y="3431"/>
                  <a:pt x="16346" y="3410"/>
                </a:cubicBezTo>
                <a:lnTo>
                  <a:pt x="18010" y="2163"/>
                </a:lnTo>
                <a:close/>
                <a:moveTo>
                  <a:pt x="17854" y="11807"/>
                </a:moveTo>
                <a:cubicBezTo>
                  <a:pt x="17854" y="11807"/>
                  <a:pt x="17854" y="11796"/>
                  <a:pt x="17854" y="11796"/>
                </a:cubicBezTo>
                <a:cubicBezTo>
                  <a:pt x="17854" y="11764"/>
                  <a:pt x="17844" y="11732"/>
                  <a:pt x="17835" y="11711"/>
                </a:cubicBezTo>
                <a:cubicBezTo>
                  <a:pt x="19197" y="9580"/>
                  <a:pt x="19197" y="9580"/>
                  <a:pt x="19197" y="9580"/>
                </a:cubicBezTo>
                <a:cubicBezTo>
                  <a:pt x="19216" y="9591"/>
                  <a:pt x="19236" y="9591"/>
                  <a:pt x="19245" y="9591"/>
                </a:cubicBezTo>
                <a:cubicBezTo>
                  <a:pt x="19255" y="9591"/>
                  <a:pt x="19265" y="9591"/>
                  <a:pt x="19275" y="9591"/>
                </a:cubicBezTo>
                <a:cubicBezTo>
                  <a:pt x="19722" y="11349"/>
                  <a:pt x="19722" y="11349"/>
                  <a:pt x="19722" y="11349"/>
                </a:cubicBezTo>
                <a:cubicBezTo>
                  <a:pt x="19664" y="11370"/>
                  <a:pt x="19635" y="11423"/>
                  <a:pt x="19635" y="11487"/>
                </a:cubicBezTo>
                <a:lnTo>
                  <a:pt x="17854" y="11807"/>
                </a:lnTo>
                <a:close/>
                <a:moveTo>
                  <a:pt x="17290" y="7843"/>
                </a:moveTo>
                <a:cubicBezTo>
                  <a:pt x="18555" y="7044"/>
                  <a:pt x="18555" y="7044"/>
                  <a:pt x="18555" y="7044"/>
                </a:cubicBezTo>
                <a:cubicBezTo>
                  <a:pt x="18574" y="7076"/>
                  <a:pt x="18613" y="7097"/>
                  <a:pt x="18642" y="7097"/>
                </a:cubicBezTo>
                <a:cubicBezTo>
                  <a:pt x="19197" y="9282"/>
                  <a:pt x="19197" y="9282"/>
                  <a:pt x="19197" y="9282"/>
                </a:cubicBezTo>
                <a:cubicBezTo>
                  <a:pt x="19168" y="9292"/>
                  <a:pt x="19148" y="9303"/>
                  <a:pt x="19138" y="9324"/>
                </a:cubicBezTo>
                <a:cubicBezTo>
                  <a:pt x="17319" y="7992"/>
                  <a:pt x="17319" y="7992"/>
                  <a:pt x="17319" y="7992"/>
                </a:cubicBezTo>
                <a:cubicBezTo>
                  <a:pt x="17319" y="7981"/>
                  <a:pt x="17329" y="7960"/>
                  <a:pt x="17329" y="7939"/>
                </a:cubicBezTo>
                <a:cubicBezTo>
                  <a:pt x="17329" y="7896"/>
                  <a:pt x="17309" y="7864"/>
                  <a:pt x="17290" y="7843"/>
                </a:cubicBezTo>
                <a:close/>
                <a:moveTo>
                  <a:pt x="14098" y="4987"/>
                </a:moveTo>
                <a:cubicBezTo>
                  <a:pt x="16103" y="3580"/>
                  <a:pt x="16103" y="3580"/>
                  <a:pt x="16103" y="3580"/>
                </a:cubicBezTo>
                <a:cubicBezTo>
                  <a:pt x="16132" y="3623"/>
                  <a:pt x="16171" y="3644"/>
                  <a:pt x="16210" y="3644"/>
                </a:cubicBezTo>
                <a:cubicBezTo>
                  <a:pt x="16239" y="3644"/>
                  <a:pt x="16258" y="3634"/>
                  <a:pt x="16288" y="3623"/>
                </a:cubicBezTo>
                <a:cubicBezTo>
                  <a:pt x="17319" y="5072"/>
                  <a:pt x="17319" y="5072"/>
                  <a:pt x="17319" y="5072"/>
                </a:cubicBezTo>
                <a:cubicBezTo>
                  <a:pt x="17280" y="5104"/>
                  <a:pt x="17261" y="5147"/>
                  <a:pt x="17261" y="5200"/>
                </a:cubicBezTo>
                <a:cubicBezTo>
                  <a:pt x="17261" y="5222"/>
                  <a:pt x="17261" y="5232"/>
                  <a:pt x="17270" y="5253"/>
                </a:cubicBezTo>
                <a:cubicBezTo>
                  <a:pt x="16667" y="5605"/>
                  <a:pt x="16667" y="5605"/>
                  <a:pt x="16667" y="5605"/>
                </a:cubicBezTo>
                <a:cubicBezTo>
                  <a:pt x="16638" y="5573"/>
                  <a:pt x="16599" y="5541"/>
                  <a:pt x="16550" y="5541"/>
                </a:cubicBezTo>
                <a:cubicBezTo>
                  <a:pt x="16492" y="5541"/>
                  <a:pt x="16443" y="5584"/>
                  <a:pt x="16414" y="5648"/>
                </a:cubicBezTo>
                <a:cubicBezTo>
                  <a:pt x="14118" y="5062"/>
                  <a:pt x="14118" y="5062"/>
                  <a:pt x="14118" y="5062"/>
                </a:cubicBezTo>
                <a:cubicBezTo>
                  <a:pt x="14118" y="5062"/>
                  <a:pt x="14118" y="5051"/>
                  <a:pt x="14118" y="5051"/>
                </a:cubicBezTo>
                <a:cubicBezTo>
                  <a:pt x="14118" y="5030"/>
                  <a:pt x="14108" y="5008"/>
                  <a:pt x="14098" y="4987"/>
                </a:cubicBezTo>
                <a:close/>
                <a:moveTo>
                  <a:pt x="12542" y="4326"/>
                </a:moveTo>
                <a:cubicBezTo>
                  <a:pt x="12542" y="4316"/>
                  <a:pt x="12542" y="4305"/>
                  <a:pt x="12532" y="4305"/>
                </a:cubicBezTo>
                <a:cubicBezTo>
                  <a:pt x="14351" y="2515"/>
                  <a:pt x="14351" y="2515"/>
                  <a:pt x="14351" y="2515"/>
                </a:cubicBezTo>
                <a:cubicBezTo>
                  <a:pt x="14371" y="2536"/>
                  <a:pt x="14410" y="2547"/>
                  <a:pt x="14439" y="2547"/>
                </a:cubicBezTo>
                <a:cubicBezTo>
                  <a:pt x="14488" y="2547"/>
                  <a:pt x="14526" y="2526"/>
                  <a:pt x="14556" y="2483"/>
                </a:cubicBezTo>
                <a:cubicBezTo>
                  <a:pt x="16074" y="3421"/>
                  <a:pt x="16074" y="3421"/>
                  <a:pt x="16074" y="3421"/>
                </a:cubicBezTo>
                <a:cubicBezTo>
                  <a:pt x="16074" y="3442"/>
                  <a:pt x="16064" y="3463"/>
                  <a:pt x="16064" y="3474"/>
                </a:cubicBezTo>
                <a:cubicBezTo>
                  <a:pt x="16064" y="3485"/>
                  <a:pt x="16064" y="3485"/>
                  <a:pt x="16064" y="3485"/>
                </a:cubicBezTo>
                <a:lnTo>
                  <a:pt x="12542" y="4326"/>
                </a:lnTo>
                <a:close/>
                <a:moveTo>
                  <a:pt x="5984" y="3090"/>
                </a:moveTo>
                <a:cubicBezTo>
                  <a:pt x="5994" y="3069"/>
                  <a:pt x="6003" y="3037"/>
                  <a:pt x="6003" y="3005"/>
                </a:cubicBezTo>
                <a:cubicBezTo>
                  <a:pt x="6003" y="3005"/>
                  <a:pt x="6003" y="2994"/>
                  <a:pt x="6003" y="2994"/>
                </a:cubicBezTo>
                <a:cubicBezTo>
                  <a:pt x="7628" y="2877"/>
                  <a:pt x="7628" y="2877"/>
                  <a:pt x="7628" y="2877"/>
                </a:cubicBezTo>
                <a:cubicBezTo>
                  <a:pt x="7628" y="2888"/>
                  <a:pt x="7628" y="2898"/>
                  <a:pt x="7628" y="2898"/>
                </a:cubicBezTo>
                <a:cubicBezTo>
                  <a:pt x="7628" y="2973"/>
                  <a:pt x="7667" y="3026"/>
                  <a:pt x="7716" y="3058"/>
                </a:cubicBezTo>
                <a:cubicBezTo>
                  <a:pt x="7511" y="4294"/>
                  <a:pt x="7511" y="4294"/>
                  <a:pt x="7511" y="4294"/>
                </a:cubicBezTo>
                <a:cubicBezTo>
                  <a:pt x="7511" y="4294"/>
                  <a:pt x="7511" y="4294"/>
                  <a:pt x="7511" y="4294"/>
                </a:cubicBezTo>
                <a:cubicBezTo>
                  <a:pt x="7472" y="4294"/>
                  <a:pt x="7443" y="4316"/>
                  <a:pt x="7414" y="4337"/>
                </a:cubicBezTo>
                <a:lnTo>
                  <a:pt x="5984" y="3090"/>
                </a:lnTo>
                <a:close/>
                <a:moveTo>
                  <a:pt x="5244" y="2419"/>
                </a:moveTo>
                <a:cubicBezTo>
                  <a:pt x="9924" y="1609"/>
                  <a:pt x="9924" y="1609"/>
                  <a:pt x="9924" y="1609"/>
                </a:cubicBezTo>
                <a:cubicBezTo>
                  <a:pt x="7862" y="2771"/>
                  <a:pt x="7862" y="2771"/>
                  <a:pt x="7862" y="2771"/>
                </a:cubicBezTo>
                <a:cubicBezTo>
                  <a:pt x="7832" y="2749"/>
                  <a:pt x="7803" y="2739"/>
                  <a:pt x="7774" y="2739"/>
                </a:cubicBezTo>
                <a:cubicBezTo>
                  <a:pt x="7716" y="2739"/>
                  <a:pt x="7667" y="2781"/>
                  <a:pt x="7648" y="2824"/>
                </a:cubicBezTo>
                <a:cubicBezTo>
                  <a:pt x="5994" y="2941"/>
                  <a:pt x="5994" y="2941"/>
                  <a:pt x="5994" y="2941"/>
                </a:cubicBezTo>
                <a:cubicBezTo>
                  <a:pt x="5974" y="2888"/>
                  <a:pt x="5916" y="2845"/>
                  <a:pt x="5857" y="2845"/>
                </a:cubicBezTo>
                <a:cubicBezTo>
                  <a:pt x="5818" y="2845"/>
                  <a:pt x="5779" y="2867"/>
                  <a:pt x="5750" y="2888"/>
                </a:cubicBezTo>
                <a:cubicBezTo>
                  <a:pt x="5235" y="2440"/>
                  <a:pt x="5235" y="2440"/>
                  <a:pt x="5235" y="2440"/>
                </a:cubicBezTo>
                <a:cubicBezTo>
                  <a:pt x="5244" y="2430"/>
                  <a:pt x="5244" y="2430"/>
                  <a:pt x="5244" y="2419"/>
                </a:cubicBezTo>
                <a:close/>
                <a:moveTo>
                  <a:pt x="7560" y="4305"/>
                </a:moveTo>
                <a:cubicBezTo>
                  <a:pt x="7764" y="3069"/>
                  <a:pt x="7764" y="3069"/>
                  <a:pt x="7764" y="3069"/>
                </a:cubicBezTo>
                <a:cubicBezTo>
                  <a:pt x="7764" y="3069"/>
                  <a:pt x="7774" y="3069"/>
                  <a:pt x="7774" y="3069"/>
                </a:cubicBezTo>
                <a:cubicBezTo>
                  <a:pt x="7852" y="3069"/>
                  <a:pt x="7920" y="2994"/>
                  <a:pt x="7920" y="2898"/>
                </a:cubicBezTo>
                <a:cubicBezTo>
                  <a:pt x="7920" y="2888"/>
                  <a:pt x="7920" y="2877"/>
                  <a:pt x="7920" y="2867"/>
                </a:cubicBezTo>
                <a:cubicBezTo>
                  <a:pt x="9739" y="2739"/>
                  <a:pt x="9739" y="2739"/>
                  <a:pt x="9739" y="2739"/>
                </a:cubicBezTo>
                <a:cubicBezTo>
                  <a:pt x="9739" y="2749"/>
                  <a:pt x="9739" y="2760"/>
                  <a:pt x="9749" y="2771"/>
                </a:cubicBezTo>
                <a:cubicBezTo>
                  <a:pt x="7618" y="4348"/>
                  <a:pt x="7618" y="4348"/>
                  <a:pt x="7618" y="4348"/>
                </a:cubicBezTo>
                <a:cubicBezTo>
                  <a:pt x="7609" y="4326"/>
                  <a:pt x="7589" y="4316"/>
                  <a:pt x="7560" y="4305"/>
                </a:cubicBezTo>
                <a:close/>
                <a:moveTo>
                  <a:pt x="10031" y="2717"/>
                </a:moveTo>
                <a:cubicBezTo>
                  <a:pt x="14293" y="2419"/>
                  <a:pt x="14293" y="2419"/>
                  <a:pt x="14293" y="2419"/>
                </a:cubicBezTo>
                <a:cubicBezTo>
                  <a:pt x="14303" y="2440"/>
                  <a:pt x="14312" y="2462"/>
                  <a:pt x="14312" y="2472"/>
                </a:cubicBezTo>
                <a:cubicBezTo>
                  <a:pt x="12512" y="4252"/>
                  <a:pt x="12512" y="4252"/>
                  <a:pt x="12512" y="4252"/>
                </a:cubicBezTo>
                <a:cubicBezTo>
                  <a:pt x="12483" y="4220"/>
                  <a:pt x="12444" y="4209"/>
                  <a:pt x="12405" y="4209"/>
                </a:cubicBezTo>
                <a:cubicBezTo>
                  <a:pt x="12357" y="4209"/>
                  <a:pt x="12308" y="4230"/>
                  <a:pt x="12279" y="4273"/>
                </a:cubicBezTo>
                <a:cubicBezTo>
                  <a:pt x="10012" y="2781"/>
                  <a:pt x="10012" y="2781"/>
                  <a:pt x="10012" y="2781"/>
                </a:cubicBezTo>
                <a:cubicBezTo>
                  <a:pt x="10022" y="2760"/>
                  <a:pt x="10031" y="2739"/>
                  <a:pt x="10031" y="2717"/>
                </a:cubicBezTo>
                <a:close/>
                <a:moveTo>
                  <a:pt x="18000" y="4817"/>
                </a:moveTo>
                <a:cubicBezTo>
                  <a:pt x="17523" y="5104"/>
                  <a:pt x="17523" y="5104"/>
                  <a:pt x="17523" y="5104"/>
                </a:cubicBezTo>
                <a:cubicBezTo>
                  <a:pt x="17494" y="5062"/>
                  <a:pt x="17455" y="5040"/>
                  <a:pt x="17406" y="5040"/>
                </a:cubicBezTo>
                <a:cubicBezTo>
                  <a:pt x="17387" y="5040"/>
                  <a:pt x="17368" y="5040"/>
                  <a:pt x="17358" y="5051"/>
                </a:cubicBezTo>
                <a:cubicBezTo>
                  <a:pt x="16317" y="3591"/>
                  <a:pt x="16317" y="3591"/>
                  <a:pt x="16317" y="3591"/>
                </a:cubicBezTo>
                <a:cubicBezTo>
                  <a:pt x="16326" y="3591"/>
                  <a:pt x="16326" y="3580"/>
                  <a:pt x="16326" y="3580"/>
                </a:cubicBezTo>
                <a:cubicBezTo>
                  <a:pt x="18010" y="4721"/>
                  <a:pt x="18010" y="4721"/>
                  <a:pt x="18010" y="4721"/>
                </a:cubicBezTo>
                <a:cubicBezTo>
                  <a:pt x="18000" y="4731"/>
                  <a:pt x="18000" y="4753"/>
                  <a:pt x="18000" y="4774"/>
                </a:cubicBezTo>
                <a:cubicBezTo>
                  <a:pt x="18000" y="4785"/>
                  <a:pt x="18000" y="4806"/>
                  <a:pt x="18000" y="4817"/>
                </a:cubicBezTo>
                <a:close/>
                <a:moveTo>
                  <a:pt x="16696" y="5648"/>
                </a:moveTo>
                <a:cubicBezTo>
                  <a:pt x="17290" y="5296"/>
                  <a:pt x="17290" y="5296"/>
                  <a:pt x="17290" y="5296"/>
                </a:cubicBezTo>
                <a:cubicBezTo>
                  <a:pt x="17319" y="5339"/>
                  <a:pt x="17358" y="5360"/>
                  <a:pt x="17406" y="5360"/>
                </a:cubicBezTo>
                <a:cubicBezTo>
                  <a:pt x="17436" y="5360"/>
                  <a:pt x="17465" y="5349"/>
                  <a:pt x="17494" y="5328"/>
                </a:cubicBezTo>
                <a:cubicBezTo>
                  <a:pt x="18555" y="6831"/>
                  <a:pt x="18555" y="6831"/>
                  <a:pt x="18555" y="6831"/>
                </a:cubicBezTo>
                <a:cubicBezTo>
                  <a:pt x="18555" y="6831"/>
                  <a:pt x="18555" y="6841"/>
                  <a:pt x="18545" y="6841"/>
                </a:cubicBezTo>
                <a:cubicBezTo>
                  <a:pt x="16696" y="5744"/>
                  <a:pt x="16696" y="5744"/>
                  <a:pt x="16696" y="5744"/>
                </a:cubicBezTo>
                <a:cubicBezTo>
                  <a:pt x="16696" y="5733"/>
                  <a:pt x="16696" y="5722"/>
                  <a:pt x="16696" y="5701"/>
                </a:cubicBezTo>
                <a:cubicBezTo>
                  <a:pt x="16696" y="5690"/>
                  <a:pt x="16696" y="5669"/>
                  <a:pt x="16696" y="5648"/>
                </a:cubicBezTo>
                <a:close/>
                <a:moveTo>
                  <a:pt x="19323" y="9569"/>
                </a:moveTo>
                <a:cubicBezTo>
                  <a:pt x="19362" y="9537"/>
                  <a:pt x="19391" y="9495"/>
                  <a:pt x="19391" y="9431"/>
                </a:cubicBezTo>
                <a:cubicBezTo>
                  <a:pt x="19391" y="9367"/>
                  <a:pt x="19362" y="9313"/>
                  <a:pt x="19314" y="9282"/>
                </a:cubicBezTo>
                <a:cubicBezTo>
                  <a:pt x="20160" y="6394"/>
                  <a:pt x="20160" y="6394"/>
                  <a:pt x="20160" y="6394"/>
                </a:cubicBezTo>
                <a:cubicBezTo>
                  <a:pt x="19761" y="11317"/>
                  <a:pt x="19761" y="11317"/>
                  <a:pt x="19761" y="11317"/>
                </a:cubicBezTo>
                <a:lnTo>
                  <a:pt x="19323" y="9569"/>
                </a:lnTo>
                <a:close/>
                <a:moveTo>
                  <a:pt x="20131" y="6308"/>
                </a:moveTo>
                <a:cubicBezTo>
                  <a:pt x="19265" y="9271"/>
                  <a:pt x="19265" y="9271"/>
                  <a:pt x="19265" y="9271"/>
                </a:cubicBezTo>
                <a:cubicBezTo>
                  <a:pt x="19255" y="9271"/>
                  <a:pt x="19255" y="9271"/>
                  <a:pt x="19245" y="9271"/>
                </a:cubicBezTo>
                <a:cubicBezTo>
                  <a:pt x="19245" y="9271"/>
                  <a:pt x="19245" y="9271"/>
                  <a:pt x="19245" y="9271"/>
                </a:cubicBezTo>
                <a:cubicBezTo>
                  <a:pt x="18701" y="7097"/>
                  <a:pt x="18701" y="7097"/>
                  <a:pt x="18701" y="7097"/>
                </a:cubicBezTo>
                <a:cubicBezTo>
                  <a:pt x="18759" y="7086"/>
                  <a:pt x="18808" y="7012"/>
                  <a:pt x="18808" y="6937"/>
                </a:cubicBezTo>
                <a:cubicBezTo>
                  <a:pt x="18808" y="6926"/>
                  <a:pt x="18808" y="6916"/>
                  <a:pt x="18808" y="6895"/>
                </a:cubicBezTo>
                <a:cubicBezTo>
                  <a:pt x="20082" y="6255"/>
                  <a:pt x="20082" y="6255"/>
                  <a:pt x="20082" y="6255"/>
                </a:cubicBezTo>
                <a:cubicBezTo>
                  <a:pt x="20092" y="6276"/>
                  <a:pt x="20111" y="6298"/>
                  <a:pt x="20131" y="6308"/>
                </a:cubicBezTo>
                <a:close/>
                <a:moveTo>
                  <a:pt x="17533" y="5296"/>
                </a:moveTo>
                <a:cubicBezTo>
                  <a:pt x="17543" y="5264"/>
                  <a:pt x="17552" y="5232"/>
                  <a:pt x="17552" y="5200"/>
                </a:cubicBezTo>
                <a:cubicBezTo>
                  <a:pt x="17552" y="5179"/>
                  <a:pt x="17552" y="5168"/>
                  <a:pt x="17543" y="5147"/>
                </a:cubicBezTo>
                <a:cubicBezTo>
                  <a:pt x="18019" y="4859"/>
                  <a:pt x="18019" y="4859"/>
                  <a:pt x="18019" y="4859"/>
                </a:cubicBezTo>
                <a:cubicBezTo>
                  <a:pt x="18039" y="4891"/>
                  <a:pt x="18068" y="4912"/>
                  <a:pt x="18097" y="4923"/>
                </a:cubicBezTo>
                <a:cubicBezTo>
                  <a:pt x="18555" y="6745"/>
                  <a:pt x="18555" y="6745"/>
                  <a:pt x="18555" y="6745"/>
                </a:cubicBezTo>
                <a:lnTo>
                  <a:pt x="17533" y="5296"/>
                </a:lnTo>
                <a:close/>
                <a:moveTo>
                  <a:pt x="9885" y="2547"/>
                </a:moveTo>
                <a:cubicBezTo>
                  <a:pt x="9808" y="2547"/>
                  <a:pt x="9749" y="2611"/>
                  <a:pt x="9739" y="2685"/>
                </a:cubicBezTo>
                <a:cubicBezTo>
                  <a:pt x="7901" y="2813"/>
                  <a:pt x="7901" y="2813"/>
                  <a:pt x="7901" y="2813"/>
                </a:cubicBezTo>
                <a:cubicBezTo>
                  <a:pt x="9973" y="1641"/>
                  <a:pt x="9973" y="1641"/>
                  <a:pt x="9973" y="1641"/>
                </a:cubicBezTo>
                <a:cubicBezTo>
                  <a:pt x="9992" y="1673"/>
                  <a:pt x="10022" y="1694"/>
                  <a:pt x="10051" y="1705"/>
                </a:cubicBezTo>
                <a:cubicBezTo>
                  <a:pt x="9885" y="2547"/>
                  <a:pt x="9885" y="2547"/>
                  <a:pt x="9885" y="2547"/>
                </a:cubicBezTo>
                <a:cubicBezTo>
                  <a:pt x="9885" y="2547"/>
                  <a:pt x="9885" y="2547"/>
                  <a:pt x="9885" y="2547"/>
                </a:cubicBezTo>
                <a:close/>
                <a:moveTo>
                  <a:pt x="5254" y="2355"/>
                </a:moveTo>
                <a:cubicBezTo>
                  <a:pt x="5244" y="2334"/>
                  <a:pt x="5244" y="2312"/>
                  <a:pt x="5225" y="2280"/>
                </a:cubicBezTo>
                <a:cubicBezTo>
                  <a:pt x="6091" y="1130"/>
                  <a:pt x="6091" y="1130"/>
                  <a:pt x="6091" y="1130"/>
                </a:cubicBezTo>
                <a:cubicBezTo>
                  <a:pt x="6120" y="1151"/>
                  <a:pt x="6149" y="1162"/>
                  <a:pt x="6188" y="1162"/>
                </a:cubicBezTo>
                <a:cubicBezTo>
                  <a:pt x="6256" y="1162"/>
                  <a:pt x="6315" y="1119"/>
                  <a:pt x="6324" y="1044"/>
                </a:cubicBezTo>
                <a:cubicBezTo>
                  <a:pt x="9924" y="1556"/>
                  <a:pt x="9924" y="1556"/>
                  <a:pt x="9924" y="1556"/>
                </a:cubicBezTo>
                <a:lnTo>
                  <a:pt x="5254" y="2355"/>
                </a:lnTo>
                <a:close/>
                <a:moveTo>
                  <a:pt x="7648" y="4390"/>
                </a:moveTo>
                <a:cubicBezTo>
                  <a:pt x="9778" y="2813"/>
                  <a:pt x="9778" y="2813"/>
                  <a:pt x="9778" y="2813"/>
                </a:cubicBezTo>
                <a:cubicBezTo>
                  <a:pt x="9788" y="2835"/>
                  <a:pt x="9798" y="2845"/>
                  <a:pt x="9817" y="2856"/>
                </a:cubicBezTo>
                <a:cubicBezTo>
                  <a:pt x="9691" y="4721"/>
                  <a:pt x="9691" y="4721"/>
                  <a:pt x="9691" y="4721"/>
                </a:cubicBezTo>
                <a:cubicBezTo>
                  <a:pt x="9681" y="4721"/>
                  <a:pt x="9681" y="4721"/>
                  <a:pt x="9671" y="4721"/>
                </a:cubicBezTo>
                <a:cubicBezTo>
                  <a:pt x="9632" y="4721"/>
                  <a:pt x="9603" y="4731"/>
                  <a:pt x="9574" y="4763"/>
                </a:cubicBezTo>
                <a:cubicBezTo>
                  <a:pt x="7657" y="4454"/>
                  <a:pt x="7657" y="4454"/>
                  <a:pt x="7657" y="4454"/>
                </a:cubicBezTo>
                <a:cubicBezTo>
                  <a:pt x="7657" y="4433"/>
                  <a:pt x="7657" y="4412"/>
                  <a:pt x="7648" y="4390"/>
                </a:cubicBezTo>
                <a:close/>
                <a:moveTo>
                  <a:pt x="12551" y="4380"/>
                </a:moveTo>
                <a:cubicBezTo>
                  <a:pt x="16074" y="3538"/>
                  <a:pt x="16074" y="3538"/>
                  <a:pt x="16074" y="3538"/>
                </a:cubicBezTo>
                <a:cubicBezTo>
                  <a:pt x="16074" y="3538"/>
                  <a:pt x="16074" y="3538"/>
                  <a:pt x="16074" y="3538"/>
                </a:cubicBezTo>
                <a:cubicBezTo>
                  <a:pt x="14079" y="4944"/>
                  <a:pt x="14079" y="4944"/>
                  <a:pt x="14079" y="4944"/>
                </a:cubicBezTo>
                <a:cubicBezTo>
                  <a:pt x="14050" y="4912"/>
                  <a:pt x="14011" y="4891"/>
                  <a:pt x="13972" y="4891"/>
                </a:cubicBezTo>
                <a:cubicBezTo>
                  <a:pt x="13884" y="4891"/>
                  <a:pt x="13816" y="4966"/>
                  <a:pt x="13816" y="5051"/>
                </a:cubicBezTo>
                <a:cubicBezTo>
                  <a:pt x="13816" y="5126"/>
                  <a:pt x="13865" y="5179"/>
                  <a:pt x="13914" y="5200"/>
                </a:cubicBezTo>
                <a:cubicBezTo>
                  <a:pt x="13446" y="6969"/>
                  <a:pt x="13446" y="6969"/>
                  <a:pt x="13446" y="6969"/>
                </a:cubicBezTo>
                <a:cubicBezTo>
                  <a:pt x="13427" y="6969"/>
                  <a:pt x="13417" y="6980"/>
                  <a:pt x="13398" y="6990"/>
                </a:cubicBezTo>
                <a:cubicBezTo>
                  <a:pt x="12483" y="4497"/>
                  <a:pt x="12483" y="4497"/>
                  <a:pt x="12483" y="4497"/>
                </a:cubicBezTo>
                <a:cubicBezTo>
                  <a:pt x="12522" y="4476"/>
                  <a:pt x="12542" y="4433"/>
                  <a:pt x="12551" y="4380"/>
                </a:cubicBezTo>
                <a:close/>
                <a:moveTo>
                  <a:pt x="13495" y="6969"/>
                </a:moveTo>
                <a:cubicBezTo>
                  <a:pt x="13962" y="5211"/>
                  <a:pt x="13962" y="5211"/>
                  <a:pt x="13962" y="5211"/>
                </a:cubicBezTo>
                <a:cubicBezTo>
                  <a:pt x="13962" y="5211"/>
                  <a:pt x="13962" y="5211"/>
                  <a:pt x="13972" y="5211"/>
                </a:cubicBezTo>
                <a:cubicBezTo>
                  <a:pt x="14030" y="5211"/>
                  <a:pt x="14079" y="5168"/>
                  <a:pt x="14108" y="5115"/>
                </a:cubicBezTo>
                <a:cubicBezTo>
                  <a:pt x="16404" y="5690"/>
                  <a:pt x="16404" y="5690"/>
                  <a:pt x="16404" y="5690"/>
                </a:cubicBezTo>
                <a:cubicBezTo>
                  <a:pt x="16404" y="5701"/>
                  <a:pt x="16404" y="5701"/>
                  <a:pt x="16404" y="5701"/>
                </a:cubicBezTo>
                <a:cubicBezTo>
                  <a:pt x="16404" y="5744"/>
                  <a:pt x="16414" y="5776"/>
                  <a:pt x="16434" y="5808"/>
                </a:cubicBezTo>
                <a:cubicBezTo>
                  <a:pt x="13592" y="7022"/>
                  <a:pt x="13592" y="7022"/>
                  <a:pt x="13592" y="7022"/>
                </a:cubicBezTo>
                <a:cubicBezTo>
                  <a:pt x="13573" y="6990"/>
                  <a:pt x="13534" y="6969"/>
                  <a:pt x="13495" y="6969"/>
                </a:cubicBezTo>
                <a:close/>
                <a:moveTo>
                  <a:pt x="16677" y="5797"/>
                </a:moveTo>
                <a:cubicBezTo>
                  <a:pt x="18525" y="6884"/>
                  <a:pt x="18525" y="6884"/>
                  <a:pt x="18525" y="6884"/>
                </a:cubicBezTo>
                <a:cubicBezTo>
                  <a:pt x="18516" y="6905"/>
                  <a:pt x="18516" y="6916"/>
                  <a:pt x="18516" y="6937"/>
                </a:cubicBezTo>
                <a:cubicBezTo>
                  <a:pt x="18516" y="6958"/>
                  <a:pt x="18525" y="6980"/>
                  <a:pt x="18525" y="7001"/>
                </a:cubicBezTo>
                <a:cubicBezTo>
                  <a:pt x="17261" y="7800"/>
                  <a:pt x="17261" y="7800"/>
                  <a:pt x="17261" y="7800"/>
                </a:cubicBezTo>
                <a:cubicBezTo>
                  <a:pt x="17231" y="7790"/>
                  <a:pt x="17202" y="7779"/>
                  <a:pt x="17173" y="7779"/>
                </a:cubicBezTo>
                <a:cubicBezTo>
                  <a:pt x="17173" y="7779"/>
                  <a:pt x="17163" y="7779"/>
                  <a:pt x="17154" y="7779"/>
                </a:cubicBezTo>
                <a:cubicBezTo>
                  <a:pt x="16609" y="5850"/>
                  <a:pt x="16609" y="5850"/>
                  <a:pt x="16609" y="5850"/>
                </a:cubicBezTo>
                <a:cubicBezTo>
                  <a:pt x="16638" y="5840"/>
                  <a:pt x="16657" y="5818"/>
                  <a:pt x="16677" y="5797"/>
                </a:cubicBezTo>
                <a:close/>
                <a:moveTo>
                  <a:pt x="17290" y="8045"/>
                </a:moveTo>
                <a:cubicBezTo>
                  <a:pt x="19109" y="9377"/>
                  <a:pt x="19109" y="9377"/>
                  <a:pt x="19109" y="9377"/>
                </a:cubicBezTo>
                <a:cubicBezTo>
                  <a:pt x="19109" y="9388"/>
                  <a:pt x="19099" y="9409"/>
                  <a:pt x="19099" y="9431"/>
                </a:cubicBezTo>
                <a:cubicBezTo>
                  <a:pt x="19099" y="9484"/>
                  <a:pt x="19119" y="9527"/>
                  <a:pt x="19158" y="9559"/>
                </a:cubicBezTo>
                <a:cubicBezTo>
                  <a:pt x="17796" y="11668"/>
                  <a:pt x="17796" y="11668"/>
                  <a:pt x="17796" y="11668"/>
                </a:cubicBezTo>
                <a:cubicBezTo>
                  <a:pt x="17776" y="11647"/>
                  <a:pt x="17747" y="11637"/>
                  <a:pt x="17708" y="11637"/>
                </a:cubicBezTo>
                <a:cubicBezTo>
                  <a:pt x="17689" y="11637"/>
                  <a:pt x="17679" y="11637"/>
                  <a:pt x="17659" y="11647"/>
                </a:cubicBezTo>
                <a:cubicBezTo>
                  <a:pt x="17222" y="8088"/>
                  <a:pt x="17222" y="8088"/>
                  <a:pt x="17222" y="8088"/>
                </a:cubicBezTo>
                <a:cubicBezTo>
                  <a:pt x="17251" y="8088"/>
                  <a:pt x="17270" y="8067"/>
                  <a:pt x="17290" y="8045"/>
                </a:cubicBezTo>
                <a:close/>
                <a:moveTo>
                  <a:pt x="19031" y="12478"/>
                </a:moveTo>
                <a:cubicBezTo>
                  <a:pt x="18983" y="12478"/>
                  <a:pt x="18934" y="12510"/>
                  <a:pt x="18905" y="12564"/>
                </a:cubicBezTo>
                <a:cubicBezTo>
                  <a:pt x="17844" y="11860"/>
                  <a:pt x="17844" y="11860"/>
                  <a:pt x="17844" y="11860"/>
                </a:cubicBezTo>
                <a:cubicBezTo>
                  <a:pt x="17844" y="11860"/>
                  <a:pt x="17844" y="11860"/>
                  <a:pt x="17844" y="11860"/>
                </a:cubicBezTo>
                <a:cubicBezTo>
                  <a:pt x="19644" y="11541"/>
                  <a:pt x="19644" y="11541"/>
                  <a:pt x="19644" y="11541"/>
                </a:cubicBezTo>
                <a:cubicBezTo>
                  <a:pt x="19644" y="11562"/>
                  <a:pt x="19654" y="11583"/>
                  <a:pt x="19664" y="11594"/>
                </a:cubicBezTo>
                <a:cubicBezTo>
                  <a:pt x="19099" y="12489"/>
                  <a:pt x="19099" y="12489"/>
                  <a:pt x="19099" y="12489"/>
                </a:cubicBezTo>
                <a:cubicBezTo>
                  <a:pt x="19080" y="12478"/>
                  <a:pt x="19061" y="12478"/>
                  <a:pt x="19031" y="12478"/>
                </a:cubicBezTo>
                <a:close/>
                <a:moveTo>
                  <a:pt x="20063" y="6202"/>
                </a:moveTo>
                <a:cubicBezTo>
                  <a:pt x="18788" y="6852"/>
                  <a:pt x="18788" y="6852"/>
                  <a:pt x="18788" y="6852"/>
                </a:cubicBezTo>
                <a:cubicBezTo>
                  <a:pt x="18759" y="6809"/>
                  <a:pt x="18710" y="6777"/>
                  <a:pt x="18662" y="6777"/>
                </a:cubicBezTo>
                <a:cubicBezTo>
                  <a:pt x="18652" y="6777"/>
                  <a:pt x="18632" y="6777"/>
                  <a:pt x="18613" y="6788"/>
                </a:cubicBezTo>
                <a:cubicBezTo>
                  <a:pt x="18146" y="4934"/>
                  <a:pt x="18146" y="4934"/>
                  <a:pt x="18146" y="4934"/>
                </a:cubicBezTo>
                <a:cubicBezTo>
                  <a:pt x="18195" y="4934"/>
                  <a:pt x="18224" y="4912"/>
                  <a:pt x="18253" y="4881"/>
                </a:cubicBezTo>
                <a:cubicBezTo>
                  <a:pt x="19206" y="5531"/>
                  <a:pt x="19206" y="5531"/>
                  <a:pt x="19206" y="5531"/>
                </a:cubicBezTo>
                <a:cubicBezTo>
                  <a:pt x="19206" y="5541"/>
                  <a:pt x="19206" y="5552"/>
                  <a:pt x="19206" y="5563"/>
                </a:cubicBezTo>
                <a:cubicBezTo>
                  <a:pt x="19206" y="5648"/>
                  <a:pt x="19275" y="5722"/>
                  <a:pt x="19352" y="5722"/>
                </a:cubicBezTo>
                <a:cubicBezTo>
                  <a:pt x="19391" y="5722"/>
                  <a:pt x="19421" y="5712"/>
                  <a:pt x="19450" y="5680"/>
                </a:cubicBezTo>
                <a:cubicBezTo>
                  <a:pt x="20063" y="6106"/>
                  <a:pt x="20063" y="6106"/>
                  <a:pt x="20063" y="6106"/>
                </a:cubicBezTo>
                <a:cubicBezTo>
                  <a:pt x="20053" y="6117"/>
                  <a:pt x="20053" y="6138"/>
                  <a:pt x="20053" y="6159"/>
                </a:cubicBezTo>
                <a:cubicBezTo>
                  <a:pt x="20053" y="6181"/>
                  <a:pt x="20053" y="6191"/>
                  <a:pt x="20063" y="6202"/>
                </a:cubicBezTo>
                <a:close/>
                <a:moveTo>
                  <a:pt x="20111" y="3303"/>
                </a:moveTo>
                <a:cubicBezTo>
                  <a:pt x="19382" y="5403"/>
                  <a:pt x="19382" y="5403"/>
                  <a:pt x="19382" y="5403"/>
                </a:cubicBezTo>
                <a:cubicBezTo>
                  <a:pt x="19372" y="5403"/>
                  <a:pt x="19362" y="5403"/>
                  <a:pt x="19352" y="5403"/>
                </a:cubicBezTo>
                <a:cubicBezTo>
                  <a:pt x="19304" y="5403"/>
                  <a:pt x="19255" y="5435"/>
                  <a:pt x="19226" y="5477"/>
                </a:cubicBezTo>
                <a:cubicBezTo>
                  <a:pt x="18282" y="4838"/>
                  <a:pt x="18282" y="4838"/>
                  <a:pt x="18282" y="4838"/>
                </a:cubicBezTo>
                <a:cubicBezTo>
                  <a:pt x="18292" y="4817"/>
                  <a:pt x="18292" y="4795"/>
                  <a:pt x="18292" y="4774"/>
                </a:cubicBezTo>
                <a:cubicBezTo>
                  <a:pt x="18292" y="4742"/>
                  <a:pt x="18282" y="4710"/>
                  <a:pt x="18272" y="4689"/>
                </a:cubicBezTo>
                <a:cubicBezTo>
                  <a:pt x="20072" y="3261"/>
                  <a:pt x="20072" y="3261"/>
                  <a:pt x="20072" y="3261"/>
                </a:cubicBezTo>
                <a:cubicBezTo>
                  <a:pt x="20082" y="3282"/>
                  <a:pt x="20092" y="3293"/>
                  <a:pt x="20111" y="3303"/>
                </a:cubicBezTo>
                <a:close/>
                <a:moveTo>
                  <a:pt x="20082" y="618"/>
                </a:moveTo>
                <a:cubicBezTo>
                  <a:pt x="20102" y="639"/>
                  <a:pt x="20121" y="650"/>
                  <a:pt x="20150" y="661"/>
                </a:cubicBezTo>
                <a:cubicBezTo>
                  <a:pt x="18156" y="4614"/>
                  <a:pt x="18156" y="4614"/>
                  <a:pt x="18156" y="4614"/>
                </a:cubicBezTo>
                <a:cubicBezTo>
                  <a:pt x="18156" y="4614"/>
                  <a:pt x="18146" y="4614"/>
                  <a:pt x="18146" y="4614"/>
                </a:cubicBezTo>
                <a:cubicBezTo>
                  <a:pt x="18136" y="4614"/>
                  <a:pt x="18126" y="4614"/>
                  <a:pt x="18117" y="4614"/>
                </a:cubicBezTo>
                <a:cubicBezTo>
                  <a:pt x="18146" y="2280"/>
                  <a:pt x="18146" y="2280"/>
                  <a:pt x="18146" y="2280"/>
                </a:cubicBezTo>
                <a:cubicBezTo>
                  <a:pt x="18146" y="2280"/>
                  <a:pt x="18146" y="2280"/>
                  <a:pt x="18146" y="2280"/>
                </a:cubicBezTo>
                <a:cubicBezTo>
                  <a:pt x="18224" y="2280"/>
                  <a:pt x="18292" y="2206"/>
                  <a:pt x="18292" y="2121"/>
                </a:cubicBezTo>
                <a:cubicBezTo>
                  <a:pt x="18292" y="2067"/>
                  <a:pt x="18272" y="2025"/>
                  <a:pt x="18243" y="1993"/>
                </a:cubicBezTo>
                <a:lnTo>
                  <a:pt x="20082" y="618"/>
                </a:lnTo>
                <a:close/>
                <a:moveTo>
                  <a:pt x="18029" y="2014"/>
                </a:moveTo>
                <a:cubicBezTo>
                  <a:pt x="18010" y="2035"/>
                  <a:pt x="18000" y="2078"/>
                  <a:pt x="18000" y="2110"/>
                </a:cubicBezTo>
                <a:cubicBezTo>
                  <a:pt x="16317" y="3367"/>
                  <a:pt x="16317" y="3367"/>
                  <a:pt x="16317" y="3367"/>
                </a:cubicBezTo>
                <a:cubicBezTo>
                  <a:pt x="16297" y="3346"/>
                  <a:pt x="16268" y="3325"/>
                  <a:pt x="16239" y="3314"/>
                </a:cubicBezTo>
                <a:cubicBezTo>
                  <a:pt x="16190" y="597"/>
                  <a:pt x="16190" y="597"/>
                  <a:pt x="16190" y="597"/>
                </a:cubicBezTo>
                <a:cubicBezTo>
                  <a:pt x="16229" y="597"/>
                  <a:pt x="16258" y="575"/>
                  <a:pt x="16278" y="554"/>
                </a:cubicBezTo>
                <a:lnTo>
                  <a:pt x="18029" y="2014"/>
                </a:lnTo>
                <a:close/>
                <a:moveTo>
                  <a:pt x="14303" y="2323"/>
                </a:moveTo>
                <a:cubicBezTo>
                  <a:pt x="11861" y="1641"/>
                  <a:pt x="11861" y="1641"/>
                  <a:pt x="11861" y="1641"/>
                </a:cubicBezTo>
                <a:cubicBezTo>
                  <a:pt x="11861" y="1641"/>
                  <a:pt x="11861" y="1630"/>
                  <a:pt x="11861" y="1630"/>
                </a:cubicBezTo>
                <a:cubicBezTo>
                  <a:pt x="11861" y="1598"/>
                  <a:pt x="11851" y="1566"/>
                  <a:pt x="11831" y="1534"/>
                </a:cubicBezTo>
                <a:cubicBezTo>
                  <a:pt x="13330" y="618"/>
                  <a:pt x="13330" y="618"/>
                  <a:pt x="13330" y="618"/>
                </a:cubicBezTo>
                <a:cubicBezTo>
                  <a:pt x="13408" y="597"/>
                  <a:pt x="13408" y="597"/>
                  <a:pt x="13408" y="597"/>
                </a:cubicBezTo>
                <a:cubicBezTo>
                  <a:pt x="13427" y="671"/>
                  <a:pt x="13485" y="714"/>
                  <a:pt x="13554" y="714"/>
                </a:cubicBezTo>
                <a:cubicBezTo>
                  <a:pt x="13583" y="714"/>
                  <a:pt x="13612" y="703"/>
                  <a:pt x="13641" y="682"/>
                </a:cubicBezTo>
                <a:cubicBezTo>
                  <a:pt x="14351" y="2259"/>
                  <a:pt x="14351" y="2259"/>
                  <a:pt x="14351" y="2259"/>
                </a:cubicBezTo>
                <a:cubicBezTo>
                  <a:pt x="14332" y="2270"/>
                  <a:pt x="14312" y="2302"/>
                  <a:pt x="14303" y="2323"/>
                </a:cubicBezTo>
                <a:close/>
                <a:moveTo>
                  <a:pt x="13145" y="671"/>
                </a:moveTo>
                <a:cubicBezTo>
                  <a:pt x="11802" y="1503"/>
                  <a:pt x="11802" y="1503"/>
                  <a:pt x="11802" y="1503"/>
                </a:cubicBezTo>
                <a:cubicBezTo>
                  <a:pt x="11773" y="1481"/>
                  <a:pt x="11744" y="1471"/>
                  <a:pt x="11715" y="1471"/>
                </a:cubicBezTo>
                <a:cubicBezTo>
                  <a:pt x="11637" y="1471"/>
                  <a:pt x="11569" y="1545"/>
                  <a:pt x="11569" y="1630"/>
                </a:cubicBezTo>
                <a:cubicBezTo>
                  <a:pt x="11569" y="1630"/>
                  <a:pt x="11569" y="1641"/>
                  <a:pt x="11569" y="1641"/>
                </a:cubicBezTo>
                <a:cubicBezTo>
                  <a:pt x="9992" y="2611"/>
                  <a:pt x="9992" y="2611"/>
                  <a:pt x="9992" y="2611"/>
                </a:cubicBezTo>
                <a:cubicBezTo>
                  <a:pt x="9983" y="2579"/>
                  <a:pt x="9954" y="2568"/>
                  <a:pt x="9924" y="2557"/>
                </a:cubicBezTo>
                <a:cubicBezTo>
                  <a:pt x="10099" y="1716"/>
                  <a:pt x="10099" y="1716"/>
                  <a:pt x="10099" y="1716"/>
                </a:cubicBezTo>
                <a:cubicBezTo>
                  <a:pt x="10177" y="1705"/>
                  <a:pt x="10236" y="1641"/>
                  <a:pt x="10236" y="1556"/>
                </a:cubicBezTo>
                <a:cubicBezTo>
                  <a:pt x="10236" y="1534"/>
                  <a:pt x="10236" y="1513"/>
                  <a:pt x="10226" y="1492"/>
                </a:cubicBezTo>
                <a:lnTo>
                  <a:pt x="13145" y="671"/>
                </a:lnTo>
                <a:close/>
                <a:moveTo>
                  <a:pt x="4962" y="2344"/>
                </a:moveTo>
                <a:cubicBezTo>
                  <a:pt x="4962" y="2355"/>
                  <a:pt x="4962" y="2355"/>
                  <a:pt x="4962" y="2366"/>
                </a:cubicBezTo>
                <a:cubicBezTo>
                  <a:pt x="2306" y="2643"/>
                  <a:pt x="2306" y="2643"/>
                  <a:pt x="2306" y="2643"/>
                </a:cubicBezTo>
                <a:cubicBezTo>
                  <a:pt x="2286" y="2568"/>
                  <a:pt x="2228" y="2526"/>
                  <a:pt x="2170" y="2526"/>
                </a:cubicBezTo>
                <a:cubicBezTo>
                  <a:pt x="2131" y="2526"/>
                  <a:pt x="2092" y="2536"/>
                  <a:pt x="2072" y="2557"/>
                </a:cubicBezTo>
                <a:cubicBezTo>
                  <a:pt x="1158" y="480"/>
                  <a:pt x="1158" y="480"/>
                  <a:pt x="1158" y="480"/>
                </a:cubicBezTo>
                <a:lnTo>
                  <a:pt x="4962" y="2344"/>
                </a:lnTo>
                <a:close/>
                <a:moveTo>
                  <a:pt x="1275" y="5285"/>
                </a:moveTo>
                <a:cubicBezTo>
                  <a:pt x="1275" y="5275"/>
                  <a:pt x="1275" y="5275"/>
                  <a:pt x="1275" y="5275"/>
                </a:cubicBezTo>
                <a:cubicBezTo>
                  <a:pt x="1275" y="5253"/>
                  <a:pt x="1275" y="5243"/>
                  <a:pt x="1265" y="5222"/>
                </a:cubicBezTo>
                <a:cubicBezTo>
                  <a:pt x="2705" y="4390"/>
                  <a:pt x="2705" y="4390"/>
                  <a:pt x="2705" y="4390"/>
                </a:cubicBezTo>
                <a:cubicBezTo>
                  <a:pt x="2724" y="4444"/>
                  <a:pt x="2773" y="4476"/>
                  <a:pt x="2831" y="4476"/>
                </a:cubicBezTo>
                <a:cubicBezTo>
                  <a:pt x="2861" y="4476"/>
                  <a:pt x="2890" y="4465"/>
                  <a:pt x="2909" y="4454"/>
                </a:cubicBezTo>
                <a:cubicBezTo>
                  <a:pt x="3775" y="6181"/>
                  <a:pt x="3775" y="6181"/>
                  <a:pt x="3775" y="6181"/>
                </a:cubicBezTo>
                <a:cubicBezTo>
                  <a:pt x="3756" y="6202"/>
                  <a:pt x="3746" y="6213"/>
                  <a:pt x="3736" y="6234"/>
                </a:cubicBezTo>
                <a:lnTo>
                  <a:pt x="1275" y="5285"/>
                </a:lnTo>
                <a:close/>
                <a:moveTo>
                  <a:pt x="3989" y="6223"/>
                </a:moveTo>
                <a:cubicBezTo>
                  <a:pt x="3960" y="6181"/>
                  <a:pt x="3911" y="6149"/>
                  <a:pt x="3863" y="6149"/>
                </a:cubicBezTo>
                <a:cubicBezTo>
                  <a:pt x="3843" y="6149"/>
                  <a:pt x="3834" y="6149"/>
                  <a:pt x="3814" y="6159"/>
                </a:cubicBezTo>
                <a:cubicBezTo>
                  <a:pt x="2948" y="4412"/>
                  <a:pt x="2948" y="4412"/>
                  <a:pt x="2948" y="4412"/>
                </a:cubicBezTo>
                <a:cubicBezTo>
                  <a:pt x="2958" y="4390"/>
                  <a:pt x="2968" y="4369"/>
                  <a:pt x="2977" y="4348"/>
                </a:cubicBezTo>
                <a:cubicBezTo>
                  <a:pt x="7365" y="4486"/>
                  <a:pt x="7365" y="4486"/>
                  <a:pt x="7365" y="4486"/>
                </a:cubicBezTo>
                <a:cubicBezTo>
                  <a:pt x="7365" y="4486"/>
                  <a:pt x="7365" y="4497"/>
                  <a:pt x="7375" y="4508"/>
                </a:cubicBezTo>
                <a:lnTo>
                  <a:pt x="3989" y="6223"/>
                </a:lnTo>
                <a:close/>
                <a:moveTo>
                  <a:pt x="9808" y="4934"/>
                </a:moveTo>
                <a:cubicBezTo>
                  <a:pt x="9817" y="4923"/>
                  <a:pt x="9817" y="4902"/>
                  <a:pt x="9817" y="4881"/>
                </a:cubicBezTo>
                <a:cubicBezTo>
                  <a:pt x="9817" y="4881"/>
                  <a:pt x="9817" y="4881"/>
                  <a:pt x="9817" y="4881"/>
                </a:cubicBezTo>
                <a:cubicBezTo>
                  <a:pt x="12259" y="4422"/>
                  <a:pt x="12259" y="4422"/>
                  <a:pt x="12259" y="4422"/>
                </a:cubicBezTo>
                <a:cubicBezTo>
                  <a:pt x="12289" y="4486"/>
                  <a:pt x="12337" y="4529"/>
                  <a:pt x="12405" y="4529"/>
                </a:cubicBezTo>
                <a:cubicBezTo>
                  <a:pt x="12415" y="4529"/>
                  <a:pt x="12425" y="4529"/>
                  <a:pt x="12435" y="4518"/>
                </a:cubicBezTo>
                <a:cubicBezTo>
                  <a:pt x="13369" y="7022"/>
                  <a:pt x="13369" y="7022"/>
                  <a:pt x="13369" y="7022"/>
                </a:cubicBezTo>
                <a:cubicBezTo>
                  <a:pt x="13349" y="7044"/>
                  <a:pt x="13339" y="7065"/>
                  <a:pt x="13339" y="7097"/>
                </a:cubicBezTo>
                <a:lnTo>
                  <a:pt x="9808" y="4934"/>
                </a:lnTo>
                <a:close/>
                <a:moveTo>
                  <a:pt x="13631" y="7129"/>
                </a:moveTo>
                <a:cubicBezTo>
                  <a:pt x="13631" y="7129"/>
                  <a:pt x="13631" y="7129"/>
                  <a:pt x="13631" y="7129"/>
                </a:cubicBezTo>
                <a:cubicBezTo>
                  <a:pt x="13631" y="7108"/>
                  <a:pt x="13622" y="7086"/>
                  <a:pt x="13622" y="7076"/>
                </a:cubicBezTo>
                <a:cubicBezTo>
                  <a:pt x="16482" y="5840"/>
                  <a:pt x="16482" y="5840"/>
                  <a:pt x="16482" y="5840"/>
                </a:cubicBezTo>
                <a:cubicBezTo>
                  <a:pt x="16502" y="5861"/>
                  <a:pt x="16521" y="5861"/>
                  <a:pt x="16550" y="5861"/>
                </a:cubicBezTo>
                <a:cubicBezTo>
                  <a:pt x="16560" y="5861"/>
                  <a:pt x="16560" y="5861"/>
                  <a:pt x="16560" y="5861"/>
                </a:cubicBezTo>
                <a:cubicBezTo>
                  <a:pt x="17115" y="7800"/>
                  <a:pt x="17115" y="7800"/>
                  <a:pt x="17115" y="7800"/>
                </a:cubicBezTo>
                <a:cubicBezTo>
                  <a:pt x="17085" y="7811"/>
                  <a:pt x="17066" y="7832"/>
                  <a:pt x="17056" y="7854"/>
                </a:cubicBezTo>
                <a:lnTo>
                  <a:pt x="13631" y="7129"/>
                </a:lnTo>
                <a:close/>
                <a:moveTo>
                  <a:pt x="15081" y="9622"/>
                </a:moveTo>
                <a:cubicBezTo>
                  <a:pt x="17076" y="8056"/>
                  <a:pt x="17076" y="8056"/>
                  <a:pt x="17076" y="8056"/>
                </a:cubicBezTo>
                <a:cubicBezTo>
                  <a:pt x="17095" y="8077"/>
                  <a:pt x="17115" y="8088"/>
                  <a:pt x="17134" y="8099"/>
                </a:cubicBezTo>
                <a:cubicBezTo>
                  <a:pt x="16832" y="11072"/>
                  <a:pt x="16832" y="11072"/>
                  <a:pt x="16832" y="11072"/>
                </a:cubicBezTo>
                <a:cubicBezTo>
                  <a:pt x="16794" y="11072"/>
                  <a:pt x="16764" y="11093"/>
                  <a:pt x="16735" y="11114"/>
                </a:cubicBezTo>
                <a:cubicBezTo>
                  <a:pt x="15130" y="9825"/>
                  <a:pt x="15130" y="9825"/>
                  <a:pt x="15130" y="9825"/>
                </a:cubicBezTo>
                <a:cubicBezTo>
                  <a:pt x="15139" y="9804"/>
                  <a:pt x="15149" y="9782"/>
                  <a:pt x="15149" y="9750"/>
                </a:cubicBezTo>
                <a:cubicBezTo>
                  <a:pt x="15149" y="9697"/>
                  <a:pt x="15120" y="9654"/>
                  <a:pt x="15081" y="9622"/>
                </a:cubicBezTo>
                <a:close/>
                <a:moveTo>
                  <a:pt x="16978" y="11296"/>
                </a:moveTo>
                <a:cubicBezTo>
                  <a:pt x="16978" y="11274"/>
                  <a:pt x="16988" y="11253"/>
                  <a:pt x="16988" y="11232"/>
                </a:cubicBezTo>
                <a:cubicBezTo>
                  <a:pt x="16988" y="11157"/>
                  <a:pt x="16939" y="11093"/>
                  <a:pt x="16881" y="11082"/>
                </a:cubicBezTo>
                <a:cubicBezTo>
                  <a:pt x="17183" y="8152"/>
                  <a:pt x="17183" y="8152"/>
                  <a:pt x="17183" y="8152"/>
                </a:cubicBezTo>
                <a:cubicBezTo>
                  <a:pt x="17621" y="11679"/>
                  <a:pt x="17621" y="11679"/>
                  <a:pt x="17621" y="11679"/>
                </a:cubicBezTo>
                <a:cubicBezTo>
                  <a:pt x="17611" y="11679"/>
                  <a:pt x="17601" y="11690"/>
                  <a:pt x="17591" y="11700"/>
                </a:cubicBezTo>
                <a:lnTo>
                  <a:pt x="16978" y="11296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5" name="Shape 2275"/>
          <p:cNvSpPr/>
          <p:nvPr/>
        </p:nvSpPr>
        <p:spPr>
          <a:xfrm rot="2861032">
            <a:off x="13044109" y="-2671891"/>
            <a:ext cx="15455902" cy="141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4" y="16432"/>
                </a:moveTo>
                <a:cubicBezTo>
                  <a:pt x="21366" y="16432"/>
                  <a:pt x="21308" y="16496"/>
                  <a:pt x="21308" y="16592"/>
                </a:cubicBezTo>
                <a:cubicBezTo>
                  <a:pt x="21308" y="16602"/>
                  <a:pt x="21308" y="16624"/>
                  <a:pt x="21308" y="16634"/>
                </a:cubicBezTo>
                <a:cubicBezTo>
                  <a:pt x="18370" y="18638"/>
                  <a:pt x="18370" y="18638"/>
                  <a:pt x="18370" y="18638"/>
                </a:cubicBezTo>
                <a:cubicBezTo>
                  <a:pt x="18360" y="18627"/>
                  <a:pt x="18350" y="18616"/>
                  <a:pt x="18331" y="18606"/>
                </a:cubicBezTo>
                <a:cubicBezTo>
                  <a:pt x="19245" y="16133"/>
                  <a:pt x="19245" y="16133"/>
                  <a:pt x="19245" y="16133"/>
                </a:cubicBezTo>
                <a:cubicBezTo>
                  <a:pt x="19255" y="16144"/>
                  <a:pt x="19265" y="16144"/>
                  <a:pt x="19284" y="16144"/>
                </a:cubicBezTo>
                <a:cubicBezTo>
                  <a:pt x="19362" y="16144"/>
                  <a:pt x="19430" y="16069"/>
                  <a:pt x="19430" y="15984"/>
                </a:cubicBezTo>
                <a:cubicBezTo>
                  <a:pt x="19430" y="15920"/>
                  <a:pt x="19401" y="15867"/>
                  <a:pt x="19352" y="15835"/>
                </a:cubicBezTo>
                <a:cubicBezTo>
                  <a:pt x="20170" y="13608"/>
                  <a:pt x="20170" y="13608"/>
                  <a:pt x="20170" y="13608"/>
                </a:cubicBezTo>
                <a:cubicBezTo>
                  <a:pt x="20179" y="13608"/>
                  <a:pt x="20189" y="13619"/>
                  <a:pt x="20199" y="13619"/>
                </a:cubicBezTo>
                <a:cubicBezTo>
                  <a:pt x="20286" y="13619"/>
                  <a:pt x="20345" y="13544"/>
                  <a:pt x="20345" y="13448"/>
                </a:cubicBezTo>
                <a:cubicBezTo>
                  <a:pt x="20345" y="13363"/>
                  <a:pt x="20286" y="13288"/>
                  <a:pt x="20199" y="13288"/>
                </a:cubicBezTo>
                <a:cubicBezTo>
                  <a:pt x="20160" y="13288"/>
                  <a:pt x="20111" y="13310"/>
                  <a:pt x="20092" y="13352"/>
                </a:cubicBezTo>
                <a:cubicBezTo>
                  <a:pt x="19158" y="12734"/>
                  <a:pt x="19158" y="12734"/>
                  <a:pt x="19158" y="12734"/>
                </a:cubicBezTo>
                <a:cubicBezTo>
                  <a:pt x="19177" y="12702"/>
                  <a:pt x="19187" y="12670"/>
                  <a:pt x="19187" y="12638"/>
                </a:cubicBezTo>
                <a:cubicBezTo>
                  <a:pt x="19187" y="12596"/>
                  <a:pt x="19168" y="12553"/>
                  <a:pt x="19138" y="12521"/>
                </a:cubicBezTo>
                <a:cubicBezTo>
                  <a:pt x="19703" y="11626"/>
                  <a:pt x="19703" y="11626"/>
                  <a:pt x="19703" y="11626"/>
                </a:cubicBezTo>
                <a:cubicBezTo>
                  <a:pt x="19722" y="11647"/>
                  <a:pt x="19751" y="11658"/>
                  <a:pt x="19781" y="11658"/>
                </a:cubicBezTo>
                <a:cubicBezTo>
                  <a:pt x="19858" y="11658"/>
                  <a:pt x="19926" y="11583"/>
                  <a:pt x="19926" y="11487"/>
                </a:cubicBezTo>
                <a:cubicBezTo>
                  <a:pt x="19926" y="11445"/>
                  <a:pt x="19907" y="11391"/>
                  <a:pt x="19868" y="11370"/>
                </a:cubicBezTo>
                <a:cubicBezTo>
                  <a:pt x="20744" y="9985"/>
                  <a:pt x="20744" y="9985"/>
                  <a:pt x="20744" y="9985"/>
                </a:cubicBezTo>
                <a:cubicBezTo>
                  <a:pt x="20705" y="9963"/>
                  <a:pt x="20705" y="9963"/>
                  <a:pt x="20705" y="9963"/>
                </a:cubicBezTo>
                <a:cubicBezTo>
                  <a:pt x="19829" y="11338"/>
                  <a:pt x="19829" y="11338"/>
                  <a:pt x="19829" y="11338"/>
                </a:cubicBezTo>
                <a:cubicBezTo>
                  <a:pt x="19819" y="11338"/>
                  <a:pt x="19810" y="11338"/>
                  <a:pt x="19810" y="11338"/>
                </a:cubicBezTo>
                <a:cubicBezTo>
                  <a:pt x="20209" y="6319"/>
                  <a:pt x="20209" y="6319"/>
                  <a:pt x="20209" y="6319"/>
                </a:cubicBezTo>
                <a:cubicBezTo>
                  <a:pt x="20286" y="6319"/>
                  <a:pt x="20345" y="6244"/>
                  <a:pt x="20345" y="6159"/>
                </a:cubicBezTo>
                <a:cubicBezTo>
                  <a:pt x="20345" y="6074"/>
                  <a:pt x="20286" y="5999"/>
                  <a:pt x="20199" y="5999"/>
                </a:cubicBezTo>
                <a:cubicBezTo>
                  <a:pt x="20160" y="5999"/>
                  <a:pt x="20121" y="6021"/>
                  <a:pt x="20092" y="6053"/>
                </a:cubicBezTo>
                <a:cubicBezTo>
                  <a:pt x="19479" y="5648"/>
                  <a:pt x="19479" y="5648"/>
                  <a:pt x="19479" y="5648"/>
                </a:cubicBezTo>
                <a:cubicBezTo>
                  <a:pt x="19489" y="5616"/>
                  <a:pt x="19498" y="5594"/>
                  <a:pt x="19498" y="5563"/>
                </a:cubicBezTo>
                <a:cubicBezTo>
                  <a:pt x="19498" y="5499"/>
                  <a:pt x="19469" y="5445"/>
                  <a:pt x="19430" y="5424"/>
                </a:cubicBezTo>
                <a:cubicBezTo>
                  <a:pt x="20160" y="3335"/>
                  <a:pt x="20160" y="3335"/>
                  <a:pt x="20160" y="3335"/>
                </a:cubicBezTo>
                <a:cubicBezTo>
                  <a:pt x="20170" y="3335"/>
                  <a:pt x="20189" y="3335"/>
                  <a:pt x="20199" y="3335"/>
                </a:cubicBezTo>
                <a:cubicBezTo>
                  <a:pt x="20286" y="3335"/>
                  <a:pt x="20345" y="3271"/>
                  <a:pt x="20345" y="3176"/>
                </a:cubicBezTo>
                <a:cubicBezTo>
                  <a:pt x="20345" y="3090"/>
                  <a:pt x="20286" y="3016"/>
                  <a:pt x="20199" y="3016"/>
                </a:cubicBezTo>
                <a:cubicBezTo>
                  <a:pt x="20121" y="3016"/>
                  <a:pt x="20053" y="3090"/>
                  <a:pt x="20053" y="3176"/>
                </a:cubicBezTo>
                <a:cubicBezTo>
                  <a:pt x="20053" y="3186"/>
                  <a:pt x="20053" y="3197"/>
                  <a:pt x="20053" y="3207"/>
                </a:cubicBezTo>
                <a:cubicBezTo>
                  <a:pt x="18234" y="4646"/>
                  <a:pt x="18234" y="4646"/>
                  <a:pt x="18234" y="4646"/>
                </a:cubicBezTo>
                <a:cubicBezTo>
                  <a:pt x="18224" y="4635"/>
                  <a:pt x="18214" y="4625"/>
                  <a:pt x="18204" y="4625"/>
                </a:cubicBezTo>
                <a:cubicBezTo>
                  <a:pt x="20209" y="650"/>
                  <a:pt x="20209" y="650"/>
                  <a:pt x="20209" y="650"/>
                </a:cubicBezTo>
                <a:cubicBezTo>
                  <a:pt x="20277" y="639"/>
                  <a:pt x="20325" y="575"/>
                  <a:pt x="20325" y="501"/>
                </a:cubicBezTo>
                <a:cubicBezTo>
                  <a:pt x="20325" y="480"/>
                  <a:pt x="20325" y="458"/>
                  <a:pt x="20316" y="448"/>
                </a:cubicBezTo>
                <a:cubicBezTo>
                  <a:pt x="20374" y="330"/>
                  <a:pt x="20374" y="330"/>
                  <a:pt x="20374" y="330"/>
                </a:cubicBezTo>
                <a:cubicBezTo>
                  <a:pt x="20335" y="298"/>
                  <a:pt x="20335" y="298"/>
                  <a:pt x="20335" y="298"/>
                </a:cubicBezTo>
                <a:cubicBezTo>
                  <a:pt x="20286" y="394"/>
                  <a:pt x="20286" y="394"/>
                  <a:pt x="20286" y="394"/>
                </a:cubicBezTo>
                <a:cubicBezTo>
                  <a:pt x="20257" y="362"/>
                  <a:pt x="20218" y="341"/>
                  <a:pt x="20179" y="341"/>
                </a:cubicBezTo>
                <a:cubicBezTo>
                  <a:pt x="20092" y="341"/>
                  <a:pt x="20034" y="405"/>
                  <a:pt x="20034" y="501"/>
                </a:cubicBezTo>
                <a:cubicBezTo>
                  <a:pt x="20034" y="522"/>
                  <a:pt x="20034" y="554"/>
                  <a:pt x="20053" y="575"/>
                </a:cubicBezTo>
                <a:cubicBezTo>
                  <a:pt x="18195" y="1961"/>
                  <a:pt x="18195" y="1961"/>
                  <a:pt x="18195" y="1961"/>
                </a:cubicBezTo>
                <a:cubicBezTo>
                  <a:pt x="18185" y="1961"/>
                  <a:pt x="18175" y="1961"/>
                  <a:pt x="18165" y="1961"/>
                </a:cubicBezTo>
                <a:cubicBezTo>
                  <a:pt x="18448" y="469"/>
                  <a:pt x="18448" y="469"/>
                  <a:pt x="18448" y="469"/>
                </a:cubicBezTo>
                <a:cubicBezTo>
                  <a:pt x="18409" y="458"/>
                  <a:pt x="18409" y="458"/>
                  <a:pt x="18409" y="458"/>
                </a:cubicBezTo>
                <a:cubicBezTo>
                  <a:pt x="18117" y="1961"/>
                  <a:pt x="18117" y="1961"/>
                  <a:pt x="18117" y="1961"/>
                </a:cubicBezTo>
                <a:cubicBezTo>
                  <a:pt x="18097" y="1961"/>
                  <a:pt x="18088" y="1971"/>
                  <a:pt x="18068" y="1982"/>
                </a:cubicBezTo>
                <a:cubicBezTo>
                  <a:pt x="16307" y="501"/>
                  <a:pt x="16307" y="501"/>
                  <a:pt x="16307" y="501"/>
                </a:cubicBezTo>
                <a:cubicBezTo>
                  <a:pt x="16307" y="490"/>
                  <a:pt x="16317" y="458"/>
                  <a:pt x="16317" y="437"/>
                </a:cubicBezTo>
                <a:cubicBezTo>
                  <a:pt x="16317" y="352"/>
                  <a:pt x="16249" y="277"/>
                  <a:pt x="16171" y="277"/>
                </a:cubicBezTo>
                <a:cubicBezTo>
                  <a:pt x="16083" y="277"/>
                  <a:pt x="16025" y="352"/>
                  <a:pt x="16025" y="437"/>
                </a:cubicBezTo>
                <a:cubicBezTo>
                  <a:pt x="16025" y="469"/>
                  <a:pt x="16035" y="501"/>
                  <a:pt x="16044" y="522"/>
                </a:cubicBezTo>
                <a:cubicBezTo>
                  <a:pt x="14526" y="2259"/>
                  <a:pt x="14526" y="2259"/>
                  <a:pt x="14526" y="2259"/>
                </a:cubicBezTo>
                <a:cubicBezTo>
                  <a:pt x="14497" y="2238"/>
                  <a:pt x="14468" y="2227"/>
                  <a:pt x="14439" y="2227"/>
                </a:cubicBezTo>
                <a:cubicBezTo>
                  <a:pt x="14429" y="2227"/>
                  <a:pt x="14410" y="2227"/>
                  <a:pt x="14400" y="2238"/>
                </a:cubicBezTo>
                <a:cubicBezTo>
                  <a:pt x="13670" y="650"/>
                  <a:pt x="13670" y="650"/>
                  <a:pt x="13670" y="650"/>
                </a:cubicBezTo>
                <a:cubicBezTo>
                  <a:pt x="13690" y="618"/>
                  <a:pt x="13699" y="586"/>
                  <a:pt x="13699" y="554"/>
                </a:cubicBezTo>
                <a:cubicBezTo>
                  <a:pt x="13699" y="501"/>
                  <a:pt x="13661" y="448"/>
                  <a:pt x="13622" y="416"/>
                </a:cubicBezTo>
                <a:cubicBezTo>
                  <a:pt x="13602" y="394"/>
                  <a:pt x="13602" y="394"/>
                  <a:pt x="13602" y="394"/>
                </a:cubicBezTo>
                <a:cubicBezTo>
                  <a:pt x="13583" y="405"/>
                  <a:pt x="13583" y="405"/>
                  <a:pt x="13583" y="405"/>
                </a:cubicBezTo>
                <a:cubicBezTo>
                  <a:pt x="13573" y="394"/>
                  <a:pt x="13563" y="394"/>
                  <a:pt x="13554" y="394"/>
                </a:cubicBezTo>
                <a:cubicBezTo>
                  <a:pt x="13485" y="394"/>
                  <a:pt x="13427" y="448"/>
                  <a:pt x="13408" y="511"/>
                </a:cubicBezTo>
                <a:cubicBezTo>
                  <a:pt x="13310" y="575"/>
                  <a:pt x="13310" y="575"/>
                  <a:pt x="13310" y="575"/>
                </a:cubicBezTo>
                <a:cubicBezTo>
                  <a:pt x="10206" y="1449"/>
                  <a:pt x="10206" y="1449"/>
                  <a:pt x="10206" y="1449"/>
                </a:cubicBezTo>
                <a:cubicBezTo>
                  <a:pt x="10187" y="1428"/>
                  <a:pt x="10177" y="1417"/>
                  <a:pt x="10158" y="1407"/>
                </a:cubicBezTo>
                <a:cubicBezTo>
                  <a:pt x="10440" y="469"/>
                  <a:pt x="10440" y="469"/>
                  <a:pt x="10440" y="469"/>
                </a:cubicBezTo>
                <a:cubicBezTo>
                  <a:pt x="10401" y="458"/>
                  <a:pt x="10401" y="458"/>
                  <a:pt x="10401" y="458"/>
                </a:cubicBezTo>
                <a:cubicBezTo>
                  <a:pt x="10119" y="1396"/>
                  <a:pt x="10119" y="1396"/>
                  <a:pt x="10119" y="1396"/>
                </a:cubicBezTo>
                <a:cubicBezTo>
                  <a:pt x="10109" y="1396"/>
                  <a:pt x="10099" y="1396"/>
                  <a:pt x="10090" y="1396"/>
                </a:cubicBezTo>
                <a:cubicBezTo>
                  <a:pt x="10041" y="1396"/>
                  <a:pt x="9992" y="1417"/>
                  <a:pt x="9963" y="1460"/>
                </a:cubicBezTo>
                <a:cubicBezTo>
                  <a:pt x="8046" y="565"/>
                  <a:pt x="8046" y="565"/>
                  <a:pt x="8046" y="565"/>
                </a:cubicBezTo>
                <a:cubicBezTo>
                  <a:pt x="8046" y="554"/>
                  <a:pt x="8046" y="543"/>
                  <a:pt x="8046" y="533"/>
                </a:cubicBezTo>
                <a:cubicBezTo>
                  <a:pt x="8046" y="448"/>
                  <a:pt x="7978" y="373"/>
                  <a:pt x="7901" y="373"/>
                </a:cubicBezTo>
                <a:cubicBezTo>
                  <a:pt x="7813" y="373"/>
                  <a:pt x="7755" y="448"/>
                  <a:pt x="7755" y="533"/>
                </a:cubicBezTo>
                <a:cubicBezTo>
                  <a:pt x="7755" y="618"/>
                  <a:pt x="7813" y="693"/>
                  <a:pt x="7901" y="693"/>
                </a:cubicBezTo>
                <a:cubicBezTo>
                  <a:pt x="7949" y="693"/>
                  <a:pt x="7998" y="661"/>
                  <a:pt x="8027" y="618"/>
                </a:cubicBezTo>
                <a:cubicBezTo>
                  <a:pt x="9944" y="1513"/>
                  <a:pt x="9944" y="1513"/>
                  <a:pt x="9944" y="1513"/>
                </a:cubicBezTo>
                <a:cubicBezTo>
                  <a:pt x="6334" y="991"/>
                  <a:pt x="6334" y="991"/>
                  <a:pt x="6334" y="991"/>
                </a:cubicBezTo>
                <a:cubicBezTo>
                  <a:pt x="6324" y="906"/>
                  <a:pt x="6266" y="842"/>
                  <a:pt x="6188" y="842"/>
                </a:cubicBezTo>
                <a:cubicBezTo>
                  <a:pt x="6120" y="842"/>
                  <a:pt x="6062" y="884"/>
                  <a:pt x="6042" y="948"/>
                </a:cubicBezTo>
                <a:cubicBezTo>
                  <a:pt x="3201" y="543"/>
                  <a:pt x="3201" y="543"/>
                  <a:pt x="3201" y="543"/>
                </a:cubicBezTo>
                <a:cubicBezTo>
                  <a:pt x="3201" y="448"/>
                  <a:pt x="3114" y="373"/>
                  <a:pt x="3016" y="394"/>
                </a:cubicBezTo>
                <a:cubicBezTo>
                  <a:pt x="2987" y="405"/>
                  <a:pt x="2958" y="416"/>
                  <a:pt x="2938" y="448"/>
                </a:cubicBezTo>
                <a:cubicBezTo>
                  <a:pt x="2423" y="0"/>
                  <a:pt x="2423" y="0"/>
                  <a:pt x="2423" y="0"/>
                </a:cubicBezTo>
                <a:cubicBezTo>
                  <a:pt x="2394" y="43"/>
                  <a:pt x="2394" y="43"/>
                  <a:pt x="2394" y="43"/>
                </a:cubicBezTo>
                <a:cubicBezTo>
                  <a:pt x="2919" y="490"/>
                  <a:pt x="2919" y="490"/>
                  <a:pt x="2919" y="490"/>
                </a:cubicBezTo>
                <a:cubicBezTo>
                  <a:pt x="2909" y="501"/>
                  <a:pt x="2909" y="501"/>
                  <a:pt x="2909" y="511"/>
                </a:cubicBezTo>
                <a:cubicBezTo>
                  <a:pt x="2890" y="629"/>
                  <a:pt x="2977" y="735"/>
                  <a:pt x="3084" y="703"/>
                </a:cubicBezTo>
                <a:cubicBezTo>
                  <a:pt x="3104" y="703"/>
                  <a:pt x="3123" y="693"/>
                  <a:pt x="3133" y="682"/>
                </a:cubicBezTo>
                <a:cubicBezTo>
                  <a:pt x="4982" y="2291"/>
                  <a:pt x="4982" y="2291"/>
                  <a:pt x="4982" y="2291"/>
                </a:cubicBezTo>
                <a:cubicBezTo>
                  <a:pt x="4982" y="2291"/>
                  <a:pt x="4982" y="2291"/>
                  <a:pt x="4972" y="2302"/>
                </a:cubicBezTo>
                <a:cubicBezTo>
                  <a:pt x="1051" y="373"/>
                  <a:pt x="1051" y="373"/>
                  <a:pt x="1051" y="373"/>
                </a:cubicBezTo>
                <a:cubicBezTo>
                  <a:pt x="1031" y="416"/>
                  <a:pt x="1031" y="416"/>
                  <a:pt x="1031" y="416"/>
                </a:cubicBezTo>
                <a:cubicBezTo>
                  <a:pt x="1129" y="469"/>
                  <a:pt x="1129" y="469"/>
                  <a:pt x="1129" y="469"/>
                </a:cubicBezTo>
                <a:cubicBezTo>
                  <a:pt x="1109" y="469"/>
                  <a:pt x="1109" y="469"/>
                  <a:pt x="1109" y="469"/>
                </a:cubicBezTo>
                <a:cubicBezTo>
                  <a:pt x="2034" y="2611"/>
                  <a:pt x="2034" y="2611"/>
                  <a:pt x="2034" y="2611"/>
                </a:cubicBezTo>
                <a:cubicBezTo>
                  <a:pt x="2024" y="2632"/>
                  <a:pt x="2014" y="2653"/>
                  <a:pt x="2014" y="2685"/>
                </a:cubicBezTo>
                <a:cubicBezTo>
                  <a:pt x="2014" y="2760"/>
                  <a:pt x="2072" y="2824"/>
                  <a:pt x="2141" y="2845"/>
                </a:cubicBezTo>
                <a:cubicBezTo>
                  <a:pt x="2724" y="4177"/>
                  <a:pt x="2724" y="4177"/>
                  <a:pt x="2724" y="4177"/>
                </a:cubicBezTo>
                <a:cubicBezTo>
                  <a:pt x="1002" y="3293"/>
                  <a:pt x="1002" y="3293"/>
                  <a:pt x="1002" y="3293"/>
                </a:cubicBezTo>
                <a:cubicBezTo>
                  <a:pt x="983" y="3335"/>
                  <a:pt x="983" y="3335"/>
                  <a:pt x="983" y="3335"/>
                </a:cubicBezTo>
                <a:cubicBezTo>
                  <a:pt x="2705" y="4230"/>
                  <a:pt x="2705" y="4230"/>
                  <a:pt x="2705" y="4230"/>
                </a:cubicBezTo>
                <a:cubicBezTo>
                  <a:pt x="2695" y="4252"/>
                  <a:pt x="2685" y="4284"/>
                  <a:pt x="2685" y="4316"/>
                </a:cubicBezTo>
                <a:cubicBezTo>
                  <a:pt x="2685" y="4326"/>
                  <a:pt x="2685" y="4337"/>
                  <a:pt x="2685" y="4337"/>
                </a:cubicBezTo>
                <a:cubicBezTo>
                  <a:pt x="1245" y="5179"/>
                  <a:pt x="1245" y="5179"/>
                  <a:pt x="1245" y="5179"/>
                </a:cubicBezTo>
                <a:cubicBezTo>
                  <a:pt x="1216" y="5136"/>
                  <a:pt x="1177" y="5115"/>
                  <a:pt x="1129" y="5115"/>
                </a:cubicBezTo>
                <a:cubicBezTo>
                  <a:pt x="1080" y="5115"/>
                  <a:pt x="1031" y="5136"/>
                  <a:pt x="1012" y="5179"/>
                </a:cubicBezTo>
                <a:cubicBezTo>
                  <a:pt x="1002" y="5179"/>
                  <a:pt x="1002" y="5179"/>
                  <a:pt x="1002" y="5179"/>
                </a:cubicBezTo>
                <a:cubicBezTo>
                  <a:pt x="983" y="5222"/>
                  <a:pt x="983" y="5222"/>
                  <a:pt x="983" y="5222"/>
                </a:cubicBezTo>
                <a:cubicBezTo>
                  <a:pt x="983" y="5222"/>
                  <a:pt x="983" y="5222"/>
                  <a:pt x="983" y="5222"/>
                </a:cubicBezTo>
                <a:cubicBezTo>
                  <a:pt x="983" y="5243"/>
                  <a:pt x="983" y="5253"/>
                  <a:pt x="983" y="5275"/>
                </a:cubicBezTo>
                <a:cubicBezTo>
                  <a:pt x="983" y="5296"/>
                  <a:pt x="983" y="5307"/>
                  <a:pt x="992" y="5328"/>
                </a:cubicBezTo>
                <a:cubicBezTo>
                  <a:pt x="0" y="5893"/>
                  <a:pt x="0" y="5893"/>
                  <a:pt x="0" y="5893"/>
                </a:cubicBezTo>
                <a:cubicBezTo>
                  <a:pt x="29" y="5946"/>
                  <a:pt x="29" y="5946"/>
                  <a:pt x="29" y="5946"/>
                </a:cubicBezTo>
                <a:cubicBezTo>
                  <a:pt x="1012" y="5371"/>
                  <a:pt x="1012" y="5371"/>
                  <a:pt x="1012" y="5371"/>
                </a:cubicBezTo>
                <a:cubicBezTo>
                  <a:pt x="1041" y="5413"/>
                  <a:pt x="1080" y="5435"/>
                  <a:pt x="1129" y="5435"/>
                </a:cubicBezTo>
                <a:cubicBezTo>
                  <a:pt x="1187" y="5435"/>
                  <a:pt x="1245" y="5392"/>
                  <a:pt x="1265" y="5328"/>
                </a:cubicBezTo>
                <a:cubicBezTo>
                  <a:pt x="3717" y="6287"/>
                  <a:pt x="3717" y="6287"/>
                  <a:pt x="3717" y="6287"/>
                </a:cubicBezTo>
                <a:cubicBezTo>
                  <a:pt x="3717" y="6287"/>
                  <a:pt x="3717" y="6298"/>
                  <a:pt x="3717" y="6308"/>
                </a:cubicBezTo>
                <a:cubicBezTo>
                  <a:pt x="3717" y="6404"/>
                  <a:pt x="3785" y="6468"/>
                  <a:pt x="3863" y="6468"/>
                </a:cubicBezTo>
                <a:cubicBezTo>
                  <a:pt x="3950" y="6468"/>
                  <a:pt x="4009" y="6404"/>
                  <a:pt x="4009" y="6308"/>
                </a:cubicBezTo>
                <a:cubicBezTo>
                  <a:pt x="4009" y="6298"/>
                  <a:pt x="4009" y="6276"/>
                  <a:pt x="4009" y="6266"/>
                </a:cubicBezTo>
                <a:cubicBezTo>
                  <a:pt x="7395" y="4550"/>
                  <a:pt x="7395" y="4550"/>
                  <a:pt x="7395" y="4550"/>
                </a:cubicBezTo>
                <a:cubicBezTo>
                  <a:pt x="7395" y="4561"/>
                  <a:pt x="7395" y="4561"/>
                  <a:pt x="7404" y="4561"/>
                </a:cubicBezTo>
                <a:cubicBezTo>
                  <a:pt x="6509" y="5733"/>
                  <a:pt x="6509" y="5733"/>
                  <a:pt x="6509" y="5733"/>
                </a:cubicBezTo>
                <a:cubicBezTo>
                  <a:pt x="6490" y="5712"/>
                  <a:pt x="6461" y="5701"/>
                  <a:pt x="6431" y="5701"/>
                </a:cubicBezTo>
                <a:cubicBezTo>
                  <a:pt x="6354" y="5701"/>
                  <a:pt x="6285" y="5776"/>
                  <a:pt x="6285" y="5872"/>
                </a:cubicBezTo>
                <a:cubicBezTo>
                  <a:pt x="6285" y="5957"/>
                  <a:pt x="6354" y="6031"/>
                  <a:pt x="6431" y="6031"/>
                </a:cubicBezTo>
                <a:cubicBezTo>
                  <a:pt x="6509" y="6031"/>
                  <a:pt x="6577" y="5957"/>
                  <a:pt x="6577" y="5872"/>
                </a:cubicBezTo>
                <a:cubicBezTo>
                  <a:pt x="6577" y="5829"/>
                  <a:pt x="6568" y="5786"/>
                  <a:pt x="6548" y="5765"/>
                </a:cubicBezTo>
                <a:cubicBezTo>
                  <a:pt x="7443" y="4603"/>
                  <a:pt x="7443" y="4603"/>
                  <a:pt x="7443" y="4603"/>
                </a:cubicBezTo>
                <a:cubicBezTo>
                  <a:pt x="7463" y="4614"/>
                  <a:pt x="7482" y="4625"/>
                  <a:pt x="7511" y="4625"/>
                </a:cubicBezTo>
                <a:cubicBezTo>
                  <a:pt x="7579" y="4625"/>
                  <a:pt x="7638" y="4571"/>
                  <a:pt x="7657" y="4508"/>
                </a:cubicBezTo>
                <a:cubicBezTo>
                  <a:pt x="9535" y="4806"/>
                  <a:pt x="9535" y="4806"/>
                  <a:pt x="9535" y="4806"/>
                </a:cubicBezTo>
                <a:cubicBezTo>
                  <a:pt x="9525" y="4827"/>
                  <a:pt x="9525" y="4859"/>
                  <a:pt x="9525" y="4881"/>
                </a:cubicBezTo>
                <a:cubicBezTo>
                  <a:pt x="9525" y="4976"/>
                  <a:pt x="9584" y="5040"/>
                  <a:pt x="9671" y="5040"/>
                </a:cubicBezTo>
                <a:cubicBezTo>
                  <a:pt x="9671" y="5040"/>
                  <a:pt x="9671" y="5040"/>
                  <a:pt x="9671" y="5040"/>
                </a:cubicBezTo>
                <a:cubicBezTo>
                  <a:pt x="9564" y="6660"/>
                  <a:pt x="9564" y="6660"/>
                  <a:pt x="9564" y="6660"/>
                </a:cubicBezTo>
                <a:cubicBezTo>
                  <a:pt x="9555" y="6660"/>
                  <a:pt x="9545" y="6660"/>
                  <a:pt x="9545" y="6660"/>
                </a:cubicBezTo>
                <a:cubicBezTo>
                  <a:pt x="9457" y="6660"/>
                  <a:pt x="9389" y="6735"/>
                  <a:pt x="9389" y="6820"/>
                </a:cubicBezTo>
                <a:cubicBezTo>
                  <a:pt x="9389" y="6905"/>
                  <a:pt x="9457" y="6980"/>
                  <a:pt x="9545" y="6980"/>
                </a:cubicBezTo>
                <a:cubicBezTo>
                  <a:pt x="9623" y="6980"/>
                  <a:pt x="9691" y="6905"/>
                  <a:pt x="9691" y="6820"/>
                </a:cubicBezTo>
                <a:cubicBezTo>
                  <a:pt x="9691" y="6756"/>
                  <a:pt x="9652" y="6703"/>
                  <a:pt x="9613" y="6681"/>
                </a:cubicBezTo>
                <a:cubicBezTo>
                  <a:pt x="9720" y="5030"/>
                  <a:pt x="9720" y="5030"/>
                  <a:pt x="9720" y="5030"/>
                </a:cubicBezTo>
                <a:cubicBezTo>
                  <a:pt x="9749" y="5019"/>
                  <a:pt x="9769" y="5008"/>
                  <a:pt x="9788" y="4987"/>
                </a:cubicBezTo>
                <a:cubicBezTo>
                  <a:pt x="13320" y="7150"/>
                  <a:pt x="13320" y="7150"/>
                  <a:pt x="13320" y="7150"/>
                </a:cubicBezTo>
                <a:cubicBezTo>
                  <a:pt x="13330" y="7129"/>
                  <a:pt x="13330" y="7129"/>
                  <a:pt x="13330" y="7129"/>
                </a:cubicBezTo>
                <a:cubicBezTo>
                  <a:pt x="13330" y="7129"/>
                  <a:pt x="13330" y="7129"/>
                  <a:pt x="13330" y="7129"/>
                </a:cubicBezTo>
                <a:cubicBezTo>
                  <a:pt x="13330" y="7204"/>
                  <a:pt x="13388" y="7267"/>
                  <a:pt x="13456" y="7278"/>
                </a:cubicBezTo>
                <a:cubicBezTo>
                  <a:pt x="13174" y="8727"/>
                  <a:pt x="13174" y="8727"/>
                  <a:pt x="13174" y="8727"/>
                </a:cubicBezTo>
                <a:cubicBezTo>
                  <a:pt x="13155" y="8717"/>
                  <a:pt x="13135" y="8717"/>
                  <a:pt x="13116" y="8717"/>
                </a:cubicBezTo>
                <a:cubicBezTo>
                  <a:pt x="13038" y="8717"/>
                  <a:pt x="12970" y="8791"/>
                  <a:pt x="12970" y="8877"/>
                </a:cubicBezTo>
                <a:cubicBezTo>
                  <a:pt x="12970" y="8972"/>
                  <a:pt x="13038" y="9036"/>
                  <a:pt x="13116" y="9036"/>
                </a:cubicBezTo>
                <a:cubicBezTo>
                  <a:pt x="13203" y="9036"/>
                  <a:pt x="13262" y="8972"/>
                  <a:pt x="13262" y="8877"/>
                </a:cubicBezTo>
                <a:cubicBezTo>
                  <a:pt x="13262" y="8834"/>
                  <a:pt x="13252" y="8791"/>
                  <a:pt x="13223" y="8759"/>
                </a:cubicBezTo>
                <a:cubicBezTo>
                  <a:pt x="13505" y="7289"/>
                  <a:pt x="13505" y="7289"/>
                  <a:pt x="13505" y="7289"/>
                </a:cubicBezTo>
                <a:cubicBezTo>
                  <a:pt x="13476" y="7289"/>
                  <a:pt x="13476" y="7289"/>
                  <a:pt x="13476" y="7289"/>
                </a:cubicBezTo>
                <a:cubicBezTo>
                  <a:pt x="13544" y="7289"/>
                  <a:pt x="13592" y="7246"/>
                  <a:pt x="13622" y="7182"/>
                </a:cubicBezTo>
                <a:cubicBezTo>
                  <a:pt x="17037" y="7907"/>
                  <a:pt x="17037" y="7907"/>
                  <a:pt x="17037" y="7907"/>
                </a:cubicBezTo>
                <a:cubicBezTo>
                  <a:pt x="17027" y="7918"/>
                  <a:pt x="17027" y="7928"/>
                  <a:pt x="17027" y="7939"/>
                </a:cubicBezTo>
                <a:cubicBezTo>
                  <a:pt x="17027" y="7960"/>
                  <a:pt x="17037" y="7992"/>
                  <a:pt x="17046" y="8013"/>
                </a:cubicBezTo>
                <a:cubicBezTo>
                  <a:pt x="15032" y="9601"/>
                  <a:pt x="15032" y="9601"/>
                  <a:pt x="15032" y="9601"/>
                </a:cubicBezTo>
                <a:cubicBezTo>
                  <a:pt x="15023" y="9591"/>
                  <a:pt x="15013" y="9591"/>
                  <a:pt x="15003" y="9591"/>
                </a:cubicBezTo>
                <a:cubicBezTo>
                  <a:pt x="14964" y="9591"/>
                  <a:pt x="14945" y="9601"/>
                  <a:pt x="14916" y="9622"/>
                </a:cubicBezTo>
                <a:cubicBezTo>
                  <a:pt x="14624" y="8962"/>
                  <a:pt x="14624" y="8962"/>
                  <a:pt x="14624" y="8962"/>
                </a:cubicBezTo>
                <a:cubicBezTo>
                  <a:pt x="14663" y="8930"/>
                  <a:pt x="14692" y="8887"/>
                  <a:pt x="14692" y="8834"/>
                </a:cubicBezTo>
                <a:cubicBezTo>
                  <a:pt x="14692" y="8738"/>
                  <a:pt x="14624" y="8663"/>
                  <a:pt x="14546" y="8663"/>
                </a:cubicBezTo>
                <a:cubicBezTo>
                  <a:pt x="14458" y="8663"/>
                  <a:pt x="14390" y="8738"/>
                  <a:pt x="14390" y="8834"/>
                </a:cubicBezTo>
                <a:cubicBezTo>
                  <a:pt x="14390" y="8919"/>
                  <a:pt x="14458" y="8994"/>
                  <a:pt x="14546" y="8994"/>
                </a:cubicBezTo>
                <a:cubicBezTo>
                  <a:pt x="14556" y="8994"/>
                  <a:pt x="14565" y="8983"/>
                  <a:pt x="14585" y="8983"/>
                </a:cubicBezTo>
                <a:cubicBezTo>
                  <a:pt x="14877" y="9654"/>
                  <a:pt x="14877" y="9654"/>
                  <a:pt x="14877" y="9654"/>
                </a:cubicBezTo>
                <a:cubicBezTo>
                  <a:pt x="14867" y="9686"/>
                  <a:pt x="14848" y="9718"/>
                  <a:pt x="14848" y="9750"/>
                </a:cubicBezTo>
                <a:cubicBezTo>
                  <a:pt x="14848" y="9846"/>
                  <a:pt x="14916" y="9921"/>
                  <a:pt x="15003" y="9921"/>
                </a:cubicBezTo>
                <a:cubicBezTo>
                  <a:pt x="15042" y="9921"/>
                  <a:pt x="15081" y="9900"/>
                  <a:pt x="15101" y="9868"/>
                </a:cubicBezTo>
                <a:cubicBezTo>
                  <a:pt x="16706" y="11157"/>
                  <a:pt x="16706" y="11157"/>
                  <a:pt x="16706" y="11157"/>
                </a:cubicBezTo>
                <a:cubicBezTo>
                  <a:pt x="16696" y="11178"/>
                  <a:pt x="16696" y="11210"/>
                  <a:pt x="16696" y="11232"/>
                </a:cubicBezTo>
                <a:cubicBezTo>
                  <a:pt x="16696" y="11317"/>
                  <a:pt x="16755" y="11391"/>
                  <a:pt x="16842" y="11391"/>
                </a:cubicBezTo>
                <a:cubicBezTo>
                  <a:pt x="16881" y="11391"/>
                  <a:pt x="16920" y="11370"/>
                  <a:pt x="16949" y="11338"/>
                </a:cubicBezTo>
                <a:cubicBezTo>
                  <a:pt x="17572" y="11743"/>
                  <a:pt x="17572" y="11743"/>
                  <a:pt x="17572" y="11743"/>
                </a:cubicBezTo>
                <a:cubicBezTo>
                  <a:pt x="17562" y="11764"/>
                  <a:pt x="17562" y="11786"/>
                  <a:pt x="17562" y="11796"/>
                </a:cubicBezTo>
                <a:cubicBezTo>
                  <a:pt x="17562" y="11828"/>
                  <a:pt x="17572" y="11850"/>
                  <a:pt x="17582" y="11871"/>
                </a:cubicBezTo>
                <a:cubicBezTo>
                  <a:pt x="13554" y="13448"/>
                  <a:pt x="13554" y="13448"/>
                  <a:pt x="13554" y="13448"/>
                </a:cubicBezTo>
                <a:cubicBezTo>
                  <a:pt x="13534" y="13395"/>
                  <a:pt x="13485" y="13363"/>
                  <a:pt x="13427" y="13363"/>
                </a:cubicBezTo>
                <a:cubicBezTo>
                  <a:pt x="13349" y="13363"/>
                  <a:pt x="13281" y="13437"/>
                  <a:pt x="13281" y="13523"/>
                </a:cubicBezTo>
                <a:cubicBezTo>
                  <a:pt x="13281" y="13619"/>
                  <a:pt x="13349" y="13693"/>
                  <a:pt x="13427" y="13693"/>
                </a:cubicBezTo>
                <a:cubicBezTo>
                  <a:pt x="13505" y="13693"/>
                  <a:pt x="13573" y="13619"/>
                  <a:pt x="13573" y="13523"/>
                </a:cubicBezTo>
                <a:cubicBezTo>
                  <a:pt x="13573" y="13512"/>
                  <a:pt x="13573" y="13512"/>
                  <a:pt x="13573" y="13501"/>
                </a:cubicBezTo>
                <a:cubicBezTo>
                  <a:pt x="17611" y="11914"/>
                  <a:pt x="17611" y="11914"/>
                  <a:pt x="17611" y="11914"/>
                </a:cubicBezTo>
                <a:cubicBezTo>
                  <a:pt x="17630" y="11935"/>
                  <a:pt x="17659" y="11956"/>
                  <a:pt x="17679" y="11956"/>
                </a:cubicBezTo>
                <a:cubicBezTo>
                  <a:pt x="17650" y="14386"/>
                  <a:pt x="17650" y="14386"/>
                  <a:pt x="17650" y="14386"/>
                </a:cubicBezTo>
                <a:cubicBezTo>
                  <a:pt x="17582" y="14396"/>
                  <a:pt x="17523" y="14471"/>
                  <a:pt x="17523" y="14546"/>
                </a:cubicBezTo>
                <a:cubicBezTo>
                  <a:pt x="17523" y="14642"/>
                  <a:pt x="17591" y="14705"/>
                  <a:pt x="17679" y="14705"/>
                </a:cubicBezTo>
                <a:cubicBezTo>
                  <a:pt x="17708" y="14705"/>
                  <a:pt x="17747" y="14695"/>
                  <a:pt x="17776" y="14674"/>
                </a:cubicBezTo>
                <a:cubicBezTo>
                  <a:pt x="19158" y="15899"/>
                  <a:pt x="19158" y="15899"/>
                  <a:pt x="19158" y="15899"/>
                </a:cubicBezTo>
                <a:cubicBezTo>
                  <a:pt x="19138" y="15920"/>
                  <a:pt x="19138" y="15952"/>
                  <a:pt x="19138" y="15984"/>
                </a:cubicBezTo>
                <a:cubicBezTo>
                  <a:pt x="19138" y="16037"/>
                  <a:pt x="19158" y="16080"/>
                  <a:pt x="19197" y="16112"/>
                </a:cubicBezTo>
                <a:cubicBezTo>
                  <a:pt x="18292" y="18584"/>
                  <a:pt x="18292" y="18584"/>
                  <a:pt x="18292" y="18584"/>
                </a:cubicBezTo>
                <a:cubicBezTo>
                  <a:pt x="18282" y="18584"/>
                  <a:pt x="18272" y="18584"/>
                  <a:pt x="18272" y="18584"/>
                </a:cubicBezTo>
                <a:cubicBezTo>
                  <a:pt x="17903" y="16549"/>
                  <a:pt x="17903" y="16549"/>
                  <a:pt x="17903" y="16549"/>
                </a:cubicBezTo>
                <a:cubicBezTo>
                  <a:pt x="17961" y="16528"/>
                  <a:pt x="18000" y="16474"/>
                  <a:pt x="18000" y="16400"/>
                </a:cubicBezTo>
                <a:cubicBezTo>
                  <a:pt x="18000" y="16315"/>
                  <a:pt x="17932" y="16240"/>
                  <a:pt x="17854" y="16240"/>
                </a:cubicBezTo>
                <a:cubicBezTo>
                  <a:pt x="17805" y="16240"/>
                  <a:pt x="17757" y="16272"/>
                  <a:pt x="17737" y="16315"/>
                </a:cubicBezTo>
                <a:cubicBezTo>
                  <a:pt x="16939" y="15910"/>
                  <a:pt x="16939" y="15910"/>
                  <a:pt x="16939" y="15910"/>
                </a:cubicBezTo>
                <a:cubicBezTo>
                  <a:pt x="16939" y="15910"/>
                  <a:pt x="16939" y="15899"/>
                  <a:pt x="16939" y="15899"/>
                </a:cubicBezTo>
                <a:cubicBezTo>
                  <a:pt x="16939" y="15814"/>
                  <a:pt x="16881" y="15739"/>
                  <a:pt x="16794" y="15739"/>
                </a:cubicBezTo>
                <a:cubicBezTo>
                  <a:pt x="16716" y="15739"/>
                  <a:pt x="16648" y="15814"/>
                  <a:pt x="16648" y="15899"/>
                </a:cubicBezTo>
                <a:cubicBezTo>
                  <a:pt x="16648" y="15995"/>
                  <a:pt x="16716" y="16059"/>
                  <a:pt x="16794" y="16059"/>
                </a:cubicBezTo>
                <a:cubicBezTo>
                  <a:pt x="16862" y="16059"/>
                  <a:pt x="16910" y="16016"/>
                  <a:pt x="16930" y="15963"/>
                </a:cubicBezTo>
                <a:cubicBezTo>
                  <a:pt x="17718" y="16357"/>
                  <a:pt x="17718" y="16357"/>
                  <a:pt x="17718" y="16357"/>
                </a:cubicBezTo>
                <a:cubicBezTo>
                  <a:pt x="17708" y="16368"/>
                  <a:pt x="17708" y="16389"/>
                  <a:pt x="17708" y="16400"/>
                </a:cubicBezTo>
                <a:cubicBezTo>
                  <a:pt x="17708" y="16496"/>
                  <a:pt x="17776" y="16560"/>
                  <a:pt x="17854" y="16560"/>
                </a:cubicBezTo>
                <a:cubicBezTo>
                  <a:pt x="17854" y="16560"/>
                  <a:pt x="17854" y="16560"/>
                  <a:pt x="17864" y="16560"/>
                </a:cubicBezTo>
                <a:cubicBezTo>
                  <a:pt x="18224" y="18595"/>
                  <a:pt x="18224" y="18595"/>
                  <a:pt x="18224" y="18595"/>
                </a:cubicBezTo>
                <a:cubicBezTo>
                  <a:pt x="18156" y="18606"/>
                  <a:pt x="18107" y="18670"/>
                  <a:pt x="18107" y="18744"/>
                </a:cubicBezTo>
                <a:cubicBezTo>
                  <a:pt x="18107" y="18744"/>
                  <a:pt x="18117" y="18755"/>
                  <a:pt x="18117" y="18755"/>
                </a:cubicBezTo>
                <a:cubicBezTo>
                  <a:pt x="16112" y="19266"/>
                  <a:pt x="16112" y="19266"/>
                  <a:pt x="16112" y="19266"/>
                </a:cubicBezTo>
                <a:cubicBezTo>
                  <a:pt x="16093" y="19234"/>
                  <a:pt x="16054" y="19213"/>
                  <a:pt x="16005" y="19213"/>
                </a:cubicBezTo>
                <a:cubicBezTo>
                  <a:pt x="15928" y="19213"/>
                  <a:pt x="15859" y="19288"/>
                  <a:pt x="15859" y="19373"/>
                </a:cubicBezTo>
                <a:cubicBezTo>
                  <a:pt x="15859" y="19458"/>
                  <a:pt x="15928" y="19533"/>
                  <a:pt x="16005" y="19533"/>
                </a:cubicBezTo>
                <a:cubicBezTo>
                  <a:pt x="16083" y="19533"/>
                  <a:pt x="16151" y="19458"/>
                  <a:pt x="16151" y="19373"/>
                </a:cubicBezTo>
                <a:cubicBezTo>
                  <a:pt x="16151" y="19352"/>
                  <a:pt x="16151" y="19330"/>
                  <a:pt x="16142" y="19320"/>
                </a:cubicBezTo>
                <a:cubicBezTo>
                  <a:pt x="18126" y="18808"/>
                  <a:pt x="18126" y="18808"/>
                  <a:pt x="18126" y="18808"/>
                </a:cubicBezTo>
                <a:cubicBezTo>
                  <a:pt x="18146" y="18861"/>
                  <a:pt x="18195" y="18904"/>
                  <a:pt x="18263" y="18904"/>
                </a:cubicBezTo>
                <a:cubicBezTo>
                  <a:pt x="18282" y="18904"/>
                  <a:pt x="18311" y="18904"/>
                  <a:pt x="18331" y="18883"/>
                </a:cubicBezTo>
                <a:cubicBezTo>
                  <a:pt x="19041" y="19884"/>
                  <a:pt x="19041" y="19884"/>
                  <a:pt x="19041" y="19884"/>
                </a:cubicBezTo>
                <a:cubicBezTo>
                  <a:pt x="19012" y="19916"/>
                  <a:pt x="18983" y="19959"/>
                  <a:pt x="18983" y="20012"/>
                </a:cubicBezTo>
                <a:cubicBezTo>
                  <a:pt x="18983" y="20066"/>
                  <a:pt x="19012" y="20119"/>
                  <a:pt x="19051" y="20140"/>
                </a:cubicBezTo>
                <a:cubicBezTo>
                  <a:pt x="18418" y="21579"/>
                  <a:pt x="18418" y="21579"/>
                  <a:pt x="18418" y="21579"/>
                </a:cubicBezTo>
                <a:cubicBezTo>
                  <a:pt x="18457" y="21600"/>
                  <a:pt x="18457" y="21600"/>
                  <a:pt x="18457" y="21600"/>
                </a:cubicBezTo>
                <a:cubicBezTo>
                  <a:pt x="19099" y="20161"/>
                  <a:pt x="19099" y="20161"/>
                  <a:pt x="19099" y="20161"/>
                </a:cubicBezTo>
                <a:cubicBezTo>
                  <a:pt x="19109" y="20172"/>
                  <a:pt x="19119" y="20172"/>
                  <a:pt x="19138" y="20172"/>
                </a:cubicBezTo>
                <a:cubicBezTo>
                  <a:pt x="19168" y="20172"/>
                  <a:pt x="19197" y="20161"/>
                  <a:pt x="19226" y="20140"/>
                </a:cubicBezTo>
                <a:cubicBezTo>
                  <a:pt x="20063" y="21302"/>
                  <a:pt x="20063" y="21302"/>
                  <a:pt x="20063" y="21302"/>
                </a:cubicBezTo>
                <a:cubicBezTo>
                  <a:pt x="20034" y="21334"/>
                  <a:pt x="20014" y="21366"/>
                  <a:pt x="20014" y="21408"/>
                </a:cubicBezTo>
                <a:cubicBezTo>
                  <a:pt x="20014" y="21504"/>
                  <a:pt x="20082" y="21568"/>
                  <a:pt x="20170" y="21568"/>
                </a:cubicBezTo>
                <a:cubicBezTo>
                  <a:pt x="20248" y="21568"/>
                  <a:pt x="20316" y="21504"/>
                  <a:pt x="20316" y="21408"/>
                </a:cubicBezTo>
                <a:cubicBezTo>
                  <a:pt x="20316" y="21323"/>
                  <a:pt x="20248" y="21248"/>
                  <a:pt x="20170" y="21248"/>
                </a:cubicBezTo>
                <a:cubicBezTo>
                  <a:pt x="20141" y="21248"/>
                  <a:pt x="20121" y="21259"/>
                  <a:pt x="20092" y="21270"/>
                </a:cubicBezTo>
                <a:cubicBezTo>
                  <a:pt x="19255" y="20097"/>
                  <a:pt x="19255" y="20097"/>
                  <a:pt x="19255" y="20097"/>
                </a:cubicBezTo>
                <a:cubicBezTo>
                  <a:pt x="19275" y="20076"/>
                  <a:pt x="19284" y="20044"/>
                  <a:pt x="19284" y="20012"/>
                </a:cubicBezTo>
                <a:cubicBezTo>
                  <a:pt x="19284" y="19959"/>
                  <a:pt x="19255" y="19906"/>
                  <a:pt x="19216" y="19884"/>
                </a:cubicBezTo>
                <a:cubicBezTo>
                  <a:pt x="20277" y="17497"/>
                  <a:pt x="20277" y="17497"/>
                  <a:pt x="20277" y="17497"/>
                </a:cubicBezTo>
                <a:cubicBezTo>
                  <a:pt x="20238" y="17476"/>
                  <a:pt x="20238" y="17476"/>
                  <a:pt x="20238" y="17476"/>
                </a:cubicBezTo>
                <a:cubicBezTo>
                  <a:pt x="19177" y="19852"/>
                  <a:pt x="19177" y="19852"/>
                  <a:pt x="19177" y="19852"/>
                </a:cubicBezTo>
                <a:cubicBezTo>
                  <a:pt x="19168" y="19852"/>
                  <a:pt x="19148" y="19852"/>
                  <a:pt x="19138" y="19852"/>
                </a:cubicBezTo>
                <a:cubicBezTo>
                  <a:pt x="19119" y="19852"/>
                  <a:pt x="19099" y="19852"/>
                  <a:pt x="19090" y="19852"/>
                </a:cubicBezTo>
                <a:cubicBezTo>
                  <a:pt x="18370" y="18851"/>
                  <a:pt x="18370" y="18851"/>
                  <a:pt x="18370" y="18851"/>
                </a:cubicBezTo>
                <a:cubicBezTo>
                  <a:pt x="18389" y="18829"/>
                  <a:pt x="18409" y="18787"/>
                  <a:pt x="18409" y="18744"/>
                </a:cubicBezTo>
                <a:cubicBezTo>
                  <a:pt x="18409" y="18723"/>
                  <a:pt x="18399" y="18702"/>
                  <a:pt x="18399" y="18680"/>
                </a:cubicBezTo>
                <a:cubicBezTo>
                  <a:pt x="21337" y="16688"/>
                  <a:pt x="21337" y="16688"/>
                  <a:pt x="21337" y="16688"/>
                </a:cubicBezTo>
                <a:cubicBezTo>
                  <a:pt x="21357" y="16719"/>
                  <a:pt x="21405" y="16751"/>
                  <a:pt x="21454" y="16751"/>
                </a:cubicBezTo>
                <a:cubicBezTo>
                  <a:pt x="21532" y="16751"/>
                  <a:pt x="21600" y="16677"/>
                  <a:pt x="21600" y="16592"/>
                </a:cubicBezTo>
                <a:cubicBezTo>
                  <a:pt x="21600" y="16496"/>
                  <a:pt x="21532" y="16432"/>
                  <a:pt x="21454" y="16432"/>
                </a:cubicBezTo>
                <a:close/>
                <a:moveTo>
                  <a:pt x="17815" y="14514"/>
                </a:moveTo>
                <a:cubicBezTo>
                  <a:pt x="18467" y="14215"/>
                  <a:pt x="18467" y="14215"/>
                  <a:pt x="18467" y="14215"/>
                </a:cubicBezTo>
                <a:cubicBezTo>
                  <a:pt x="18477" y="14279"/>
                  <a:pt x="18535" y="14333"/>
                  <a:pt x="18603" y="14333"/>
                </a:cubicBezTo>
                <a:cubicBezTo>
                  <a:pt x="18613" y="14333"/>
                  <a:pt x="18623" y="14333"/>
                  <a:pt x="18632" y="14333"/>
                </a:cubicBezTo>
                <a:cubicBezTo>
                  <a:pt x="19206" y="15846"/>
                  <a:pt x="19206" y="15846"/>
                  <a:pt x="19206" y="15846"/>
                </a:cubicBezTo>
                <a:cubicBezTo>
                  <a:pt x="19197" y="15846"/>
                  <a:pt x="19187" y="15856"/>
                  <a:pt x="19187" y="15856"/>
                </a:cubicBezTo>
                <a:cubicBezTo>
                  <a:pt x="17805" y="14631"/>
                  <a:pt x="17805" y="14631"/>
                  <a:pt x="17805" y="14631"/>
                </a:cubicBezTo>
                <a:cubicBezTo>
                  <a:pt x="17815" y="14599"/>
                  <a:pt x="17825" y="14578"/>
                  <a:pt x="17825" y="14546"/>
                </a:cubicBezTo>
                <a:cubicBezTo>
                  <a:pt x="17825" y="14535"/>
                  <a:pt x="17825" y="14524"/>
                  <a:pt x="17815" y="14514"/>
                </a:cubicBezTo>
                <a:close/>
                <a:moveTo>
                  <a:pt x="19304" y="15824"/>
                </a:moveTo>
                <a:cubicBezTo>
                  <a:pt x="19294" y="15824"/>
                  <a:pt x="19294" y="15824"/>
                  <a:pt x="19284" y="15824"/>
                </a:cubicBezTo>
                <a:cubicBezTo>
                  <a:pt x="19275" y="15824"/>
                  <a:pt x="19265" y="15824"/>
                  <a:pt x="19245" y="15824"/>
                </a:cubicBezTo>
                <a:cubicBezTo>
                  <a:pt x="18681" y="14311"/>
                  <a:pt x="18681" y="14311"/>
                  <a:pt x="18681" y="14311"/>
                </a:cubicBezTo>
                <a:cubicBezTo>
                  <a:pt x="18720" y="14290"/>
                  <a:pt x="18749" y="14237"/>
                  <a:pt x="18749" y="14173"/>
                </a:cubicBezTo>
                <a:cubicBezTo>
                  <a:pt x="18749" y="14141"/>
                  <a:pt x="18739" y="14119"/>
                  <a:pt x="18730" y="14087"/>
                </a:cubicBezTo>
                <a:cubicBezTo>
                  <a:pt x="20053" y="13480"/>
                  <a:pt x="20053" y="13480"/>
                  <a:pt x="20053" y="13480"/>
                </a:cubicBezTo>
                <a:cubicBezTo>
                  <a:pt x="20063" y="13523"/>
                  <a:pt x="20092" y="13565"/>
                  <a:pt x="20121" y="13587"/>
                </a:cubicBezTo>
                <a:lnTo>
                  <a:pt x="19304" y="15824"/>
                </a:lnTo>
                <a:close/>
                <a:moveTo>
                  <a:pt x="20053" y="13448"/>
                </a:moveTo>
                <a:cubicBezTo>
                  <a:pt x="20053" y="13448"/>
                  <a:pt x="20053" y="13448"/>
                  <a:pt x="20053" y="13448"/>
                </a:cubicBezTo>
                <a:cubicBezTo>
                  <a:pt x="20043" y="13427"/>
                  <a:pt x="20043" y="13427"/>
                  <a:pt x="20043" y="13427"/>
                </a:cubicBezTo>
                <a:cubicBezTo>
                  <a:pt x="18701" y="14045"/>
                  <a:pt x="18701" y="14045"/>
                  <a:pt x="18701" y="14045"/>
                </a:cubicBezTo>
                <a:cubicBezTo>
                  <a:pt x="18671" y="14023"/>
                  <a:pt x="18642" y="14013"/>
                  <a:pt x="18603" y="14013"/>
                </a:cubicBezTo>
                <a:cubicBezTo>
                  <a:pt x="18594" y="14013"/>
                  <a:pt x="18574" y="14013"/>
                  <a:pt x="18564" y="14023"/>
                </a:cubicBezTo>
                <a:cubicBezTo>
                  <a:pt x="17786" y="11956"/>
                  <a:pt x="17786" y="11956"/>
                  <a:pt x="17786" y="11956"/>
                </a:cubicBezTo>
                <a:cubicBezTo>
                  <a:pt x="17737" y="11978"/>
                  <a:pt x="17737" y="11978"/>
                  <a:pt x="17737" y="11978"/>
                </a:cubicBezTo>
                <a:cubicBezTo>
                  <a:pt x="18525" y="14045"/>
                  <a:pt x="18525" y="14045"/>
                  <a:pt x="18525" y="14045"/>
                </a:cubicBezTo>
                <a:cubicBezTo>
                  <a:pt x="18486" y="14066"/>
                  <a:pt x="18467" y="14109"/>
                  <a:pt x="18457" y="14162"/>
                </a:cubicBezTo>
                <a:cubicBezTo>
                  <a:pt x="17796" y="14460"/>
                  <a:pt x="17796" y="14460"/>
                  <a:pt x="17796" y="14460"/>
                </a:cubicBezTo>
                <a:cubicBezTo>
                  <a:pt x="17776" y="14428"/>
                  <a:pt x="17747" y="14396"/>
                  <a:pt x="17698" y="14386"/>
                </a:cubicBezTo>
                <a:cubicBezTo>
                  <a:pt x="17728" y="11956"/>
                  <a:pt x="17728" y="11956"/>
                  <a:pt x="17728" y="11956"/>
                </a:cubicBezTo>
                <a:cubicBezTo>
                  <a:pt x="17766" y="11956"/>
                  <a:pt x="17796" y="11935"/>
                  <a:pt x="17815" y="11914"/>
                </a:cubicBezTo>
                <a:cubicBezTo>
                  <a:pt x="18895" y="12617"/>
                  <a:pt x="18895" y="12617"/>
                  <a:pt x="18895" y="12617"/>
                </a:cubicBezTo>
                <a:cubicBezTo>
                  <a:pt x="18885" y="12628"/>
                  <a:pt x="18885" y="12628"/>
                  <a:pt x="18885" y="12638"/>
                </a:cubicBezTo>
                <a:cubicBezTo>
                  <a:pt x="18885" y="12723"/>
                  <a:pt x="18954" y="12798"/>
                  <a:pt x="19031" y="12798"/>
                </a:cubicBezTo>
                <a:cubicBezTo>
                  <a:pt x="19070" y="12798"/>
                  <a:pt x="19099" y="12787"/>
                  <a:pt x="19119" y="12766"/>
                </a:cubicBezTo>
                <a:cubicBezTo>
                  <a:pt x="20063" y="13395"/>
                  <a:pt x="20063" y="13395"/>
                  <a:pt x="20063" y="13395"/>
                </a:cubicBezTo>
                <a:cubicBezTo>
                  <a:pt x="20053" y="13416"/>
                  <a:pt x="20053" y="13427"/>
                  <a:pt x="20053" y="13448"/>
                </a:cubicBezTo>
                <a:close/>
                <a:moveTo>
                  <a:pt x="12250" y="4369"/>
                </a:moveTo>
                <a:cubicBezTo>
                  <a:pt x="9808" y="4827"/>
                  <a:pt x="9808" y="4827"/>
                  <a:pt x="9808" y="4827"/>
                </a:cubicBezTo>
                <a:cubicBezTo>
                  <a:pt x="9798" y="4795"/>
                  <a:pt x="9769" y="4763"/>
                  <a:pt x="9739" y="4742"/>
                </a:cubicBezTo>
                <a:cubicBezTo>
                  <a:pt x="9866" y="2867"/>
                  <a:pt x="9866" y="2867"/>
                  <a:pt x="9866" y="2867"/>
                </a:cubicBezTo>
                <a:cubicBezTo>
                  <a:pt x="9876" y="2867"/>
                  <a:pt x="9876" y="2867"/>
                  <a:pt x="9885" y="2867"/>
                </a:cubicBezTo>
                <a:cubicBezTo>
                  <a:pt x="9924" y="2867"/>
                  <a:pt x="9963" y="2845"/>
                  <a:pt x="9983" y="2824"/>
                </a:cubicBezTo>
                <a:cubicBezTo>
                  <a:pt x="12259" y="4316"/>
                  <a:pt x="12259" y="4316"/>
                  <a:pt x="12259" y="4316"/>
                </a:cubicBezTo>
                <a:cubicBezTo>
                  <a:pt x="12259" y="4337"/>
                  <a:pt x="12250" y="4348"/>
                  <a:pt x="12250" y="4369"/>
                </a:cubicBezTo>
                <a:cubicBezTo>
                  <a:pt x="12250" y="4369"/>
                  <a:pt x="12250" y="4369"/>
                  <a:pt x="12250" y="4369"/>
                </a:cubicBezTo>
                <a:close/>
                <a:moveTo>
                  <a:pt x="2977" y="4294"/>
                </a:moveTo>
                <a:cubicBezTo>
                  <a:pt x="2968" y="4252"/>
                  <a:pt x="2958" y="4220"/>
                  <a:pt x="2929" y="4199"/>
                </a:cubicBezTo>
                <a:cubicBezTo>
                  <a:pt x="5011" y="2494"/>
                  <a:pt x="5011" y="2494"/>
                  <a:pt x="5011" y="2494"/>
                </a:cubicBezTo>
                <a:cubicBezTo>
                  <a:pt x="5040" y="2526"/>
                  <a:pt x="5069" y="2536"/>
                  <a:pt x="5108" y="2536"/>
                </a:cubicBezTo>
                <a:cubicBezTo>
                  <a:pt x="5147" y="2536"/>
                  <a:pt x="5186" y="2515"/>
                  <a:pt x="5205" y="2483"/>
                </a:cubicBezTo>
                <a:cubicBezTo>
                  <a:pt x="5721" y="2941"/>
                  <a:pt x="5721" y="2941"/>
                  <a:pt x="5721" y="2941"/>
                </a:cubicBezTo>
                <a:cubicBezTo>
                  <a:pt x="5711" y="2962"/>
                  <a:pt x="5711" y="2984"/>
                  <a:pt x="5711" y="3005"/>
                </a:cubicBezTo>
                <a:cubicBezTo>
                  <a:pt x="5711" y="3090"/>
                  <a:pt x="5779" y="3165"/>
                  <a:pt x="5857" y="3165"/>
                </a:cubicBezTo>
                <a:cubicBezTo>
                  <a:pt x="5896" y="3165"/>
                  <a:pt x="5925" y="3154"/>
                  <a:pt x="5945" y="3133"/>
                </a:cubicBezTo>
                <a:cubicBezTo>
                  <a:pt x="7385" y="4380"/>
                  <a:pt x="7385" y="4380"/>
                  <a:pt x="7385" y="4380"/>
                </a:cubicBezTo>
                <a:cubicBezTo>
                  <a:pt x="7375" y="4401"/>
                  <a:pt x="7375" y="4412"/>
                  <a:pt x="7365" y="4433"/>
                </a:cubicBezTo>
                <a:lnTo>
                  <a:pt x="2977" y="4294"/>
                </a:lnTo>
                <a:close/>
                <a:moveTo>
                  <a:pt x="2316" y="2696"/>
                </a:moveTo>
                <a:cubicBezTo>
                  <a:pt x="4962" y="2419"/>
                  <a:pt x="4962" y="2419"/>
                  <a:pt x="4962" y="2419"/>
                </a:cubicBezTo>
                <a:cubicBezTo>
                  <a:pt x="4962" y="2430"/>
                  <a:pt x="4972" y="2440"/>
                  <a:pt x="4982" y="2462"/>
                </a:cubicBezTo>
                <a:cubicBezTo>
                  <a:pt x="2890" y="4167"/>
                  <a:pt x="2890" y="4167"/>
                  <a:pt x="2890" y="4167"/>
                </a:cubicBezTo>
                <a:cubicBezTo>
                  <a:pt x="2870" y="4156"/>
                  <a:pt x="2851" y="4156"/>
                  <a:pt x="2831" y="4156"/>
                </a:cubicBezTo>
                <a:cubicBezTo>
                  <a:pt x="2812" y="4156"/>
                  <a:pt x="2792" y="4156"/>
                  <a:pt x="2773" y="4167"/>
                </a:cubicBezTo>
                <a:cubicBezTo>
                  <a:pt x="2189" y="2845"/>
                  <a:pt x="2189" y="2845"/>
                  <a:pt x="2189" y="2845"/>
                </a:cubicBezTo>
                <a:cubicBezTo>
                  <a:pt x="2257" y="2824"/>
                  <a:pt x="2306" y="2771"/>
                  <a:pt x="2316" y="2696"/>
                </a:cubicBezTo>
                <a:close/>
                <a:moveTo>
                  <a:pt x="3191" y="597"/>
                </a:moveTo>
                <a:cubicBezTo>
                  <a:pt x="6042" y="1002"/>
                  <a:pt x="6042" y="1002"/>
                  <a:pt x="6042" y="1002"/>
                </a:cubicBezTo>
                <a:cubicBezTo>
                  <a:pt x="6042" y="1034"/>
                  <a:pt x="6042" y="1066"/>
                  <a:pt x="6062" y="1087"/>
                </a:cubicBezTo>
                <a:cubicBezTo>
                  <a:pt x="5196" y="2248"/>
                  <a:pt x="5196" y="2248"/>
                  <a:pt x="5196" y="2248"/>
                </a:cubicBezTo>
                <a:cubicBezTo>
                  <a:pt x="5166" y="2227"/>
                  <a:pt x="5137" y="2216"/>
                  <a:pt x="5108" y="2216"/>
                </a:cubicBezTo>
                <a:cubicBezTo>
                  <a:pt x="5069" y="2216"/>
                  <a:pt x="5040" y="2227"/>
                  <a:pt x="5011" y="2248"/>
                </a:cubicBezTo>
                <a:cubicBezTo>
                  <a:pt x="3172" y="650"/>
                  <a:pt x="3172" y="650"/>
                  <a:pt x="3172" y="650"/>
                </a:cubicBezTo>
                <a:cubicBezTo>
                  <a:pt x="3182" y="629"/>
                  <a:pt x="3191" y="618"/>
                  <a:pt x="3191" y="597"/>
                </a:cubicBezTo>
                <a:close/>
                <a:moveTo>
                  <a:pt x="11715" y="1790"/>
                </a:moveTo>
                <a:cubicBezTo>
                  <a:pt x="11773" y="1790"/>
                  <a:pt x="11822" y="1748"/>
                  <a:pt x="11851" y="1694"/>
                </a:cubicBezTo>
                <a:cubicBezTo>
                  <a:pt x="14283" y="2376"/>
                  <a:pt x="14283" y="2376"/>
                  <a:pt x="14283" y="2376"/>
                </a:cubicBezTo>
                <a:cubicBezTo>
                  <a:pt x="10022" y="2664"/>
                  <a:pt x="10022" y="2664"/>
                  <a:pt x="10022" y="2664"/>
                </a:cubicBezTo>
                <a:cubicBezTo>
                  <a:pt x="10022" y="2664"/>
                  <a:pt x="10022" y="2653"/>
                  <a:pt x="10022" y="2653"/>
                </a:cubicBezTo>
                <a:cubicBezTo>
                  <a:pt x="11578" y="1694"/>
                  <a:pt x="11578" y="1694"/>
                  <a:pt x="11578" y="1694"/>
                </a:cubicBezTo>
                <a:cubicBezTo>
                  <a:pt x="11598" y="1748"/>
                  <a:pt x="11656" y="1790"/>
                  <a:pt x="11715" y="1790"/>
                </a:cubicBezTo>
                <a:close/>
                <a:moveTo>
                  <a:pt x="16142" y="597"/>
                </a:moveTo>
                <a:cubicBezTo>
                  <a:pt x="16190" y="3314"/>
                  <a:pt x="16190" y="3314"/>
                  <a:pt x="16190" y="3314"/>
                </a:cubicBezTo>
                <a:cubicBezTo>
                  <a:pt x="16151" y="3325"/>
                  <a:pt x="16122" y="3346"/>
                  <a:pt x="16103" y="3378"/>
                </a:cubicBezTo>
                <a:cubicBezTo>
                  <a:pt x="14575" y="2440"/>
                  <a:pt x="14575" y="2440"/>
                  <a:pt x="14575" y="2440"/>
                </a:cubicBezTo>
                <a:cubicBezTo>
                  <a:pt x="14585" y="2430"/>
                  <a:pt x="14585" y="2408"/>
                  <a:pt x="14585" y="2387"/>
                </a:cubicBezTo>
                <a:cubicBezTo>
                  <a:pt x="14585" y="2355"/>
                  <a:pt x="14575" y="2323"/>
                  <a:pt x="14556" y="2291"/>
                </a:cubicBezTo>
                <a:cubicBezTo>
                  <a:pt x="16074" y="565"/>
                  <a:pt x="16074" y="565"/>
                  <a:pt x="16074" y="565"/>
                </a:cubicBezTo>
                <a:cubicBezTo>
                  <a:pt x="16093" y="586"/>
                  <a:pt x="16122" y="597"/>
                  <a:pt x="16142" y="597"/>
                </a:cubicBezTo>
                <a:close/>
                <a:moveTo>
                  <a:pt x="18010" y="2163"/>
                </a:moveTo>
                <a:cubicBezTo>
                  <a:pt x="18019" y="2216"/>
                  <a:pt x="18058" y="2248"/>
                  <a:pt x="18097" y="2270"/>
                </a:cubicBezTo>
                <a:cubicBezTo>
                  <a:pt x="18068" y="4635"/>
                  <a:pt x="18068" y="4635"/>
                  <a:pt x="18068" y="4635"/>
                </a:cubicBezTo>
                <a:cubicBezTo>
                  <a:pt x="18058" y="4646"/>
                  <a:pt x="18039" y="4657"/>
                  <a:pt x="18029" y="4667"/>
                </a:cubicBezTo>
                <a:cubicBezTo>
                  <a:pt x="16346" y="3538"/>
                  <a:pt x="16346" y="3538"/>
                  <a:pt x="16346" y="3538"/>
                </a:cubicBezTo>
                <a:cubicBezTo>
                  <a:pt x="16356" y="3517"/>
                  <a:pt x="16365" y="3495"/>
                  <a:pt x="16365" y="3474"/>
                </a:cubicBezTo>
                <a:cubicBezTo>
                  <a:pt x="16365" y="3453"/>
                  <a:pt x="16356" y="3431"/>
                  <a:pt x="16346" y="3410"/>
                </a:cubicBezTo>
                <a:lnTo>
                  <a:pt x="18010" y="2163"/>
                </a:lnTo>
                <a:close/>
                <a:moveTo>
                  <a:pt x="17854" y="11807"/>
                </a:moveTo>
                <a:cubicBezTo>
                  <a:pt x="17854" y="11807"/>
                  <a:pt x="17854" y="11796"/>
                  <a:pt x="17854" y="11796"/>
                </a:cubicBezTo>
                <a:cubicBezTo>
                  <a:pt x="17854" y="11764"/>
                  <a:pt x="17844" y="11732"/>
                  <a:pt x="17835" y="11711"/>
                </a:cubicBezTo>
                <a:cubicBezTo>
                  <a:pt x="19197" y="9580"/>
                  <a:pt x="19197" y="9580"/>
                  <a:pt x="19197" y="9580"/>
                </a:cubicBezTo>
                <a:cubicBezTo>
                  <a:pt x="19216" y="9591"/>
                  <a:pt x="19236" y="9591"/>
                  <a:pt x="19245" y="9591"/>
                </a:cubicBezTo>
                <a:cubicBezTo>
                  <a:pt x="19255" y="9591"/>
                  <a:pt x="19265" y="9591"/>
                  <a:pt x="19275" y="9591"/>
                </a:cubicBezTo>
                <a:cubicBezTo>
                  <a:pt x="19722" y="11349"/>
                  <a:pt x="19722" y="11349"/>
                  <a:pt x="19722" y="11349"/>
                </a:cubicBezTo>
                <a:cubicBezTo>
                  <a:pt x="19664" y="11370"/>
                  <a:pt x="19635" y="11423"/>
                  <a:pt x="19635" y="11487"/>
                </a:cubicBezTo>
                <a:lnTo>
                  <a:pt x="17854" y="11807"/>
                </a:lnTo>
                <a:close/>
                <a:moveTo>
                  <a:pt x="17290" y="7843"/>
                </a:moveTo>
                <a:cubicBezTo>
                  <a:pt x="18555" y="7044"/>
                  <a:pt x="18555" y="7044"/>
                  <a:pt x="18555" y="7044"/>
                </a:cubicBezTo>
                <a:cubicBezTo>
                  <a:pt x="18574" y="7076"/>
                  <a:pt x="18613" y="7097"/>
                  <a:pt x="18642" y="7097"/>
                </a:cubicBezTo>
                <a:cubicBezTo>
                  <a:pt x="19197" y="9282"/>
                  <a:pt x="19197" y="9282"/>
                  <a:pt x="19197" y="9282"/>
                </a:cubicBezTo>
                <a:cubicBezTo>
                  <a:pt x="19168" y="9292"/>
                  <a:pt x="19148" y="9303"/>
                  <a:pt x="19138" y="9324"/>
                </a:cubicBezTo>
                <a:cubicBezTo>
                  <a:pt x="17319" y="7992"/>
                  <a:pt x="17319" y="7992"/>
                  <a:pt x="17319" y="7992"/>
                </a:cubicBezTo>
                <a:cubicBezTo>
                  <a:pt x="17319" y="7981"/>
                  <a:pt x="17329" y="7960"/>
                  <a:pt x="17329" y="7939"/>
                </a:cubicBezTo>
                <a:cubicBezTo>
                  <a:pt x="17329" y="7896"/>
                  <a:pt x="17309" y="7864"/>
                  <a:pt x="17290" y="7843"/>
                </a:cubicBezTo>
                <a:close/>
                <a:moveTo>
                  <a:pt x="14098" y="4987"/>
                </a:moveTo>
                <a:cubicBezTo>
                  <a:pt x="16103" y="3580"/>
                  <a:pt x="16103" y="3580"/>
                  <a:pt x="16103" y="3580"/>
                </a:cubicBezTo>
                <a:cubicBezTo>
                  <a:pt x="16132" y="3623"/>
                  <a:pt x="16171" y="3644"/>
                  <a:pt x="16210" y="3644"/>
                </a:cubicBezTo>
                <a:cubicBezTo>
                  <a:pt x="16239" y="3644"/>
                  <a:pt x="16258" y="3634"/>
                  <a:pt x="16288" y="3623"/>
                </a:cubicBezTo>
                <a:cubicBezTo>
                  <a:pt x="17319" y="5072"/>
                  <a:pt x="17319" y="5072"/>
                  <a:pt x="17319" y="5072"/>
                </a:cubicBezTo>
                <a:cubicBezTo>
                  <a:pt x="17280" y="5104"/>
                  <a:pt x="17261" y="5147"/>
                  <a:pt x="17261" y="5200"/>
                </a:cubicBezTo>
                <a:cubicBezTo>
                  <a:pt x="17261" y="5222"/>
                  <a:pt x="17261" y="5232"/>
                  <a:pt x="17270" y="5253"/>
                </a:cubicBezTo>
                <a:cubicBezTo>
                  <a:pt x="16667" y="5605"/>
                  <a:pt x="16667" y="5605"/>
                  <a:pt x="16667" y="5605"/>
                </a:cubicBezTo>
                <a:cubicBezTo>
                  <a:pt x="16638" y="5573"/>
                  <a:pt x="16599" y="5541"/>
                  <a:pt x="16550" y="5541"/>
                </a:cubicBezTo>
                <a:cubicBezTo>
                  <a:pt x="16492" y="5541"/>
                  <a:pt x="16443" y="5584"/>
                  <a:pt x="16414" y="5648"/>
                </a:cubicBezTo>
                <a:cubicBezTo>
                  <a:pt x="14118" y="5062"/>
                  <a:pt x="14118" y="5062"/>
                  <a:pt x="14118" y="5062"/>
                </a:cubicBezTo>
                <a:cubicBezTo>
                  <a:pt x="14118" y="5062"/>
                  <a:pt x="14118" y="5051"/>
                  <a:pt x="14118" y="5051"/>
                </a:cubicBezTo>
                <a:cubicBezTo>
                  <a:pt x="14118" y="5030"/>
                  <a:pt x="14108" y="5008"/>
                  <a:pt x="14098" y="4987"/>
                </a:cubicBezTo>
                <a:close/>
                <a:moveTo>
                  <a:pt x="12542" y="4326"/>
                </a:moveTo>
                <a:cubicBezTo>
                  <a:pt x="12542" y="4316"/>
                  <a:pt x="12542" y="4305"/>
                  <a:pt x="12532" y="4305"/>
                </a:cubicBezTo>
                <a:cubicBezTo>
                  <a:pt x="14351" y="2515"/>
                  <a:pt x="14351" y="2515"/>
                  <a:pt x="14351" y="2515"/>
                </a:cubicBezTo>
                <a:cubicBezTo>
                  <a:pt x="14371" y="2536"/>
                  <a:pt x="14410" y="2547"/>
                  <a:pt x="14439" y="2547"/>
                </a:cubicBezTo>
                <a:cubicBezTo>
                  <a:pt x="14488" y="2547"/>
                  <a:pt x="14526" y="2526"/>
                  <a:pt x="14556" y="2483"/>
                </a:cubicBezTo>
                <a:cubicBezTo>
                  <a:pt x="16074" y="3421"/>
                  <a:pt x="16074" y="3421"/>
                  <a:pt x="16074" y="3421"/>
                </a:cubicBezTo>
                <a:cubicBezTo>
                  <a:pt x="16074" y="3442"/>
                  <a:pt x="16064" y="3463"/>
                  <a:pt x="16064" y="3474"/>
                </a:cubicBezTo>
                <a:cubicBezTo>
                  <a:pt x="16064" y="3485"/>
                  <a:pt x="16064" y="3485"/>
                  <a:pt x="16064" y="3485"/>
                </a:cubicBezTo>
                <a:lnTo>
                  <a:pt x="12542" y="4326"/>
                </a:lnTo>
                <a:close/>
                <a:moveTo>
                  <a:pt x="5984" y="3090"/>
                </a:moveTo>
                <a:cubicBezTo>
                  <a:pt x="5994" y="3069"/>
                  <a:pt x="6003" y="3037"/>
                  <a:pt x="6003" y="3005"/>
                </a:cubicBezTo>
                <a:cubicBezTo>
                  <a:pt x="6003" y="3005"/>
                  <a:pt x="6003" y="2994"/>
                  <a:pt x="6003" y="2994"/>
                </a:cubicBezTo>
                <a:cubicBezTo>
                  <a:pt x="7628" y="2877"/>
                  <a:pt x="7628" y="2877"/>
                  <a:pt x="7628" y="2877"/>
                </a:cubicBezTo>
                <a:cubicBezTo>
                  <a:pt x="7628" y="2888"/>
                  <a:pt x="7628" y="2898"/>
                  <a:pt x="7628" y="2898"/>
                </a:cubicBezTo>
                <a:cubicBezTo>
                  <a:pt x="7628" y="2973"/>
                  <a:pt x="7667" y="3026"/>
                  <a:pt x="7716" y="3058"/>
                </a:cubicBezTo>
                <a:cubicBezTo>
                  <a:pt x="7511" y="4294"/>
                  <a:pt x="7511" y="4294"/>
                  <a:pt x="7511" y="4294"/>
                </a:cubicBezTo>
                <a:cubicBezTo>
                  <a:pt x="7511" y="4294"/>
                  <a:pt x="7511" y="4294"/>
                  <a:pt x="7511" y="4294"/>
                </a:cubicBezTo>
                <a:cubicBezTo>
                  <a:pt x="7472" y="4294"/>
                  <a:pt x="7443" y="4316"/>
                  <a:pt x="7414" y="4337"/>
                </a:cubicBezTo>
                <a:lnTo>
                  <a:pt x="5984" y="3090"/>
                </a:lnTo>
                <a:close/>
                <a:moveTo>
                  <a:pt x="5244" y="2419"/>
                </a:moveTo>
                <a:cubicBezTo>
                  <a:pt x="9924" y="1609"/>
                  <a:pt x="9924" y="1609"/>
                  <a:pt x="9924" y="1609"/>
                </a:cubicBezTo>
                <a:cubicBezTo>
                  <a:pt x="7862" y="2771"/>
                  <a:pt x="7862" y="2771"/>
                  <a:pt x="7862" y="2771"/>
                </a:cubicBezTo>
                <a:cubicBezTo>
                  <a:pt x="7832" y="2749"/>
                  <a:pt x="7803" y="2739"/>
                  <a:pt x="7774" y="2739"/>
                </a:cubicBezTo>
                <a:cubicBezTo>
                  <a:pt x="7716" y="2739"/>
                  <a:pt x="7667" y="2781"/>
                  <a:pt x="7648" y="2824"/>
                </a:cubicBezTo>
                <a:cubicBezTo>
                  <a:pt x="5994" y="2941"/>
                  <a:pt x="5994" y="2941"/>
                  <a:pt x="5994" y="2941"/>
                </a:cubicBezTo>
                <a:cubicBezTo>
                  <a:pt x="5974" y="2888"/>
                  <a:pt x="5916" y="2845"/>
                  <a:pt x="5857" y="2845"/>
                </a:cubicBezTo>
                <a:cubicBezTo>
                  <a:pt x="5818" y="2845"/>
                  <a:pt x="5779" y="2867"/>
                  <a:pt x="5750" y="2888"/>
                </a:cubicBezTo>
                <a:cubicBezTo>
                  <a:pt x="5235" y="2440"/>
                  <a:pt x="5235" y="2440"/>
                  <a:pt x="5235" y="2440"/>
                </a:cubicBezTo>
                <a:cubicBezTo>
                  <a:pt x="5244" y="2430"/>
                  <a:pt x="5244" y="2430"/>
                  <a:pt x="5244" y="2419"/>
                </a:cubicBezTo>
                <a:close/>
                <a:moveTo>
                  <a:pt x="7560" y="4305"/>
                </a:moveTo>
                <a:cubicBezTo>
                  <a:pt x="7764" y="3069"/>
                  <a:pt x="7764" y="3069"/>
                  <a:pt x="7764" y="3069"/>
                </a:cubicBezTo>
                <a:cubicBezTo>
                  <a:pt x="7764" y="3069"/>
                  <a:pt x="7774" y="3069"/>
                  <a:pt x="7774" y="3069"/>
                </a:cubicBezTo>
                <a:cubicBezTo>
                  <a:pt x="7852" y="3069"/>
                  <a:pt x="7920" y="2994"/>
                  <a:pt x="7920" y="2898"/>
                </a:cubicBezTo>
                <a:cubicBezTo>
                  <a:pt x="7920" y="2888"/>
                  <a:pt x="7920" y="2877"/>
                  <a:pt x="7920" y="2867"/>
                </a:cubicBezTo>
                <a:cubicBezTo>
                  <a:pt x="9739" y="2739"/>
                  <a:pt x="9739" y="2739"/>
                  <a:pt x="9739" y="2739"/>
                </a:cubicBezTo>
                <a:cubicBezTo>
                  <a:pt x="9739" y="2749"/>
                  <a:pt x="9739" y="2760"/>
                  <a:pt x="9749" y="2771"/>
                </a:cubicBezTo>
                <a:cubicBezTo>
                  <a:pt x="7618" y="4348"/>
                  <a:pt x="7618" y="4348"/>
                  <a:pt x="7618" y="4348"/>
                </a:cubicBezTo>
                <a:cubicBezTo>
                  <a:pt x="7609" y="4326"/>
                  <a:pt x="7589" y="4316"/>
                  <a:pt x="7560" y="4305"/>
                </a:cubicBezTo>
                <a:close/>
                <a:moveTo>
                  <a:pt x="10031" y="2717"/>
                </a:moveTo>
                <a:cubicBezTo>
                  <a:pt x="14293" y="2419"/>
                  <a:pt x="14293" y="2419"/>
                  <a:pt x="14293" y="2419"/>
                </a:cubicBezTo>
                <a:cubicBezTo>
                  <a:pt x="14303" y="2440"/>
                  <a:pt x="14312" y="2462"/>
                  <a:pt x="14312" y="2472"/>
                </a:cubicBezTo>
                <a:cubicBezTo>
                  <a:pt x="12512" y="4252"/>
                  <a:pt x="12512" y="4252"/>
                  <a:pt x="12512" y="4252"/>
                </a:cubicBezTo>
                <a:cubicBezTo>
                  <a:pt x="12483" y="4220"/>
                  <a:pt x="12444" y="4209"/>
                  <a:pt x="12405" y="4209"/>
                </a:cubicBezTo>
                <a:cubicBezTo>
                  <a:pt x="12357" y="4209"/>
                  <a:pt x="12308" y="4230"/>
                  <a:pt x="12279" y="4273"/>
                </a:cubicBezTo>
                <a:cubicBezTo>
                  <a:pt x="10012" y="2781"/>
                  <a:pt x="10012" y="2781"/>
                  <a:pt x="10012" y="2781"/>
                </a:cubicBezTo>
                <a:cubicBezTo>
                  <a:pt x="10022" y="2760"/>
                  <a:pt x="10031" y="2739"/>
                  <a:pt x="10031" y="2717"/>
                </a:cubicBezTo>
                <a:close/>
                <a:moveTo>
                  <a:pt x="18000" y="4817"/>
                </a:moveTo>
                <a:cubicBezTo>
                  <a:pt x="17523" y="5104"/>
                  <a:pt x="17523" y="5104"/>
                  <a:pt x="17523" y="5104"/>
                </a:cubicBezTo>
                <a:cubicBezTo>
                  <a:pt x="17494" y="5062"/>
                  <a:pt x="17455" y="5040"/>
                  <a:pt x="17406" y="5040"/>
                </a:cubicBezTo>
                <a:cubicBezTo>
                  <a:pt x="17387" y="5040"/>
                  <a:pt x="17368" y="5040"/>
                  <a:pt x="17358" y="5051"/>
                </a:cubicBezTo>
                <a:cubicBezTo>
                  <a:pt x="16317" y="3591"/>
                  <a:pt x="16317" y="3591"/>
                  <a:pt x="16317" y="3591"/>
                </a:cubicBezTo>
                <a:cubicBezTo>
                  <a:pt x="16326" y="3591"/>
                  <a:pt x="16326" y="3580"/>
                  <a:pt x="16326" y="3580"/>
                </a:cubicBezTo>
                <a:cubicBezTo>
                  <a:pt x="18010" y="4721"/>
                  <a:pt x="18010" y="4721"/>
                  <a:pt x="18010" y="4721"/>
                </a:cubicBezTo>
                <a:cubicBezTo>
                  <a:pt x="18000" y="4731"/>
                  <a:pt x="18000" y="4753"/>
                  <a:pt x="18000" y="4774"/>
                </a:cubicBezTo>
                <a:cubicBezTo>
                  <a:pt x="18000" y="4785"/>
                  <a:pt x="18000" y="4806"/>
                  <a:pt x="18000" y="4817"/>
                </a:cubicBezTo>
                <a:close/>
                <a:moveTo>
                  <a:pt x="16696" y="5648"/>
                </a:moveTo>
                <a:cubicBezTo>
                  <a:pt x="17290" y="5296"/>
                  <a:pt x="17290" y="5296"/>
                  <a:pt x="17290" y="5296"/>
                </a:cubicBezTo>
                <a:cubicBezTo>
                  <a:pt x="17319" y="5339"/>
                  <a:pt x="17358" y="5360"/>
                  <a:pt x="17406" y="5360"/>
                </a:cubicBezTo>
                <a:cubicBezTo>
                  <a:pt x="17436" y="5360"/>
                  <a:pt x="17465" y="5349"/>
                  <a:pt x="17494" y="5328"/>
                </a:cubicBezTo>
                <a:cubicBezTo>
                  <a:pt x="18555" y="6831"/>
                  <a:pt x="18555" y="6831"/>
                  <a:pt x="18555" y="6831"/>
                </a:cubicBezTo>
                <a:cubicBezTo>
                  <a:pt x="18555" y="6831"/>
                  <a:pt x="18555" y="6841"/>
                  <a:pt x="18545" y="6841"/>
                </a:cubicBezTo>
                <a:cubicBezTo>
                  <a:pt x="16696" y="5744"/>
                  <a:pt x="16696" y="5744"/>
                  <a:pt x="16696" y="5744"/>
                </a:cubicBezTo>
                <a:cubicBezTo>
                  <a:pt x="16696" y="5733"/>
                  <a:pt x="16696" y="5722"/>
                  <a:pt x="16696" y="5701"/>
                </a:cubicBezTo>
                <a:cubicBezTo>
                  <a:pt x="16696" y="5690"/>
                  <a:pt x="16696" y="5669"/>
                  <a:pt x="16696" y="5648"/>
                </a:cubicBezTo>
                <a:close/>
                <a:moveTo>
                  <a:pt x="19323" y="9569"/>
                </a:moveTo>
                <a:cubicBezTo>
                  <a:pt x="19362" y="9537"/>
                  <a:pt x="19391" y="9495"/>
                  <a:pt x="19391" y="9431"/>
                </a:cubicBezTo>
                <a:cubicBezTo>
                  <a:pt x="19391" y="9367"/>
                  <a:pt x="19362" y="9313"/>
                  <a:pt x="19314" y="9282"/>
                </a:cubicBezTo>
                <a:cubicBezTo>
                  <a:pt x="20160" y="6394"/>
                  <a:pt x="20160" y="6394"/>
                  <a:pt x="20160" y="6394"/>
                </a:cubicBezTo>
                <a:cubicBezTo>
                  <a:pt x="19761" y="11317"/>
                  <a:pt x="19761" y="11317"/>
                  <a:pt x="19761" y="11317"/>
                </a:cubicBezTo>
                <a:lnTo>
                  <a:pt x="19323" y="9569"/>
                </a:lnTo>
                <a:close/>
                <a:moveTo>
                  <a:pt x="20131" y="6308"/>
                </a:moveTo>
                <a:cubicBezTo>
                  <a:pt x="19265" y="9271"/>
                  <a:pt x="19265" y="9271"/>
                  <a:pt x="19265" y="9271"/>
                </a:cubicBezTo>
                <a:cubicBezTo>
                  <a:pt x="19255" y="9271"/>
                  <a:pt x="19255" y="9271"/>
                  <a:pt x="19245" y="9271"/>
                </a:cubicBezTo>
                <a:cubicBezTo>
                  <a:pt x="19245" y="9271"/>
                  <a:pt x="19245" y="9271"/>
                  <a:pt x="19245" y="9271"/>
                </a:cubicBezTo>
                <a:cubicBezTo>
                  <a:pt x="18701" y="7097"/>
                  <a:pt x="18701" y="7097"/>
                  <a:pt x="18701" y="7097"/>
                </a:cubicBezTo>
                <a:cubicBezTo>
                  <a:pt x="18759" y="7086"/>
                  <a:pt x="18808" y="7012"/>
                  <a:pt x="18808" y="6937"/>
                </a:cubicBezTo>
                <a:cubicBezTo>
                  <a:pt x="18808" y="6926"/>
                  <a:pt x="18808" y="6916"/>
                  <a:pt x="18808" y="6895"/>
                </a:cubicBezTo>
                <a:cubicBezTo>
                  <a:pt x="20082" y="6255"/>
                  <a:pt x="20082" y="6255"/>
                  <a:pt x="20082" y="6255"/>
                </a:cubicBezTo>
                <a:cubicBezTo>
                  <a:pt x="20092" y="6276"/>
                  <a:pt x="20111" y="6298"/>
                  <a:pt x="20131" y="6308"/>
                </a:cubicBezTo>
                <a:close/>
                <a:moveTo>
                  <a:pt x="17533" y="5296"/>
                </a:moveTo>
                <a:cubicBezTo>
                  <a:pt x="17543" y="5264"/>
                  <a:pt x="17552" y="5232"/>
                  <a:pt x="17552" y="5200"/>
                </a:cubicBezTo>
                <a:cubicBezTo>
                  <a:pt x="17552" y="5179"/>
                  <a:pt x="17552" y="5168"/>
                  <a:pt x="17543" y="5147"/>
                </a:cubicBezTo>
                <a:cubicBezTo>
                  <a:pt x="18019" y="4859"/>
                  <a:pt x="18019" y="4859"/>
                  <a:pt x="18019" y="4859"/>
                </a:cubicBezTo>
                <a:cubicBezTo>
                  <a:pt x="18039" y="4891"/>
                  <a:pt x="18068" y="4912"/>
                  <a:pt x="18097" y="4923"/>
                </a:cubicBezTo>
                <a:cubicBezTo>
                  <a:pt x="18555" y="6745"/>
                  <a:pt x="18555" y="6745"/>
                  <a:pt x="18555" y="6745"/>
                </a:cubicBezTo>
                <a:lnTo>
                  <a:pt x="17533" y="5296"/>
                </a:lnTo>
                <a:close/>
                <a:moveTo>
                  <a:pt x="9885" y="2547"/>
                </a:moveTo>
                <a:cubicBezTo>
                  <a:pt x="9808" y="2547"/>
                  <a:pt x="9749" y="2611"/>
                  <a:pt x="9739" y="2685"/>
                </a:cubicBezTo>
                <a:cubicBezTo>
                  <a:pt x="7901" y="2813"/>
                  <a:pt x="7901" y="2813"/>
                  <a:pt x="7901" y="2813"/>
                </a:cubicBezTo>
                <a:cubicBezTo>
                  <a:pt x="9973" y="1641"/>
                  <a:pt x="9973" y="1641"/>
                  <a:pt x="9973" y="1641"/>
                </a:cubicBezTo>
                <a:cubicBezTo>
                  <a:pt x="9992" y="1673"/>
                  <a:pt x="10022" y="1694"/>
                  <a:pt x="10051" y="1705"/>
                </a:cubicBezTo>
                <a:cubicBezTo>
                  <a:pt x="9885" y="2547"/>
                  <a:pt x="9885" y="2547"/>
                  <a:pt x="9885" y="2547"/>
                </a:cubicBezTo>
                <a:cubicBezTo>
                  <a:pt x="9885" y="2547"/>
                  <a:pt x="9885" y="2547"/>
                  <a:pt x="9885" y="2547"/>
                </a:cubicBezTo>
                <a:close/>
                <a:moveTo>
                  <a:pt x="5254" y="2355"/>
                </a:moveTo>
                <a:cubicBezTo>
                  <a:pt x="5244" y="2334"/>
                  <a:pt x="5244" y="2312"/>
                  <a:pt x="5225" y="2280"/>
                </a:cubicBezTo>
                <a:cubicBezTo>
                  <a:pt x="6091" y="1130"/>
                  <a:pt x="6091" y="1130"/>
                  <a:pt x="6091" y="1130"/>
                </a:cubicBezTo>
                <a:cubicBezTo>
                  <a:pt x="6120" y="1151"/>
                  <a:pt x="6149" y="1162"/>
                  <a:pt x="6188" y="1162"/>
                </a:cubicBezTo>
                <a:cubicBezTo>
                  <a:pt x="6256" y="1162"/>
                  <a:pt x="6315" y="1119"/>
                  <a:pt x="6324" y="1044"/>
                </a:cubicBezTo>
                <a:cubicBezTo>
                  <a:pt x="9924" y="1556"/>
                  <a:pt x="9924" y="1556"/>
                  <a:pt x="9924" y="1556"/>
                </a:cubicBezTo>
                <a:lnTo>
                  <a:pt x="5254" y="2355"/>
                </a:lnTo>
                <a:close/>
                <a:moveTo>
                  <a:pt x="7648" y="4390"/>
                </a:moveTo>
                <a:cubicBezTo>
                  <a:pt x="9778" y="2813"/>
                  <a:pt x="9778" y="2813"/>
                  <a:pt x="9778" y="2813"/>
                </a:cubicBezTo>
                <a:cubicBezTo>
                  <a:pt x="9788" y="2835"/>
                  <a:pt x="9798" y="2845"/>
                  <a:pt x="9817" y="2856"/>
                </a:cubicBezTo>
                <a:cubicBezTo>
                  <a:pt x="9691" y="4721"/>
                  <a:pt x="9691" y="4721"/>
                  <a:pt x="9691" y="4721"/>
                </a:cubicBezTo>
                <a:cubicBezTo>
                  <a:pt x="9681" y="4721"/>
                  <a:pt x="9681" y="4721"/>
                  <a:pt x="9671" y="4721"/>
                </a:cubicBezTo>
                <a:cubicBezTo>
                  <a:pt x="9632" y="4721"/>
                  <a:pt x="9603" y="4731"/>
                  <a:pt x="9574" y="4763"/>
                </a:cubicBezTo>
                <a:cubicBezTo>
                  <a:pt x="7657" y="4454"/>
                  <a:pt x="7657" y="4454"/>
                  <a:pt x="7657" y="4454"/>
                </a:cubicBezTo>
                <a:cubicBezTo>
                  <a:pt x="7657" y="4433"/>
                  <a:pt x="7657" y="4412"/>
                  <a:pt x="7648" y="4390"/>
                </a:cubicBezTo>
                <a:close/>
                <a:moveTo>
                  <a:pt x="12551" y="4380"/>
                </a:moveTo>
                <a:cubicBezTo>
                  <a:pt x="16074" y="3538"/>
                  <a:pt x="16074" y="3538"/>
                  <a:pt x="16074" y="3538"/>
                </a:cubicBezTo>
                <a:cubicBezTo>
                  <a:pt x="16074" y="3538"/>
                  <a:pt x="16074" y="3538"/>
                  <a:pt x="16074" y="3538"/>
                </a:cubicBezTo>
                <a:cubicBezTo>
                  <a:pt x="14079" y="4944"/>
                  <a:pt x="14079" y="4944"/>
                  <a:pt x="14079" y="4944"/>
                </a:cubicBezTo>
                <a:cubicBezTo>
                  <a:pt x="14050" y="4912"/>
                  <a:pt x="14011" y="4891"/>
                  <a:pt x="13972" y="4891"/>
                </a:cubicBezTo>
                <a:cubicBezTo>
                  <a:pt x="13884" y="4891"/>
                  <a:pt x="13816" y="4966"/>
                  <a:pt x="13816" y="5051"/>
                </a:cubicBezTo>
                <a:cubicBezTo>
                  <a:pt x="13816" y="5126"/>
                  <a:pt x="13865" y="5179"/>
                  <a:pt x="13914" y="5200"/>
                </a:cubicBezTo>
                <a:cubicBezTo>
                  <a:pt x="13446" y="6969"/>
                  <a:pt x="13446" y="6969"/>
                  <a:pt x="13446" y="6969"/>
                </a:cubicBezTo>
                <a:cubicBezTo>
                  <a:pt x="13427" y="6969"/>
                  <a:pt x="13417" y="6980"/>
                  <a:pt x="13398" y="6990"/>
                </a:cubicBezTo>
                <a:cubicBezTo>
                  <a:pt x="12483" y="4497"/>
                  <a:pt x="12483" y="4497"/>
                  <a:pt x="12483" y="4497"/>
                </a:cubicBezTo>
                <a:cubicBezTo>
                  <a:pt x="12522" y="4476"/>
                  <a:pt x="12542" y="4433"/>
                  <a:pt x="12551" y="4380"/>
                </a:cubicBezTo>
                <a:close/>
                <a:moveTo>
                  <a:pt x="13495" y="6969"/>
                </a:moveTo>
                <a:cubicBezTo>
                  <a:pt x="13962" y="5211"/>
                  <a:pt x="13962" y="5211"/>
                  <a:pt x="13962" y="5211"/>
                </a:cubicBezTo>
                <a:cubicBezTo>
                  <a:pt x="13962" y="5211"/>
                  <a:pt x="13962" y="5211"/>
                  <a:pt x="13972" y="5211"/>
                </a:cubicBezTo>
                <a:cubicBezTo>
                  <a:pt x="14030" y="5211"/>
                  <a:pt x="14079" y="5168"/>
                  <a:pt x="14108" y="5115"/>
                </a:cubicBezTo>
                <a:cubicBezTo>
                  <a:pt x="16404" y="5690"/>
                  <a:pt x="16404" y="5690"/>
                  <a:pt x="16404" y="5690"/>
                </a:cubicBezTo>
                <a:cubicBezTo>
                  <a:pt x="16404" y="5701"/>
                  <a:pt x="16404" y="5701"/>
                  <a:pt x="16404" y="5701"/>
                </a:cubicBezTo>
                <a:cubicBezTo>
                  <a:pt x="16404" y="5744"/>
                  <a:pt x="16414" y="5776"/>
                  <a:pt x="16434" y="5808"/>
                </a:cubicBezTo>
                <a:cubicBezTo>
                  <a:pt x="13592" y="7022"/>
                  <a:pt x="13592" y="7022"/>
                  <a:pt x="13592" y="7022"/>
                </a:cubicBezTo>
                <a:cubicBezTo>
                  <a:pt x="13573" y="6990"/>
                  <a:pt x="13534" y="6969"/>
                  <a:pt x="13495" y="6969"/>
                </a:cubicBezTo>
                <a:close/>
                <a:moveTo>
                  <a:pt x="16677" y="5797"/>
                </a:moveTo>
                <a:cubicBezTo>
                  <a:pt x="18525" y="6884"/>
                  <a:pt x="18525" y="6884"/>
                  <a:pt x="18525" y="6884"/>
                </a:cubicBezTo>
                <a:cubicBezTo>
                  <a:pt x="18516" y="6905"/>
                  <a:pt x="18516" y="6916"/>
                  <a:pt x="18516" y="6937"/>
                </a:cubicBezTo>
                <a:cubicBezTo>
                  <a:pt x="18516" y="6958"/>
                  <a:pt x="18525" y="6980"/>
                  <a:pt x="18525" y="7001"/>
                </a:cubicBezTo>
                <a:cubicBezTo>
                  <a:pt x="17261" y="7800"/>
                  <a:pt x="17261" y="7800"/>
                  <a:pt x="17261" y="7800"/>
                </a:cubicBezTo>
                <a:cubicBezTo>
                  <a:pt x="17231" y="7790"/>
                  <a:pt x="17202" y="7779"/>
                  <a:pt x="17173" y="7779"/>
                </a:cubicBezTo>
                <a:cubicBezTo>
                  <a:pt x="17173" y="7779"/>
                  <a:pt x="17163" y="7779"/>
                  <a:pt x="17154" y="7779"/>
                </a:cubicBezTo>
                <a:cubicBezTo>
                  <a:pt x="16609" y="5850"/>
                  <a:pt x="16609" y="5850"/>
                  <a:pt x="16609" y="5850"/>
                </a:cubicBezTo>
                <a:cubicBezTo>
                  <a:pt x="16638" y="5840"/>
                  <a:pt x="16657" y="5818"/>
                  <a:pt x="16677" y="5797"/>
                </a:cubicBezTo>
                <a:close/>
                <a:moveTo>
                  <a:pt x="17290" y="8045"/>
                </a:moveTo>
                <a:cubicBezTo>
                  <a:pt x="19109" y="9377"/>
                  <a:pt x="19109" y="9377"/>
                  <a:pt x="19109" y="9377"/>
                </a:cubicBezTo>
                <a:cubicBezTo>
                  <a:pt x="19109" y="9388"/>
                  <a:pt x="19099" y="9409"/>
                  <a:pt x="19099" y="9431"/>
                </a:cubicBezTo>
                <a:cubicBezTo>
                  <a:pt x="19099" y="9484"/>
                  <a:pt x="19119" y="9527"/>
                  <a:pt x="19158" y="9559"/>
                </a:cubicBezTo>
                <a:cubicBezTo>
                  <a:pt x="17796" y="11668"/>
                  <a:pt x="17796" y="11668"/>
                  <a:pt x="17796" y="11668"/>
                </a:cubicBezTo>
                <a:cubicBezTo>
                  <a:pt x="17776" y="11647"/>
                  <a:pt x="17747" y="11637"/>
                  <a:pt x="17708" y="11637"/>
                </a:cubicBezTo>
                <a:cubicBezTo>
                  <a:pt x="17689" y="11637"/>
                  <a:pt x="17679" y="11637"/>
                  <a:pt x="17659" y="11647"/>
                </a:cubicBezTo>
                <a:cubicBezTo>
                  <a:pt x="17222" y="8088"/>
                  <a:pt x="17222" y="8088"/>
                  <a:pt x="17222" y="8088"/>
                </a:cubicBezTo>
                <a:cubicBezTo>
                  <a:pt x="17251" y="8088"/>
                  <a:pt x="17270" y="8067"/>
                  <a:pt x="17290" y="8045"/>
                </a:cubicBezTo>
                <a:close/>
                <a:moveTo>
                  <a:pt x="19031" y="12478"/>
                </a:moveTo>
                <a:cubicBezTo>
                  <a:pt x="18983" y="12478"/>
                  <a:pt x="18934" y="12510"/>
                  <a:pt x="18905" y="12564"/>
                </a:cubicBezTo>
                <a:cubicBezTo>
                  <a:pt x="17844" y="11860"/>
                  <a:pt x="17844" y="11860"/>
                  <a:pt x="17844" y="11860"/>
                </a:cubicBezTo>
                <a:cubicBezTo>
                  <a:pt x="17844" y="11860"/>
                  <a:pt x="17844" y="11860"/>
                  <a:pt x="17844" y="11860"/>
                </a:cubicBezTo>
                <a:cubicBezTo>
                  <a:pt x="19644" y="11541"/>
                  <a:pt x="19644" y="11541"/>
                  <a:pt x="19644" y="11541"/>
                </a:cubicBezTo>
                <a:cubicBezTo>
                  <a:pt x="19644" y="11562"/>
                  <a:pt x="19654" y="11583"/>
                  <a:pt x="19664" y="11594"/>
                </a:cubicBezTo>
                <a:cubicBezTo>
                  <a:pt x="19099" y="12489"/>
                  <a:pt x="19099" y="12489"/>
                  <a:pt x="19099" y="12489"/>
                </a:cubicBezTo>
                <a:cubicBezTo>
                  <a:pt x="19080" y="12478"/>
                  <a:pt x="19061" y="12478"/>
                  <a:pt x="19031" y="12478"/>
                </a:cubicBezTo>
                <a:close/>
                <a:moveTo>
                  <a:pt x="20063" y="6202"/>
                </a:moveTo>
                <a:cubicBezTo>
                  <a:pt x="18788" y="6852"/>
                  <a:pt x="18788" y="6852"/>
                  <a:pt x="18788" y="6852"/>
                </a:cubicBezTo>
                <a:cubicBezTo>
                  <a:pt x="18759" y="6809"/>
                  <a:pt x="18710" y="6777"/>
                  <a:pt x="18662" y="6777"/>
                </a:cubicBezTo>
                <a:cubicBezTo>
                  <a:pt x="18652" y="6777"/>
                  <a:pt x="18632" y="6777"/>
                  <a:pt x="18613" y="6788"/>
                </a:cubicBezTo>
                <a:cubicBezTo>
                  <a:pt x="18146" y="4934"/>
                  <a:pt x="18146" y="4934"/>
                  <a:pt x="18146" y="4934"/>
                </a:cubicBezTo>
                <a:cubicBezTo>
                  <a:pt x="18195" y="4934"/>
                  <a:pt x="18224" y="4912"/>
                  <a:pt x="18253" y="4881"/>
                </a:cubicBezTo>
                <a:cubicBezTo>
                  <a:pt x="19206" y="5531"/>
                  <a:pt x="19206" y="5531"/>
                  <a:pt x="19206" y="5531"/>
                </a:cubicBezTo>
                <a:cubicBezTo>
                  <a:pt x="19206" y="5541"/>
                  <a:pt x="19206" y="5552"/>
                  <a:pt x="19206" y="5563"/>
                </a:cubicBezTo>
                <a:cubicBezTo>
                  <a:pt x="19206" y="5648"/>
                  <a:pt x="19275" y="5722"/>
                  <a:pt x="19352" y="5722"/>
                </a:cubicBezTo>
                <a:cubicBezTo>
                  <a:pt x="19391" y="5722"/>
                  <a:pt x="19421" y="5712"/>
                  <a:pt x="19450" y="5680"/>
                </a:cubicBezTo>
                <a:cubicBezTo>
                  <a:pt x="20063" y="6106"/>
                  <a:pt x="20063" y="6106"/>
                  <a:pt x="20063" y="6106"/>
                </a:cubicBezTo>
                <a:cubicBezTo>
                  <a:pt x="20053" y="6117"/>
                  <a:pt x="20053" y="6138"/>
                  <a:pt x="20053" y="6159"/>
                </a:cubicBezTo>
                <a:cubicBezTo>
                  <a:pt x="20053" y="6181"/>
                  <a:pt x="20053" y="6191"/>
                  <a:pt x="20063" y="6202"/>
                </a:cubicBezTo>
                <a:close/>
                <a:moveTo>
                  <a:pt x="20111" y="3303"/>
                </a:moveTo>
                <a:cubicBezTo>
                  <a:pt x="19382" y="5403"/>
                  <a:pt x="19382" y="5403"/>
                  <a:pt x="19382" y="5403"/>
                </a:cubicBezTo>
                <a:cubicBezTo>
                  <a:pt x="19372" y="5403"/>
                  <a:pt x="19362" y="5403"/>
                  <a:pt x="19352" y="5403"/>
                </a:cubicBezTo>
                <a:cubicBezTo>
                  <a:pt x="19304" y="5403"/>
                  <a:pt x="19255" y="5435"/>
                  <a:pt x="19226" y="5477"/>
                </a:cubicBezTo>
                <a:cubicBezTo>
                  <a:pt x="18282" y="4838"/>
                  <a:pt x="18282" y="4838"/>
                  <a:pt x="18282" y="4838"/>
                </a:cubicBezTo>
                <a:cubicBezTo>
                  <a:pt x="18292" y="4817"/>
                  <a:pt x="18292" y="4795"/>
                  <a:pt x="18292" y="4774"/>
                </a:cubicBezTo>
                <a:cubicBezTo>
                  <a:pt x="18292" y="4742"/>
                  <a:pt x="18282" y="4710"/>
                  <a:pt x="18272" y="4689"/>
                </a:cubicBezTo>
                <a:cubicBezTo>
                  <a:pt x="20072" y="3261"/>
                  <a:pt x="20072" y="3261"/>
                  <a:pt x="20072" y="3261"/>
                </a:cubicBezTo>
                <a:cubicBezTo>
                  <a:pt x="20082" y="3282"/>
                  <a:pt x="20092" y="3293"/>
                  <a:pt x="20111" y="3303"/>
                </a:cubicBezTo>
                <a:close/>
                <a:moveTo>
                  <a:pt x="20082" y="618"/>
                </a:moveTo>
                <a:cubicBezTo>
                  <a:pt x="20102" y="639"/>
                  <a:pt x="20121" y="650"/>
                  <a:pt x="20150" y="661"/>
                </a:cubicBezTo>
                <a:cubicBezTo>
                  <a:pt x="18156" y="4614"/>
                  <a:pt x="18156" y="4614"/>
                  <a:pt x="18156" y="4614"/>
                </a:cubicBezTo>
                <a:cubicBezTo>
                  <a:pt x="18156" y="4614"/>
                  <a:pt x="18146" y="4614"/>
                  <a:pt x="18146" y="4614"/>
                </a:cubicBezTo>
                <a:cubicBezTo>
                  <a:pt x="18136" y="4614"/>
                  <a:pt x="18126" y="4614"/>
                  <a:pt x="18117" y="4614"/>
                </a:cubicBezTo>
                <a:cubicBezTo>
                  <a:pt x="18146" y="2280"/>
                  <a:pt x="18146" y="2280"/>
                  <a:pt x="18146" y="2280"/>
                </a:cubicBezTo>
                <a:cubicBezTo>
                  <a:pt x="18146" y="2280"/>
                  <a:pt x="18146" y="2280"/>
                  <a:pt x="18146" y="2280"/>
                </a:cubicBezTo>
                <a:cubicBezTo>
                  <a:pt x="18224" y="2280"/>
                  <a:pt x="18292" y="2206"/>
                  <a:pt x="18292" y="2121"/>
                </a:cubicBezTo>
                <a:cubicBezTo>
                  <a:pt x="18292" y="2067"/>
                  <a:pt x="18272" y="2025"/>
                  <a:pt x="18243" y="1993"/>
                </a:cubicBezTo>
                <a:lnTo>
                  <a:pt x="20082" y="618"/>
                </a:lnTo>
                <a:close/>
                <a:moveTo>
                  <a:pt x="18029" y="2014"/>
                </a:moveTo>
                <a:cubicBezTo>
                  <a:pt x="18010" y="2035"/>
                  <a:pt x="18000" y="2078"/>
                  <a:pt x="18000" y="2110"/>
                </a:cubicBezTo>
                <a:cubicBezTo>
                  <a:pt x="16317" y="3367"/>
                  <a:pt x="16317" y="3367"/>
                  <a:pt x="16317" y="3367"/>
                </a:cubicBezTo>
                <a:cubicBezTo>
                  <a:pt x="16297" y="3346"/>
                  <a:pt x="16268" y="3325"/>
                  <a:pt x="16239" y="3314"/>
                </a:cubicBezTo>
                <a:cubicBezTo>
                  <a:pt x="16190" y="597"/>
                  <a:pt x="16190" y="597"/>
                  <a:pt x="16190" y="597"/>
                </a:cubicBezTo>
                <a:cubicBezTo>
                  <a:pt x="16229" y="597"/>
                  <a:pt x="16258" y="575"/>
                  <a:pt x="16278" y="554"/>
                </a:cubicBezTo>
                <a:lnTo>
                  <a:pt x="18029" y="2014"/>
                </a:lnTo>
                <a:close/>
                <a:moveTo>
                  <a:pt x="14303" y="2323"/>
                </a:moveTo>
                <a:cubicBezTo>
                  <a:pt x="11861" y="1641"/>
                  <a:pt x="11861" y="1641"/>
                  <a:pt x="11861" y="1641"/>
                </a:cubicBezTo>
                <a:cubicBezTo>
                  <a:pt x="11861" y="1641"/>
                  <a:pt x="11861" y="1630"/>
                  <a:pt x="11861" y="1630"/>
                </a:cubicBezTo>
                <a:cubicBezTo>
                  <a:pt x="11861" y="1598"/>
                  <a:pt x="11851" y="1566"/>
                  <a:pt x="11831" y="1534"/>
                </a:cubicBezTo>
                <a:cubicBezTo>
                  <a:pt x="13330" y="618"/>
                  <a:pt x="13330" y="618"/>
                  <a:pt x="13330" y="618"/>
                </a:cubicBezTo>
                <a:cubicBezTo>
                  <a:pt x="13408" y="597"/>
                  <a:pt x="13408" y="597"/>
                  <a:pt x="13408" y="597"/>
                </a:cubicBezTo>
                <a:cubicBezTo>
                  <a:pt x="13427" y="671"/>
                  <a:pt x="13485" y="714"/>
                  <a:pt x="13554" y="714"/>
                </a:cubicBezTo>
                <a:cubicBezTo>
                  <a:pt x="13583" y="714"/>
                  <a:pt x="13612" y="703"/>
                  <a:pt x="13641" y="682"/>
                </a:cubicBezTo>
                <a:cubicBezTo>
                  <a:pt x="14351" y="2259"/>
                  <a:pt x="14351" y="2259"/>
                  <a:pt x="14351" y="2259"/>
                </a:cubicBezTo>
                <a:cubicBezTo>
                  <a:pt x="14332" y="2270"/>
                  <a:pt x="14312" y="2302"/>
                  <a:pt x="14303" y="2323"/>
                </a:cubicBezTo>
                <a:close/>
                <a:moveTo>
                  <a:pt x="13145" y="671"/>
                </a:moveTo>
                <a:cubicBezTo>
                  <a:pt x="11802" y="1503"/>
                  <a:pt x="11802" y="1503"/>
                  <a:pt x="11802" y="1503"/>
                </a:cubicBezTo>
                <a:cubicBezTo>
                  <a:pt x="11773" y="1481"/>
                  <a:pt x="11744" y="1471"/>
                  <a:pt x="11715" y="1471"/>
                </a:cubicBezTo>
                <a:cubicBezTo>
                  <a:pt x="11637" y="1471"/>
                  <a:pt x="11569" y="1545"/>
                  <a:pt x="11569" y="1630"/>
                </a:cubicBezTo>
                <a:cubicBezTo>
                  <a:pt x="11569" y="1630"/>
                  <a:pt x="11569" y="1641"/>
                  <a:pt x="11569" y="1641"/>
                </a:cubicBezTo>
                <a:cubicBezTo>
                  <a:pt x="9992" y="2611"/>
                  <a:pt x="9992" y="2611"/>
                  <a:pt x="9992" y="2611"/>
                </a:cubicBezTo>
                <a:cubicBezTo>
                  <a:pt x="9983" y="2579"/>
                  <a:pt x="9954" y="2568"/>
                  <a:pt x="9924" y="2557"/>
                </a:cubicBezTo>
                <a:cubicBezTo>
                  <a:pt x="10099" y="1716"/>
                  <a:pt x="10099" y="1716"/>
                  <a:pt x="10099" y="1716"/>
                </a:cubicBezTo>
                <a:cubicBezTo>
                  <a:pt x="10177" y="1705"/>
                  <a:pt x="10236" y="1641"/>
                  <a:pt x="10236" y="1556"/>
                </a:cubicBezTo>
                <a:cubicBezTo>
                  <a:pt x="10236" y="1534"/>
                  <a:pt x="10236" y="1513"/>
                  <a:pt x="10226" y="1492"/>
                </a:cubicBezTo>
                <a:lnTo>
                  <a:pt x="13145" y="671"/>
                </a:lnTo>
                <a:close/>
                <a:moveTo>
                  <a:pt x="4962" y="2344"/>
                </a:moveTo>
                <a:cubicBezTo>
                  <a:pt x="4962" y="2355"/>
                  <a:pt x="4962" y="2355"/>
                  <a:pt x="4962" y="2366"/>
                </a:cubicBezTo>
                <a:cubicBezTo>
                  <a:pt x="2306" y="2643"/>
                  <a:pt x="2306" y="2643"/>
                  <a:pt x="2306" y="2643"/>
                </a:cubicBezTo>
                <a:cubicBezTo>
                  <a:pt x="2286" y="2568"/>
                  <a:pt x="2228" y="2526"/>
                  <a:pt x="2170" y="2526"/>
                </a:cubicBezTo>
                <a:cubicBezTo>
                  <a:pt x="2131" y="2526"/>
                  <a:pt x="2092" y="2536"/>
                  <a:pt x="2072" y="2557"/>
                </a:cubicBezTo>
                <a:cubicBezTo>
                  <a:pt x="1158" y="480"/>
                  <a:pt x="1158" y="480"/>
                  <a:pt x="1158" y="480"/>
                </a:cubicBezTo>
                <a:lnTo>
                  <a:pt x="4962" y="2344"/>
                </a:lnTo>
                <a:close/>
                <a:moveTo>
                  <a:pt x="1275" y="5285"/>
                </a:moveTo>
                <a:cubicBezTo>
                  <a:pt x="1275" y="5275"/>
                  <a:pt x="1275" y="5275"/>
                  <a:pt x="1275" y="5275"/>
                </a:cubicBezTo>
                <a:cubicBezTo>
                  <a:pt x="1275" y="5253"/>
                  <a:pt x="1275" y="5243"/>
                  <a:pt x="1265" y="5222"/>
                </a:cubicBezTo>
                <a:cubicBezTo>
                  <a:pt x="2705" y="4390"/>
                  <a:pt x="2705" y="4390"/>
                  <a:pt x="2705" y="4390"/>
                </a:cubicBezTo>
                <a:cubicBezTo>
                  <a:pt x="2724" y="4444"/>
                  <a:pt x="2773" y="4476"/>
                  <a:pt x="2831" y="4476"/>
                </a:cubicBezTo>
                <a:cubicBezTo>
                  <a:pt x="2861" y="4476"/>
                  <a:pt x="2890" y="4465"/>
                  <a:pt x="2909" y="4454"/>
                </a:cubicBezTo>
                <a:cubicBezTo>
                  <a:pt x="3775" y="6181"/>
                  <a:pt x="3775" y="6181"/>
                  <a:pt x="3775" y="6181"/>
                </a:cubicBezTo>
                <a:cubicBezTo>
                  <a:pt x="3756" y="6202"/>
                  <a:pt x="3746" y="6213"/>
                  <a:pt x="3736" y="6234"/>
                </a:cubicBezTo>
                <a:lnTo>
                  <a:pt x="1275" y="5285"/>
                </a:lnTo>
                <a:close/>
                <a:moveTo>
                  <a:pt x="3989" y="6223"/>
                </a:moveTo>
                <a:cubicBezTo>
                  <a:pt x="3960" y="6181"/>
                  <a:pt x="3911" y="6149"/>
                  <a:pt x="3863" y="6149"/>
                </a:cubicBezTo>
                <a:cubicBezTo>
                  <a:pt x="3843" y="6149"/>
                  <a:pt x="3834" y="6149"/>
                  <a:pt x="3814" y="6159"/>
                </a:cubicBezTo>
                <a:cubicBezTo>
                  <a:pt x="2948" y="4412"/>
                  <a:pt x="2948" y="4412"/>
                  <a:pt x="2948" y="4412"/>
                </a:cubicBezTo>
                <a:cubicBezTo>
                  <a:pt x="2958" y="4390"/>
                  <a:pt x="2968" y="4369"/>
                  <a:pt x="2977" y="4348"/>
                </a:cubicBezTo>
                <a:cubicBezTo>
                  <a:pt x="7365" y="4486"/>
                  <a:pt x="7365" y="4486"/>
                  <a:pt x="7365" y="4486"/>
                </a:cubicBezTo>
                <a:cubicBezTo>
                  <a:pt x="7365" y="4486"/>
                  <a:pt x="7365" y="4497"/>
                  <a:pt x="7375" y="4508"/>
                </a:cubicBezTo>
                <a:lnTo>
                  <a:pt x="3989" y="6223"/>
                </a:lnTo>
                <a:close/>
                <a:moveTo>
                  <a:pt x="9808" y="4934"/>
                </a:moveTo>
                <a:cubicBezTo>
                  <a:pt x="9817" y="4923"/>
                  <a:pt x="9817" y="4902"/>
                  <a:pt x="9817" y="4881"/>
                </a:cubicBezTo>
                <a:cubicBezTo>
                  <a:pt x="9817" y="4881"/>
                  <a:pt x="9817" y="4881"/>
                  <a:pt x="9817" y="4881"/>
                </a:cubicBezTo>
                <a:cubicBezTo>
                  <a:pt x="12259" y="4422"/>
                  <a:pt x="12259" y="4422"/>
                  <a:pt x="12259" y="4422"/>
                </a:cubicBezTo>
                <a:cubicBezTo>
                  <a:pt x="12289" y="4486"/>
                  <a:pt x="12337" y="4529"/>
                  <a:pt x="12405" y="4529"/>
                </a:cubicBezTo>
                <a:cubicBezTo>
                  <a:pt x="12415" y="4529"/>
                  <a:pt x="12425" y="4529"/>
                  <a:pt x="12435" y="4518"/>
                </a:cubicBezTo>
                <a:cubicBezTo>
                  <a:pt x="13369" y="7022"/>
                  <a:pt x="13369" y="7022"/>
                  <a:pt x="13369" y="7022"/>
                </a:cubicBezTo>
                <a:cubicBezTo>
                  <a:pt x="13349" y="7044"/>
                  <a:pt x="13339" y="7065"/>
                  <a:pt x="13339" y="7097"/>
                </a:cubicBezTo>
                <a:lnTo>
                  <a:pt x="9808" y="4934"/>
                </a:lnTo>
                <a:close/>
                <a:moveTo>
                  <a:pt x="13631" y="7129"/>
                </a:moveTo>
                <a:cubicBezTo>
                  <a:pt x="13631" y="7129"/>
                  <a:pt x="13631" y="7129"/>
                  <a:pt x="13631" y="7129"/>
                </a:cubicBezTo>
                <a:cubicBezTo>
                  <a:pt x="13631" y="7108"/>
                  <a:pt x="13622" y="7086"/>
                  <a:pt x="13622" y="7076"/>
                </a:cubicBezTo>
                <a:cubicBezTo>
                  <a:pt x="16482" y="5840"/>
                  <a:pt x="16482" y="5840"/>
                  <a:pt x="16482" y="5840"/>
                </a:cubicBezTo>
                <a:cubicBezTo>
                  <a:pt x="16502" y="5861"/>
                  <a:pt x="16521" y="5861"/>
                  <a:pt x="16550" y="5861"/>
                </a:cubicBezTo>
                <a:cubicBezTo>
                  <a:pt x="16560" y="5861"/>
                  <a:pt x="16560" y="5861"/>
                  <a:pt x="16560" y="5861"/>
                </a:cubicBezTo>
                <a:cubicBezTo>
                  <a:pt x="17115" y="7800"/>
                  <a:pt x="17115" y="7800"/>
                  <a:pt x="17115" y="7800"/>
                </a:cubicBezTo>
                <a:cubicBezTo>
                  <a:pt x="17085" y="7811"/>
                  <a:pt x="17066" y="7832"/>
                  <a:pt x="17056" y="7854"/>
                </a:cubicBezTo>
                <a:lnTo>
                  <a:pt x="13631" y="7129"/>
                </a:lnTo>
                <a:close/>
                <a:moveTo>
                  <a:pt x="15081" y="9622"/>
                </a:moveTo>
                <a:cubicBezTo>
                  <a:pt x="17076" y="8056"/>
                  <a:pt x="17076" y="8056"/>
                  <a:pt x="17076" y="8056"/>
                </a:cubicBezTo>
                <a:cubicBezTo>
                  <a:pt x="17095" y="8077"/>
                  <a:pt x="17115" y="8088"/>
                  <a:pt x="17134" y="8099"/>
                </a:cubicBezTo>
                <a:cubicBezTo>
                  <a:pt x="16832" y="11072"/>
                  <a:pt x="16832" y="11072"/>
                  <a:pt x="16832" y="11072"/>
                </a:cubicBezTo>
                <a:cubicBezTo>
                  <a:pt x="16794" y="11072"/>
                  <a:pt x="16764" y="11093"/>
                  <a:pt x="16735" y="11114"/>
                </a:cubicBezTo>
                <a:cubicBezTo>
                  <a:pt x="15130" y="9825"/>
                  <a:pt x="15130" y="9825"/>
                  <a:pt x="15130" y="9825"/>
                </a:cubicBezTo>
                <a:cubicBezTo>
                  <a:pt x="15139" y="9804"/>
                  <a:pt x="15149" y="9782"/>
                  <a:pt x="15149" y="9750"/>
                </a:cubicBezTo>
                <a:cubicBezTo>
                  <a:pt x="15149" y="9697"/>
                  <a:pt x="15120" y="9654"/>
                  <a:pt x="15081" y="9622"/>
                </a:cubicBezTo>
                <a:close/>
                <a:moveTo>
                  <a:pt x="16978" y="11296"/>
                </a:moveTo>
                <a:cubicBezTo>
                  <a:pt x="16978" y="11274"/>
                  <a:pt x="16988" y="11253"/>
                  <a:pt x="16988" y="11232"/>
                </a:cubicBezTo>
                <a:cubicBezTo>
                  <a:pt x="16988" y="11157"/>
                  <a:pt x="16939" y="11093"/>
                  <a:pt x="16881" y="11082"/>
                </a:cubicBezTo>
                <a:cubicBezTo>
                  <a:pt x="17183" y="8152"/>
                  <a:pt x="17183" y="8152"/>
                  <a:pt x="17183" y="8152"/>
                </a:cubicBezTo>
                <a:cubicBezTo>
                  <a:pt x="17621" y="11679"/>
                  <a:pt x="17621" y="11679"/>
                  <a:pt x="17621" y="11679"/>
                </a:cubicBezTo>
                <a:cubicBezTo>
                  <a:pt x="17611" y="11679"/>
                  <a:pt x="17601" y="11690"/>
                  <a:pt x="17591" y="11700"/>
                </a:cubicBezTo>
                <a:lnTo>
                  <a:pt x="16978" y="11296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12700">
            <a:miter lim="400000"/>
            <a:tailEnd type="triangle"/>
          </a:ln>
        </p:spPr>
        <p:txBody>
          <a:bodyPr tIns="91439" bIns="91439"/>
          <a:lstStyle/>
          <a:p>
            <a:pPr lvl="0" algn="l" defTabSz="914400">
              <a:defRPr sz="3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spd="med" advClick="1">
    <p:dissolve/>
  </p:transition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presetClass="entr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presetClass="entr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500"/>
                                        <p:tgtEl>
                                          <p:spTgt spid="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presetClass="entr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73" grpId="1"/>
      <p:bldP build="whole" bldLvl="1" animBg="1" rev="0" advAuto="0" spid="2275" grpId="2"/>
      <p:bldP build="whole" bldLvl="1" animBg="1" rev="0" advAuto="0" spid="2274" grpId="3"/>
    </p:bld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