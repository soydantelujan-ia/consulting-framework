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05"/>
          <c:y val="0.005"/>
          <c:w val="0.99"/>
          <c:h val="0.9875"/>
        </c:manualLayout>
      </c:layout>
      <c:pieChart>
        <c:varyColors val="0"/>
        <c:ser>
          <c:idx val="0"/>
          <c:order val="0"/>
          <c:tx>
            <c:strRef>
              <c:f>Sheet1!$A$2</c:f>
              <c:strCache>
                <c:ptCount val="1"/>
                <c:pt idx="0">
                  <c:v>Plan</c:v>
                </c:pt>
              </c:strCache>
            </c:strRef>
          </c:tx>
          <c:spPr>
            <a:solidFill>
              <a:srgbClr val="4A65AD"/>
            </a:solidFill>
            <a:ln w="9525" cap="flat">
              <a:solidFill>
                <a:srgbClr val="FFFFFF"/>
              </a:solidFill>
              <a:prstDash val="solid"/>
              <a:round/>
            </a:ln>
            <a:effectLst/>
          </c:spPr>
          <c:explosion val="0"/>
          <c:dPt>
            <c:idx val="0"/>
            <c:explosion val="0"/>
            <c:spPr>
              <a:solidFill>
                <a:srgbClr val="4A65AD"/>
              </a:solidFill>
              <a:ln w="9525" cap="flat">
                <a:solidFill>
                  <a:srgbClr val="FFFFFF"/>
                </a:solidFill>
                <a:prstDash val="solid"/>
                <a:round/>
              </a:ln>
              <a:effectLst/>
            </c:spPr>
          </c:dPt>
          <c:dPt>
            <c:idx val="1"/>
            <c:explosion val="0"/>
            <c:spPr>
              <a:solidFill>
                <a:srgbClr val="5174BB"/>
              </a:solidFill>
              <a:ln w="9525" cap="flat">
                <a:solidFill>
                  <a:srgbClr val="FFFFFF"/>
                </a:solidFill>
                <a:prstDash val="solid"/>
                <a:round/>
              </a:ln>
              <a:effectLst/>
            </c:spPr>
          </c:dPt>
          <c:dPt>
            <c:idx val="2"/>
            <c:explosion val="0"/>
            <c:spPr>
              <a:solidFill>
                <a:srgbClr val="8B9DC3"/>
              </a:solidFill>
              <a:ln w="9525" cap="flat">
                <a:solidFill>
                  <a:srgbClr val="FFFFFF"/>
                </a:solidFill>
                <a:prstDash val="solid"/>
                <a:round/>
              </a:ln>
              <a:effectLst/>
            </c:spPr>
          </c:dPt>
          <c:dPt>
            <c:idx val="3"/>
            <c:explosion val="0"/>
            <c:spPr>
              <a:solidFill>
                <a:srgbClr val="CBD1E3"/>
              </a:solidFill>
              <a:ln w="9525" cap="flat">
                <a:solidFill>
                  <a:srgbClr val="FFFFFF"/>
                </a:solidFill>
                <a:prstDash val="solid"/>
                <a:round/>
              </a:ln>
              <a:effectLst/>
            </c:spPr>
          </c:dPt>
          <c:dLbls>
            <c:dLbl>
              <c:idx val="0"/>
              <c:numFmt formatCode="0" sourceLinked="0"/>
              <c:txPr>
                <a:bodyPr/>
                <a:lstStyle/>
                <a:p>
                  <a:pPr>
                    <a:defRPr b="0" i="0" strike="noStrike" sz="2000" u="none">
                      <a:solidFill>
                        <a:srgbClr val="3F3F3F"/>
                      </a:solidFill>
                      <a:latin typeface="Open Sans"/>
                    </a:defRPr>
                  </a:pPr>
                </a:p>
              </c:txPr>
              <c:dLblPos val="inEnd"/>
              <c:showLegendKey val="0"/>
              <c:showVal val="0"/>
              <c:showCatName val="0"/>
              <c:showSerName val="0"/>
              <c:showPercent val="0"/>
              <c:showBubbleSize val="0"/>
            </c:dLbl>
            <c:dLbl>
              <c:idx val="1"/>
              <c:numFmt formatCode="0.#" sourceLinked="0"/>
              <c:txPr>
                <a:bodyPr/>
                <a:lstStyle/>
                <a:p>
                  <a:pPr>
                    <a:defRPr b="0" i="0" strike="noStrike" sz="2000" u="none">
                      <a:solidFill>
                        <a:srgbClr val="3F3F3F"/>
                      </a:solidFill>
                      <a:latin typeface="Open Sans"/>
                    </a:defRPr>
                  </a:pPr>
                </a:p>
              </c:txPr>
              <c:dLblPos val="inEnd"/>
              <c:showLegendKey val="0"/>
              <c:showVal val="0"/>
              <c:showCatName val="0"/>
              <c:showSerName val="0"/>
              <c:showPercent val="0"/>
              <c:showBubbleSize val="0"/>
            </c:dLbl>
            <c:dLbl>
              <c:idx val="2"/>
              <c:numFmt formatCode="0.#" sourceLinked="0"/>
              <c:txPr>
                <a:bodyPr/>
                <a:lstStyle/>
                <a:p>
                  <a:pPr>
                    <a:defRPr b="0" i="0" strike="noStrike" sz="2000" u="none">
                      <a:solidFill>
                        <a:srgbClr val="3F3F3F"/>
                      </a:solidFill>
                      <a:latin typeface="Open Sans"/>
                    </a:defRPr>
                  </a:pPr>
                </a:p>
              </c:txPr>
              <c:dLblPos val="inEnd"/>
              <c:showLegendKey val="0"/>
              <c:showVal val="0"/>
              <c:showCatName val="0"/>
              <c:showSerName val="0"/>
              <c:showPercent val="0"/>
              <c:showBubbleSize val="0"/>
            </c:dLbl>
            <c:dLbl>
              <c:idx val="3"/>
              <c:numFmt formatCode="0" sourceLinked="0"/>
              <c:txPr>
                <a:bodyPr/>
                <a:lstStyle/>
                <a:p>
                  <a:pPr>
                    <a:defRPr b="0" i="0" strike="noStrike" sz="2000" u="none">
                      <a:solidFill>
                        <a:srgbClr val="3F3F3F"/>
                      </a:solidFill>
                      <a:latin typeface="Open Sans"/>
                    </a:defRPr>
                  </a:pPr>
                </a:p>
              </c:txPr>
              <c:dLblPos val="inEnd"/>
              <c:showLegendKey val="0"/>
              <c:showVal val="0"/>
              <c:showCatName val="0"/>
              <c:showSerName val="0"/>
              <c:showPercent val="0"/>
              <c:showBubbleSize val="0"/>
            </c:dLbl>
            <c:numFmt formatCode="0" sourceLinked="0"/>
            <c:txPr>
              <a:bodyPr/>
              <a:lstStyle/>
              <a:p>
                <a:pPr>
                  <a:defRPr b="0" i="0" strike="noStrike" sz="2000" u="none">
                    <a:solidFill>
                      <a:srgbClr val="3F3F3F"/>
                    </a:solidFill>
                    <a:latin typeface="Open Sans"/>
                  </a:defRPr>
                </a:pPr>
              </a:p>
            </c:txPr>
            <c:dLblPos val="inEnd"/>
            <c:showLegendKey val="0"/>
            <c:showVal val="0"/>
            <c:showCatName val="0"/>
            <c:showSerName val="0"/>
            <c:showPercent val="0"/>
            <c:showBubbleSize val="0"/>
            <c:showLeaderLines val="1"/>
            <c:leaderLines>
              <c:spPr>
                <a:noFill/>
                <a:ln w="6350" cap="flat">
                  <a:solidFill>
                    <a:srgbClr val="000000"/>
                  </a:solidFill>
                  <a:prstDash val="solid"/>
                  <a:miter lim="400000"/>
                </a:ln>
                <a:effectLst/>
              </c:spPr>
            </c:leaderLines>
          </c:dLbls>
          <c:cat>
            <c:strRef>
              <c:f>Sheet1!$B$1:$E$1</c:f>
              <c:strCache>
                <c:ptCount val="4"/>
                <c:pt idx="0">
                  <c:v>Estrategia 1</c:v>
                </c:pt>
                <c:pt idx="1">
                  <c:v>Estrategia 2</c:v>
                </c:pt>
                <c:pt idx="2">
                  <c:v>Estrategia 3</c:v>
                </c:pt>
                <c:pt idx="3">
                  <c:v>Estrategia 4</c:v>
                </c:pt>
              </c:strCache>
            </c:strRef>
          </c:cat>
          <c:val>
            <c:numRef>
              <c:f>Sheet1!$B$2:$E$2</c:f>
              <c:numCache>
                <c:ptCount val="4"/>
                <c:pt idx="0">
                  <c:v>25.000000</c:v>
                </c:pt>
                <c:pt idx="1">
                  <c:v>25.000000</c:v>
                </c:pt>
                <c:pt idx="2">
                  <c:v>25.000000</c:v>
                </c:pt>
                <c:pt idx="3">
                  <c:v>25.000000</c:v>
                </c:pt>
              </c:numCache>
            </c:numRef>
          </c:val>
        </c:ser>
        <c:firstSliceAng val="119"/>
      </c:pieChart>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p:nvPr>
            <p:ph type="sldImg"/>
          </p:nvPr>
        </p:nvSpPr>
        <p:spPr>
          <a:xfrm>
            <a:off x="1143000" y="685800"/>
            <a:ext cx="4572000" cy="3429000"/>
          </a:xfrm>
          <a:prstGeom prst="rect">
            <a:avLst/>
          </a:prstGeom>
        </p:spPr>
        <p:txBody>
          <a:bodyPr/>
          <a:lstStyle/>
          <a:p>
            <a:pPr/>
          </a:p>
        </p:txBody>
      </p:sp>
      <p:sp>
        <p:nvSpPr>
          <p:cNvPr id="177" name="Shape 17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1900">
        <a:latin typeface="+mj-lt"/>
        <a:ea typeface="+mj-ea"/>
        <a:cs typeface="+mj-cs"/>
        <a:sym typeface="Montserrat"/>
      </a:defRPr>
    </a:lvl1pPr>
    <a:lvl2pPr indent="228600" defTabSz="457200" latinLnBrk="0">
      <a:lnSpc>
        <a:spcPct val="117999"/>
      </a:lnSpc>
      <a:defRPr sz="1900">
        <a:latin typeface="+mj-lt"/>
        <a:ea typeface="+mj-ea"/>
        <a:cs typeface="+mj-cs"/>
        <a:sym typeface="Montserrat"/>
      </a:defRPr>
    </a:lvl2pPr>
    <a:lvl3pPr indent="457200" defTabSz="457200" latinLnBrk="0">
      <a:lnSpc>
        <a:spcPct val="117999"/>
      </a:lnSpc>
      <a:defRPr sz="1900">
        <a:latin typeface="+mj-lt"/>
        <a:ea typeface="+mj-ea"/>
        <a:cs typeface="+mj-cs"/>
        <a:sym typeface="Montserrat"/>
      </a:defRPr>
    </a:lvl3pPr>
    <a:lvl4pPr indent="685800" defTabSz="457200" latinLnBrk="0">
      <a:lnSpc>
        <a:spcPct val="117999"/>
      </a:lnSpc>
      <a:defRPr sz="1900">
        <a:latin typeface="+mj-lt"/>
        <a:ea typeface="+mj-ea"/>
        <a:cs typeface="+mj-cs"/>
        <a:sym typeface="Montserrat"/>
      </a:defRPr>
    </a:lvl4pPr>
    <a:lvl5pPr indent="914400" defTabSz="457200" latinLnBrk="0">
      <a:lnSpc>
        <a:spcPct val="117999"/>
      </a:lnSpc>
      <a:defRPr sz="1900">
        <a:latin typeface="+mj-lt"/>
        <a:ea typeface="+mj-ea"/>
        <a:cs typeface="+mj-cs"/>
        <a:sym typeface="Montserrat"/>
      </a:defRPr>
    </a:lvl5pPr>
    <a:lvl6pPr indent="1143000" defTabSz="457200" latinLnBrk="0">
      <a:lnSpc>
        <a:spcPct val="117999"/>
      </a:lnSpc>
      <a:defRPr sz="1900">
        <a:latin typeface="+mj-lt"/>
        <a:ea typeface="+mj-ea"/>
        <a:cs typeface="+mj-cs"/>
        <a:sym typeface="Montserrat"/>
      </a:defRPr>
    </a:lvl6pPr>
    <a:lvl7pPr indent="1371600" defTabSz="457200" latinLnBrk="0">
      <a:lnSpc>
        <a:spcPct val="117999"/>
      </a:lnSpc>
      <a:defRPr sz="1900">
        <a:latin typeface="+mj-lt"/>
        <a:ea typeface="+mj-ea"/>
        <a:cs typeface="+mj-cs"/>
        <a:sym typeface="Montserrat"/>
      </a:defRPr>
    </a:lvl7pPr>
    <a:lvl8pPr indent="1600200" defTabSz="457200" latinLnBrk="0">
      <a:lnSpc>
        <a:spcPct val="117999"/>
      </a:lnSpc>
      <a:defRPr sz="1900">
        <a:latin typeface="+mj-lt"/>
        <a:ea typeface="+mj-ea"/>
        <a:cs typeface="+mj-cs"/>
        <a:sym typeface="Montserrat"/>
      </a:defRPr>
    </a:lvl8pPr>
    <a:lvl9pPr indent="1828800" defTabSz="457200" latinLnBrk="0">
      <a:lnSpc>
        <a:spcPct val="117999"/>
      </a:lnSpc>
      <a:defRPr sz="1900">
        <a:latin typeface="+mj-lt"/>
        <a:ea typeface="+mj-ea"/>
        <a:cs typeface="+mj-cs"/>
        <a:sym typeface="Montserrat"/>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20" name="Shape 320"/>
          <p:cNvSpPr/>
          <p:nvPr>
            <p:ph type="sldImg"/>
          </p:nvPr>
        </p:nvSpPr>
        <p:spPr>
          <a:prstGeom prst="rect">
            <a:avLst/>
          </a:prstGeom>
        </p:spPr>
        <p:txBody>
          <a:bodyPr/>
          <a:lstStyle/>
          <a:p>
            <a:pPr/>
          </a:p>
        </p:txBody>
      </p:sp>
      <p:sp>
        <p:nvSpPr>
          <p:cNvPr id="321" name="Shape 321"/>
          <p:cNvSpPr/>
          <p:nvPr>
            <p:ph type="body" sz="quarter" idx="1"/>
          </p:nvPr>
        </p:nvSpPr>
        <p:spPr>
          <a:prstGeom prst="rect">
            <a:avLst/>
          </a:prstGeom>
        </p:spPr>
        <p:txBody>
          <a:bodyPr/>
          <a:lstStyle/>
          <a:p>
            <a:pPr/>
            <a:r>
              <a:t>Sí eres un consultor / freelance no tienes que poner equipo, comparte tu biografía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51" name="Shape 351"/>
          <p:cNvSpPr/>
          <p:nvPr>
            <p:ph type="sldImg"/>
          </p:nvPr>
        </p:nvSpPr>
        <p:spPr>
          <a:prstGeom prst="rect">
            <a:avLst/>
          </a:prstGeom>
        </p:spPr>
        <p:txBody>
          <a:bodyPr/>
          <a:lstStyle/>
          <a:p>
            <a:pPr/>
          </a:p>
        </p:txBody>
      </p:sp>
      <p:sp>
        <p:nvSpPr>
          <p:cNvPr id="352" name="Shape 352"/>
          <p:cNvSpPr/>
          <p:nvPr>
            <p:ph type="body" sz="quarter" idx="1"/>
          </p:nvPr>
        </p:nvSpPr>
        <p:spPr>
          <a:prstGeom prst="rect">
            <a:avLst/>
          </a:prstGeom>
        </p:spPr>
        <p:txBody>
          <a:bodyPr/>
          <a:lstStyle/>
          <a:p>
            <a:pPr/>
            <a:r>
              <a:t>Puedes poner apariciones de medios si no tienes premios ;)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24" name="Shape 624"/>
          <p:cNvSpPr/>
          <p:nvPr>
            <p:ph type="sldImg"/>
          </p:nvPr>
        </p:nvSpPr>
        <p:spPr>
          <a:prstGeom prst="rect">
            <a:avLst/>
          </a:prstGeom>
        </p:spPr>
        <p:txBody>
          <a:bodyPr/>
          <a:lstStyle/>
          <a:p>
            <a:pPr/>
          </a:p>
        </p:txBody>
      </p:sp>
      <p:sp>
        <p:nvSpPr>
          <p:cNvPr id="625" name="Shape 625"/>
          <p:cNvSpPr/>
          <p:nvPr>
            <p:ph type="body" sz="quarter" idx="1"/>
          </p:nvPr>
        </p:nvSpPr>
        <p:spPr>
          <a:prstGeom prst="rect">
            <a:avLst/>
          </a:prstGeom>
        </p:spPr>
        <p:txBody>
          <a:bodyPr/>
          <a:lstStyle/>
          <a:p>
            <a:pPr/>
            <a:r>
              <a:t>Mueve el triángulo superior para colocarlo en el mes que estás enviando la propuesta</a:t>
            </a:r>
          </a:p>
          <a:p>
            <a:pPr/>
            <a:r>
              <a:t>Edita y mueve cada acción/estrategia que propones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73" name="Shape 673"/>
          <p:cNvSpPr/>
          <p:nvPr>
            <p:ph type="sldImg"/>
          </p:nvPr>
        </p:nvSpPr>
        <p:spPr>
          <a:prstGeom prst="rect">
            <a:avLst/>
          </a:prstGeom>
        </p:spPr>
        <p:txBody>
          <a:bodyPr/>
          <a:lstStyle/>
          <a:p>
            <a:pPr/>
          </a:p>
        </p:txBody>
      </p:sp>
      <p:sp>
        <p:nvSpPr>
          <p:cNvPr id="674" name="Shape 674"/>
          <p:cNvSpPr/>
          <p:nvPr>
            <p:ph type="body" sz="quarter" idx="1"/>
          </p:nvPr>
        </p:nvSpPr>
        <p:spPr>
          <a:prstGeom prst="rect">
            <a:avLst/>
          </a:prstGeom>
        </p:spPr>
        <p:txBody>
          <a:bodyPr/>
          <a:lstStyle/>
          <a:p>
            <a:pPr/>
            <a:r>
              <a:t>Mueve el triángulo superior para colocarlo en el mes que estás enviando la propuesta</a:t>
            </a:r>
          </a:p>
          <a:p>
            <a:pPr/>
            <a:r>
              <a:t>Edita y mueve cada acción/estrategia que propones</a:t>
            </a:r>
          </a:p>
          <a:p>
            <a:pPr/>
            <a:r>
              <a:t>Define el % que llevas implementado o conseguido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16" name="Shape 816"/>
          <p:cNvSpPr/>
          <p:nvPr>
            <p:ph type="sldImg"/>
          </p:nvPr>
        </p:nvSpPr>
        <p:spPr>
          <a:prstGeom prst="rect">
            <a:avLst/>
          </a:prstGeom>
        </p:spPr>
        <p:txBody>
          <a:bodyPr/>
          <a:lstStyle/>
          <a:p>
            <a:pPr/>
          </a:p>
        </p:txBody>
      </p:sp>
      <p:sp>
        <p:nvSpPr>
          <p:cNvPr id="817" name="Shape 817"/>
          <p:cNvSpPr/>
          <p:nvPr>
            <p:ph type="body" sz="quarter" idx="1"/>
          </p:nvPr>
        </p:nvSpPr>
        <p:spPr>
          <a:prstGeom prst="rect">
            <a:avLst/>
          </a:prstGeom>
        </p:spPr>
        <p:txBody>
          <a:bodyPr/>
          <a:lstStyle/>
          <a:p>
            <a:pPr/>
            <a:r>
              <a:t>Esta tabla te ayudará a definir buenos indicadores para las propuestas que presentas a tus clientes.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71" name="Shape 1071"/>
          <p:cNvSpPr/>
          <p:nvPr>
            <p:ph type="sldImg"/>
          </p:nvPr>
        </p:nvSpPr>
        <p:spPr>
          <a:prstGeom prst="rect">
            <a:avLst/>
          </a:prstGeom>
        </p:spPr>
        <p:txBody>
          <a:bodyPr/>
          <a:lstStyle/>
          <a:p>
            <a:pPr/>
          </a:p>
        </p:txBody>
      </p:sp>
      <p:sp>
        <p:nvSpPr>
          <p:cNvPr id="1072" name="Shape 1072"/>
          <p:cNvSpPr/>
          <p:nvPr>
            <p:ph type="body" sz="quarter" idx="1"/>
          </p:nvPr>
        </p:nvSpPr>
        <p:spPr>
          <a:prstGeom prst="rect">
            <a:avLst/>
          </a:prstGeom>
        </p:spPr>
        <p:txBody>
          <a:bodyPr/>
          <a:lstStyle/>
          <a:p>
            <a:pPr/>
            <a:r>
              <a:t>Mueve el rectángulo azul y simula porcentajes con el logo de Twitter.</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vilmanunez.com/recursos" TargetMode="External"/><Relationship Id="rId3" Type="http://schemas.openxmlformats.org/officeDocument/2006/relationships/image" Target="../media/image1.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1" showMasterPhAnim="1">
  <p:cSld name="Título y subtítulo">
    <p:spTree>
      <p:nvGrpSpPr>
        <p:cNvPr id="1" name=""/>
        <p:cNvGrpSpPr/>
        <p:nvPr/>
      </p:nvGrpSpPr>
      <p:grpSpPr>
        <a:xfrm>
          <a:off x="0" y="0"/>
          <a:ext cx="0" cy="0"/>
          <a:chOff x="0" y="0"/>
          <a:chExt cx="0" cy="0"/>
        </a:xfrm>
      </p:grpSpPr>
      <p:sp>
        <p:nvSpPr>
          <p:cNvPr id="11" name="Texto del título"/>
          <p:cNvSpPr txBox="1"/>
          <p:nvPr>
            <p:ph type="title"/>
          </p:nvPr>
        </p:nvSpPr>
        <p:spPr>
          <a:xfrm>
            <a:off x="1778000" y="2298700"/>
            <a:ext cx="20828000" cy="4648200"/>
          </a:xfrm>
          <a:prstGeom prst="rect">
            <a:avLst/>
          </a:prstGeom>
        </p:spPr>
        <p:txBody>
          <a:bodyPr anchor="b"/>
          <a:lstStyle/>
          <a:p>
            <a:pPr/>
            <a:r>
              <a:t>Texto del título</a:t>
            </a:r>
          </a:p>
        </p:txBody>
      </p:sp>
      <p:sp>
        <p:nvSpPr>
          <p:cNvPr id="12" name="Nivel de texto 1…"/>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228600" algn="ctr">
              <a:spcBef>
                <a:spcPts val="0"/>
              </a:spcBef>
              <a:buSzTx/>
              <a:buNone/>
              <a:defRPr sz="5400"/>
            </a:lvl2pPr>
            <a:lvl3pPr marL="0" indent="457200" algn="ctr">
              <a:spcBef>
                <a:spcPts val="0"/>
              </a:spcBef>
              <a:buSzTx/>
              <a:buNone/>
              <a:defRPr sz="5400"/>
            </a:lvl3pPr>
            <a:lvl4pPr marL="0" indent="685800" algn="ctr">
              <a:spcBef>
                <a:spcPts val="0"/>
              </a:spcBef>
              <a:buSzTx/>
              <a:buNone/>
              <a:defRPr sz="5400"/>
            </a:lvl4pPr>
            <a:lvl5pPr marL="0" indent="914400" algn="ctr">
              <a:spcBef>
                <a:spcPts val="0"/>
              </a:spcBef>
              <a:buSzTx/>
              <a:buNone/>
              <a:defRPr sz="5400"/>
            </a:lvl5pPr>
          </a:lstStyle>
          <a:p>
            <a:pPr/>
            <a:r>
              <a:t>Nivel de texto 1</a:t>
            </a:r>
          </a:p>
          <a:p>
            <a:pPr lvl="1"/>
            <a:r>
              <a:t>Nivel de texto 2</a:t>
            </a:r>
          </a:p>
          <a:p>
            <a:pPr lvl="2"/>
            <a:r>
              <a:t>Nivel de texto 3</a:t>
            </a:r>
          </a:p>
          <a:p>
            <a:pPr lvl="3"/>
            <a:r>
              <a:t>Nivel de texto 4</a:t>
            </a:r>
          </a:p>
          <a:p>
            <a:pPr lvl="4"/>
            <a:r>
              <a:t>Nivel de texto 5</a:t>
            </a:r>
          </a:p>
        </p:txBody>
      </p:sp>
      <p:sp>
        <p:nvSpPr>
          <p:cNvPr id="13"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Foto (horizontal)">
    <p:spTree>
      <p:nvGrpSpPr>
        <p:cNvPr id="1" name=""/>
        <p:cNvGrpSpPr/>
        <p:nvPr/>
      </p:nvGrpSpPr>
      <p:grpSpPr>
        <a:xfrm>
          <a:off x="0" y="0"/>
          <a:ext cx="0" cy="0"/>
          <a:chOff x="0" y="0"/>
          <a:chExt cx="0" cy="0"/>
        </a:xfrm>
      </p:grpSpPr>
      <p:sp>
        <p:nvSpPr>
          <p:cNvPr id="20" name="Imagen"/>
          <p:cNvSpPr/>
          <p:nvPr>
            <p:ph type="pic" idx="13"/>
          </p:nvPr>
        </p:nvSpPr>
        <p:spPr>
          <a:xfrm>
            <a:off x="3125968" y="673100"/>
            <a:ext cx="18135601" cy="8737600"/>
          </a:xfrm>
          <a:prstGeom prst="rect">
            <a:avLst/>
          </a:prstGeom>
        </p:spPr>
        <p:txBody>
          <a:bodyPr lIns="91439" tIns="45719" rIns="91439" bIns="45719" anchor="t">
            <a:noAutofit/>
          </a:bodyPr>
          <a:lstStyle/>
          <a:p>
            <a:pPr/>
          </a:p>
        </p:txBody>
      </p:sp>
      <p:sp>
        <p:nvSpPr>
          <p:cNvPr id="21" name="Texto del título"/>
          <p:cNvSpPr txBox="1"/>
          <p:nvPr>
            <p:ph type="title"/>
          </p:nvPr>
        </p:nvSpPr>
        <p:spPr>
          <a:xfrm>
            <a:off x="635000" y="9512300"/>
            <a:ext cx="23114000" cy="2006600"/>
          </a:xfrm>
          <a:prstGeom prst="rect">
            <a:avLst/>
          </a:prstGeom>
        </p:spPr>
        <p:txBody>
          <a:bodyPr anchor="b"/>
          <a:lstStyle/>
          <a:p>
            <a:pPr/>
            <a:r>
              <a:t>Texto del título</a:t>
            </a:r>
          </a:p>
        </p:txBody>
      </p:sp>
      <p:sp>
        <p:nvSpPr>
          <p:cNvPr id="22" name="Nivel de texto 1…"/>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228600" algn="ctr">
              <a:spcBef>
                <a:spcPts val="0"/>
              </a:spcBef>
              <a:buSzTx/>
              <a:buNone/>
              <a:defRPr sz="5400"/>
            </a:lvl2pPr>
            <a:lvl3pPr marL="0" indent="457200" algn="ctr">
              <a:spcBef>
                <a:spcPts val="0"/>
              </a:spcBef>
              <a:buSzTx/>
              <a:buNone/>
              <a:defRPr sz="5400"/>
            </a:lvl3pPr>
            <a:lvl4pPr marL="0" indent="685800" algn="ctr">
              <a:spcBef>
                <a:spcPts val="0"/>
              </a:spcBef>
              <a:buSzTx/>
              <a:buNone/>
              <a:defRPr sz="5400"/>
            </a:lvl4pPr>
            <a:lvl5pPr marL="0" indent="914400" algn="ctr">
              <a:spcBef>
                <a:spcPts val="0"/>
              </a:spcBef>
              <a:buSzTx/>
              <a:buNone/>
              <a:defRPr sz="5400"/>
            </a:lvl5pPr>
          </a:lstStyle>
          <a:p>
            <a:pPr/>
            <a:r>
              <a:t>Nivel de texto 1</a:t>
            </a:r>
          </a:p>
          <a:p>
            <a:pPr lvl="1"/>
            <a:r>
              <a:t>Nivel de texto 2</a:t>
            </a:r>
          </a:p>
          <a:p>
            <a:pPr lvl="2"/>
            <a:r>
              <a:t>Nivel de texto 3</a:t>
            </a:r>
          </a:p>
          <a:p>
            <a:pPr lvl="3"/>
            <a:r>
              <a:t>Nivel de texto 4</a:t>
            </a:r>
          </a:p>
          <a:p>
            <a:pPr lvl="4"/>
            <a:r>
              <a:t>Nivel de texto 5</a:t>
            </a:r>
          </a:p>
        </p:txBody>
      </p:sp>
      <p:sp>
        <p:nvSpPr>
          <p:cNvPr id="23"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1" showMasterPhAnim="1">
  <p:cSld name="Título (centro)">
    <p:spTree>
      <p:nvGrpSpPr>
        <p:cNvPr id="1" name=""/>
        <p:cNvGrpSpPr/>
        <p:nvPr/>
      </p:nvGrpSpPr>
      <p:grpSpPr>
        <a:xfrm>
          <a:off x="0" y="0"/>
          <a:ext cx="0" cy="0"/>
          <a:chOff x="0" y="0"/>
          <a:chExt cx="0" cy="0"/>
        </a:xfrm>
      </p:grpSpPr>
      <p:sp>
        <p:nvSpPr>
          <p:cNvPr id="30" name="Texto del título"/>
          <p:cNvSpPr txBox="1"/>
          <p:nvPr>
            <p:ph type="title"/>
          </p:nvPr>
        </p:nvSpPr>
        <p:spPr>
          <a:xfrm>
            <a:off x="1689739" y="5367437"/>
            <a:ext cx="8873928" cy="3814663"/>
          </a:xfrm>
          <a:prstGeom prst="rect">
            <a:avLst/>
          </a:prstGeom>
        </p:spPr>
        <p:txBody>
          <a:bodyPr/>
          <a:lstStyle>
            <a:lvl1pPr>
              <a:defRPr sz="10000"/>
            </a:lvl1pPr>
          </a:lstStyle>
          <a:p>
            <a:pPr/>
            <a:r>
              <a:t>Texto del título</a:t>
            </a:r>
          </a:p>
        </p:txBody>
      </p:sp>
      <p:sp>
        <p:nvSpPr>
          <p:cNvPr id="31" name="Rectángulo"/>
          <p:cNvSpPr/>
          <p:nvPr/>
        </p:nvSpPr>
        <p:spPr>
          <a:xfrm>
            <a:off x="-11113" y="4589462"/>
            <a:ext cx="742951" cy="4537076"/>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32" name="Rectángulo"/>
          <p:cNvSpPr/>
          <p:nvPr/>
        </p:nvSpPr>
        <p:spPr>
          <a:xfrm>
            <a:off x="14771687" y="4589462"/>
            <a:ext cx="12309674" cy="4537076"/>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33" name="CATEGORÍA"/>
          <p:cNvSpPr/>
          <p:nvPr/>
        </p:nvSpPr>
        <p:spPr>
          <a:xfrm>
            <a:off x="1727121" y="4598231"/>
            <a:ext cx="3097159" cy="693297"/>
          </a:xfrm>
          <a:prstGeom prst="rect">
            <a:avLst/>
          </a:prstGeom>
          <a:solidFill>
            <a:schemeClr val="accent4">
              <a:hueOff val="-461056"/>
              <a:satOff val="4338"/>
              <a:lumOff val="-1022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sz="3200">
                <a:latin typeface="+mj-lt"/>
                <a:ea typeface="+mj-ea"/>
                <a:cs typeface="+mj-cs"/>
                <a:sym typeface="Montserrat"/>
              </a:defRPr>
            </a:lvl1pPr>
          </a:lstStyle>
          <a:p>
            <a:pPr/>
            <a:r>
              <a:t>CATEGORÍA</a:t>
            </a:r>
          </a:p>
        </p:txBody>
      </p:sp>
      <p:sp>
        <p:nvSpPr>
          <p:cNvPr id="34"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1" showMasterPhAnim="1">
  <p:cSld name="Foto (vertical)">
    <p:spTree>
      <p:nvGrpSpPr>
        <p:cNvPr id="1" name=""/>
        <p:cNvGrpSpPr/>
        <p:nvPr/>
      </p:nvGrpSpPr>
      <p:grpSpPr>
        <a:xfrm>
          <a:off x="0" y="0"/>
          <a:ext cx="0" cy="0"/>
          <a:chOff x="0" y="0"/>
          <a:chExt cx="0" cy="0"/>
        </a:xfrm>
      </p:grpSpPr>
      <p:sp>
        <p:nvSpPr>
          <p:cNvPr id="41" name="Imagen"/>
          <p:cNvSpPr/>
          <p:nvPr>
            <p:ph type="pic" sz="half" idx="13"/>
          </p:nvPr>
        </p:nvSpPr>
        <p:spPr>
          <a:xfrm>
            <a:off x="13165980" y="952500"/>
            <a:ext cx="9525001" cy="11468100"/>
          </a:xfrm>
          <a:prstGeom prst="rect">
            <a:avLst/>
          </a:prstGeom>
        </p:spPr>
        <p:txBody>
          <a:bodyPr lIns="91439" tIns="45719" rIns="91439" bIns="45719" anchor="t">
            <a:noAutofit/>
          </a:bodyPr>
          <a:lstStyle/>
          <a:p>
            <a:pPr/>
          </a:p>
        </p:txBody>
      </p:sp>
      <p:sp>
        <p:nvSpPr>
          <p:cNvPr id="42" name="Texto del título"/>
          <p:cNvSpPr txBox="1"/>
          <p:nvPr>
            <p:ph type="title"/>
          </p:nvPr>
        </p:nvSpPr>
        <p:spPr>
          <a:xfrm>
            <a:off x="1651000" y="952500"/>
            <a:ext cx="10223500" cy="5549900"/>
          </a:xfrm>
          <a:prstGeom prst="rect">
            <a:avLst/>
          </a:prstGeom>
        </p:spPr>
        <p:txBody>
          <a:bodyPr anchor="b"/>
          <a:lstStyle>
            <a:lvl1pPr algn="ctr">
              <a:defRPr b="0" sz="8400">
                <a:latin typeface="+mn-lt"/>
                <a:ea typeface="+mn-ea"/>
                <a:cs typeface="+mn-cs"/>
                <a:sym typeface="Helvetica Neue Medium"/>
              </a:defRPr>
            </a:lvl1pPr>
          </a:lstStyle>
          <a:p>
            <a:pPr/>
            <a:r>
              <a:t>Texto del título</a:t>
            </a:r>
          </a:p>
        </p:txBody>
      </p:sp>
      <p:sp>
        <p:nvSpPr>
          <p:cNvPr id="43" name="Nivel de texto 1…"/>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228600" algn="ctr">
              <a:spcBef>
                <a:spcPts val="0"/>
              </a:spcBef>
              <a:buSzTx/>
              <a:buNone/>
              <a:defRPr sz="5400"/>
            </a:lvl2pPr>
            <a:lvl3pPr marL="0" indent="457200" algn="ctr">
              <a:spcBef>
                <a:spcPts val="0"/>
              </a:spcBef>
              <a:buSzTx/>
              <a:buNone/>
              <a:defRPr sz="5400"/>
            </a:lvl3pPr>
            <a:lvl4pPr marL="0" indent="685800" algn="ctr">
              <a:spcBef>
                <a:spcPts val="0"/>
              </a:spcBef>
              <a:buSzTx/>
              <a:buNone/>
              <a:defRPr sz="5400"/>
            </a:lvl4pPr>
            <a:lvl5pPr marL="0" indent="914400" algn="ctr">
              <a:spcBef>
                <a:spcPts val="0"/>
              </a:spcBef>
              <a:buSzTx/>
              <a:buNone/>
              <a:defRPr sz="5400"/>
            </a:lvl5pPr>
          </a:lstStyle>
          <a:p>
            <a:pPr/>
            <a:r>
              <a:t>Nivel de texto 1</a:t>
            </a:r>
          </a:p>
          <a:p>
            <a:pPr lvl="1"/>
            <a:r>
              <a:t>Nivel de texto 2</a:t>
            </a:r>
          </a:p>
          <a:p>
            <a:pPr lvl="2"/>
            <a:r>
              <a:t>Nivel de texto 3</a:t>
            </a:r>
          </a:p>
          <a:p>
            <a:pPr lvl="3"/>
            <a:r>
              <a:t>Nivel de texto 4</a:t>
            </a:r>
          </a:p>
          <a:p>
            <a:pPr lvl="4"/>
            <a:r>
              <a:t>Nivel de texto 5</a:t>
            </a:r>
          </a:p>
        </p:txBody>
      </p:sp>
      <p:sp>
        <p:nvSpPr>
          <p:cNvPr id="44"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Título (arriba)">
    <p:spTree>
      <p:nvGrpSpPr>
        <p:cNvPr id="1" name=""/>
        <p:cNvGrpSpPr/>
        <p:nvPr/>
      </p:nvGrpSpPr>
      <p:grpSpPr>
        <a:xfrm>
          <a:off x="0" y="0"/>
          <a:ext cx="0" cy="0"/>
          <a:chOff x="0" y="0"/>
          <a:chExt cx="0" cy="0"/>
        </a:xfrm>
      </p:grpSpPr>
      <p:sp>
        <p:nvSpPr>
          <p:cNvPr id="51" name="Texto del título"/>
          <p:cNvSpPr txBox="1"/>
          <p:nvPr>
            <p:ph type="title"/>
          </p:nvPr>
        </p:nvSpPr>
        <p:spPr>
          <a:prstGeom prst="rect">
            <a:avLst/>
          </a:prstGeom>
        </p:spPr>
        <p:txBody>
          <a:bodyPr/>
          <a:lstStyle/>
          <a:p>
            <a:pPr/>
            <a:r>
              <a:t>Texto del título</a:t>
            </a:r>
          </a:p>
        </p:txBody>
      </p:sp>
      <p:sp>
        <p:nvSpPr>
          <p:cNvPr id="52"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Título y viñetas">
    <p:spTree>
      <p:nvGrpSpPr>
        <p:cNvPr id="1" name=""/>
        <p:cNvGrpSpPr/>
        <p:nvPr/>
      </p:nvGrpSpPr>
      <p:grpSpPr>
        <a:xfrm>
          <a:off x="0" y="0"/>
          <a:ext cx="0" cy="0"/>
          <a:chOff x="0" y="0"/>
          <a:chExt cx="0" cy="0"/>
        </a:xfrm>
      </p:grpSpPr>
      <p:sp>
        <p:nvSpPr>
          <p:cNvPr id="59" name="Texto del título"/>
          <p:cNvSpPr txBox="1"/>
          <p:nvPr>
            <p:ph type="title"/>
          </p:nvPr>
        </p:nvSpPr>
        <p:spPr>
          <a:xfrm>
            <a:off x="330200" y="127000"/>
            <a:ext cx="22645440" cy="1522016"/>
          </a:xfrm>
          <a:prstGeom prst="rect">
            <a:avLst/>
          </a:prstGeom>
        </p:spPr>
        <p:txBody>
          <a:bodyPr/>
          <a:lstStyle/>
          <a:p>
            <a:pPr/>
            <a:r>
              <a:t>Texto del título</a:t>
            </a:r>
          </a:p>
        </p:txBody>
      </p:sp>
      <p:sp>
        <p:nvSpPr>
          <p:cNvPr id="60" name="Nivel de texto 1…"/>
          <p:cNvSpPr txBox="1"/>
          <p:nvPr>
            <p:ph type="body" idx="1"/>
          </p:nvPr>
        </p:nvSpPr>
        <p:spPr>
          <a:xfrm>
            <a:off x="419100" y="2209800"/>
            <a:ext cx="23344138" cy="10411520"/>
          </a:xfrm>
          <a:prstGeom prst="rect">
            <a:avLst/>
          </a:prstGeom>
        </p:spPr>
        <p:txBody>
          <a:bodyPr/>
          <a:lstStyle>
            <a:lvl1pPr>
              <a:defRPr sz="4800"/>
            </a:lvl1pPr>
            <a:lvl2pPr>
              <a:defRPr sz="4800"/>
            </a:lvl2pPr>
            <a:lvl3pPr>
              <a:defRPr sz="4800"/>
            </a:lvl3pPr>
            <a:lvl4pPr>
              <a:defRPr sz="4800"/>
            </a:lvl4pPr>
            <a:lvl5pPr>
              <a:defRPr sz="4800"/>
            </a:lvl5pPr>
          </a:lstStyle>
          <a:p>
            <a:pPr/>
            <a:r>
              <a:t>Nivel de texto 1</a:t>
            </a:r>
          </a:p>
          <a:p>
            <a:pPr lvl="1"/>
            <a:r>
              <a:t>Nivel de texto 2</a:t>
            </a:r>
          </a:p>
          <a:p>
            <a:pPr lvl="2"/>
            <a:r>
              <a:t>Nivel de texto 3</a:t>
            </a:r>
          </a:p>
          <a:p>
            <a:pPr lvl="3"/>
            <a:r>
              <a:t>Nivel de texto 4</a:t>
            </a:r>
          </a:p>
          <a:p>
            <a:pPr lvl="4"/>
            <a:r>
              <a:t>Nivel de texto 5</a:t>
            </a:r>
          </a:p>
        </p:txBody>
      </p:sp>
      <p:sp>
        <p:nvSpPr>
          <p:cNvPr id="61" name="Rectángulo"/>
          <p:cNvSpPr/>
          <p:nvPr/>
        </p:nvSpPr>
        <p:spPr>
          <a:xfrm>
            <a:off x="-25400" y="-69850"/>
            <a:ext cx="188070" cy="13855700"/>
          </a:xfrm>
          <a:prstGeom prst="rect">
            <a:avLst/>
          </a:prstGeom>
          <a:solidFill>
            <a:srgbClr val="00C3D2"/>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2" name="Logo"/>
          <p:cNvSpPr/>
          <p:nvPr/>
        </p:nvSpPr>
        <p:spPr>
          <a:xfrm>
            <a:off x="23143170" y="339551"/>
            <a:ext cx="1010246" cy="914202"/>
          </a:xfrm>
          <a:prstGeom prst="rect">
            <a:avLst/>
          </a:prstGeom>
          <a:solidFill>
            <a:schemeClr val="accent4">
              <a:hueOff val="-461056"/>
              <a:satOff val="4338"/>
              <a:lumOff val="-10225"/>
            </a:schemeClr>
          </a:solidFill>
          <a:ln w="12700">
            <a:miter lim="400000"/>
          </a:ln>
          <a:extLst>
            <a:ext uri="{C572A759-6A51-4108-AA02-DFA0A04FC94B}">
              <ma14:wrappingTextBoxFlag xmlns:ma14="http://schemas.microsoft.com/office/mac/drawingml/2011/main" val="1"/>
            </a:ext>
          </a:extLst>
        </p:spPr>
        <p:txBody>
          <a:bodyPr lIns="0" tIns="0" rIns="0" bIns="0" anchor="ctr"/>
          <a:lstStyle>
            <a:lvl1pPr>
              <a:defRPr sz="2000">
                <a:solidFill>
                  <a:srgbClr val="FFFFFF"/>
                </a:solidFill>
              </a:defRPr>
            </a:lvl1pPr>
          </a:lstStyle>
          <a:p>
            <a:pPr/>
            <a:r>
              <a:t>Logo</a:t>
            </a:r>
          </a:p>
        </p:txBody>
      </p:sp>
      <p:sp>
        <p:nvSpPr>
          <p:cNvPr id="63" name="Grupo"/>
          <p:cNvSpPr txBox="1"/>
          <p:nvPr/>
        </p:nvSpPr>
        <p:spPr>
          <a:xfrm>
            <a:off x="7911676" y="13182103"/>
            <a:ext cx="10066021"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r">
              <a:lnSpc>
                <a:spcPct val="80000"/>
              </a:lnSpc>
              <a:defRPr sz="2000">
                <a:latin typeface="+mj-lt"/>
                <a:ea typeface="+mj-ea"/>
                <a:cs typeface="+mj-cs"/>
                <a:sym typeface="Montserrat"/>
              </a:defRPr>
            </a:pPr>
            <a:r>
              <a:rPr u="sng">
                <a:hlinkClick r:id="rId2" invalidUrl="" action="" tgtFrame="" tooltip="" history="1" highlightClick="0" endSnd="0"/>
              </a:rPr>
              <a:t>Plantilla creada por Vilma Núñez | Más recursos en vilmanunez.com/recursos</a:t>
            </a:r>
            <a:r>
              <a:t> </a:t>
            </a:r>
          </a:p>
        </p:txBody>
      </p:sp>
      <p:pic>
        <p:nvPicPr>
          <p:cNvPr id="64" name="logo-vilma-nunez.png" descr="logo-vilma-nunez.png"/>
          <p:cNvPicPr>
            <a:picLocks noChangeAspect="1"/>
          </p:cNvPicPr>
          <p:nvPr/>
        </p:nvPicPr>
        <p:blipFill>
          <a:blip r:embed="rId3">
            <a:extLst/>
          </a:blip>
          <a:stretch>
            <a:fillRect/>
          </a:stretch>
        </p:blipFill>
        <p:spPr>
          <a:xfrm>
            <a:off x="10188800" y="12359689"/>
            <a:ext cx="4859147" cy="727460"/>
          </a:xfrm>
          <a:prstGeom prst="rect">
            <a:avLst/>
          </a:prstGeom>
          <a:ln w="12700">
            <a:miter lim="400000"/>
          </a:ln>
        </p:spPr>
      </p:pic>
      <p:sp>
        <p:nvSpPr>
          <p:cNvPr id="65"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1" showMasterPhAnim="1">
  <p:cSld name="Título y viñetas copia 4">
    <p:spTree>
      <p:nvGrpSpPr>
        <p:cNvPr id="1" name=""/>
        <p:cNvGrpSpPr/>
        <p:nvPr/>
      </p:nvGrpSpPr>
      <p:grpSpPr>
        <a:xfrm>
          <a:off x="0" y="0"/>
          <a:ext cx="0" cy="0"/>
          <a:chOff x="0" y="0"/>
          <a:chExt cx="0" cy="0"/>
        </a:xfrm>
      </p:grpSpPr>
      <p:sp>
        <p:nvSpPr>
          <p:cNvPr id="72" name="Rectángulo"/>
          <p:cNvSpPr/>
          <p:nvPr/>
        </p:nvSpPr>
        <p:spPr>
          <a:xfrm>
            <a:off x="-25400" y="-69850"/>
            <a:ext cx="416769" cy="13855700"/>
          </a:xfrm>
          <a:prstGeom prst="rect">
            <a:avLst/>
          </a:prstGeom>
          <a:solidFill>
            <a:srgbClr val="4994C2"/>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73"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1" showMasterPhAnim="1">
  <p:cSld name="Título y viñetas copia">
    <p:spTree>
      <p:nvGrpSpPr>
        <p:cNvPr id="1" name=""/>
        <p:cNvGrpSpPr/>
        <p:nvPr/>
      </p:nvGrpSpPr>
      <p:grpSpPr>
        <a:xfrm>
          <a:off x="0" y="0"/>
          <a:ext cx="0" cy="0"/>
          <a:chOff x="0" y="0"/>
          <a:chExt cx="0" cy="0"/>
        </a:xfrm>
      </p:grpSpPr>
      <p:pic>
        <p:nvPicPr>
          <p:cNvPr id="80" name="pattern (5).png" descr="pattern (5).png"/>
          <p:cNvPicPr>
            <a:picLocks noChangeAspect="1"/>
          </p:cNvPicPr>
          <p:nvPr/>
        </p:nvPicPr>
        <p:blipFill>
          <a:blip r:embed="rId2">
            <a:alphaModFix amt="39261"/>
            <a:extLst/>
          </a:blip>
          <a:stretch>
            <a:fillRect/>
          </a:stretch>
        </p:blipFill>
        <p:spPr>
          <a:xfrm>
            <a:off x="-237150" y="-963"/>
            <a:ext cx="27435852" cy="13717926"/>
          </a:xfrm>
          <a:prstGeom prst="rect">
            <a:avLst/>
          </a:prstGeom>
          <a:ln w="12700">
            <a:miter lim="400000"/>
          </a:ln>
        </p:spPr>
      </p:pic>
      <p:sp>
        <p:nvSpPr>
          <p:cNvPr id="81"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1" showMasterPhAnim="1">
  <p:cSld name="Título y viñetas copia 1">
    <p:spTree>
      <p:nvGrpSpPr>
        <p:cNvPr id="1" name=""/>
        <p:cNvGrpSpPr/>
        <p:nvPr/>
      </p:nvGrpSpPr>
      <p:grpSpPr>
        <a:xfrm>
          <a:off x="0" y="0"/>
          <a:ext cx="0" cy="0"/>
          <a:chOff x="0" y="0"/>
          <a:chExt cx="0" cy="0"/>
        </a:xfrm>
      </p:grpSpPr>
      <p:pic>
        <p:nvPicPr>
          <p:cNvPr id="88" name="pattern (6).png" descr="pattern (6).png"/>
          <p:cNvPicPr>
            <a:picLocks noChangeAspect="1"/>
          </p:cNvPicPr>
          <p:nvPr/>
        </p:nvPicPr>
        <p:blipFill>
          <a:blip r:embed="rId2">
            <a:extLst/>
          </a:blip>
          <a:stretch>
            <a:fillRect/>
          </a:stretch>
        </p:blipFill>
        <p:spPr>
          <a:xfrm>
            <a:off x="-422132" y="-599709"/>
            <a:ext cx="28687261" cy="14343631"/>
          </a:xfrm>
          <a:prstGeom prst="rect">
            <a:avLst/>
          </a:prstGeom>
          <a:ln w="12700">
            <a:miter lim="400000"/>
          </a:ln>
        </p:spPr>
      </p:pic>
      <p:sp>
        <p:nvSpPr>
          <p:cNvPr id="89"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type="tx" showMasterSp="1" showMasterPhAnim="1">
  <p:cSld name="Título y viñetas copia 2">
    <p:spTree>
      <p:nvGrpSpPr>
        <p:cNvPr id="1" name=""/>
        <p:cNvGrpSpPr/>
        <p:nvPr/>
      </p:nvGrpSpPr>
      <p:grpSpPr>
        <a:xfrm>
          <a:off x="0" y="0"/>
          <a:ext cx="0" cy="0"/>
          <a:chOff x="0" y="0"/>
          <a:chExt cx="0" cy="0"/>
        </a:xfrm>
      </p:grpSpPr>
      <p:pic>
        <p:nvPicPr>
          <p:cNvPr id="96" name="pattern (7).png" descr="pattern (7).png"/>
          <p:cNvPicPr>
            <a:picLocks noChangeAspect="1"/>
          </p:cNvPicPr>
          <p:nvPr/>
        </p:nvPicPr>
        <p:blipFill>
          <a:blip r:embed="rId2">
            <a:alphaModFix amt="66250"/>
            <a:extLst/>
          </a:blip>
          <a:stretch>
            <a:fillRect/>
          </a:stretch>
        </p:blipFill>
        <p:spPr>
          <a:xfrm>
            <a:off x="-3883924" y="-1099126"/>
            <a:ext cx="29750936" cy="14875468"/>
          </a:xfrm>
          <a:prstGeom prst="rect">
            <a:avLst/>
          </a:prstGeom>
          <a:ln w="12700">
            <a:miter lim="400000"/>
          </a:ln>
        </p:spPr>
      </p:pic>
      <p:sp>
        <p:nvSpPr>
          <p:cNvPr id="97"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type="tx" showMasterSp="1" showMasterPhAnim="1">
  <p:cSld name="Título y viñetas copia 3">
    <p:spTree>
      <p:nvGrpSpPr>
        <p:cNvPr id="1" name=""/>
        <p:cNvGrpSpPr/>
        <p:nvPr/>
      </p:nvGrpSpPr>
      <p:grpSpPr>
        <a:xfrm>
          <a:off x="0" y="0"/>
          <a:ext cx="0" cy="0"/>
          <a:chOff x="0" y="0"/>
          <a:chExt cx="0" cy="0"/>
        </a:xfrm>
      </p:grpSpPr>
      <p:pic>
        <p:nvPicPr>
          <p:cNvPr id="104" name="pattern (8).png" descr="pattern (8).png"/>
          <p:cNvPicPr>
            <a:picLocks noChangeAspect="1"/>
          </p:cNvPicPr>
          <p:nvPr/>
        </p:nvPicPr>
        <p:blipFill>
          <a:blip r:embed="rId2">
            <a:extLst/>
          </a:blip>
          <a:stretch>
            <a:fillRect/>
          </a:stretch>
        </p:blipFill>
        <p:spPr>
          <a:xfrm>
            <a:off x="-1299242" y="0"/>
            <a:ext cx="27432001" cy="13716001"/>
          </a:xfrm>
          <a:prstGeom prst="rect">
            <a:avLst/>
          </a:prstGeom>
          <a:ln w="12700">
            <a:miter lim="400000"/>
          </a:ln>
        </p:spPr>
      </p:pic>
      <p:sp>
        <p:nvSpPr>
          <p:cNvPr id="105"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type="tx" showMasterSp="1" showMasterPhAnim="1">
  <p:cSld name="Título, viñetas y foto">
    <p:spTree>
      <p:nvGrpSpPr>
        <p:cNvPr id="1" name=""/>
        <p:cNvGrpSpPr/>
        <p:nvPr/>
      </p:nvGrpSpPr>
      <p:grpSpPr>
        <a:xfrm>
          <a:off x="0" y="0"/>
          <a:ext cx="0" cy="0"/>
          <a:chOff x="0" y="0"/>
          <a:chExt cx="0" cy="0"/>
        </a:xfrm>
      </p:grpSpPr>
      <p:sp>
        <p:nvSpPr>
          <p:cNvPr id="112" name="Imagen"/>
          <p:cNvSpPr/>
          <p:nvPr>
            <p:ph type="pic" sz="half" idx="13"/>
          </p:nvPr>
        </p:nvSpPr>
        <p:spPr>
          <a:xfrm>
            <a:off x="13169900" y="3149600"/>
            <a:ext cx="9525000" cy="9296400"/>
          </a:xfrm>
          <a:prstGeom prst="rect">
            <a:avLst/>
          </a:prstGeom>
        </p:spPr>
        <p:txBody>
          <a:bodyPr lIns="91439" tIns="45719" rIns="91439" bIns="45719" anchor="t">
            <a:noAutofit/>
          </a:bodyPr>
          <a:lstStyle/>
          <a:p>
            <a:pPr/>
          </a:p>
        </p:txBody>
      </p:sp>
      <p:sp>
        <p:nvSpPr>
          <p:cNvPr id="113" name="Texto del título"/>
          <p:cNvSpPr txBox="1"/>
          <p:nvPr>
            <p:ph type="title"/>
          </p:nvPr>
        </p:nvSpPr>
        <p:spPr>
          <a:prstGeom prst="rect">
            <a:avLst/>
          </a:prstGeom>
        </p:spPr>
        <p:txBody>
          <a:bodyPr/>
          <a:lstStyle/>
          <a:p>
            <a:pPr/>
            <a:r>
              <a:t>Texto del título</a:t>
            </a:r>
          </a:p>
        </p:txBody>
      </p:sp>
      <p:sp>
        <p:nvSpPr>
          <p:cNvPr id="114" name="Nivel de texto 1…"/>
          <p:cNvSpPr txBox="1"/>
          <p:nvPr>
            <p:ph type="body" sz="half" idx="1"/>
          </p:nvPr>
        </p:nvSpPr>
        <p:spPr>
          <a:xfrm>
            <a:off x="1689100" y="3149600"/>
            <a:ext cx="10223500" cy="9296400"/>
          </a:xfrm>
          <a:prstGeom prst="rect">
            <a:avLst/>
          </a:prstGeom>
        </p:spPr>
        <p:txBody>
          <a:bodyPr/>
          <a:lstStyle>
            <a:lvl1pPr marL="352926" indent="-352926" algn="ctr">
              <a:spcBef>
                <a:spcPts val="4500"/>
              </a:spcBef>
              <a:defRPr b="1" sz="2400"/>
            </a:lvl1pPr>
            <a:lvl2pPr marL="911726" indent="-352926" algn="ctr">
              <a:spcBef>
                <a:spcPts val="4500"/>
              </a:spcBef>
              <a:defRPr b="1" sz="2400"/>
            </a:lvl2pPr>
            <a:lvl3pPr marL="1470526" indent="-352926" algn="ctr">
              <a:spcBef>
                <a:spcPts val="4500"/>
              </a:spcBef>
              <a:defRPr b="1" sz="2400"/>
            </a:lvl3pPr>
            <a:lvl4pPr marL="2029326" indent="-352926" algn="ctr">
              <a:spcBef>
                <a:spcPts val="4500"/>
              </a:spcBef>
              <a:defRPr b="1" sz="2400"/>
            </a:lvl4pPr>
            <a:lvl5pPr marL="2588126" indent="-352926" algn="ctr">
              <a:spcBef>
                <a:spcPts val="4500"/>
              </a:spcBef>
              <a:defRPr b="1" sz="2400"/>
            </a:lvl5pPr>
          </a:lstStyle>
          <a:p>
            <a:pPr/>
            <a:r>
              <a:t>Nivel de texto 1</a:t>
            </a:r>
          </a:p>
          <a:p>
            <a:pPr lvl="1"/>
            <a:r>
              <a:t>Nivel de texto 2</a:t>
            </a:r>
          </a:p>
          <a:p>
            <a:pPr lvl="2"/>
            <a:r>
              <a:t>Nivel de texto 3</a:t>
            </a:r>
          </a:p>
          <a:p>
            <a:pPr lvl="3"/>
            <a:r>
              <a:t>Nivel de texto 4</a:t>
            </a:r>
          </a:p>
          <a:p>
            <a:pPr lvl="4"/>
            <a:r>
              <a:t>Nivel de texto 5</a:t>
            </a:r>
          </a:p>
        </p:txBody>
      </p:sp>
      <p:sp>
        <p:nvSpPr>
          <p:cNvPr id="115"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type="tx" showMasterSp="1" showMasterPhAnim="1">
  <p:cSld name="Viñetas">
    <p:spTree>
      <p:nvGrpSpPr>
        <p:cNvPr id="1" name=""/>
        <p:cNvGrpSpPr/>
        <p:nvPr/>
      </p:nvGrpSpPr>
      <p:grpSpPr>
        <a:xfrm>
          <a:off x="0" y="0"/>
          <a:ext cx="0" cy="0"/>
          <a:chOff x="0" y="0"/>
          <a:chExt cx="0" cy="0"/>
        </a:xfrm>
      </p:grpSpPr>
      <p:sp>
        <p:nvSpPr>
          <p:cNvPr id="122" name="Nivel de texto 1…"/>
          <p:cNvSpPr txBox="1"/>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pPr/>
            <a:r>
              <a:t>Nivel de texto 1</a:t>
            </a:r>
          </a:p>
          <a:p>
            <a:pPr lvl="1"/>
            <a:r>
              <a:t>Nivel de texto 2</a:t>
            </a:r>
          </a:p>
          <a:p>
            <a:pPr lvl="2"/>
            <a:r>
              <a:t>Nivel de texto 3</a:t>
            </a:r>
          </a:p>
          <a:p>
            <a:pPr lvl="3"/>
            <a:r>
              <a:t>Nivel de texto 4</a:t>
            </a:r>
          </a:p>
          <a:p>
            <a:pPr lvl="4"/>
            <a:r>
              <a:t>Nivel de texto 5</a:t>
            </a:r>
          </a:p>
        </p:txBody>
      </p:sp>
      <p:sp>
        <p:nvSpPr>
          <p:cNvPr id="123"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type="tx" showMasterSp="1" showMasterPhAnim="1">
  <p:cSld name="3 fotos">
    <p:spTree>
      <p:nvGrpSpPr>
        <p:cNvPr id="1" name=""/>
        <p:cNvGrpSpPr/>
        <p:nvPr/>
      </p:nvGrpSpPr>
      <p:grpSpPr>
        <a:xfrm>
          <a:off x="0" y="0"/>
          <a:ext cx="0" cy="0"/>
          <a:chOff x="0" y="0"/>
          <a:chExt cx="0" cy="0"/>
        </a:xfrm>
      </p:grpSpPr>
      <p:sp>
        <p:nvSpPr>
          <p:cNvPr id="130" name="Imagen"/>
          <p:cNvSpPr/>
          <p:nvPr>
            <p:ph type="pic" sz="quarter" idx="13"/>
          </p:nvPr>
        </p:nvSpPr>
        <p:spPr>
          <a:xfrm>
            <a:off x="15760700" y="7048500"/>
            <a:ext cx="7404100" cy="5549900"/>
          </a:xfrm>
          <a:prstGeom prst="rect">
            <a:avLst/>
          </a:prstGeom>
        </p:spPr>
        <p:txBody>
          <a:bodyPr lIns="91439" tIns="45719" rIns="91439" bIns="45719" anchor="t">
            <a:noAutofit/>
          </a:bodyPr>
          <a:lstStyle/>
          <a:p>
            <a:pPr/>
          </a:p>
        </p:txBody>
      </p:sp>
      <p:sp>
        <p:nvSpPr>
          <p:cNvPr id="131" name="Imagen"/>
          <p:cNvSpPr/>
          <p:nvPr>
            <p:ph type="pic" sz="quarter" idx="14"/>
          </p:nvPr>
        </p:nvSpPr>
        <p:spPr>
          <a:xfrm>
            <a:off x="15760700" y="1130300"/>
            <a:ext cx="7404100" cy="5549900"/>
          </a:xfrm>
          <a:prstGeom prst="rect">
            <a:avLst/>
          </a:prstGeom>
        </p:spPr>
        <p:txBody>
          <a:bodyPr lIns="91439" tIns="45719" rIns="91439" bIns="45719" anchor="t">
            <a:noAutofit/>
          </a:bodyPr>
          <a:lstStyle/>
          <a:p>
            <a:pPr/>
          </a:p>
        </p:txBody>
      </p:sp>
      <p:sp>
        <p:nvSpPr>
          <p:cNvPr id="132" name="Imagen"/>
          <p:cNvSpPr/>
          <p:nvPr>
            <p:ph type="pic" idx="15"/>
          </p:nvPr>
        </p:nvSpPr>
        <p:spPr>
          <a:xfrm>
            <a:off x="1206500" y="1130300"/>
            <a:ext cx="14173200" cy="11468100"/>
          </a:xfrm>
          <a:prstGeom prst="rect">
            <a:avLst/>
          </a:prstGeom>
        </p:spPr>
        <p:txBody>
          <a:bodyPr lIns="91439" tIns="45719" rIns="91439" bIns="45719" anchor="t">
            <a:noAutofit/>
          </a:bodyPr>
          <a:lstStyle/>
          <a:p>
            <a:pPr/>
          </a:p>
        </p:txBody>
      </p:sp>
      <p:sp>
        <p:nvSpPr>
          <p:cNvPr id="133"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type="tx" showMasterSp="1" showMasterPhAnim="1">
  <p:cSld name="Cita">
    <p:spTree>
      <p:nvGrpSpPr>
        <p:cNvPr id="1" name=""/>
        <p:cNvGrpSpPr/>
        <p:nvPr/>
      </p:nvGrpSpPr>
      <p:grpSpPr>
        <a:xfrm>
          <a:off x="0" y="0"/>
          <a:ext cx="0" cy="0"/>
          <a:chOff x="0" y="0"/>
          <a:chExt cx="0" cy="0"/>
        </a:xfrm>
      </p:grpSpPr>
      <p:sp>
        <p:nvSpPr>
          <p:cNvPr id="140" name="Escribir una cita aquí"/>
          <p:cNvSpPr txBox="1"/>
          <p:nvPr>
            <p:ph type="body" sz="quarter" idx="13"/>
          </p:nvPr>
        </p:nvSpPr>
        <p:spPr>
          <a:xfrm>
            <a:off x="8407953" y="6607577"/>
            <a:ext cx="9622731" cy="2540001"/>
          </a:xfrm>
          <a:prstGeom prst="rect">
            <a:avLst/>
          </a:prstGeom>
        </p:spPr>
        <p:txBody>
          <a:bodyPr>
            <a:spAutoFit/>
          </a:bodyPr>
          <a:lstStyle>
            <a:lvl1pPr marL="0" indent="0">
              <a:spcBef>
                <a:spcPts val="0"/>
              </a:spcBef>
              <a:buSzTx/>
              <a:buNone/>
              <a:defRPr b="1" sz="8000"/>
            </a:lvl1pPr>
          </a:lstStyle>
          <a:p>
            <a:pPr/>
            <a:r>
              <a:t>Escribir una cita aquí</a:t>
            </a:r>
          </a:p>
        </p:txBody>
      </p:sp>
      <p:sp>
        <p:nvSpPr>
          <p:cNvPr id="141" name="Rectángulo"/>
          <p:cNvSpPr/>
          <p:nvPr/>
        </p:nvSpPr>
        <p:spPr>
          <a:xfrm>
            <a:off x="2300287" y="-20638"/>
            <a:ext cx="4521399" cy="13757276"/>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42" name="DIAPISITIVA"/>
          <p:cNvSpPr/>
          <p:nvPr/>
        </p:nvSpPr>
        <p:spPr>
          <a:xfrm>
            <a:off x="1516889" y="7361241"/>
            <a:ext cx="6088195" cy="1032672"/>
          </a:xfrm>
          <a:prstGeom prst="rect">
            <a:avLst/>
          </a:prstGeom>
          <a:solidFill>
            <a:schemeClr val="accent4">
              <a:hueOff val="-461056"/>
              <a:satOff val="4338"/>
              <a:lumOff val="-1022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sz="5300">
                <a:latin typeface="+mj-lt"/>
                <a:ea typeface="+mj-ea"/>
                <a:cs typeface="+mj-cs"/>
                <a:sym typeface="Montserrat"/>
              </a:defRPr>
            </a:lvl1pPr>
          </a:lstStyle>
          <a:p>
            <a:pPr/>
            <a:r>
              <a:t>DIAPISITIVA</a:t>
            </a:r>
          </a:p>
        </p:txBody>
      </p:sp>
      <p:pic>
        <p:nvPicPr>
          <p:cNvPr id="143" name="Imagen" descr="Imagen"/>
          <p:cNvPicPr>
            <a:picLocks noChangeAspect="1"/>
          </p:cNvPicPr>
          <p:nvPr/>
        </p:nvPicPr>
        <p:blipFill>
          <a:blip r:embed="rId2">
            <a:extLst/>
          </a:blip>
          <a:stretch>
            <a:fillRect/>
          </a:stretch>
        </p:blipFill>
        <p:spPr>
          <a:xfrm>
            <a:off x="3441343" y="5322087"/>
            <a:ext cx="2239288" cy="2239289"/>
          </a:xfrm>
          <a:prstGeom prst="rect">
            <a:avLst/>
          </a:prstGeom>
          <a:ln w="12700">
            <a:miter lim="400000"/>
          </a:ln>
        </p:spPr>
      </p:pic>
      <p:sp>
        <p:nvSpPr>
          <p:cNvPr id="144"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type="tx" showMasterSp="1" showMasterPhAnim="1">
  <p:cSld name="Foto">
    <p:spTree>
      <p:nvGrpSpPr>
        <p:cNvPr id="1" name=""/>
        <p:cNvGrpSpPr/>
        <p:nvPr/>
      </p:nvGrpSpPr>
      <p:grpSpPr>
        <a:xfrm>
          <a:off x="0" y="0"/>
          <a:ext cx="0" cy="0"/>
          <a:chOff x="0" y="0"/>
          <a:chExt cx="0" cy="0"/>
        </a:xfrm>
      </p:grpSpPr>
      <p:sp>
        <p:nvSpPr>
          <p:cNvPr id="151" name="Imagen"/>
          <p:cNvSpPr/>
          <p:nvPr>
            <p:ph type="pic" idx="13"/>
          </p:nvPr>
        </p:nvSpPr>
        <p:spPr>
          <a:xfrm>
            <a:off x="0" y="0"/>
            <a:ext cx="24384000" cy="13716000"/>
          </a:xfrm>
          <a:prstGeom prst="rect">
            <a:avLst/>
          </a:prstGeom>
        </p:spPr>
        <p:txBody>
          <a:bodyPr lIns="91439" tIns="45719" rIns="91439" bIns="45719" anchor="t">
            <a:noAutofit/>
          </a:bodyPr>
          <a:lstStyle/>
          <a:p>
            <a:pPr/>
          </a:p>
        </p:txBody>
      </p:sp>
      <p:sp>
        <p:nvSpPr>
          <p:cNvPr id="152"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type="tx" showMasterSp="1" showMasterPhAnim="1">
  <p:cSld name="En blanco">
    <p:spTree>
      <p:nvGrpSpPr>
        <p:cNvPr id="1" name=""/>
        <p:cNvGrpSpPr/>
        <p:nvPr/>
      </p:nvGrpSpPr>
      <p:grpSpPr>
        <a:xfrm>
          <a:off x="0" y="0"/>
          <a:ext cx="0" cy="0"/>
          <a:chOff x="0" y="0"/>
          <a:chExt cx="0" cy="0"/>
        </a:xfrm>
      </p:grpSpPr>
      <p:sp>
        <p:nvSpPr>
          <p:cNvPr id="159"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type="tx" showMasterSp="1" showMasterPhAnim="1">
  <p:cSld name="Blank copy 1">
    <p:spTree>
      <p:nvGrpSpPr>
        <p:cNvPr id="1" name=""/>
        <p:cNvGrpSpPr/>
        <p:nvPr/>
      </p:nvGrpSpPr>
      <p:grpSpPr>
        <a:xfrm>
          <a:off x="0" y="0"/>
          <a:ext cx="0" cy="0"/>
          <a:chOff x="0" y="0"/>
          <a:chExt cx="0" cy="0"/>
        </a:xfrm>
      </p:grpSpPr>
      <p:sp>
        <p:nvSpPr>
          <p:cNvPr id="166" name="Rectángulo"/>
          <p:cNvSpPr/>
          <p:nvPr/>
        </p:nvSpPr>
        <p:spPr>
          <a:xfrm>
            <a:off x="-748850" y="57678"/>
            <a:ext cx="25707569" cy="1099506"/>
          </a:xfrm>
          <a:prstGeom prst="rect">
            <a:avLst/>
          </a:prstGeom>
          <a:blipFill>
            <a:blip r:embed="rId2"/>
          </a:blipFill>
          <a:ln w="12700">
            <a:miter lim="400000"/>
          </a:ln>
        </p:spPr>
        <p:txBody>
          <a:bodyPr lIns="38100" tIns="38100" rIns="38100" bIns="38100" anchor="ctr"/>
          <a:lstStyle/>
          <a:p>
            <a:pPr defTabSz="1160859">
              <a:defRPr b="0">
                <a:solidFill>
                  <a:srgbClr val="FFFFFF"/>
                </a:solidFill>
                <a:latin typeface="Helvetica Light"/>
                <a:ea typeface="Helvetica Light"/>
                <a:cs typeface="Helvetica Light"/>
                <a:sym typeface="Helvetica Light"/>
              </a:defRPr>
            </a:pPr>
          </a:p>
        </p:txBody>
      </p:sp>
      <p:sp>
        <p:nvSpPr>
          <p:cNvPr id="167" name="Rectángulo"/>
          <p:cNvSpPr/>
          <p:nvPr/>
        </p:nvSpPr>
        <p:spPr>
          <a:xfrm>
            <a:off x="-892565" y="528"/>
            <a:ext cx="25593638" cy="190715"/>
          </a:xfrm>
          <a:prstGeom prst="rect">
            <a:avLst/>
          </a:prstGeom>
          <a:solidFill>
            <a:srgbClr val="144973"/>
          </a:solidFill>
          <a:ln w="12700">
            <a:miter lim="400000"/>
          </a:ln>
        </p:spPr>
        <p:txBody>
          <a:bodyPr lIns="38100" tIns="38100" rIns="38100" bIns="38100" anchor="ctr"/>
          <a:lstStyle/>
          <a:p>
            <a:pPr defTabSz="1160859">
              <a:defRPr b="0">
                <a:solidFill>
                  <a:srgbClr val="FFFFFF"/>
                </a:solidFill>
                <a:latin typeface="Helvetica Light"/>
                <a:ea typeface="Helvetica Light"/>
                <a:cs typeface="Helvetica Light"/>
                <a:sym typeface="Helvetica Light"/>
              </a:defRPr>
            </a:pPr>
          </a:p>
        </p:txBody>
      </p:sp>
      <p:pic>
        <p:nvPicPr>
          <p:cNvPr id="168" name="Imagen" descr="Imagen"/>
          <p:cNvPicPr>
            <a:picLocks noChangeAspect="1"/>
          </p:cNvPicPr>
          <p:nvPr/>
        </p:nvPicPr>
        <p:blipFill>
          <a:blip r:embed="rId3">
            <a:extLst/>
          </a:blip>
          <a:stretch>
            <a:fillRect/>
          </a:stretch>
        </p:blipFill>
        <p:spPr>
          <a:xfrm>
            <a:off x="23613981" y="331206"/>
            <a:ext cx="552451" cy="552451"/>
          </a:xfrm>
          <a:prstGeom prst="rect">
            <a:avLst/>
          </a:prstGeom>
          <a:ln w="12700">
            <a:miter lim="400000"/>
          </a:ln>
        </p:spPr>
      </p:pic>
      <p:sp>
        <p:nvSpPr>
          <p:cNvPr id="169" name="Texto del título"/>
          <p:cNvSpPr txBox="1"/>
          <p:nvPr>
            <p:ph type="title"/>
          </p:nvPr>
        </p:nvSpPr>
        <p:spPr>
          <a:xfrm>
            <a:off x="506157" y="331206"/>
            <a:ext cx="12767662" cy="552451"/>
          </a:xfrm>
          <a:prstGeom prst="rect">
            <a:avLst/>
          </a:prstGeom>
        </p:spPr>
        <p:txBody>
          <a:bodyPr lIns="38100" tIns="38100" rIns="38100" bIns="38100"/>
          <a:lstStyle>
            <a:lvl1pPr defTabSz="1160859">
              <a:defRPr b="0" cap="all" sz="3600">
                <a:solidFill>
                  <a:srgbClr val="3B3D40"/>
                </a:solidFill>
                <a:latin typeface="Raleway Heavy"/>
                <a:ea typeface="Raleway Heavy"/>
                <a:cs typeface="Raleway Heavy"/>
                <a:sym typeface="Raleway Heavy"/>
              </a:defRPr>
            </a:lvl1pPr>
          </a:lstStyle>
          <a:p>
            <a:pPr/>
            <a:r>
              <a:t>Texto del título</a:t>
            </a:r>
          </a:p>
        </p:txBody>
      </p:sp>
      <p:sp>
        <p:nvSpPr>
          <p:cNvPr id="170" name="Número de diapositiva"/>
          <p:cNvSpPr txBox="1"/>
          <p:nvPr>
            <p:ph type="sldNum" sz="quarter" idx="2"/>
          </p:nvPr>
        </p:nvSpPr>
        <p:spPr>
          <a:xfrm>
            <a:off x="20482362" y="11261541"/>
            <a:ext cx="345669" cy="419101"/>
          </a:xfrm>
          <a:prstGeom prst="rect">
            <a:avLst/>
          </a:prstGeom>
        </p:spPr>
        <p:txBody>
          <a:bodyPr lIns="38100" tIns="38100" rIns="38100" bIns="38100"/>
          <a:lstStyle>
            <a:lvl1pPr defTabSz="1160859">
              <a:defRPr sz="2200">
                <a:latin typeface="Seravek Light"/>
                <a:ea typeface="Seravek Light"/>
                <a:cs typeface="Seravek Light"/>
                <a:sym typeface="Seravek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exto del título"/>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Texto del título</a:t>
            </a:r>
          </a:p>
        </p:txBody>
      </p:sp>
      <p:sp>
        <p:nvSpPr>
          <p:cNvPr id="3" name="Nivel de texto 1…"/>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Nivel de texto 1</a:t>
            </a:r>
          </a:p>
          <a:p>
            <a:pPr lvl="1"/>
            <a:r>
              <a:t>Nivel de texto 2</a:t>
            </a:r>
          </a:p>
          <a:p>
            <a:pPr lvl="2"/>
            <a:r>
              <a:t>Nivel de texto 3</a:t>
            </a:r>
          </a:p>
          <a:p>
            <a:pPr lvl="3"/>
            <a:r>
              <a:t>Nivel de texto 4</a:t>
            </a:r>
          </a:p>
          <a:p>
            <a:pPr lvl="4"/>
            <a:r>
              <a:t>Nivel de texto 5</a:t>
            </a:r>
          </a:p>
        </p:txBody>
      </p:sp>
      <p:sp>
        <p:nvSpPr>
          <p:cNvPr id="4" name="Número de diapositiva"/>
          <p:cNvSpPr txBox="1"/>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b="0" sz="24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1pPr>
      <a:lvl2pPr marL="0" marR="0" indent="2286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2pPr>
      <a:lvl3pPr marL="0" marR="0" indent="4572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3pPr>
      <a:lvl4pPr marL="0" marR="0" indent="6858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4pPr>
      <a:lvl5pPr marL="0" marR="0" indent="9144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5pPr>
      <a:lvl6pPr marL="0" marR="0" indent="11430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6pPr>
      <a:lvl7pPr marL="0" marR="0" indent="13716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7pPr>
      <a:lvl8pPr marL="0" marR="0" indent="16002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8pPr>
      <a:lvl9pPr marL="0" marR="0" indent="1828800" algn="l" defTabSz="825500" rtl="0" latinLnBrk="0">
        <a:lnSpc>
          <a:spcPct val="100000"/>
        </a:lnSpc>
        <a:spcBef>
          <a:spcPts val="0"/>
        </a:spcBef>
        <a:spcAft>
          <a:spcPts val="0"/>
        </a:spcAft>
        <a:buClrTx/>
        <a:buSzTx/>
        <a:buFontTx/>
        <a:buNone/>
        <a:tabLst/>
        <a:defRPr b="1" baseline="0" cap="none" i="0" spc="0" strike="noStrike" sz="8000" u="none">
          <a:ln>
            <a:noFill/>
          </a:ln>
          <a:solidFill>
            <a:srgbClr val="000000"/>
          </a:solidFill>
          <a:uFillTx/>
          <a:latin typeface="+mj-lt"/>
          <a:ea typeface="+mj-ea"/>
          <a:cs typeface="+mj-cs"/>
          <a:sym typeface="Montserrat"/>
        </a:defRPr>
      </a:lvl9pPr>
    </p:titleStyle>
    <p:bodyStyle>
      <a:lvl1pPr marL="63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1pPr>
      <a:lvl2pPr marL="127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2pPr>
      <a:lvl3pPr marL="190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3pPr>
      <a:lvl4pPr marL="254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4pPr>
      <a:lvl5pPr marL="317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5pPr>
      <a:lvl6pPr marL="381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6pPr>
      <a:lvl7pPr marL="444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7pPr>
      <a:lvl8pPr marL="508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8pPr>
      <a:lvl9pPr marL="571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mj-lt"/>
          <a:ea typeface="+mj-ea"/>
          <a:cs typeface="+mj-cs"/>
          <a:sym typeface="Montserrat"/>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1pPr>
      <a:lvl2pPr marL="0" marR="0" indent="2286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2pPr>
      <a:lvl3pPr marL="0" marR="0" indent="4572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3pPr>
      <a:lvl4pPr marL="0" marR="0" indent="6858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4pPr>
      <a:lvl5pPr marL="0" marR="0" indent="9144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5pPr>
      <a:lvl6pPr marL="0" marR="0" indent="11430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6pPr>
      <a:lvl7pPr marL="0" marR="0" indent="13716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7pPr>
      <a:lvl8pPr marL="0" marR="0" indent="16002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8pPr>
      <a:lvl9pPr marL="0" marR="0" indent="1828800" algn="ctr" defTabSz="825500" rtl="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4.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FACEBOOK.COM" TargetMode="Externa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79" name="Imagen" descr="Imagen"/>
          <p:cNvPicPr>
            <a:picLocks noChangeAspect="1"/>
          </p:cNvPicPr>
          <p:nvPr/>
        </p:nvPicPr>
        <p:blipFill>
          <a:blip r:embed="rId2">
            <a:extLst/>
          </a:blip>
          <a:srcRect l="0" t="59769" r="0" b="0"/>
          <a:stretch>
            <a:fillRect/>
          </a:stretch>
        </p:blipFill>
        <p:spPr>
          <a:xfrm>
            <a:off x="10186924" y="4271896"/>
            <a:ext cx="8745856" cy="1364193"/>
          </a:xfrm>
          <a:prstGeom prst="rect">
            <a:avLst/>
          </a:prstGeom>
          <a:ln w="12700">
            <a:miter lim="400000"/>
          </a:ln>
        </p:spPr>
      </p:pic>
      <p:pic>
        <p:nvPicPr>
          <p:cNvPr id="180" name="Imagen" descr="Imagen"/>
          <p:cNvPicPr>
            <a:picLocks noChangeAspect="1"/>
          </p:cNvPicPr>
          <p:nvPr/>
        </p:nvPicPr>
        <p:blipFill>
          <a:blip r:embed="rId3">
            <a:extLst/>
          </a:blip>
          <a:stretch>
            <a:fillRect/>
          </a:stretch>
        </p:blipFill>
        <p:spPr>
          <a:xfrm>
            <a:off x="3528248" y="3505795"/>
            <a:ext cx="6502401" cy="6502401"/>
          </a:xfrm>
          <a:prstGeom prst="rect">
            <a:avLst/>
          </a:prstGeom>
          <a:ln w="12700">
            <a:miter lim="400000"/>
          </a:ln>
        </p:spPr>
      </p:pic>
      <p:sp>
        <p:nvSpPr>
          <p:cNvPr id="181" name="Plantilla con diapositivas editables para crear propuestas de marketing"/>
          <p:cNvSpPr txBox="1"/>
          <p:nvPr>
            <p:ph type="ctrTitle"/>
          </p:nvPr>
        </p:nvSpPr>
        <p:spPr>
          <a:xfrm>
            <a:off x="10156795" y="6395541"/>
            <a:ext cx="10698957" cy="3814664"/>
          </a:xfrm>
          <a:prstGeom prst="rect">
            <a:avLst/>
          </a:prstGeom>
        </p:spPr>
        <p:txBody>
          <a:bodyPr anchor="ctr"/>
          <a:lstStyle>
            <a:lvl1pPr defTabSz="528319">
              <a:defRPr sz="6400"/>
            </a:lvl1pPr>
          </a:lstStyle>
          <a:p>
            <a:pPr/>
            <a:r>
              <a:t>Plantilla con diapositivas editables para crear propuestas de marketing</a:t>
            </a:r>
          </a:p>
        </p:txBody>
      </p:sp>
      <p:sp>
        <p:nvSpPr>
          <p:cNvPr id="182" name="CATEGORÍA"/>
          <p:cNvSpPr/>
          <p:nvPr/>
        </p:nvSpPr>
        <p:spPr>
          <a:xfrm>
            <a:off x="10160310" y="5846469"/>
            <a:ext cx="3097159" cy="693297"/>
          </a:xfrm>
          <a:prstGeom prst="rect">
            <a:avLst/>
          </a:prstGeom>
          <a:solidFill>
            <a:schemeClr val="accent4">
              <a:hueOff val="-461056"/>
              <a:satOff val="4338"/>
              <a:lumOff val="-1022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sz="3200">
                <a:latin typeface="+mj-lt"/>
                <a:ea typeface="+mj-ea"/>
                <a:cs typeface="+mj-cs"/>
                <a:sym typeface="Montserrat"/>
              </a:defRPr>
            </a:lvl1pPr>
          </a:lstStyle>
          <a:p>
            <a:pPr/>
            <a:r>
              <a:t>CATEGORÍA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4" name="INSTRUCCIONES"/>
          <p:cNvSpPr txBox="1"/>
          <p:nvPr>
            <p:ph type="title"/>
          </p:nvPr>
        </p:nvSpPr>
        <p:spPr>
          <a:prstGeom prst="rect">
            <a:avLst/>
          </a:prstGeom>
        </p:spPr>
        <p:txBody>
          <a:bodyPr/>
          <a:lstStyle/>
          <a:p>
            <a:pPr/>
            <a:r>
              <a:t>INSTRUCCIONES</a:t>
            </a:r>
          </a:p>
        </p:txBody>
      </p:sp>
      <p:sp>
        <p:nvSpPr>
          <p:cNvPr id="185" name="A continuación te comparto algunas recomendaciones para sacarle el máximo partido a esta plantilla de propuesta de marketing.…"/>
          <p:cNvSpPr txBox="1"/>
          <p:nvPr>
            <p:ph type="body" idx="1"/>
          </p:nvPr>
        </p:nvSpPr>
        <p:spPr>
          <a:prstGeom prst="rect">
            <a:avLst/>
          </a:prstGeom>
        </p:spPr>
        <p:txBody>
          <a:bodyPr/>
          <a:lstStyle/>
          <a:p>
            <a:pPr marL="0" indent="0">
              <a:buSzTx/>
              <a:buNone/>
            </a:pPr>
            <a:r>
              <a:t>A continuación te comparto algunas recomendaciones para sacarle el máximo partido a esta plantilla de propuesta de marketing.</a:t>
            </a:r>
          </a:p>
          <a:p>
            <a:pPr marL="228600" indent="-228600">
              <a:buSzPct val="100000"/>
            </a:pPr>
            <a:r>
              <a:t>Edita las diapositivas con la opción de maestra para poder cambiar colores, tipografías, logotipo, etc. También para quitar mi logotipo ;) </a:t>
            </a:r>
          </a:p>
          <a:p>
            <a:pPr marL="228600" indent="-228600">
              <a:buSzPct val="100000"/>
            </a:pPr>
            <a:r>
              <a:t>Revisa las notas de las diapositivas para ver recomendaciones al momento de editar la diapositiva.</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7" name="Mercado actual"/>
          <p:cNvSpPr txBox="1"/>
          <p:nvPr>
            <p:ph type="title"/>
          </p:nvPr>
        </p:nvSpPr>
        <p:spPr>
          <a:prstGeom prst="rect">
            <a:avLst/>
          </a:prstGeom>
        </p:spPr>
        <p:txBody>
          <a:bodyPr/>
          <a:lstStyle/>
          <a:p>
            <a:pPr/>
            <a:r>
              <a:t>Mercado actual</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9" name="Estadísticas"/>
          <p:cNvSpPr txBox="1"/>
          <p:nvPr>
            <p:ph type="body" idx="13"/>
          </p:nvPr>
        </p:nvSpPr>
        <p:spPr>
          <a:xfrm>
            <a:off x="8407953" y="7217177"/>
            <a:ext cx="9622731" cy="1320801"/>
          </a:xfrm>
          <a:prstGeom prst="rect">
            <a:avLst/>
          </a:prstGeom>
        </p:spPr>
        <p:txBody>
          <a:bodyPr/>
          <a:lstStyle/>
          <a:p>
            <a:pPr/>
            <a:r>
              <a:t>Estadísticas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1" name="Rectángulo"/>
          <p:cNvSpPr/>
          <p:nvPr/>
        </p:nvSpPr>
        <p:spPr>
          <a:xfrm>
            <a:off x="-55761" y="-14814"/>
            <a:ext cx="24541868" cy="13848220"/>
          </a:xfrm>
          <a:prstGeom prst="rect">
            <a:avLst/>
          </a:prstGeom>
          <a:solidFill>
            <a:srgbClr val="00C3D2">
              <a:alpha val="81953"/>
            </a:srgbClr>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192" name="Rectángulo"/>
          <p:cNvSpPr/>
          <p:nvPr/>
        </p:nvSpPr>
        <p:spPr>
          <a:xfrm>
            <a:off x="2541537" y="3942311"/>
            <a:ext cx="742951" cy="5341099"/>
          </a:xfrm>
          <a:prstGeom prst="rect">
            <a:avLst/>
          </a:prstGeom>
          <a:solidFill>
            <a:schemeClr val="accent4">
              <a:hueOff val="-461056"/>
              <a:satOff val="4338"/>
              <a:lumOff val="-10225"/>
            </a:schemeClr>
          </a:solidFill>
          <a:ln w="12700">
            <a:miter lim="400000"/>
          </a:ln>
        </p:spPr>
        <p:txBody>
          <a:bodyPr lIns="38100" tIns="38100" rIns="38100" bIns="38100" anchor="ctr"/>
          <a:lstStyle/>
          <a:p>
            <a:pPr>
              <a:defRPr b="0" sz="3200">
                <a:solidFill>
                  <a:srgbClr val="FFFFFF"/>
                </a:solidFill>
                <a:latin typeface="+mn-lt"/>
                <a:ea typeface="+mn-ea"/>
                <a:cs typeface="+mn-cs"/>
                <a:sym typeface="Helvetica Neue Medium"/>
              </a:defRPr>
            </a:pPr>
          </a:p>
        </p:txBody>
      </p:sp>
      <p:sp>
        <p:nvSpPr>
          <p:cNvPr id="193" name="El 95%"/>
          <p:cNvSpPr/>
          <p:nvPr/>
        </p:nvSpPr>
        <p:spPr>
          <a:xfrm>
            <a:off x="4531441" y="3951080"/>
            <a:ext cx="3979337" cy="1207731"/>
          </a:xfrm>
          <a:prstGeom prst="rect">
            <a:avLst/>
          </a:prstGeom>
          <a:solidFill>
            <a:schemeClr val="accent4">
              <a:hueOff val="-461056"/>
              <a:satOff val="4338"/>
              <a:lumOff val="-1022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l">
              <a:defRPr sz="6600">
                <a:latin typeface="+mj-lt"/>
                <a:ea typeface="+mj-ea"/>
                <a:cs typeface="+mj-cs"/>
                <a:sym typeface="Montserrat"/>
              </a:defRPr>
            </a:lvl1pPr>
          </a:lstStyle>
          <a:p>
            <a:pPr/>
            <a:r>
              <a:t>El 95%</a:t>
            </a:r>
          </a:p>
        </p:txBody>
      </p:sp>
      <p:sp>
        <p:nvSpPr>
          <p:cNvPr id="194" name="de los usuarios entre 18 y 34 años sigue a una marca en redes sociales"/>
          <p:cNvSpPr txBox="1"/>
          <p:nvPr>
            <p:ph type="title" idx="4294967295"/>
          </p:nvPr>
        </p:nvSpPr>
        <p:spPr>
          <a:xfrm>
            <a:off x="4458106" y="5114363"/>
            <a:ext cx="16390244" cy="3438563"/>
          </a:xfrm>
          <a:prstGeom prst="rect">
            <a:avLst/>
          </a:prstGeom>
        </p:spPr>
        <p:txBody>
          <a:bodyPr/>
          <a:lstStyle>
            <a:lvl1pPr defTabSz="619125">
              <a:defRPr sz="7275"/>
            </a:lvl1pPr>
          </a:lstStyle>
          <a:p>
            <a:pPr/>
            <a:r>
              <a:t>de los usuarios entre 18 y 34 años sigue a una marca en redes sociales</a:t>
            </a:r>
          </a:p>
        </p:txBody>
      </p:sp>
      <p:sp>
        <p:nvSpPr>
          <p:cNvPr id="195" name="Fuente: Academia de Consultores"/>
          <p:cNvSpPr txBox="1"/>
          <p:nvPr/>
        </p:nvSpPr>
        <p:spPr>
          <a:xfrm>
            <a:off x="4545953" y="8832001"/>
            <a:ext cx="6026659"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0" i="1">
                <a:latin typeface="Raleway Bold"/>
                <a:ea typeface="Raleway Bold"/>
                <a:cs typeface="Raleway Bold"/>
                <a:sym typeface="Raleway Bold"/>
              </a:defRPr>
            </a:lvl1pPr>
          </a:lstStyle>
          <a:p>
            <a:pPr/>
            <a:r>
              <a:t>Fuente: Academia de Consultores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7" name="Rectángulo"/>
          <p:cNvSpPr/>
          <p:nvPr/>
        </p:nvSpPr>
        <p:spPr>
          <a:xfrm>
            <a:off x="-55761" y="-14814"/>
            <a:ext cx="24541868" cy="13848220"/>
          </a:xfrm>
          <a:prstGeom prst="rect">
            <a:avLst/>
          </a:prstGeom>
          <a:solidFill>
            <a:srgbClr val="00C3D2">
              <a:alpha val="81953"/>
            </a:srgbClr>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198" name="Rectángulo"/>
          <p:cNvSpPr/>
          <p:nvPr/>
        </p:nvSpPr>
        <p:spPr>
          <a:xfrm>
            <a:off x="2541537" y="3942311"/>
            <a:ext cx="742951" cy="5341099"/>
          </a:xfrm>
          <a:prstGeom prst="rect">
            <a:avLst/>
          </a:prstGeom>
          <a:solidFill>
            <a:schemeClr val="accent4">
              <a:hueOff val="-461056"/>
              <a:satOff val="4338"/>
              <a:lumOff val="-10225"/>
            </a:schemeClr>
          </a:solidFill>
          <a:ln w="12700">
            <a:miter lim="400000"/>
          </a:ln>
        </p:spPr>
        <p:txBody>
          <a:bodyPr lIns="38100" tIns="38100" rIns="38100" bIns="38100" anchor="ctr"/>
          <a:lstStyle/>
          <a:p>
            <a:pPr>
              <a:defRPr b="0" sz="3200">
                <a:solidFill>
                  <a:srgbClr val="FFFFFF"/>
                </a:solidFill>
                <a:latin typeface="+mn-lt"/>
                <a:ea typeface="+mn-ea"/>
                <a:cs typeface="+mn-cs"/>
                <a:sym typeface="Helvetica Neue Medium"/>
              </a:defRPr>
            </a:pPr>
          </a:p>
        </p:txBody>
      </p:sp>
      <p:sp>
        <p:nvSpPr>
          <p:cNvPr id="199" name="El 71%"/>
          <p:cNvSpPr/>
          <p:nvPr/>
        </p:nvSpPr>
        <p:spPr>
          <a:xfrm>
            <a:off x="4531441" y="3951080"/>
            <a:ext cx="3979337" cy="1207731"/>
          </a:xfrm>
          <a:prstGeom prst="rect">
            <a:avLst/>
          </a:prstGeom>
          <a:solidFill>
            <a:schemeClr val="accent4">
              <a:hueOff val="-461056"/>
              <a:satOff val="4338"/>
              <a:lumOff val="-1022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l">
              <a:defRPr sz="6600">
                <a:latin typeface="+mj-lt"/>
                <a:ea typeface="+mj-ea"/>
                <a:cs typeface="+mj-cs"/>
                <a:sym typeface="Montserrat"/>
              </a:defRPr>
            </a:lvl1pPr>
          </a:lstStyle>
          <a:p>
            <a:pPr/>
            <a:r>
              <a:t>El 71%</a:t>
            </a:r>
          </a:p>
        </p:txBody>
      </p:sp>
      <p:sp>
        <p:nvSpPr>
          <p:cNvPr id="200" name="Fuente: Academia de Consultores"/>
          <p:cNvSpPr txBox="1"/>
          <p:nvPr/>
        </p:nvSpPr>
        <p:spPr>
          <a:xfrm>
            <a:off x="4545953" y="8832001"/>
            <a:ext cx="6026659"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0" i="1">
                <a:latin typeface="Raleway Bold"/>
                <a:ea typeface="Raleway Bold"/>
                <a:cs typeface="Raleway Bold"/>
                <a:sym typeface="Raleway Bold"/>
              </a:defRPr>
            </a:lvl1pPr>
          </a:lstStyle>
          <a:p>
            <a:pPr/>
            <a:r>
              <a:t>Fuente: Academia de Consultores</a:t>
            </a:r>
          </a:p>
        </p:txBody>
      </p:sp>
      <p:sp>
        <p:nvSpPr>
          <p:cNvPr id="201" name="de los consumidores que han tenido una buena experiencia con una marca es probable que la recomienden a otras personas en redes sociales."/>
          <p:cNvSpPr txBox="1"/>
          <p:nvPr>
            <p:ph type="title" idx="4294967295"/>
          </p:nvPr>
        </p:nvSpPr>
        <p:spPr>
          <a:xfrm>
            <a:off x="4458106" y="5114363"/>
            <a:ext cx="16390244" cy="3438563"/>
          </a:xfrm>
          <a:prstGeom prst="rect">
            <a:avLst/>
          </a:prstGeom>
        </p:spPr>
        <p:txBody>
          <a:bodyPr/>
          <a:lstStyle>
            <a:lvl1pPr defTabSz="454025">
              <a:defRPr sz="5335"/>
            </a:lvl1pPr>
          </a:lstStyle>
          <a:p>
            <a:pPr/>
            <a:r>
              <a:t>de los consumidores que han tenido una buena experiencia con una marca es probable que la recomienden a otras personas en redes sociales.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3" name="Frases"/>
          <p:cNvSpPr txBox="1"/>
          <p:nvPr>
            <p:ph type="body" idx="13"/>
          </p:nvPr>
        </p:nvSpPr>
        <p:spPr>
          <a:xfrm>
            <a:off x="8407953" y="7217177"/>
            <a:ext cx="9622731" cy="1320801"/>
          </a:xfrm>
          <a:prstGeom prst="rect">
            <a:avLst/>
          </a:prstGeom>
        </p:spPr>
        <p:txBody>
          <a:bodyPr/>
          <a:lstStyle/>
          <a:p>
            <a:pPr/>
            <a:r>
              <a:t>Frases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5" name="Rectángulo"/>
          <p:cNvSpPr/>
          <p:nvPr/>
        </p:nvSpPr>
        <p:spPr>
          <a:xfrm>
            <a:off x="-55761" y="-14814"/>
            <a:ext cx="24541868" cy="13848220"/>
          </a:xfrm>
          <a:prstGeom prst="rect">
            <a:avLst/>
          </a:prstGeom>
          <a:solidFill>
            <a:srgbClr val="00C3D2">
              <a:alpha val="81953"/>
            </a:srgbClr>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206" name="Rectángulo"/>
          <p:cNvSpPr/>
          <p:nvPr/>
        </p:nvSpPr>
        <p:spPr>
          <a:xfrm>
            <a:off x="2541537" y="3942311"/>
            <a:ext cx="742951" cy="5341099"/>
          </a:xfrm>
          <a:prstGeom prst="rect">
            <a:avLst/>
          </a:prstGeom>
          <a:solidFill>
            <a:schemeClr val="accent4">
              <a:hueOff val="-461056"/>
              <a:satOff val="4338"/>
              <a:lumOff val="-10225"/>
            </a:schemeClr>
          </a:solidFill>
          <a:ln w="12700">
            <a:miter lim="400000"/>
          </a:ln>
        </p:spPr>
        <p:txBody>
          <a:bodyPr lIns="38100" tIns="38100" rIns="38100" bIns="38100" anchor="ctr"/>
          <a:lstStyle/>
          <a:p>
            <a:pPr>
              <a:defRPr b="0" sz="3200">
                <a:solidFill>
                  <a:srgbClr val="FFFFFF"/>
                </a:solidFill>
                <a:latin typeface="+mn-lt"/>
                <a:ea typeface="+mn-ea"/>
                <a:cs typeface="+mn-cs"/>
                <a:sym typeface="Helvetica Neue Medium"/>
              </a:defRPr>
            </a:pPr>
          </a:p>
        </p:txBody>
      </p:sp>
      <p:sp>
        <p:nvSpPr>
          <p:cNvPr id="207" name="Vilma Núñez , Ph.D"/>
          <p:cNvSpPr txBox="1"/>
          <p:nvPr/>
        </p:nvSpPr>
        <p:spPr>
          <a:xfrm>
            <a:off x="4551814" y="8867954"/>
            <a:ext cx="3426334"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0" i="1">
                <a:latin typeface="Raleway Bold"/>
                <a:ea typeface="Raleway Bold"/>
                <a:cs typeface="Raleway Bold"/>
                <a:sym typeface="Raleway Bold"/>
              </a:defRPr>
            </a:lvl1pPr>
          </a:lstStyle>
          <a:p>
            <a:pPr/>
            <a:r>
              <a:t>Vilma Núñez , Ph.D</a:t>
            </a:r>
          </a:p>
        </p:txBody>
      </p:sp>
      <p:sp>
        <p:nvSpPr>
          <p:cNvPr id="208" name="Sin inversión no hay…"/>
          <p:cNvSpPr txBox="1"/>
          <p:nvPr>
            <p:ph type="title" idx="4294967295"/>
          </p:nvPr>
        </p:nvSpPr>
        <p:spPr>
          <a:xfrm>
            <a:off x="4458106" y="5114363"/>
            <a:ext cx="16390244" cy="3589867"/>
          </a:xfrm>
          <a:prstGeom prst="rect">
            <a:avLst/>
          </a:prstGeom>
        </p:spPr>
        <p:txBody>
          <a:bodyPr/>
          <a:lstStyle/>
          <a:p>
            <a:pPr>
              <a:lnSpc>
                <a:spcPct val="50000"/>
              </a:lnSpc>
              <a:spcBef>
                <a:spcPts val="2000"/>
              </a:spcBef>
              <a:defRPr sz="9700"/>
            </a:pPr>
            <a:r>
              <a:t>Sin </a:t>
            </a:r>
            <a:r>
              <a:t>inversión</a:t>
            </a:r>
            <a:r>
              <a:t> no hay </a:t>
            </a:r>
          </a:p>
          <a:p>
            <a:pPr>
              <a:lnSpc>
                <a:spcPct val="50000"/>
              </a:lnSpc>
              <a:spcBef>
                <a:spcPts val="2000"/>
              </a:spcBef>
              <a:defRPr sz="9700"/>
            </a:pPr>
            <a:br/>
            <a:r>
              <a:t>conversión</a:t>
            </a:r>
          </a:p>
        </p:txBody>
      </p:sp>
      <p:sp>
        <p:nvSpPr>
          <p:cNvPr id="209" name="Freeform 5"/>
          <p:cNvSpPr/>
          <p:nvPr/>
        </p:nvSpPr>
        <p:spPr>
          <a:xfrm>
            <a:off x="4465471" y="3951080"/>
            <a:ext cx="1711635" cy="12077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50" y="14771"/>
                </a:moveTo>
                <a:cubicBezTo>
                  <a:pt x="21225" y="14135"/>
                  <a:pt x="20976" y="13659"/>
                  <a:pt x="20601" y="13182"/>
                </a:cubicBezTo>
                <a:cubicBezTo>
                  <a:pt x="20227" y="12547"/>
                  <a:pt x="19727" y="12229"/>
                  <a:pt x="19103" y="11912"/>
                </a:cubicBezTo>
                <a:cubicBezTo>
                  <a:pt x="18479" y="11594"/>
                  <a:pt x="17605" y="11435"/>
                  <a:pt x="16606" y="11435"/>
                </a:cubicBezTo>
                <a:cubicBezTo>
                  <a:pt x="15232" y="11435"/>
                  <a:pt x="15232" y="11435"/>
                  <a:pt x="15232" y="11435"/>
                </a:cubicBezTo>
                <a:cubicBezTo>
                  <a:pt x="15482" y="9371"/>
                  <a:pt x="15982" y="7624"/>
                  <a:pt x="17105" y="6035"/>
                </a:cubicBezTo>
                <a:cubicBezTo>
                  <a:pt x="18104" y="4606"/>
                  <a:pt x="19477" y="3176"/>
                  <a:pt x="21350" y="2065"/>
                </a:cubicBezTo>
                <a:cubicBezTo>
                  <a:pt x="20351" y="0"/>
                  <a:pt x="20351" y="0"/>
                  <a:pt x="20351" y="0"/>
                </a:cubicBezTo>
                <a:cubicBezTo>
                  <a:pt x="17979" y="1271"/>
                  <a:pt x="15982" y="3176"/>
                  <a:pt x="14358" y="5559"/>
                </a:cubicBezTo>
                <a:cubicBezTo>
                  <a:pt x="12735" y="8100"/>
                  <a:pt x="11861" y="10641"/>
                  <a:pt x="11861" y="13024"/>
                </a:cubicBezTo>
                <a:cubicBezTo>
                  <a:pt x="11861" y="15724"/>
                  <a:pt x="12361" y="17788"/>
                  <a:pt x="13360" y="19218"/>
                </a:cubicBezTo>
                <a:cubicBezTo>
                  <a:pt x="14234" y="20806"/>
                  <a:pt x="15607" y="21600"/>
                  <a:pt x="17480" y="21600"/>
                </a:cubicBezTo>
                <a:cubicBezTo>
                  <a:pt x="18603" y="21600"/>
                  <a:pt x="19602" y="20965"/>
                  <a:pt x="20351" y="20012"/>
                </a:cubicBezTo>
                <a:cubicBezTo>
                  <a:pt x="21225" y="19059"/>
                  <a:pt x="21600" y="17947"/>
                  <a:pt x="21600" y="16676"/>
                </a:cubicBezTo>
                <a:cubicBezTo>
                  <a:pt x="21600" y="16041"/>
                  <a:pt x="21600" y="15406"/>
                  <a:pt x="21350" y="14771"/>
                </a:cubicBezTo>
                <a:moveTo>
                  <a:pt x="9489" y="14771"/>
                </a:moveTo>
                <a:cubicBezTo>
                  <a:pt x="9364" y="14135"/>
                  <a:pt x="9114" y="13659"/>
                  <a:pt x="8740" y="13182"/>
                </a:cubicBezTo>
                <a:cubicBezTo>
                  <a:pt x="8240" y="12547"/>
                  <a:pt x="7741" y="12229"/>
                  <a:pt x="7117" y="11912"/>
                </a:cubicBezTo>
                <a:cubicBezTo>
                  <a:pt x="6492" y="11594"/>
                  <a:pt x="5743" y="11435"/>
                  <a:pt x="4745" y="11435"/>
                </a:cubicBezTo>
                <a:cubicBezTo>
                  <a:pt x="3371" y="11435"/>
                  <a:pt x="3371" y="11435"/>
                  <a:pt x="3371" y="11435"/>
                </a:cubicBezTo>
                <a:cubicBezTo>
                  <a:pt x="3496" y="9371"/>
                  <a:pt x="4120" y="7624"/>
                  <a:pt x="5119" y="6035"/>
                </a:cubicBezTo>
                <a:cubicBezTo>
                  <a:pt x="6243" y="4606"/>
                  <a:pt x="7616" y="3176"/>
                  <a:pt x="9489" y="2065"/>
                </a:cubicBezTo>
                <a:cubicBezTo>
                  <a:pt x="8365" y="0"/>
                  <a:pt x="8365" y="0"/>
                  <a:pt x="8365" y="0"/>
                </a:cubicBezTo>
                <a:cubicBezTo>
                  <a:pt x="6118" y="1271"/>
                  <a:pt x="4120" y="3176"/>
                  <a:pt x="2497" y="5559"/>
                </a:cubicBezTo>
                <a:cubicBezTo>
                  <a:pt x="749" y="8100"/>
                  <a:pt x="0" y="10641"/>
                  <a:pt x="0" y="13024"/>
                </a:cubicBezTo>
                <a:cubicBezTo>
                  <a:pt x="0" y="15724"/>
                  <a:pt x="499" y="17788"/>
                  <a:pt x="1373" y="19218"/>
                </a:cubicBezTo>
                <a:cubicBezTo>
                  <a:pt x="2372" y="20806"/>
                  <a:pt x="3746" y="21600"/>
                  <a:pt x="5494" y="21600"/>
                </a:cubicBezTo>
                <a:cubicBezTo>
                  <a:pt x="6617" y="21600"/>
                  <a:pt x="7616" y="20965"/>
                  <a:pt x="8490" y="20012"/>
                </a:cubicBezTo>
                <a:cubicBezTo>
                  <a:pt x="9239" y="19059"/>
                  <a:pt x="9739" y="17947"/>
                  <a:pt x="9739" y="16676"/>
                </a:cubicBezTo>
                <a:cubicBezTo>
                  <a:pt x="9739" y="16041"/>
                  <a:pt x="9614" y="15406"/>
                  <a:pt x="9489" y="14771"/>
                </a:cubicBezTo>
              </a:path>
            </a:pathLst>
          </a:custGeom>
          <a:solidFill>
            <a:srgbClr val="FFFFFF"/>
          </a:solidFill>
          <a:ln w="12700">
            <a:miter lim="400000"/>
          </a:ln>
        </p:spPr>
        <p:txBody>
          <a:bodyPr lIns="45719" rIns="45719"/>
          <a:lstStyle/>
          <a:p>
            <a:pPr algn="l" defTabSz="914400">
              <a:defRPr b="0" sz="1800">
                <a:solidFill>
                  <a:srgbClr val="333333"/>
                </a:solidFill>
                <a:latin typeface="Roboto"/>
                <a:ea typeface="Roboto"/>
                <a:cs typeface="Roboto"/>
                <a:sym typeface="Roboto"/>
              </a:defRPr>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1" name="Sin inversión no hay…"/>
          <p:cNvSpPr txBox="1"/>
          <p:nvPr>
            <p:ph type="title" idx="4294967295"/>
          </p:nvPr>
        </p:nvSpPr>
        <p:spPr>
          <a:xfrm>
            <a:off x="4458106" y="5114363"/>
            <a:ext cx="16390244" cy="3589867"/>
          </a:xfrm>
          <a:prstGeom prst="rect">
            <a:avLst/>
          </a:prstGeom>
        </p:spPr>
        <p:txBody>
          <a:bodyPr/>
          <a:lstStyle/>
          <a:p>
            <a:pPr>
              <a:lnSpc>
                <a:spcPct val="50000"/>
              </a:lnSpc>
              <a:spcBef>
                <a:spcPts val="2000"/>
              </a:spcBef>
              <a:defRPr sz="9700"/>
            </a:pPr>
            <a:r>
              <a:t>Sin </a:t>
            </a:r>
            <a:r>
              <a:t>inversión</a:t>
            </a:r>
            <a:r>
              <a:t> no hay </a:t>
            </a:r>
          </a:p>
          <a:p>
            <a:pPr>
              <a:lnSpc>
                <a:spcPct val="50000"/>
              </a:lnSpc>
              <a:spcBef>
                <a:spcPts val="2000"/>
              </a:spcBef>
              <a:defRPr sz="9700"/>
            </a:pPr>
            <a:br/>
            <a:r>
              <a:t>conversión</a:t>
            </a:r>
          </a:p>
        </p:txBody>
      </p:sp>
      <p:sp>
        <p:nvSpPr>
          <p:cNvPr id="212" name="Rectángulo"/>
          <p:cNvSpPr/>
          <p:nvPr/>
        </p:nvSpPr>
        <p:spPr>
          <a:xfrm>
            <a:off x="2541537" y="3942311"/>
            <a:ext cx="742951" cy="5341099"/>
          </a:xfrm>
          <a:prstGeom prst="rect">
            <a:avLst/>
          </a:prstGeom>
          <a:solidFill>
            <a:schemeClr val="accent4">
              <a:hueOff val="-461056"/>
              <a:satOff val="4338"/>
              <a:lumOff val="-10225"/>
            </a:schemeClr>
          </a:solidFill>
          <a:ln w="12700">
            <a:miter lim="400000"/>
          </a:ln>
        </p:spPr>
        <p:txBody>
          <a:bodyPr lIns="38100" tIns="38100" rIns="38100" bIns="38100" anchor="ctr"/>
          <a:lstStyle/>
          <a:p>
            <a:pPr>
              <a:defRPr b="0" sz="3200">
                <a:solidFill>
                  <a:srgbClr val="FFFFFF"/>
                </a:solidFill>
                <a:latin typeface="+mn-lt"/>
                <a:ea typeface="+mn-ea"/>
                <a:cs typeface="+mn-cs"/>
                <a:sym typeface="Helvetica Neue Medium"/>
              </a:defRPr>
            </a:pPr>
          </a:p>
        </p:txBody>
      </p:sp>
      <p:sp>
        <p:nvSpPr>
          <p:cNvPr id="213" name="Vilma Núñez , Ph.D"/>
          <p:cNvSpPr txBox="1"/>
          <p:nvPr/>
        </p:nvSpPr>
        <p:spPr>
          <a:xfrm>
            <a:off x="4551814" y="8867954"/>
            <a:ext cx="3426334"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0" i="1">
                <a:latin typeface="Raleway Bold"/>
                <a:ea typeface="Raleway Bold"/>
                <a:cs typeface="Raleway Bold"/>
                <a:sym typeface="Raleway Bold"/>
              </a:defRPr>
            </a:lvl1pPr>
          </a:lstStyle>
          <a:p>
            <a:pPr/>
            <a:r>
              <a:t>Vilma Núñez , Ph.D</a:t>
            </a:r>
          </a:p>
        </p:txBody>
      </p:sp>
      <p:sp>
        <p:nvSpPr>
          <p:cNvPr id="214" name="Freeform 5"/>
          <p:cNvSpPr/>
          <p:nvPr/>
        </p:nvSpPr>
        <p:spPr>
          <a:xfrm>
            <a:off x="4465471" y="3951080"/>
            <a:ext cx="1711635" cy="12077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50" y="14771"/>
                </a:moveTo>
                <a:cubicBezTo>
                  <a:pt x="21225" y="14135"/>
                  <a:pt x="20976" y="13659"/>
                  <a:pt x="20601" y="13182"/>
                </a:cubicBezTo>
                <a:cubicBezTo>
                  <a:pt x="20227" y="12547"/>
                  <a:pt x="19727" y="12229"/>
                  <a:pt x="19103" y="11912"/>
                </a:cubicBezTo>
                <a:cubicBezTo>
                  <a:pt x="18479" y="11594"/>
                  <a:pt x="17605" y="11435"/>
                  <a:pt x="16606" y="11435"/>
                </a:cubicBezTo>
                <a:cubicBezTo>
                  <a:pt x="15232" y="11435"/>
                  <a:pt x="15232" y="11435"/>
                  <a:pt x="15232" y="11435"/>
                </a:cubicBezTo>
                <a:cubicBezTo>
                  <a:pt x="15482" y="9371"/>
                  <a:pt x="15982" y="7624"/>
                  <a:pt x="17105" y="6035"/>
                </a:cubicBezTo>
                <a:cubicBezTo>
                  <a:pt x="18104" y="4606"/>
                  <a:pt x="19477" y="3176"/>
                  <a:pt x="21350" y="2065"/>
                </a:cubicBezTo>
                <a:cubicBezTo>
                  <a:pt x="20351" y="0"/>
                  <a:pt x="20351" y="0"/>
                  <a:pt x="20351" y="0"/>
                </a:cubicBezTo>
                <a:cubicBezTo>
                  <a:pt x="17979" y="1271"/>
                  <a:pt x="15982" y="3176"/>
                  <a:pt x="14358" y="5559"/>
                </a:cubicBezTo>
                <a:cubicBezTo>
                  <a:pt x="12735" y="8100"/>
                  <a:pt x="11861" y="10641"/>
                  <a:pt x="11861" y="13024"/>
                </a:cubicBezTo>
                <a:cubicBezTo>
                  <a:pt x="11861" y="15724"/>
                  <a:pt x="12361" y="17788"/>
                  <a:pt x="13360" y="19218"/>
                </a:cubicBezTo>
                <a:cubicBezTo>
                  <a:pt x="14234" y="20806"/>
                  <a:pt x="15607" y="21600"/>
                  <a:pt x="17480" y="21600"/>
                </a:cubicBezTo>
                <a:cubicBezTo>
                  <a:pt x="18603" y="21600"/>
                  <a:pt x="19602" y="20965"/>
                  <a:pt x="20351" y="20012"/>
                </a:cubicBezTo>
                <a:cubicBezTo>
                  <a:pt x="21225" y="19059"/>
                  <a:pt x="21600" y="17947"/>
                  <a:pt x="21600" y="16676"/>
                </a:cubicBezTo>
                <a:cubicBezTo>
                  <a:pt x="21600" y="16041"/>
                  <a:pt x="21600" y="15406"/>
                  <a:pt x="21350" y="14771"/>
                </a:cubicBezTo>
                <a:moveTo>
                  <a:pt x="9489" y="14771"/>
                </a:moveTo>
                <a:cubicBezTo>
                  <a:pt x="9364" y="14135"/>
                  <a:pt x="9114" y="13659"/>
                  <a:pt x="8740" y="13182"/>
                </a:cubicBezTo>
                <a:cubicBezTo>
                  <a:pt x="8240" y="12547"/>
                  <a:pt x="7741" y="12229"/>
                  <a:pt x="7117" y="11912"/>
                </a:cubicBezTo>
                <a:cubicBezTo>
                  <a:pt x="6492" y="11594"/>
                  <a:pt x="5743" y="11435"/>
                  <a:pt x="4745" y="11435"/>
                </a:cubicBezTo>
                <a:cubicBezTo>
                  <a:pt x="3371" y="11435"/>
                  <a:pt x="3371" y="11435"/>
                  <a:pt x="3371" y="11435"/>
                </a:cubicBezTo>
                <a:cubicBezTo>
                  <a:pt x="3496" y="9371"/>
                  <a:pt x="4120" y="7624"/>
                  <a:pt x="5119" y="6035"/>
                </a:cubicBezTo>
                <a:cubicBezTo>
                  <a:pt x="6243" y="4606"/>
                  <a:pt x="7616" y="3176"/>
                  <a:pt x="9489" y="2065"/>
                </a:cubicBezTo>
                <a:cubicBezTo>
                  <a:pt x="8365" y="0"/>
                  <a:pt x="8365" y="0"/>
                  <a:pt x="8365" y="0"/>
                </a:cubicBezTo>
                <a:cubicBezTo>
                  <a:pt x="6118" y="1271"/>
                  <a:pt x="4120" y="3176"/>
                  <a:pt x="2497" y="5559"/>
                </a:cubicBezTo>
                <a:cubicBezTo>
                  <a:pt x="749" y="8100"/>
                  <a:pt x="0" y="10641"/>
                  <a:pt x="0" y="13024"/>
                </a:cubicBezTo>
                <a:cubicBezTo>
                  <a:pt x="0" y="15724"/>
                  <a:pt x="499" y="17788"/>
                  <a:pt x="1373" y="19218"/>
                </a:cubicBezTo>
                <a:cubicBezTo>
                  <a:pt x="2372" y="20806"/>
                  <a:pt x="3746" y="21600"/>
                  <a:pt x="5494" y="21600"/>
                </a:cubicBezTo>
                <a:cubicBezTo>
                  <a:pt x="6617" y="21600"/>
                  <a:pt x="7616" y="20965"/>
                  <a:pt x="8490" y="20012"/>
                </a:cubicBezTo>
                <a:cubicBezTo>
                  <a:pt x="9239" y="19059"/>
                  <a:pt x="9739" y="17947"/>
                  <a:pt x="9739" y="16676"/>
                </a:cubicBezTo>
                <a:cubicBezTo>
                  <a:pt x="9739" y="16041"/>
                  <a:pt x="9614" y="15406"/>
                  <a:pt x="9489" y="14771"/>
                </a:cubicBezTo>
              </a:path>
            </a:pathLst>
          </a:custGeom>
          <a:solidFill>
            <a:schemeClr val="accent4">
              <a:hueOff val="-461056"/>
              <a:satOff val="4338"/>
              <a:lumOff val="-10225"/>
            </a:schemeClr>
          </a:solidFill>
          <a:ln w="12700">
            <a:miter lim="400000"/>
          </a:ln>
        </p:spPr>
        <p:txBody>
          <a:bodyPr lIns="45719" rIns="45719"/>
          <a:lstStyle/>
          <a:p>
            <a:pPr>
              <a:defRPr b="0" sz="3200">
                <a:solidFill>
                  <a:srgbClr val="FFFFFF"/>
                </a:solidFill>
                <a:latin typeface="+mn-lt"/>
                <a:ea typeface="+mn-ea"/>
                <a:cs typeface="+mn-cs"/>
                <a:sym typeface="Helvetica Neue Medium"/>
              </a:defRPr>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6" name="Equipo"/>
          <p:cNvSpPr txBox="1"/>
          <p:nvPr>
            <p:ph type="title"/>
          </p:nvPr>
        </p:nvSpPr>
        <p:spPr>
          <a:prstGeom prst="rect">
            <a:avLst/>
          </a:prstGeom>
        </p:spPr>
        <p:txBody>
          <a:bodyPr/>
          <a:lstStyle/>
          <a:p>
            <a:pPr/>
            <a:r>
              <a:t>Equipo</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8" name="El equipo"/>
          <p:cNvSpPr txBox="1"/>
          <p:nvPr>
            <p:ph type="title"/>
          </p:nvPr>
        </p:nvSpPr>
        <p:spPr>
          <a:prstGeom prst="rect">
            <a:avLst/>
          </a:prstGeom>
        </p:spPr>
        <p:txBody>
          <a:bodyPr/>
          <a:lstStyle/>
          <a:p>
            <a:pPr/>
            <a:r>
              <a:t>El equipo</a:t>
            </a:r>
          </a:p>
        </p:txBody>
      </p:sp>
      <p:grpSp>
        <p:nvGrpSpPr>
          <p:cNvPr id="221" name="Grupo"/>
          <p:cNvGrpSpPr/>
          <p:nvPr/>
        </p:nvGrpSpPr>
        <p:grpSpPr>
          <a:xfrm>
            <a:off x="1937233" y="4395880"/>
            <a:ext cx="4081615" cy="4068416"/>
            <a:chOff x="0" y="0"/>
            <a:chExt cx="4081613" cy="4068414"/>
          </a:xfrm>
        </p:grpSpPr>
        <p:sp>
          <p:nvSpPr>
            <p:cNvPr id="219" name="Shape 111"/>
            <p:cNvSpPr/>
            <p:nvPr/>
          </p:nvSpPr>
          <p:spPr>
            <a:xfrm>
              <a:off x="0" y="110292"/>
              <a:ext cx="3958119" cy="3958123"/>
            </a:xfrm>
            <a:prstGeom prst="ellipse">
              <a:avLst/>
            </a:prstGeom>
            <a:solidFill>
              <a:srgbClr val="D9D9D9"/>
            </a:solidFill>
            <a:ln w="12700" cap="flat">
              <a:noFill/>
              <a:miter lim="400000"/>
            </a:ln>
            <a:effectLst/>
          </p:spPr>
          <p:txBody>
            <a:bodyPr wrap="square" lIns="45719" tIns="45719" rIns="45719" bIns="45719" numCol="1" anchor="ctr">
              <a:noAutofit/>
            </a:bodyPr>
            <a:lstStyle/>
            <a:p>
              <a:pPr defTabSz="914400">
                <a:defRPr b="0" i="1" sz="2400">
                  <a:latin typeface="Georgia"/>
                  <a:ea typeface="Georgia"/>
                  <a:cs typeface="Georgia"/>
                  <a:sym typeface="Georgia"/>
                </a:defRPr>
              </a:pPr>
            </a:p>
          </p:txBody>
        </p:sp>
        <p:sp>
          <p:nvSpPr>
            <p:cNvPr id="220" name="Arc 44"/>
            <p:cNvSpPr/>
            <p:nvPr/>
          </p:nvSpPr>
          <p:spPr>
            <a:xfrm>
              <a:off x="1992264" y="0"/>
              <a:ext cx="2089350" cy="216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317"/>
                    <a:pt x="21600" y="20811"/>
                  </a:cubicBezTo>
                  <a:cubicBezTo>
                    <a:pt x="21600" y="21074"/>
                    <a:pt x="21595" y="21337"/>
                    <a:pt x="21584" y="21600"/>
                  </a:cubicBezTo>
                </a:path>
              </a:pathLst>
            </a:custGeom>
            <a:noFill/>
            <a:ln w="165100" cap="flat">
              <a:solidFill>
                <a:srgbClr val="00C3D2"/>
              </a:solidFill>
              <a:prstDash val="solid"/>
              <a:miter lim="400000"/>
            </a:ln>
            <a:effectLst/>
          </p:spPr>
          <p:txBody>
            <a:bodyPr wrap="square" lIns="45719" tIns="45719" rIns="45719" bIns="45719" numCol="1" anchor="ctr">
              <a:noAutofit/>
            </a:bodyPr>
            <a:lstStyle/>
            <a:p>
              <a:pPr defTabSz="914400">
                <a:defRPr b="0" sz="1800">
                  <a:solidFill>
                    <a:srgbClr val="3F3F3F"/>
                  </a:solidFill>
                  <a:latin typeface="Roboto Light"/>
                  <a:ea typeface="Roboto Light"/>
                  <a:cs typeface="Roboto Light"/>
                  <a:sym typeface="Roboto Light"/>
                </a:defRPr>
              </a:pPr>
            </a:p>
          </p:txBody>
        </p:sp>
      </p:grpSp>
      <p:grpSp>
        <p:nvGrpSpPr>
          <p:cNvPr id="235" name="Grupo"/>
          <p:cNvGrpSpPr/>
          <p:nvPr/>
        </p:nvGrpSpPr>
        <p:grpSpPr>
          <a:xfrm>
            <a:off x="2909683" y="4955013"/>
            <a:ext cx="2136714" cy="2950149"/>
            <a:chOff x="0" y="0"/>
            <a:chExt cx="2136713" cy="2950148"/>
          </a:xfrm>
        </p:grpSpPr>
        <p:sp>
          <p:nvSpPr>
            <p:cNvPr id="222" name="Figura"/>
            <p:cNvSpPr/>
            <p:nvPr/>
          </p:nvSpPr>
          <p:spPr>
            <a:xfrm>
              <a:off x="247075" y="0"/>
              <a:ext cx="1642840" cy="22851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96" y="15276"/>
                  </a:moveTo>
                  <a:cubicBezTo>
                    <a:pt x="21262" y="14637"/>
                    <a:pt x="20923" y="13300"/>
                    <a:pt x="19908" y="12935"/>
                  </a:cubicBezTo>
                  <a:cubicBezTo>
                    <a:pt x="18893" y="12570"/>
                    <a:pt x="19612" y="11932"/>
                    <a:pt x="20035" y="11172"/>
                  </a:cubicBezTo>
                  <a:cubicBezTo>
                    <a:pt x="20458" y="10412"/>
                    <a:pt x="19171" y="9682"/>
                    <a:pt x="19171" y="9682"/>
                  </a:cubicBezTo>
                  <a:cubicBezTo>
                    <a:pt x="19617" y="9499"/>
                    <a:pt x="19824" y="9074"/>
                    <a:pt x="19824" y="9074"/>
                  </a:cubicBezTo>
                  <a:cubicBezTo>
                    <a:pt x="19020" y="8983"/>
                    <a:pt x="18523" y="8101"/>
                    <a:pt x="19316" y="7006"/>
                  </a:cubicBezTo>
                  <a:cubicBezTo>
                    <a:pt x="20109" y="5912"/>
                    <a:pt x="18517" y="5364"/>
                    <a:pt x="18517" y="5364"/>
                  </a:cubicBezTo>
                  <a:lnTo>
                    <a:pt x="18517" y="5364"/>
                  </a:lnTo>
                  <a:cubicBezTo>
                    <a:pt x="18378" y="2385"/>
                    <a:pt x="14977" y="0"/>
                    <a:pt x="10800" y="0"/>
                  </a:cubicBezTo>
                  <a:cubicBezTo>
                    <a:pt x="6623" y="0"/>
                    <a:pt x="3222" y="2385"/>
                    <a:pt x="3083" y="5364"/>
                  </a:cubicBezTo>
                  <a:lnTo>
                    <a:pt x="3083" y="5364"/>
                  </a:lnTo>
                  <a:cubicBezTo>
                    <a:pt x="3083" y="5364"/>
                    <a:pt x="1491" y="5912"/>
                    <a:pt x="2284" y="7006"/>
                  </a:cubicBezTo>
                  <a:cubicBezTo>
                    <a:pt x="3077" y="8101"/>
                    <a:pt x="2580" y="8983"/>
                    <a:pt x="1777" y="9074"/>
                  </a:cubicBezTo>
                  <a:cubicBezTo>
                    <a:pt x="1777" y="9074"/>
                    <a:pt x="1983" y="9499"/>
                    <a:pt x="2430" y="9682"/>
                  </a:cubicBezTo>
                  <a:cubicBezTo>
                    <a:pt x="2430" y="9682"/>
                    <a:pt x="1142" y="10412"/>
                    <a:pt x="1565" y="11172"/>
                  </a:cubicBezTo>
                  <a:cubicBezTo>
                    <a:pt x="1988" y="11932"/>
                    <a:pt x="2707" y="12570"/>
                    <a:pt x="1692" y="12935"/>
                  </a:cubicBezTo>
                  <a:cubicBezTo>
                    <a:pt x="677" y="13300"/>
                    <a:pt x="338" y="14637"/>
                    <a:pt x="804" y="15276"/>
                  </a:cubicBezTo>
                  <a:cubicBezTo>
                    <a:pt x="1269" y="15915"/>
                    <a:pt x="719" y="16705"/>
                    <a:pt x="0" y="16492"/>
                  </a:cubicBezTo>
                  <a:cubicBezTo>
                    <a:pt x="0" y="16492"/>
                    <a:pt x="381" y="17860"/>
                    <a:pt x="1734" y="18104"/>
                  </a:cubicBezTo>
                  <a:lnTo>
                    <a:pt x="3626" y="18104"/>
                  </a:lnTo>
                  <a:cubicBezTo>
                    <a:pt x="4763" y="20152"/>
                    <a:pt x="7545" y="21600"/>
                    <a:pt x="10800" y="21600"/>
                  </a:cubicBezTo>
                  <a:cubicBezTo>
                    <a:pt x="14055" y="21600"/>
                    <a:pt x="16837" y="20152"/>
                    <a:pt x="17974" y="18104"/>
                  </a:cubicBezTo>
                  <a:lnTo>
                    <a:pt x="19866" y="18104"/>
                  </a:lnTo>
                  <a:cubicBezTo>
                    <a:pt x="21219" y="17860"/>
                    <a:pt x="21600" y="16492"/>
                    <a:pt x="21600" y="16492"/>
                  </a:cubicBezTo>
                  <a:cubicBezTo>
                    <a:pt x="20881" y="16705"/>
                    <a:pt x="20331" y="15915"/>
                    <a:pt x="20796" y="15276"/>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23" name="Figura"/>
            <p:cNvSpPr/>
            <p:nvPr/>
          </p:nvSpPr>
          <p:spPr>
            <a:xfrm>
              <a:off x="576509" y="1353031"/>
              <a:ext cx="977813" cy="1473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6493"/>
                    <a:pt x="0" y="6934"/>
                    <a:pt x="0" y="6934"/>
                  </a:cubicBezTo>
                  <a:cubicBezTo>
                    <a:pt x="0" y="13083"/>
                    <a:pt x="10800" y="21600"/>
                    <a:pt x="10800" y="21600"/>
                  </a:cubicBezTo>
                  <a:cubicBezTo>
                    <a:pt x="10800" y="21600"/>
                    <a:pt x="21600" y="13083"/>
                    <a:pt x="21600" y="6934"/>
                  </a:cubicBezTo>
                  <a:cubicBezTo>
                    <a:pt x="21600" y="6934"/>
                    <a:pt x="15655" y="6493"/>
                    <a:pt x="15655"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24" name="Figura"/>
            <p:cNvSpPr/>
            <p:nvPr/>
          </p:nvSpPr>
          <p:spPr>
            <a:xfrm>
              <a:off x="0" y="1788355"/>
              <a:ext cx="2136714" cy="1161794"/>
            </a:xfrm>
            <a:custGeom>
              <a:avLst/>
              <a:gdLst/>
              <a:ahLst/>
              <a:cxnLst>
                <a:cxn ang="0">
                  <a:pos x="wd2" y="hd2"/>
                </a:cxn>
                <a:cxn ang="5400000">
                  <a:pos x="wd2" y="hd2"/>
                </a:cxn>
                <a:cxn ang="10800000">
                  <a:pos x="wd2" y="hd2"/>
                </a:cxn>
                <a:cxn ang="16200000">
                  <a:pos x="wd2" y="hd2"/>
                </a:cxn>
              </a:cxnLst>
              <a:rect l="0" t="0" r="r" b="b"/>
              <a:pathLst>
                <a:path w="21600" h="21205" fill="norm" stroke="1" extrusionOk="0">
                  <a:moveTo>
                    <a:pt x="18318" y="807"/>
                  </a:moveTo>
                  <a:cubicBezTo>
                    <a:pt x="17704" y="807"/>
                    <a:pt x="14458" y="-395"/>
                    <a:pt x="13966" y="135"/>
                  </a:cubicBezTo>
                  <a:cubicBezTo>
                    <a:pt x="13997" y="1682"/>
                    <a:pt x="13801" y="3421"/>
                    <a:pt x="13494" y="5188"/>
                  </a:cubicBezTo>
                  <a:lnTo>
                    <a:pt x="13494" y="2218"/>
                  </a:lnTo>
                  <a:cubicBezTo>
                    <a:pt x="13478" y="4045"/>
                    <a:pt x="13249" y="10756"/>
                    <a:pt x="10754" y="10756"/>
                  </a:cubicBezTo>
                  <a:cubicBezTo>
                    <a:pt x="8259" y="10756"/>
                    <a:pt x="8031" y="4042"/>
                    <a:pt x="8015" y="2216"/>
                  </a:cubicBezTo>
                  <a:lnTo>
                    <a:pt x="8015" y="4743"/>
                  </a:lnTo>
                  <a:cubicBezTo>
                    <a:pt x="7835" y="3336"/>
                    <a:pt x="7699" y="1805"/>
                    <a:pt x="7634" y="135"/>
                  </a:cubicBezTo>
                  <a:cubicBezTo>
                    <a:pt x="7142" y="-395"/>
                    <a:pt x="3896" y="807"/>
                    <a:pt x="3282" y="807"/>
                  </a:cubicBezTo>
                  <a:cubicBezTo>
                    <a:pt x="1469" y="807"/>
                    <a:pt x="0" y="3460"/>
                    <a:pt x="0" y="6733"/>
                  </a:cubicBezTo>
                  <a:lnTo>
                    <a:pt x="0" y="10976"/>
                  </a:lnTo>
                  <a:lnTo>
                    <a:pt x="0" y="21205"/>
                  </a:lnTo>
                  <a:lnTo>
                    <a:pt x="3957" y="21205"/>
                  </a:lnTo>
                  <a:lnTo>
                    <a:pt x="8015" y="21205"/>
                  </a:lnTo>
                  <a:lnTo>
                    <a:pt x="10800" y="21205"/>
                  </a:lnTo>
                  <a:lnTo>
                    <a:pt x="13494" y="21205"/>
                  </a:lnTo>
                  <a:lnTo>
                    <a:pt x="17643" y="21205"/>
                  </a:lnTo>
                  <a:lnTo>
                    <a:pt x="21600" y="21205"/>
                  </a:lnTo>
                  <a:lnTo>
                    <a:pt x="21600" y="10976"/>
                  </a:lnTo>
                  <a:lnTo>
                    <a:pt x="21600" y="6733"/>
                  </a:lnTo>
                  <a:cubicBezTo>
                    <a:pt x="21600" y="3460"/>
                    <a:pt x="20131" y="807"/>
                    <a:pt x="18318" y="807"/>
                  </a:cubicBezTo>
                  <a:close/>
                </a:path>
              </a:pathLst>
            </a:custGeom>
            <a:solidFill>
              <a:srgbClr val="339CC5"/>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225" name="Figura"/>
            <p:cNvSpPr/>
            <p:nvPr/>
          </p:nvSpPr>
          <p:spPr>
            <a:xfrm>
              <a:off x="788288" y="1882479"/>
              <a:ext cx="123" cy="2502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9600" y="21600"/>
                  </a:moveTo>
                  <a:lnTo>
                    <a:pt x="9600" y="0"/>
                  </a:lnTo>
                  <a:cubicBezTo>
                    <a:pt x="9600" y="0"/>
                    <a:pt x="-12000" y="8063"/>
                    <a:pt x="9600" y="2160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26" name="Figura"/>
            <p:cNvSpPr/>
            <p:nvPr/>
          </p:nvSpPr>
          <p:spPr>
            <a:xfrm>
              <a:off x="1329501" y="1882479"/>
              <a:ext cx="116" cy="2509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0" y="0"/>
                  </a:moveTo>
                  <a:lnTo>
                    <a:pt x="0" y="21600"/>
                  </a:lnTo>
                  <a:cubicBezTo>
                    <a:pt x="21600" y="8051"/>
                    <a:pt x="0" y="0"/>
                    <a:pt x="0" y="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27" name="Figura"/>
            <p:cNvSpPr/>
            <p:nvPr/>
          </p:nvSpPr>
          <p:spPr>
            <a:xfrm>
              <a:off x="0" y="1823652"/>
              <a:ext cx="347796"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000" y="19"/>
                    <a:pt x="20512" y="30"/>
                    <a:pt x="20161" y="30"/>
                  </a:cubicBezTo>
                  <a:cubicBezTo>
                    <a:pt x="9026" y="30"/>
                    <a:pt x="0" y="2835"/>
                    <a:pt x="0" y="6296"/>
                  </a:cubicBezTo>
                  <a:lnTo>
                    <a:pt x="0" y="21600"/>
                  </a:lnTo>
                  <a:lnTo>
                    <a:pt x="21600" y="21600"/>
                  </a:lnTo>
                  <a:cubicBezTo>
                    <a:pt x="21600" y="21600"/>
                    <a:pt x="21600" y="0"/>
                    <a:pt x="2160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28" name="Figura"/>
            <p:cNvSpPr/>
            <p:nvPr/>
          </p:nvSpPr>
          <p:spPr>
            <a:xfrm>
              <a:off x="1788355" y="1823652"/>
              <a:ext cx="347795"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600" y="19"/>
                    <a:pt x="1090" y="30"/>
                    <a:pt x="1439" y="30"/>
                  </a:cubicBezTo>
                  <a:cubicBezTo>
                    <a:pt x="12574" y="30"/>
                    <a:pt x="21600" y="2835"/>
                    <a:pt x="21600" y="6296"/>
                  </a:cubicBezTo>
                  <a:lnTo>
                    <a:pt x="21600" y="21600"/>
                  </a:lnTo>
                  <a:lnTo>
                    <a:pt x="0" y="21600"/>
                  </a:lnTo>
                  <a:cubicBezTo>
                    <a:pt x="0" y="21600"/>
                    <a:pt x="0" y="0"/>
                    <a:pt x="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29" name="Figura"/>
            <p:cNvSpPr/>
            <p:nvPr/>
          </p:nvSpPr>
          <p:spPr>
            <a:xfrm>
              <a:off x="647102" y="1670700"/>
              <a:ext cx="188536"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78" y="0"/>
                  </a:moveTo>
                  <a:cubicBezTo>
                    <a:pt x="8978" y="0"/>
                    <a:pt x="17111" y="5104"/>
                    <a:pt x="21600" y="13528"/>
                  </a:cubicBezTo>
                  <a:cubicBezTo>
                    <a:pt x="21600" y="13528"/>
                    <a:pt x="14364" y="18107"/>
                    <a:pt x="14662" y="21600"/>
                  </a:cubicBezTo>
                  <a:cubicBezTo>
                    <a:pt x="14662" y="21600"/>
                    <a:pt x="300" y="9317"/>
                    <a:pt x="0" y="5083"/>
                  </a:cubicBezTo>
                  <a:cubicBezTo>
                    <a:pt x="0" y="5083"/>
                    <a:pt x="6283" y="423"/>
                    <a:pt x="897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30" name="Figura"/>
            <p:cNvSpPr/>
            <p:nvPr/>
          </p:nvSpPr>
          <p:spPr>
            <a:xfrm>
              <a:off x="1282439" y="1670700"/>
              <a:ext cx="203542"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88" y="0"/>
                  </a:moveTo>
                  <a:cubicBezTo>
                    <a:pt x="13288" y="0"/>
                    <a:pt x="5120" y="6639"/>
                    <a:pt x="0" y="14219"/>
                  </a:cubicBezTo>
                  <a:cubicBezTo>
                    <a:pt x="0" y="14219"/>
                    <a:pt x="8296" y="18107"/>
                    <a:pt x="8019" y="21600"/>
                  </a:cubicBezTo>
                  <a:cubicBezTo>
                    <a:pt x="8019" y="21600"/>
                    <a:pt x="21323" y="9317"/>
                    <a:pt x="21600" y="5083"/>
                  </a:cubicBezTo>
                  <a:cubicBezTo>
                    <a:pt x="21600" y="5083"/>
                    <a:pt x="15783" y="423"/>
                    <a:pt x="1328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31" name="Figura"/>
            <p:cNvSpPr/>
            <p:nvPr/>
          </p:nvSpPr>
          <p:spPr>
            <a:xfrm>
              <a:off x="517682" y="870646"/>
              <a:ext cx="150210" cy="275191"/>
            </a:xfrm>
            <a:custGeom>
              <a:avLst/>
              <a:gdLst/>
              <a:ahLst/>
              <a:cxnLst>
                <a:cxn ang="0">
                  <a:pos x="wd2" y="hd2"/>
                </a:cxn>
                <a:cxn ang="5400000">
                  <a:pos x="wd2" y="hd2"/>
                </a:cxn>
                <a:cxn ang="10800000">
                  <a:pos x="wd2" y="hd2"/>
                </a:cxn>
                <a:cxn ang="16200000">
                  <a:pos x="wd2" y="hd2"/>
                </a:cxn>
              </a:cxnLst>
              <a:rect l="0" t="0" r="r" b="b"/>
              <a:pathLst>
                <a:path w="20191" h="20804" fill="norm" stroke="1" extrusionOk="0">
                  <a:moveTo>
                    <a:pt x="20036" y="15421"/>
                  </a:moveTo>
                  <a:cubicBezTo>
                    <a:pt x="20895" y="17863"/>
                    <a:pt x="18077" y="20233"/>
                    <a:pt x="13730" y="20717"/>
                  </a:cubicBezTo>
                  <a:lnTo>
                    <a:pt x="13730" y="20717"/>
                  </a:lnTo>
                  <a:cubicBezTo>
                    <a:pt x="9389" y="21202"/>
                    <a:pt x="5170" y="19616"/>
                    <a:pt x="4316" y="17175"/>
                  </a:cubicBezTo>
                  <a:lnTo>
                    <a:pt x="154" y="5385"/>
                  </a:lnTo>
                  <a:cubicBezTo>
                    <a:pt x="-705" y="2944"/>
                    <a:pt x="2115" y="572"/>
                    <a:pt x="6456" y="88"/>
                  </a:cubicBezTo>
                  <a:lnTo>
                    <a:pt x="6456" y="88"/>
                  </a:lnTo>
                  <a:cubicBezTo>
                    <a:pt x="10802" y="-398"/>
                    <a:pt x="15019" y="1190"/>
                    <a:pt x="15879" y="3632"/>
                  </a:cubicBezTo>
                  <a:cubicBezTo>
                    <a:pt x="15879" y="3632"/>
                    <a:pt x="20036" y="15421"/>
                    <a:pt x="20036"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32" name="Figura"/>
            <p:cNvSpPr/>
            <p:nvPr/>
          </p:nvSpPr>
          <p:spPr>
            <a:xfrm>
              <a:off x="1447156" y="870646"/>
              <a:ext cx="150195" cy="275191"/>
            </a:xfrm>
            <a:custGeom>
              <a:avLst/>
              <a:gdLst/>
              <a:ahLst/>
              <a:cxnLst>
                <a:cxn ang="0">
                  <a:pos x="wd2" y="hd2"/>
                </a:cxn>
                <a:cxn ang="5400000">
                  <a:pos x="wd2" y="hd2"/>
                </a:cxn>
                <a:cxn ang="10800000">
                  <a:pos x="wd2" y="hd2"/>
                </a:cxn>
                <a:cxn ang="16200000">
                  <a:pos x="wd2" y="hd2"/>
                </a:cxn>
              </a:cxnLst>
              <a:rect l="0" t="0" r="r" b="b"/>
              <a:pathLst>
                <a:path w="20188" h="20804" fill="norm" stroke="1" extrusionOk="0">
                  <a:moveTo>
                    <a:pt x="154" y="15421"/>
                  </a:moveTo>
                  <a:cubicBezTo>
                    <a:pt x="-706" y="17863"/>
                    <a:pt x="2113" y="20233"/>
                    <a:pt x="6457" y="20717"/>
                  </a:cubicBezTo>
                  <a:lnTo>
                    <a:pt x="6457" y="20717"/>
                  </a:lnTo>
                  <a:cubicBezTo>
                    <a:pt x="10803" y="21202"/>
                    <a:pt x="15016" y="19616"/>
                    <a:pt x="15876" y="17175"/>
                  </a:cubicBezTo>
                  <a:lnTo>
                    <a:pt x="20034" y="5385"/>
                  </a:lnTo>
                  <a:cubicBezTo>
                    <a:pt x="20894" y="2944"/>
                    <a:pt x="18072" y="572"/>
                    <a:pt x="13734" y="88"/>
                  </a:cubicBezTo>
                  <a:lnTo>
                    <a:pt x="13734" y="88"/>
                  </a:lnTo>
                  <a:cubicBezTo>
                    <a:pt x="9387" y="-398"/>
                    <a:pt x="5167" y="1190"/>
                    <a:pt x="4309" y="3632"/>
                  </a:cubicBezTo>
                  <a:cubicBezTo>
                    <a:pt x="4309" y="3632"/>
                    <a:pt x="154" y="15421"/>
                    <a:pt x="154"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33" name="Figura"/>
            <p:cNvSpPr/>
            <p:nvPr/>
          </p:nvSpPr>
          <p:spPr>
            <a:xfrm>
              <a:off x="611806" y="94124"/>
              <a:ext cx="904685" cy="1415518"/>
            </a:xfrm>
            <a:custGeom>
              <a:avLst/>
              <a:gdLst/>
              <a:ahLst/>
              <a:cxnLst>
                <a:cxn ang="0">
                  <a:pos x="wd2" y="hd2"/>
                </a:cxn>
                <a:cxn ang="5400000">
                  <a:pos x="wd2" y="hd2"/>
                </a:cxn>
                <a:cxn ang="10800000">
                  <a:pos x="wd2" y="hd2"/>
                </a:cxn>
                <a:cxn ang="16200000">
                  <a:pos x="wd2" y="hd2"/>
                </a:cxn>
              </a:cxnLst>
              <a:rect l="0" t="0" r="r" b="b"/>
              <a:pathLst>
                <a:path w="19566" h="21300" fill="norm" stroke="1" extrusionOk="0">
                  <a:moveTo>
                    <a:pt x="9783" y="21300"/>
                  </a:moveTo>
                  <a:cubicBezTo>
                    <a:pt x="5760" y="21300"/>
                    <a:pt x="2688" y="18942"/>
                    <a:pt x="1312" y="17174"/>
                  </a:cubicBezTo>
                  <a:cubicBezTo>
                    <a:pt x="-65" y="15407"/>
                    <a:pt x="-1017" y="5241"/>
                    <a:pt x="1948" y="2442"/>
                  </a:cubicBezTo>
                  <a:cubicBezTo>
                    <a:pt x="4851" y="-300"/>
                    <a:pt x="9783" y="11"/>
                    <a:pt x="9783" y="11"/>
                  </a:cubicBezTo>
                  <a:cubicBezTo>
                    <a:pt x="9783" y="11"/>
                    <a:pt x="14715" y="-300"/>
                    <a:pt x="17618" y="2442"/>
                  </a:cubicBezTo>
                  <a:cubicBezTo>
                    <a:pt x="20583" y="5241"/>
                    <a:pt x="19630" y="15407"/>
                    <a:pt x="18254" y="17174"/>
                  </a:cubicBezTo>
                  <a:cubicBezTo>
                    <a:pt x="16877" y="18942"/>
                    <a:pt x="13806" y="21300"/>
                    <a:pt x="9783" y="21300"/>
                  </a:cubicBezTo>
                  <a:close/>
                </a:path>
              </a:pathLst>
            </a:custGeom>
            <a:solidFill>
              <a:srgbClr val="FDEAD0"/>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34" name="Figura"/>
            <p:cNvSpPr/>
            <p:nvPr/>
          </p:nvSpPr>
          <p:spPr>
            <a:xfrm>
              <a:off x="576509" y="35296"/>
              <a:ext cx="996442" cy="741076"/>
            </a:xfrm>
            <a:custGeom>
              <a:avLst/>
              <a:gdLst/>
              <a:ahLst/>
              <a:cxnLst>
                <a:cxn ang="0">
                  <a:pos x="wd2" y="hd2"/>
                </a:cxn>
                <a:cxn ang="5400000">
                  <a:pos x="wd2" y="hd2"/>
                </a:cxn>
                <a:cxn ang="10800000">
                  <a:pos x="wd2" y="hd2"/>
                </a:cxn>
                <a:cxn ang="16200000">
                  <a:pos x="wd2" y="hd2"/>
                </a:cxn>
              </a:cxnLst>
              <a:rect l="0" t="0" r="r" b="b"/>
              <a:pathLst>
                <a:path w="18119" h="20055" fill="norm" stroke="1" extrusionOk="0">
                  <a:moveTo>
                    <a:pt x="17124" y="19819"/>
                  </a:moveTo>
                  <a:cubicBezTo>
                    <a:pt x="11375" y="18595"/>
                    <a:pt x="9340" y="17197"/>
                    <a:pt x="7562" y="14906"/>
                  </a:cubicBezTo>
                  <a:cubicBezTo>
                    <a:pt x="6161" y="13099"/>
                    <a:pt x="4449" y="10182"/>
                    <a:pt x="4449" y="10182"/>
                  </a:cubicBezTo>
                  <a:cubicBezTo>
                    <a:pt x="4449" y="10182"/>
                    <a:pt x="4074" y="12465"/>
                    <a:pt x="3157" y="15164"/>
                  </a:cubicBezTo>
                  <a:cubicBezTo>
                    <a:pt x="2608" y="16783"/>
                    <a:pt x="2029" y="18568"/>
                    <a:pt x="756" y="20055"/>
                  </a:cubicBezTo>
                  <a:cubicBezTo>
                    <a:pt x="756" y="20055"/>
                    <a:pt x="-1674" y="9760"/>
                    <a:pt x="2181" y="4108"/>
                  </a:cubicBezTo>
                  <a:cubicBezTo>
                    <a:pt x="6036" y="-1545"/>
                    <a:pt x="12329" y="-1377"/>
                    <a:pt x="16128" y="4698"/>
                  </a:cubicBezTo>
                  <a:cubicBezTo>
                    <a:pt x="19926" y="10773"/>
                    <a:pt x="17124" y="19819"/>
                    <a:pt x="17124" y="19819"/>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sp>
        <p:nvSpPr>
          <p:cNvPr id="236" name="Rectángulo"/>
          <p:cNvSpPr/>
          <p:nvPr/>
        </p:nvSpPr>
        <p:spPr>
          <a:xfrm>
            <a:off x="3220646" y="8853383"/>
            <a:ext cx="1514789" cy="179760"/>
          </a:xfrm>
          <a:prstGeom prst="rect">
            <a:avLst/>
          </a:prstGeom>
          <a:solidFill>
            <a:srgbClr val="00C3D2"/>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237" name="Nombre y apellido…"/>
          <p:cNvSpPr txBox="1"/>
          <p:nvPr/>
        </p:nvSpPr>
        <p:spPr>
          <a:xfrm>
            <a:off x="2169646" y="9255209"/>
            <a:ext cx="336512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Nombre y apellido </a:t>
            </a:r>
            <a:endParaRPr i="0">
              <a:latin typeface="+mj-lt"/>
              <a:ea typeface="+mj-ea"/>
              <a:cs typeface="+mj-cs"/>
              <a:sym typeface="Montserrat"/>
            </a:endParaRPr>
          </a:p>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Cargo</a:t>
            </a:r>
          </a:p>
        </p:txBody>
      </p:sp>
      <p:grpSp>
        <p:nvGrpSpPr>
          <p:cNvPr id="240" name="Grupo"/>
          <p:cNvGrpSpPr/>
          <p:nvPr/>
        </p:nvGrpSpPr>
        <p:grpSpPr>
          <a:xfrm>
            <a:off x="7504644" y="4395880"/>
            <a:ext cx="4081614" cy="4068416"/>
            <a:chOff x="0" y="0"/>
            <a:chExt cx="4081613" cy="4068414"/>
          </a:xfrm>
        </p:grpSpPr>
        <p:sp>
          <p:nvSpPr>
            <p:cNvPr id="238" name="Shape 111"/>
            <p:cNvSpPr/>
            <p:nvPr/>
          </p:nvSpPr>
          <p:spPr>
            <a:xfrm>
              <a:off x="0" y="110292"/>
              <a:ext cx="3958119" cy="3958123"/>
            </a:xfrm>
            <a:prstGeom prst="ellipse">
              <a:avLst/>
            </a:prstGeom>
            <a:solidFill>
              <a:srgbClr val="D9D9D9"/>
            </a:solidFill>
            <a:ln w="12700" cap="flat">
              <a:noFill/>
              <a:miter lim="400000"/>
            </a:ln>
            <a:effectLst/>
          </p:spPr>
          <p:txBody>
            <a:bodyPr wrap="square" lIns="45719" tIns="45719" rIns="45719" bIns="45719" numCol="1" anchor="ctr">
              <a:noAutofit/>
            </a:bodyPr>
            <a:lstStyle/>
            <a:p>
              <a:pPr defTabSz="914400">
                <a:defRPr b="0" i="1" sz="2400">
                  <a:latin typeface="Georgia"/>
                  <a:ea typeface="Georgia"/>
                  <a:cs typeface="Georgia"/>
                  <a:sym typeface="Georgia"/>
                </a:defRPr>
              </a:pPr>
            </a:p>
          </p:txBody>
        </p:sp>
        <p:sp>
          <p:nvSpPr>
            <p:cNvPr id="239" name="Arc 44"/>
            <p:cNvSpPr/>
            <p:nvPr/>
          </p:nvSpPr>
          <p:spPr>
            <a:xfrm>
              <a:off x="1992264" y="0"/>
              <a:ext cx="2089350" cy="216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317"/>
                    <a:pt x="21600" y="20811"/>
                  </a:cubicBezTo>
                  <a:cubicBezTo>
                    <a:pt x="21600" y="21074"/>
                    <a:pt x="21595" y="21337"/>
                    <a:pt x="21584" y="21600"/>
                  </a:cubicBezTo>
                </a:path>
              </a:pathLst>
            </a:custGeom>
            <a:noFill/>
            <a:ln w="165100" cap="flat">
              <a:solidFill>
                <a:srgbClr val="00C3D2"/>
              </a:solidFill>
              <a:prstDash val="solid"/>
              <a:miter lim="400000"/>
            </a:ln>
            <a:effectLst/>
          </p:spPr>
          <p:txBody>
            <a:bodyPr wrap="square" lIns="45719" tIns="45719" rIns="45719" bIns="45719" numCol="1" anchor="ctr">
              <a:noAutofit/>
            </a:bodyPr>
            <a:lstStyle/>
            <a:p>
              <a:pPr defTabSz="914400">
                <a:defRPr b="0" sz="1800">
                  <a:solidFill>
                    <a:srgbClr val="3F3F3F"/>
                  </a:solidFill>
                  <a:latin typeface="Roboto Light"/>
                  <a:ea typeface="Roboto Light"/>
                  <a:cs typeface="Roboto Light"/>
                  <a:sym typeface="Roboto Light"/>
                </a:defRPr>
              </a:pPr>
            </a:p>
          </p:txBody>
        </p:sp>
      </p:grpSp>
      <p:grpSp>
        <p:nvGrpSpPr>
          <p:cNvPr id="254" name="Grupo"/>
          <p:cNvGrpSpPr/>
          <p:nvPr/>
        </p:nvGrpSpPr>
        <p:grpSpPr>
          <a:xfrm>
            <a:off x="8477094" y="4955013"/>
            <a:ext cx="2136714" cy="2950149"/>
            <a:chOff x="0" y="0"/>
            <a:chExt cx="2136713" cy="2950148"/>
          </a:xfrm>
        </p:grpSpPr>
        <p:sp>
          <p:nvSpPr>
            <p:cNvPr id="241" name="Figura"/>
            <p:cNvSpPr/>
            <p:nvPr/>
          </p:nvSpPr>
          <p:spPr>
            <a:xfrm>
              <a:off x="247075" y="0"/>
              <a:ext cx="1642840" cy="22851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96" y="15276"/>
                  </a:moveTo>
                  <a:cubicBezTo>
                    <a:pt x="21262" y="14637"/>
                    <a:pt x="20923" y="13300"/>
                    <a:pt x="19908" y="12935"/>
                  </a:cubicBezTo>
                  <a:cubicBezTo>
                    <a:pt x="18893" y="12570"/>
                    <a:pt x="19612" y="11932"/>
                    <a:pt x="20035" y="11172"/>
                  </a:cubicBezTo>
                  <a:cubicBezTo>
                    <a:pt x="20458" y="10412"/>
                    <a:pt x="19171" y="9682"/>
                    <a:pt x="19171" y="9682"/>
                  </a:cubicBezTo>
                  <a:cubicBezTo>
                    <a:pt x="19617" y="9499"/>
                    <a:pt x="19824" y="9074"/>
                    <a:pt x="19824" y="9074"/>
                  </a:cubicBezTo>
                  <a:cubicBezTo>
                    <a:pt x="19020" y="8983"/>
                    <a:pt x="18523" y="8101"/>
                    <a:pt x="19316" y="7006"/>
                  </a:cubicBezTo>
                  <a:cubicBezTo>
                    <a:pt x="20109" y="5912"/>
                    <a:pt x="18517" y="5364"/>
                    <a:pt x="18517" y="5364"/>
                  </a:cubicBezTo>
                  <a:lnTo>
                    <a:pt x="18517" y="5364"/>
                  </a:lnTo>
                  <a:cubicBezTo>
                    <a:pt x="18378" y="2385"/>
                    <a:pt x="14977" y="0"/>
                    <a:pt x="10800" y="0"/>
                  </a:cubicBezTo>
                  <a:cubicBezTo>
                    <a:pt x="6623" y="0"/>
                    <a:pt x="3222" y="2385"/>
                    <a:pt x="3083" y="5364"/>
                  </a:cubicBezTo>
                  <a:lnTo>
                    <a:pt x="3083" y="5364"/>
                  </a:lnTo>
                  <a:cubicBezTo>
                    <a:pt x="3083" y="5364"/>
                    <a:pt x="1491" y="5912"/>
                    <a:pt x="2284" y="7006"/>
                  </a:cubicBezTo>
                  <a:cubicBezTo>
                    <a:pt x="3077" y="8101"/>
                    <a:pt x="2580" y="8983"/>
                    <a:pt x="1777" y="9074"/>
                  </a:cubicBezTo>
                  <a:cubicBezTo>
                    <a:pt x="1777" y="9074"/>
                    <a:pt x="1983" y="9499"/>
                    <a:pt x="2430" y="9682"/>
                  </a:cubicBezTo>
                  <a:cubicBezTo>
                    <a:pt x="2430" y="9682"/>
                    <a:pt x="1142" y="10412"/>
                    <a:pt x="1565" y="11172"/>
                  </a:cubicBezTo>
                  <a:cubicBezTo>
                    <a:pt x="1988" y="11932"/>
                    <a:pt x="2707" y="12570"/>
                    <a:pt x="1692" y="12935"/>
                  </a:cubicBezTo>
                  <a:cubicBezTo>
                    <a:pt x="677" y="13300"/>
                    <a:pt x="338" y="14637"/>
                    <a:pt x="804" y="15276"/>
                  </a:cubicBezTo>
                  <a:cubicBezTo>
                    <a:pt x="1269" y="15915"/>
                    <a:pt x="719" y="16705"/>
                    <a:pt x="0" y="16492"/>
                  </a:cubicBezTo>
                  <a:cubicBezTo>
                    <a:pt x="0" y="16492"/>
                    <a:pt x="381" y="17860"/>
                    <a:pt x="1734" y="18104"/>
                  </a:cubicBezTo>
                  <a:lnTo>
                    <a:pt x="3626" y="18104"/>
                  </a:lnTo>
                  <a:cubicBezTo>
                    <a:pt x="4763" y="20152"/>
                    <a:pt x="7545" y="21600"/>
                    <a:pt x="10800" y="21600"/>
                  </a:cubicBezTo>
                  <a:cubicBezTo>
                    <a:pt x="14055" y="21600"/>
                    <a:pt x="16837" y="20152"/>
                    <a:pt x="17974" y="18104"/>
                  </a:cubicBezTo>
                  <a:lnTo>
                    <a:pt x="19866" y="18104"/>
                  </a:lnTo>
                  <a:cubicBezTo>
                    <a:pt x="21219" y="17860"/>
                    <a:pt x="21600" y="16492"/>
                    <a:pt x="21600" y="16492"/>
                  </a:cubicBezTo>
                  <a:cubicBezTo>
                    <a:pt x="20881" y="16705"/>
                    <a:pt x="20331" y="15915"/>
                    <a:pt x="20796" y="15276"/>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42" name="Figura"/>
            <p:cNvSpPr/>
            <p:nvPr/>
          </p:nvSpPr>
          <p:spPr>
            <a:xfrm>
              <a:off x="576509" y="1353031"/>
              <a:ext cx="977813" cy="1473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6493"/>
                    <a:pt x="0" y="6934"/>
                    <a:pt x="0" y="6934"/>
                  </a:cubicBezTo>
                  <a:cubicBezTo>
                    <a:pt x="0" y="13083"/>
                    <a:pt x="10800" y="21600"/>
                    <a:pt x="10800" y="21600"/>
                  </a:cubicBezTo>
                  <a:cubicBezTo>
                    <a:pt x="10800" y="21600"/>
                    <a:pt x="21600" y="13083"/>
                    <a:pt x="21600" y="6934"/>
                  </a:cubicBezTo>
                  <a:cubicBezTo>
                    <a:pt x="21600" y="6934"/>
                    <a:pt x="15655" y="6493"/>
                    <a:pt x="15655"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43" name="Figura"/>
            <p:cNvSpPr/>
            <p:nvPr/>
          </p:nvSpPr>
          <p:spPr>
            <a:xfrm>
              <a:off x="0" y="1788355"/>
              <a:ext cx="2136714" cy="1161794"/>
            </a:xfrm>
            <a:custGeom>
              <a:avLst/>
              <a:gdLst/>
              <a:ahLst/>
              <a:cxnLst>
                <a:cxn ang="0">
                  <a:pos x="wd2" y="hd2"/>
                </a:cxn>
                <a:cxn ang="5400000">
                  <a:pos x="wd2" y="hd2"/>
                </a:cxn>
                <a:cxn ang="10800000">
                  <a:pos x="wd2" y="hd2"/>
                </a:cxn>
                <a:cxn ang="16200000">
                  <a:pos x="wd2" y="hd2"/>
                </a:cxn>
              </a:cxnLst>
              <a:rect l="0" t="0" r="r" b="b"/>
              <a:pathLst>
                <a:path w="21600" h="21205" fill="norm" stroke="1" extrusionOk="0">
                  <a:moveTo>
                    <a:pt x="18318" y="807"/>
                  </a:moveTo>
                  <a:cubicBezTo>
                    <a:pt x="17704" y="807"/>
                    <a:pt x="14458" y="-395"/>
                    <a:pt x="13966" y="135"/>
                  </a:cubicBezTo>
                  <a:cubicBezTo>
                    <a:pt x="13997" y="1682"/>
                    <a:pt x="13801" y="3421"/>
                    <a:pt x="13494" y="5188"/>
                  </a:cubicBezTo>
                  <a:lnTo>
                    <a:pt x="13494" y="2218"/>
                  </a:lnTo>
                  <a:cubicBezTo>
                    <a:pt x="13478" y="4045"/>
                    <a:pt x="13249" y="10756"/>
                    <a:pt x="10754" y="10756"/>
                  </a:cubicBezTo>
                  <a:cubicBezTo>
                    <a:pt x="8259" y="10756"/>
                    <a:pt x="8031" y="4042"/>
                    <a:pt x="8015" y="2216"/>
                  </a:cubicBezTo>
                  <a:lnTo>
                    <a:pt x="8015" y="4743"/>
                  </a:lnTo>
                  <a:cubicBezTo>
                    <a:pt x="7835" y="3336"/>
                    <a:pt x="7699" y="1805"/>
                    <a:pt x="7634" y="135"/>
                  </a:cubicBezTo>
                  <a:cubicBezTo>
                    <a:pt x="7142" y="-395"/>
                    <a:pt x="3896" y="807"/>
                    <a:pt x="3282" y="807"/>
                  </a:cubicBezTo>
                  <a:cubicBezTo>
                    <a:pt x="1469" y="807"/>
                    <a:pt x="0" y="3460"/>
                    <a:pt x="0" y="6733"/>
                  </a:cubicBezTo>
                  <a:lnTo>
                    <a:pt x="0" y="10976"/>
                  </a:lnTo>
                  <a:lnTo>
                    <a:pt x="0" y="21205"/>
                  </a:lnTo>
                  <a:lnTo>
                    <a:pt x="3957" y="21205"/>
                  </a:lnTo>
                  <a:lnTo>
                    <a:pt x="8015" y="21205"/>
                  </a:lnTo>
                  <a:lnTo>
                    <a:pt x="10800" y="21205"/>
                  </a:lnTo>
                  <a:lnTo>
                    <a:pt x="13494" y="21205"/>
                  </a:lnTo>
                  <a:lnTo>
                    <a:pt x="17643" y="21205"/>
                  </a:lnTo>
                  <a:lnTo>
                    <a:pt x="21600" y="21205"/>
                  </a:lnTo>
                  <a:lnTo>
                    <a:pt x="21600" y="10976"/>
                  </a:lnTo>
                  <a:lnTo>
                    <a:pt x="21600" y="6733"/>
                  </a:lnTo>
                  <a:cubicBezTo>
                    <a:pt x="21600" y="3460"/>
                    <a:pt x="20131" y="807"/>
                    <a:pt x="18318" y="807"/>
                  </a:cubicBezTo>
                  <a:close/>
                </a:path>
              </a:pathLst>
            </a:custGeom>
            <a:solidFill>
              <a:srgbClr val="339CC5"/>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244" name="Figura"/>
            <p:cNvSpPr/>
            <p:nvPr/>
          </p:nvSpPr>
          <p:spPr>
            <a:xfrm>
              <a:off x="788288" y="1882479"/>
              <a:ext cx="123" cy="2502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9600" y="21600"/>
                  </a:moveTo>
                  <a:lnTo>
                    <a:pt x="9600" y="0"/>
                  </a:lnTo>
                  <a:cubicBezTo>
                    <a:pt x="9600" y="0"/>
                    <a:pt x="-12000" y="8063"/>
                    <a:pt x="9600" y="2160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45" name="Figura"/>
            <p:cNvSpPr/>
            <p:nvPr/>
          </p:nvSpPr>
          <p:spPr>
            <a:xfrm>
              <a:off x="1329501" y="1882479"/>
              <a:ext cx="116" cy="2509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0" y="0"/>
                  </a:moveTo>
                  <a:lnTo>
                    <a:pt x="0" y="21600"/>
                  </a:lnTo>
                  <a:cubicBezTo>
                    <a:pt x="21600" y="8051"/>
                    <a:pt x="0" y="0"/>
                    <a:pt x="0" y="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46" name="Figura"/>
            <p:cNvSpPr/>
            <p:nvPr/>
          </p:nvSpPr>
          <p:spPr>
            <a:xfrm>
              <a:off x="0" y="1823652"/>
              <a:ext cx="347796"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000" y="19"/>
                    <a:pt x="20512" y="30"/>
                    <a:pt x="20161" y="30"/>
                  </a:cubicBezTo>
                  <a:cubicBezTo>
                    <a:pt x="9026" y="30"/>
                    <a:pt x="0" y="2835"/>
                    <a:pt x="0" y="6296"/>
                  </a:cubicBezTo>
                  <a:lnTo>
                    <a:pt x="0" y="21600"/>
                  </a:lnTo>
                  <a:lnTo>
                    <a:pt x="21600" y="21600"/>
                  </a:lnTo>
                  <a:cubicBezTo>
                    <a:pt x="21600" y="21600"/>
                    <a:pt x="21600" y="0"/>
                    <a:pt x="2160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47" name="Figura"/>
            <p:cNvSpPr/>
            <p:nvPr/>
          </p:nvSpPr>
          <p:spPr>
            <a:xfrm>
              <a:off x="1788355" y="1823652"/>
              <a:ext cx="347795"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600" y="19"/>
                    <a:pt x="1090" y="30"/>
                    <a:pt x="1439" y="30"/>
                  </a:cubicBezTo>
                  <a:cubicBezTo>
                    <a:pt x="12574" y="30"/>
                    <a:pt x="21600" y="2835"/>
                    <a:pt x="21600" y="6296"/>
                  </a:cubicBezTo>
                  <a:lnTo>
                    <a:pt x="21600" y="21600"/>
                  </a:lnTo>
                  <a:lnTo>
                    <a:pt x="0" y="21600"/>
                  </a:lnTo>
                  <a:cubicBezTo>
                    <a:pt x="0" y="21600"/>
                    <a:pt x="0" y="0"/>
                    <a:pt x="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48" name="Figura"/>
            <p:cNvSpPr/>
            <p:nvPr/>
          </p:nvSpPr>
          <p:spPr>
            <a:xfrm>
              <a:off x="647102" y="1670700"/>
              <a:ext cx="188536"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78" y="0"/>
                  </a:moveTo>
                  <a:cubicBezTo>
                    <a:pt x="8978" y="0"/>
                    <a:pt x="17111" y="5104"/>
                    <a:pt x="21600" y="13528"/>
                  </a:cubicBezTo>
                  <a:cubicBezTo>
                    <a:pt x="21600" y="13528"/>
                    <a:pt x="14364" y="18107"/>
                    <a:pt x="14662" y="21600"/>
                  </a:cubicBezTo>
                  <a:cubicBezTo>
                    <a:pt x="14662" y="21600"/>
                    <a:pt x="300" y="9317"/>
                    <a:pt x="0" y="5083"/>
                  </a:cubicBezTo>
                  <a:cubicBezTo>
                    <a:pt x="0" y="5083"/>
                    <a:pt x="6283" y="423"/>
                    <a:pt x="897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49" name="Figura"/>
            <p:cNvSpPr/>
            <p:nvPr/>
          </p:nvSpPr>
          <p:spPr>
            <a:xfrm>
              <a:off x="1282439" y="1670700"/>
              <a:ext cx="203542"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88" y="0"/>
                  </a:moveTo>
                  <a:cubicBezTo>
                    <a:pt x="13288" y="0"/>
                    <a:pt x="5120" y="6639"/>
                    <a:pt x="0" y="14219"/>
                  </a:cubicBezTo>
                  <a:cubicBezTo>
                    <a:pt x="0" y="14219"/>
                    <a:pt x="8296" y="18107"/>
                    <a:pt x="8019" y="21600"/>
                  </a:cubicBezTo>
                  <a:cubicBezTo>
                    <a:pt x="8019" y="21600"/>
                    <a:pt x="21323" y="9317"/>
                    <a:pt x="21600" y="5083"/>
                  </a:cubicBezTo>
                  <a:cubicBezTo>
                    <a:pt x="21600" y="5083"/>
                    <a:pt x="15783" y="423"/>
                    <a:pt x="1328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50" name="Figura"/>
            <p:cNvSpPr/>
            <p:nvPr/>
          </p:nvSpPr>
          <p:spPr>
            <a:xfrm>
              <a:off x="517682" y="870646"/>
              <a:ext cx="150210" cy="275191"/>
            </a:xfrm>
            <a:custGeom>
              <a:avLst/>
              <a:gdLst/>
              <a:ahLst/>
              <a:cxnLst>
                <a:cxn ang="0">
                  <a:pos x="wd2" y="hd2"/>
                </a:cxn>
                <a:cxn ang="5400000">
                  <a:pos x="wd2" y="hd2"/>
                </a:cxn>
                <a:cxn ang="10800000">
                  <a:pos x="wd2" y="hd2"/>
                </a:cxn>
                <a:cxn ang="16200000">
                  <a:pos x="wd2" y="hd2"/>
                </a:cxn>
              </a:cxnLst>
              <a:rect l="0" t="0" r="r" b="b"/>
              <a:pathLst>
                <a:path w="20191" h="20804" fill="norm" stroke="1" extrusionOk="0">
                  <a:moveTo>
                    <a:pt x="20036" y="15421"/>
                  </a:moveTo>
                  <a:cubicBezTo>
                    <a:pt x="20895" y="17863"/>
                    <a:pt x="18077" y="20233"/>
                    <a:pt x="13730" y="20717"/>
                  </a:cubicBezTo>
                  <a:lnTo>
                    <a:pt x="13730" y="20717"/>
                  </a:lnTo>
                  <a:cubicBezTo>
                    <a:pt x="9389" y="21202"/>
                    <a:pt x="5170" y="19616"/>
                    <a:pt x="4316" y="17175"/>
                  </a:cubicBezTo>
                  <a:lnTo>
                    <a:pt x="154" y="5385"/>
                  </a:lnTo>
                  <a:cubicBezTo>
                    <a:pt x="-705" y="2944"/>
                    <a:pt x="2115" y="572"/>
                    <a:pt x="6456" y="88"/>
                  </a:cubicBezTo>
                  <a:lnTo>
                    <a:pt x="6456" y="88"/>
                  </a:lnTo>
                  <a:cubicBezTo>
                    <a:pt x="10802" y="-398"/>
                    <a:pt x="15019" y="1190"/>
                    <a:pt x="15879" y="3632"/>
                  </a:cubicBezTo>
                  <a:cubicBezTo>
                    <a:pt x="15879" y="3632"/>
                    <a:pt x="20036" y="15421"/>
                    <a:pt x="20036"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51" name="Figura"/>
            <p:cNvSpPr/>
            <p:nvPr/>
          </p:nvSpPr>
          <p:spPr>
            <a:xfrm>
              <a:off x="1447156" y="870646"/>
              <a:ext cx="150195" cy="275191"/>
            </a:xfrm>
            <a:custGeom>
              <a:avLst/>
              <a:gdLst/>
              <a:ahLst/>
              <a:cxnLst>
                <a:cxn ang="0">
                  <a:pos x="wd2" y="hd2"/>
                </a:cxn>
                <a:cxn ang="5400000">
                  <a:pos x="wd2" y="hd2"/>
                </a:cxn>
                <a:cxn ang="10800000">
                  <a:pos x="wd2" y="hd2"/>
                </a:cxn>
                <a:cxn ang="16200000">
                  <a:pos x="wd2" y="hd2"/>
                </a:cxn>
              </a:cxnLst>
              <a:rect l="0" t="0" r="r" b="b"/>
              <a:pathLst>
                <a:path w="20188" h="20804" fill="norm" stroke="1" extrusionOk="0">
                  <a:moveTo>
                    <a:pt x="154" y="15421"/>
                  </a:moveTo>
                  <a:cubicBezTo>
                    <a:pt x="-706" y="17863"/>
                    <a:pt x="2113" y="20233"/>
                    <a:pt x="6457" y="20717"/>
                  </a:cubicBezTo>
                  <a:lnTo>
                    <a:pt x="6457" y="20717"/>
                  </a:lnTo>
                  <a:cubicBezTo>
                    <a:pt x="10803" y="21202"/>
                    <a:pt x="15016" y="19616"/>
                    <a:pt x="15876" y="17175"/>
                  </a:cubicBezTo>
                  <a:lnTo>
                    <a:pt x="20034" y="5385"/>
                  </a:lnTo>
                  <a:cubicBezTo>
                    <a:pt x="20894" y="2944"/>
                    <a:pt x="18072" y="572"/>
                    <a:pt x="13734" y="88"/>
                  </a:cubicBezTo>
                  <a:lnTo>
                    <a:pt x="13734" y="88"/>
                  </a:lnTo>
                  <a:cubicBezTo>
                    <a:pt x="9387" y="-398"/>
                    <a:pt x="5167" y="1190"/>
                    <a:pt x="4309" y="3632"/>
                  </a:cubicBezTo>
                  <a:cubicBezTo>
                    <a:pt x="4309" y="3632"/>
                    <a:pt x="154" y="15421"/>
                    <a:pt x="154"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52" name="Figura"/>
            <p:cNvSpPr/>
            <p:nvPr/>
          </p:nvSpPr>
          <p:spPr>
            <a:xfrm>
              <a:off x="611806" y="94124"/>
              <a:ext cx="904685" cy="1415518"/>
            </a:xfrm>
            <a:custGeom>
              <a:avLst/>
              <a:gdLst/>
              <a:ahLst/>
              <a:cxnLst>
                <a:cxn ang="0">
                  <a:pos x="wd2" y="hd2"/>
                </a:cxn>
                <a:cxn ang="5400000">
                  <a:pos x="wd2" y="hd2"/>
                </a:cxn>
                <a:cxn ang="10800000">
                  <a:pos x="wd2" y="hd2"/>
                </a:cxn>
                <a:cxn ang="16200000">
                  <a:pos x="wd2" y="hd2"/>
                </a:cxn>
              </a:cxnLst>
              <a:rect l="0" t="0" r="r" b="b"/>
              <a:pathLst>
                <a:path w="19566" h="21300" fill="norm" stroke="1" extrusionOk="0">
                  <a:moveTo>
                    <a:pt x="9783" y="21300"/>
                  </a:moveTo>
                  <a:cubicBezTo>
                    <a:pt x="5760" y="21300"/>
                    <a:pt x="2688" y="18942"/>
                    <a:pt x="1312" y="17174"/>
                  </a:cubicBezTo>
                  <a:cubicBezTo>
                    <a:pt x="-65" y="15407"/>
                    <a:pt x="-1017" y="5241"/>
                    <a:pt x="1948" y="2442"/>
                  </a:cubicBezTo>
                  <a:cubicBezTo>
                    <a:pt x="4851" y="-300"/>
                    <a:pt x="9783" y="11"/>
                    <a:pt x="9783" y="11"/>
                  </a:cubicBezTo>
                  <a:cubicBezTo>
                    <a:pt x="9783" y="11"/>
                    <a:pt x="14715" y="-300"/>
                    <a:pt x="17618" y="2442"/>
                  </a:cubicBezTo>
                  <a:cubicBezTo>
                    <a:pt x="20583" y="5241"/>
                    <a:pt x="19630" y="15407"/>
                    <a:pt x="18254" y="17174"/>
                  </a:cubicBezTo>
                  <a:cubicBezTo>
                    <a:pt x="16877" y="18942"/>
                    <a:pt x="13806" y="21300"/>
                    <a:pt x="9783" y="21300"/>
                  </a:cubicBezTo>
                  <a:close/>
                </a:path>
              </a:pathLst>
            </a:custGeom>
            <a:solidFill>
              <a:srgbClr val="FDEAD0"/>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53" name="Figura"/>
            <p:cNvSpPr/>
            <p:nvPr/>
          </p:nvSpPr>
          <p:spPr>
            <a:xfrm>
              <a:off x="576509" y="35296"/>
              <a:ext cx="996442" cy="741076"/>
            </a:xfrm>
            <a:custGeom>
              <a:avLst/>
              <a:gdLst/>
              <a:ahLst/>
              <a:cxnLst>
                <a:cxn ang="0">
                  <a:pos x="wd2" y="hd2"/>
                </a:cxn>
                <a:cxn ang="5400000">
                  <a:pos x="wd2" y="hd2"/>
                </a:cxn>
                <a:cxn ang="10800000">
                  <a:pos x="wd2" y="hd2"/>
                </a:cxn>
                <a:cxn ang="16200000">
                  <a:pos x="wd2" y="hd2"/>
                </a:cxn>
              </a:cxnLst>
              <a:rect l="0" t="0" r="r" b="b"/>
              <a:pathLst>
                <a:path w="18119" h="20055" fill="norm" stroke="1" extrusionOk="0">
                  <a:moveTo>
                    <a:pt x="17124" y="19819"/>
                  </a:moveTo>
                  <a:cubicBezTo>
                    <a:pt x="11375" y="18595"/>
                    <a:pt x="9340" y="17197"/>
                    <a:pt x="7562" y="14906"/>
                  </a:cubicBezTo>
                  <a:cubicBezTo>
                    <a:pt x="6161" y="13099"/>
                    <a:pt x="4449" y="10182"/>
                    <a:pt x="4449" y="10182"/>
                  </a:cubicBezTo>
                  <a:cubicBezTo>
                    <a:pt x="4449" y="10182"/>
                    <a:pt x="4074" y="12465"/>
                    <a:pt x="3157" y="15164"/>
                  </a:cubicBezTo>
                  <a:cubicBezTo>
                    <a:pt x="2608" y="16783"/>
                    <a:pt x="2029" y="18568"/>
                    <a:pt x="756" y="20055"/>
                  </a:cubicBezTo>
                  <a:cubicBezTo>
                    <a:pt x="756" y="20055"/>
                    <a:pt x="-1674" y="9760"/>
                    <a:pt x="2181" y="4108"/>
                  </a:cubicBezTo>
                  <a:cubicBezTo>
                    <a:pt x="6036" y="-1545"/>
                    <a:pt x="12329" y="-1377"/>
                    <a:pt x="16128" y="4698"/>
                  </a:cubicBezTo>
                  <a:cubicBezTo>
                    <a:pt x="19926" y="10773"/>
                    <a:pt x="17124" y="19819"/>
                    <a:pt x="17124" y="19819"/>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sp>
        <p:nvSpPr>
          <p:cNvPr id="255" name="Rectángulo"/>
          <p:cNvSpPr/>
          <p:nvPr/>
        </p:nvSpPr>
        <p:spPr>
          <a:xfrm>
            <a:off x="8788056" y="8853384"/>
            <a:ext cx="1514789" cy="179760"/>
          </a:xfrm>
          <a:prstGeom prst="rect">
            <a:avLst/>
          </a:prstGeom>
          <a:solidFill>
            <a:srgbClr val="00C3D2"/>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256" name="Nombre y apellido…"/>
          <p:cNvSpPr txBox="1"/>
          <p:nvPr/>
        </p:nvSpPr>
        <p:spPr>
          <a:xfrm>
            <a:off x="7737056" y="9255209"/>
            <a:ext cx="336512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Nombre y apellido </a:t>
            </a:r>
            <a:endParaRPr i="0">
              <a:latin typeface="+mj-lt"/>
              <a:ea typeface="+mj-ea"/>
              <a:cs typeface="+mj-cs"/>
              <a:sym typeface="Montserrat"/>
            </a:endParaRPr>
          </a:p>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Cargo</a:t>
            </a:r>
          </a:p>
        </p:txBody>
      </p:sp>
      <p:grpSp>
        <p:nvGrpSpPr>
          <p:cNvPr id="259" name="Grupo"/>
          <p:cNvGrpSpPr/>
          <p:nvPr/>
        </p:nvGrpSpPr>
        <p:grpSpPr>
          <a:xfrm>
            <a:off x="12748479" y="4395880"/>
            <a:ext cx="4081614" cy="4068416"/>
            <a:chOff x="0" y="0"/>
            <a:chExt cx="4081613" cy="4068414"/>
          </a:xfrm>
        </p:grpSpPr>
        <p:sp>
          <p:nvSpPr>
            <p:cNvPr id="257" name="Shape 111"/>
            <p:cNvSpPr/>
            <p:nvPr/>
          </p:nvSpPr>
          <p:spPr>
            <a:xfrm>
              <a:off x="0" y="110292"/>
              <a:ext cx="3958119" cy="3958123"/>
            </a:xfrm>
            <a:prstGeom prst="ellipse">
              <a:avLst/>
            </a:prstGeom>
            <a:solidFill>
              <a:srgbClr val="D9D9D9"/>
            </a:solidFill>
            <a:ln w="12700" cap="flat">
              <a:noFill/>
              <a:miter lim="400000"/>
            </a:ln>
            <a:effectLst/>
          </p:spPr>
          <p:txBody>
            <a:bodyPr wrap="square" lIns="45719" tIns="45719" rIns="45719" bIns="45719" numCol="1" anchor="ctr">
              <a:noAutofit/>
            </a:bodyPr>
            <a:lstStyle/>
            <a:p>
              <a:pPr defTabSz="914400">
                <a:defRPr b="0" i="1" sz="2400">
                  <a:latin typeface="Georgia"/>
                  <a:ea typeface="Georgia"/>
                  <a:cs typeface="Georgia"/>
                  <a:sym typeface="Georgia"/>
                </a:defRPr>
              </a:pPr>
            </a:p>
          </p:txBody>
        </p:sp>
        <p:sp>
          <p:nvSpPr>
            <p:cNvPr id="258" name="Arc 44"/>
            <p:cNvSpPr/>
            <p:nvPr/>
          </p:nvSpPr>
          <p:spPr>
            <a:xfrm>
              <a:off x="1992264" y="0"/>
              <a:ext cx="2089350" cy="216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317"/>
                    <a:pt x="21600" y="20811"/>
                  </a:cubicBezTo>
                  <a:cubicBezTo>
                    <a:pt x="21600" y="21074"/>
                    <a:pt x="21595" y="21337"/>
                    <a:pt x="21584" y="21600"/>
                  </a:cubicBezTo>
                </a:path>
              </a:pathLst>
            </a:custGeom>
            <a:noFill/>
            <a:ln w="165100" cap="flat">
              <a:solidFill>
                <a:srgbClr val="00C3D2"/>
              </a:solidFill>
              <a:prstDash val="solid"/>
              <a:miter lim="400000"/>
            </a:ln>
            <a:effectLst/>
          </p:spPr>
          <p:txBody>
            <a:bodyPr wrap="square" lIns="45719" tIns="45719" rIns="45719" bIns="45719" numCol="1" anchor="ctr">
              <a:noAutofit/>
            </a:bodyPr>
            <a:lstStyle/>
            <a:p>
              <a:pPr defTabSz="914400">
                <a:defRPr b="0" sz="1800">
                  <a:solidFill>
                    <a:srgbClr val="3F3F3F"/>
                  </a:solidFill>
                  <a:latin typeface="Roboto Light"/>
                  <a:ea typeface="Roboto Light"/>
                  <a:cs typeface="Roboto Light"/>
                  <a:sym typeface="Roboto Light"/>
                </a:defRPr>
              </a:pPr>
            </a:p>
          </p:txBody>
        </p:sp>
      </p:grpSp>
      <p:grpSp>
        <p:nvGrpSpPr>
          <p:cNvPr id="273" name="Grupo"/>
          <p:cNvGrpSpPr/>
          <p:nvPr/>
        </p:nvGrpSpPr>
        <p:grpSpPr>
          <a:xfrm>
            <a:off x="13720929" y="4955013"/>
            <a:ext cx="2136715" cy="2950149"/>
            <a:chOff x="0" y="0"/>
            <a:chExt cx="2136713" cy="2950148"/>
          </a:xfrm>
        </p:grpSpPr>
        <p:sp>
          <p:nvSpPr>
            <p:cNvPr id="260" name="Figura"/>
            <p:cNvSpPr/>
            <p:nvPr/>
          </p:nvSpPr>
          <p:spPr>
            <a:xfrm>
              <a:off x="247075" y="0"/>
              <a:ext cx="1642840" cy="22851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96" y="15276"/>
                  </a:moveTo>
                  <a:cubicBezTo>
                    <a:pt x="21262" y="14637"/>
                    <a:pt x="20923" y="13300"/>
                    <a:pt x="19908" y="12935"/>
                  </a:cubicBezTo>
                  <a:cubicBezTo>
                    <a:pt x="18893" y="12570"/>
                    <a:pt x="19612" y="11932"/>
                    <a:pt x="20035" y="11172"/>
                  </a:cubicBezTo>
                  <a:cubicBezTo>
                    <a:pt x="20458" y="10412"/>
                    <a:pt x="19171" y="9682"/>
                    <a:pt x="19171" y="9682"/>
                  </a:cubicBezTo>
                  <a:cubicBezTo>
                    <a:pt x="19617" y="9499"/>
                    <a:pt x="19824" y="9074"/>
                    <a:pt x="19824" y="9074"/>
                  </a:cubicBezTo>
                  <a:cubicBezTo>
                    <a:pt x="19020" y="8983"/>
                    <a:pt x="18523" y="8101"/>
                    <a:pt x="19316" y="7006"/>
                  </a:cubicBezTo>
                  <a:cubicBezTo>
                    <a:pt x="20109" y="5912"/>
                    <a:pt x="18517" y="5364"/>
                    <a:pt x="18517" y="5364"/>
                  </a:cubicBezTo>
                  <a:lnTo>
                    <a:pt x="18517" y="5364"/>
                  </a:lnTo>
                  <a:cubicBezTo>
                    <a:pt x="18378" y="2385"/>
                    <a:pt x="14977" y="0"/>
                    <a:pt x="10800" y="0"/>
                  </a:cubicBezTo>
                  <a:cubicBezTo>
                    <a:pt x="6623" y="0"/>
                    <a:pt x="3222" y="2385"/>
                    <a:pt x="3083" y="5364"/>
                  </a:cubicBezTo>
                  <a:lnTo>
                    <a:pt x="3083" y="5364"/>
                  </a:lnTo>
                  <a:cubicBezTo>
                    <a:pt x="3083" y="5364"/>
                    <a:pt x="1491" y="5912"/>
                    <a:pt x="2284" y="7006"/>
                  </a:cubicBezTo>
                  <a:cubicBezTo>
                    <a:pt x="3077" y="8101"/>
                    <a:pt x="2580" y="8983"/>
                    <a:pt x="1777" y="9074"/>
                  </a:cubicBezTo>
                  <a:cubicBezTo>
                    <a:pt x="1777" y="9074"/>
                    <a:pt x="1983" y="9499"/>
                    <a:pt x="2430" y="9682"/>
                  </a:cubicBezTo>
                  <a:cubicBezTo>
                    <a:pt x="2430" y="9682"/>
                    <a:pt x="1142" y="10412"/>
                    <a:pt x="1565" y="11172"/>
                  </a:cubicBezTo>
                  <a:cubicBezTo>
                    <a:pt x="1988" y="11932"/>
                    <a:pt x="2707" y="12570"/>
                    <a:pt x="1692" y="12935"/>
                  </a:cubicBezTo>
                  <a:cubicBezTo>
                    <a:pt x="677" y="13300"/>
                    <a:pt x="338" y="14637"/>
                    <a:pt x="804" y="15276"/>
                  </a:cubicBezTo>
                  <a:cubicBezTo>
                    <a:pt x="1269" y="15915"/>
                    <a:pt x="719" y="16705"/>
                    <a:pt x="0" y="16492"/>
                  </a:cubicBezTo>
                  <a:cubicBezTo>
                    <a:pt x="0" y="16492"/>
                    <a:pt x="381" y="17860"/>
                    <a:pt x="1734" y="18104"/>
                  </a:cubicBezTo>
                  <a:lnTo>
                    <a:pt x="3626" y="18104"/>
                  </a:lnTo>
                  <a:cubicBezTo>
                    <a:pt x="4763" y="20152"/>
                    <a:pt x="7545" y="21600"/>
                    <a:pt x="10800" y="21600"/>
                  </a:cubicBezTo>
                  <a:cubicBezTo>
                    <a:pt x="14055" y="21600"/>
                    <a:pt x="16837" y="20152"/>
                    <a:pt x="17974" y="18104"/>
                  </a:cubicBezTo>
                  <a:lnTo>
                    <a:pt x="19866" y="18104"/>
                  </a:lnTo>
                  <a:cubicBezTo>
                    <a:pt x="21219" y="17860"/>
                    <a:pt x="21600" y="16492"/>
                    <a:pt x="21600" y="16492"/>
                  </a:cubicBezTo>
                  <a:cubicBezTo>
                    <a:pt x="20881" y="16705"/>
                    <a:pt x="20331" y="15915"/>
                    <a:pt x="20796" y="15276"/>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1" name="Figura"/>
            <p:cNvSpPr/>
            <p:nvPr/>
          </p:nvSpPr>
          <p:spPr>
            <a:xfrm>
              <a:off x="576509" y="1353031"/>
              <a:ext cx="977813" cy="1473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6493"/>
                    <a:pt x="0" y="6934"/>
                    <a:pt x="0" y="6934"/>
                  </a:cubicBezTo>
                  <a:cubicBezTo>
                    <a:pt x="0" y="13083"/>
                    <a:pt x="10800" y="21600"/>
                    <a:pt x="10800" y="21600"/>
                  </a:cubicBezTo>
                  <a:cubicBezTo>
                    <a:pt x="10800" y="21600"/>
                    <a:pt x="21600" y="13083"/>
                    <a:pt x="21600" y="6934"/>
                  </a:cubicBezTo>
                  <a:cubicBezTo>
                    <a:pt x="21600" y="6934"/>
                    <a:pt x="15655" y="6493"/>
                    <a:pt x="15655"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2" name="Figura"/>
            <p:cNvSpPr/>
            <p:nvPr/>
          </p:nvSpPr>
          <p:spPr>
            <a:xfrm>
              <a:off x="0" y="1788355"/>
              <a:ext cx="2136714" cy="1161794"/>
            </a:xfrm>
            <a:custGeom>
              <a:avLst/>
              <a:gdLst/>
              <a:ahLst/>
              <a:cxnLst>
                <a:cxn ang="0">
                  <a:pos x="wd2" y="hd2"/>
                </a:cxn>
                <a:cxn ang="5400000">
                  <a:pos x="wd2" y="hd2"/>
                </a:cxn>
                <a:cxn ang="10800000">
                  <a:pos x="wd2" y="hd2"/>
                </a:cxn>
                <a:cxn ang="16200000">
                  <a:pos x="wd2" y="hd2"/>
                </a:cxn>
              </a:cxnLst>
              <a:rect l="0" t="0" r="r" b="b"/>
              <a:pathLst>
                <a:path w="21600" h="21205" fill="norm" stroke="1" extrusionOk="0">
                  <a:moveTo>
                    <a:pt x="18318" y="807"/>
                  </a:moveTo>
                  <a:cubicBezTo>
                    <a:pt x="17704" y="807"/>
                    <a:pt x="14458" y="-395"/>
                    <a:pt x="13966" y="135"/>
                  </a:cubicBezTo>
                  <a:cubicBezTo>
                    <a:pt x="13997" y="1682"/>
                    <a:pt x="13801" y="3421"/>
                    <a:pt x="13494" y="5188"/>
                  </a:cubicBezTo>
                  <a:lnTo>
                    <a:pt x="13494" y="2218"/>
                  </a:lnTo>
                  <a:cubicBezTo>
                    <a:pt x="13478" y="4045"/>
                    <a:pt x="13249" y="10756"/>
                    <a:pt x="10754" y="10756"/>
                  </a:cubicBezTo>
                  <a:cubicBezTo>
                    <a:pt x="8259" y="10756"/>
                    <a:pt x="8031" y="4042"/>
                    <a:pt x="8015" y="2216"/>
                  </a:cubicBezTo>
                  <a:lnTo>
                    <a:pt x="8015" y="4743"/>
                  </a:lnTo>
                  <a:cubicBezTo>
                    <a:pt x="7835" y="3336"/>
                    <a:pt x="7699" y="1805"/>
                    <a:pt x="7634" y="135"/>
                  </a:cubicBezTo>
                  <a:cubicBezTo>
                    <a:pt x="7142" y="-395"/>
                    <a:pt x="3896" y="807"/>
                    <a:pt x="3282" y="807"/>
                  </a:cubicBezTo>
                  <a:cubicBezTo>
                    <a:pt x="1469" y="807"/>
                    <a:pt x="0" y="3460"/>
                    <a:pt x="0" y="6733"/>
                  </a:cubicBezTo>
                  <a:lnTo>
                    <a:pt x="0" y="10976"/>
                  </a:lnTo>
                  <a:lnTo>
                    <a:pt x="0" y="21205"/>
                  </a:lnTo>
                  <a:lnTo>
                    <a:pt x="3957" y="21205"/>
                  </a:lnTo>
                  <a:lnTo>
                    <a:pt x="8015" y="21205"/>
                  </a:lnTo>
                  <a:lnTo>
                    <a:pt x="10800" y="21205"/>
                  </a:lnTo>
                  <a:lnTo>
                    <a:pt x="13494" y="21205"/>
                  </a:lnTo>
                  <a:lnTo>
                    <a:pt x="17643" y="21205"/>
                  </a:lnTo>
                  <a:lnTo>
                    <a:pt x="21600" y="21205"/>
                  </a:lnTo>
                  <a:lnTo>
                    <a:pt x="21600" y="10976"/>
                  </a:lnTo>
                  <a:lnTo>
                    <a:pt x="21600" y="6733"/>
                  </a:lnTo>
                  <a:cubicBezTo>
                    <a:pt x="21600" y="3460"/>
                    <a:pt x="20131" y="807"/>
                    <a:pt x="18318" y="807"/>
                  </a:cubicBezTo>
                  <a:close/>
                </a:path>
              </a:pathLst>
            </a:custGeom>
            <a:solidFill>
              <a:srgbClr val="339CC5"/>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263" name="Figura"/>
            <p:cNvSpPr/>
            <p:nvPr/>
          </p:nvSpPr>
          <p:spPr>
            <a:xfrm>
              <a:off x="788288" y="1882479"/>
              <a:ext cx="123" cy="2502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9600" y="21600"/>
                  </a:moveTo>
                  <a:lnTo>
                    <a:pt x="9600" y="0"/>
                  </a:lnTo>
                  <a:cubicBezTo>
                    <a:pt x="9600" y="0"/>
                    <a:pt x="-12000" y="8063"/>
                    <a:pt x="9600" y="2160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4" name="Figura"/>
            <p:cNvSpPr/>
            <p:nvPr/>
          </p:nvSpPr>
          <p:spPr>
            <a:xfrm>
              <a:off x="1329501" y="1882479"/>
              <a:ext cx="116" cy="2509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0" y="0"/>
                  </a:moveTo>
                  <a:lnTo>
                    <a:pt x="0" y="21600"/>
                  </a:lnTo>
                  <a:cubicBezTo>
                    <a:pt x="21600" y="8051"/>
                    <a:pt x="0" y="0"/>
                    <a:pt x="0" y="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5" name="Figura"/>
            <p:cNvSpPr/>
            <p:nvPr/>
          </p:nvSpPr>
          <p:spPr>
            <a:xfrm>
              <a:off x="0" y="1823652"/>
              <a:ext cx="347796"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000" y="19"/>
                    <a:pt x="20512" y="30"/>
                    <a:pt x="20161" y="30"/>
                  </a:cubicBezTo>
                  <a:cubicBezTo>
                    <a:pt x="9026" y="30"/>
                    <a:pt x="0" y="2835"/>
                    <a:pt x="0" y="6296"/>
                  </a:cubicBezTo>
                  <a:lnTo>
                    <a:pt x="0" y="21600"/>
                  </a:lnTo>
                  <a:lnTo>
                    <a:pt x="21600" y="21600"/>
                  </a:lnTo>
                  <a:cubicBezTo>
                    <a:pt x="21600" y="21600"/>
                    <a:pt x="21600" y="0"/>
                    <a:pt x="2160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6" name="Figura"/>
            <p:cNvSpPr/>
            <p:nvPr/>
          </p:nvSpPr>
          <p:spPr>
            <a:xfrm>
              <a:off x="1788355" y="1823652"/>
              <a:ext cx="347795"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600" y="19"/>
                    <a:pt x="1090" y="30"/>
                    <a:pt x="1439" y="30"/>
                  </a:cubicBezTo>
                  <a:cubicBezTo>
                    <a:pt x="12574" y="30"/>
                    <a:pt x="21600" y="2835"/>
                    <a:pt x="21600" y="6296"/>
                  </a:cubicBezTo>
                  <a:lnTo>
                    <a:pt x="21600" y="21600"/>
                  </a:lnTo>
                  <a:lnTo>
                    <a:pt x="0" y="21600"/>
                  </a:lnTo>
                  <a:cubicBezTo>
                    <a:pt x="0" y="21600"/>
                    <a:pt x="0" y="0"/>
                    <a:pt x="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7" name="Figura"/>
            <p:cNvSpPr/>
            <p:nvPr/>
          </p:nvSpPr>
          <p:spPr>
            <a:xfrm>
              <a:off x="647102" y="1670700"/>
              <a:ext cx="188536"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78" y="0"/>
                  </a:moveTo>
                  <a:cubicBezTo>
                    <a:pt x="8978" y="0"/>
                    <a:pt x="17111" y="5104"/>
                    <a:pt x="21600" y="13528"/>
                  </a:cubicBezTo>
                  <a:cubicBezTo>
                    <a:pt x="21600" y="13528"/>
                    <a:pt x="14364" y="18107"/>
                    <a:pt x="14662" y="21600"/>
                  </a:cubicBezTo>
                  <a:cubicBezTo>
                    <a:pt x="14662" y="21600"/>
                    <a:pt x="300" y="9317"/>
                    <a:pt x="0" y="5083"/>
                  </a:cubicBezTo>
                  <a:cubicBezTo>
                    <a:pt x="0" y="5083"/>
                    <a:pt x="6283" y="423"/>
                    <a:pt x="897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8" name="Figura"/>
            <p:cNvSpPr/>
            <p:nvPr/>
          </p:nvSpPr>
          <p:spPr>
            <a:xfrm>
              <a:off x="1282439" y="1670700"/>
              <a:ext cx="203542"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88" y="0"/>
                  </a:moveTo>
                  <a:cubicBezTo>
                    <a:pt x="13288" y="0"/>
                    <a:pt x="5120" y="6639"/>
                    <a:pt x="0" y="14219"/>
                  </a:cubicBezTo>
                  <a:cubicBezTo>
                    <a:pt x="0" y="14219"/>
                    <a:pt x="8296" y="18107"/>
                    <a:pt x="8019" y="21600"/>
                  </a:cubicBezTo>
                  <a:cubicBezTo>
                    <a:pt x="8019" y="21600"/>
                    <a:pt x="21323" y="9317"/>
                    <a:pt x="21600" y="5083"/>
                  </a:cubicBezTo>
                  <a:cubicBezTo>
                    <a:pt x="21600" y="5083"/>
                    <a:pt x="15783" y="423"/>
                    <a:pt x="1328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69" name="Figura"/>
            <p:cNvSpPr/>
            <p:nvPr/>
          </p:nvSpPr>
          <p:spPr>
            <a:xfrm>
              <a:off x="517682" y="870646"/>
              <a:ext cx="150210" cy="275191"/>
            </a:xfrm>
            <a:custGeom>
              <a:avLst/>
              <a:gdLst/>
              <a:ahLst/>
              <a:cxnLst>
                <a:cxn ang="0">
                  <a:pos x="wd2" y="hd2"/>
                </a:cxn>
                <a:cxn ang="5400000">
                  <a:pos x="wd2" y="hd2"/>
                </a:cxn>
                <a:cxn ang="10800000">
                  <a:pos x="wd2" y="hd2"/>
                </a:cxn>
                <a:cxn ang="16200000">
                  <a:pos x="wd2" y="hd2"/>
                </a:cxn>
              </a:cxnLst>
              <a:rect l="0" t="0" r="r" b="b"/>
              <a:pathLst>
                <a:path w="20191" h="20804" fill="norm" stroke="1" extrusionOk="0">
                  <a:moveTo>
                    <a:pt x="20036" y="15421"/>
                  </a:moveTo>
                  <a:cubicBezTo>
                    <a:pt x="20895" y="17863"/>
                    <a:pt x="18077" y="20233"/>
                    <a:pt x="13730" y="20717"/>
                  </a:cubicBezTo>
                  <a:lnTo>
                    <a:pt x="13730" y="20717"/>
                  </a:lnTo>
                  <a:cubicBezTo>
                    <a:pt x="9389" y="21202"/>
                    <a:pt x="5170" y="19616"/>
                    <a:pt x="4316" y="17175"/>
                  </a:cubicBezTo>
                  <a:lnTo>
                    <a:pt x="154" y="5385"/>
                  </a:lnTo>
                  <a:cubicBezTo>
                    <a:pt x="-705" y="2944"/>
                    <a:pt x="2115" y="572"/>
                    <a:pt x="6456" y="88"/>
                  </a:cubicBezTo>
                  <a:lnTo>
                    <a:pt x="6456" y="88"/>
                  </a:lnTo>
                  <a:cubicBezTo>
                    <a:pt x="10802" y="-398"/>
                    <a:pt x="15019" y="1190"/>
                    <a:pt x="15879" y="3632"/>
                  </a:cubicBezTo>
                  <a:cubicBezTo>
                    <a:pt x="15879" y="3632"/>
                    <a:pt x="20036" y="15421"/>
                    <a:pt x="20036"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70" name="Figura"/>
            <p:cNvSpPr/>
            <p:nvPr/>
          </p:nvSpPr>
          <p:spPr>
            <a:xfrm>
              <a:off x="1447156" y="870646"/>
              <a:ext cx="150195" cy="275191"/>
            </a:xfrm>
            <a:custGeom>
              <a:avLst/>
              <a:gdLst/>
              <a:ahLst/>
              <a:cxnLst>
                <a:cxn ang="0">
                  <a:pos x="wd2" y="hd2"/>
                </a:cxn>
                <a:cxn ang="5400000">
                  <a:pos x="wd2" y="hd2"/>
                </a:cxn>
                <a:cxn ang="10800000">
                  <a:pos x="wd2" y="hd2"/>
                </a:cxn>
                <a:cxn ang="16200000">
                  <a:pos x="wd2" y="hd2"/>
                </a:cxn>
              </a:cxnLst>
              <a:rect l="0" t="0" r="r" b="b"/>
              <a:pathLst>
                <a:path w="20188" h="20804" fill="norm" stroke="1" extrusionOk="0">
                  <a:moveTo>
                    <a:pt x="154" y="15421"/>
                  </a:moveTo>
                  <a:cubicBezTo>
                    <a:pt x="-706" y="17863"/>
                    <a:pt x="2113" y="20233"/>
                    <a:pt x="6457" y="20717"/>
                  </a:cubicBezTo>
                  <a:lnTo>
                    <a:pt x="6457" y="20717"/>
                  </a:lnTo>
                  <a:cubicBezTo>
                    <a:pt x="10803" y="21202"/>
                    <a:pt x="15016" y="19616"/>
                    <a:pt x="15876" y="17175"/>
                  </a:cubicBezTo>
                  <a:lnTo>
                    <a:pt x="20034" y="5385"/>
                  </a:lnTo>
                  <a:cubicBezTo>
                    <a:pt x="20894" y="2944"/>
                    <a:pt x="18072" y="572"/>
                    <a:pt x="13734" y="88"/>
                  </a:cubicBezTo>
                  <a:lnTo>
                    <a:pt x="13734" y="88"/>
                  </a:lnTo>
                  <a:cubicBezTo>
                    <a:pt x="9387" y="-398"/>
                    <a:pt x="5167" y="1190"/>
                    <a:pt x="4309" y="3632"/>
                  </a:cubicBezTo>
                  <a:cubicBezTo>
                    <a:pt x="4309" y="3632"/>
                    <a:pt x="154" y="15421"/>
                    <a:pt x="154"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71" name="Figura"/>
            <p:cNvSpPr/>
            <p:nvPr/>
          </p:nvSpPr>
          <p:spPr>
            <a:xfrm>
              <a:off x="611806" y="94124"/>
              <a:ext cx="904685" cy="1415518"/>
            </a:xfrm>
            <a:custGeom>
              <a:avLst/>
              <a:gdLst/>
              <a:ahLst/>
              <a:cxnLst>
                <a:cxn ang="0">
                  <a:pos x="wd2" y="hd2"/>
                </a:cxn>
                <a:cxn ang="5400000">
                  <a:pos x="wd2" y="hd2"/>
                </a:cxn>
                <a:cxn ang="10800000">
                  <a:pos x="wd2" y="hd2"/>
                </a:cxn>
                <a:cxn ang="16200000">
                  <a:pos x="wd2" y="hd2"/>
                </a:cxn>
              </a:cxnLst>
              <a:rect l="0" t="0" r="r" b="b"/>
              <a:pathLst>
                <a:path w="19566" h="21300" fill="norm" stroke="1" extrusionOk="0">
                  <a:moveTo>
                    <a:pt x="9783" y="21300"/>
                  </a:moveTo>
                  <a:cubicBezTo>
                    <a:pt x="5760" y="21300"/>
                    <a:pt x="2688" y="18942"/>
                    <a:pt x="1312" y="17174"/>
                  </a:cubicBezTo>
                  <a:cubicBezTo>
                    <a:pt x="-65" y="15407"/>
                    <a:pt x="-1017" y="5241"/>
                    <a:pt x="1948" y="2442"/>
                  </a:cubicBezTo>
                  <a:cubicBezTo>
                    <a:pt x="4851" y="-300"/>
                    <a:pt x="9783" y="11"/>
                    <a:pt x="9783" y="11"/>
                  </a:cubicBezTo>
                  <a:cubicBezTo>
                    <a:pt x="9783" y="11"/>
                    <a:pt x="14715" y="-300"/>
                    <a:pt x="17618" y="2442"/>
                  </a:cubicBezTo>
                  <a:cubicBezTo>
                    <a:pt x="20583" y="5241"/>
                    <a:pt x="19630" y="15407"/>
                    <a:pt x="18254" y="17174"/>
                  </a:cubicBezTo>
                  <a:cubicBezTo>
                    <a:pt x="16877" y="18942"/>
                    <a:pt x="13806" y="21300"/>
                    <a:pt x="9783" y="21300"/>
                  </a:cubicBezTo>
                  <a:close/>
                </a:path>
              </a:pathLst>
            </a:custGeom>
            <a:solidFill>
              <a:srgbClr val="FDEAD0"/>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72" name="Figura"/>
            <p:cNvSpPr/>
            <p:nvPr/>
          </p:nvSpPr>
          <p:spPr>
            <a:xfrm>
              <a:off x="576509" y="35296"/>
              <a:ext cx="996442" cy="741076"/>
            </a:xfrm>
            <a:custGeom>
              <a:avLst/>
              <a:gdLst/>
              <a:ahLst/>
              <a:cxnLst>
                <a:cxn ang="0">
                  <a:pos x="wd2" y="hd2"/>
                </a:cxn>
                <a:cxn ang="5400000">
                  <a:pos x="wd2" y="hd2"/>
                </a:cxn>
                <a:cxn ang="10800000">
                  <a:pos x="wd2" y="hd2"/>
                </a:cxn>
                <a:cxn ang="16200000">
                  <a:pos x="wd2" y="hd2"/>
                </a:cxn>
              </a:cxnLst>
              <a:rect l="0" t="0" r="r" b="b"/>
              <a:pathLst>
                <a:path w="18119" h="20055" fill="norm" stroke="1" extrusionOk="0">
                  <a:moveTo>
                    <a:pt x="17124" y="19819"/>
                  </a:moveTo>
                  <a:cubicBezTo>
                    <a:pt x="11375" y="18595"/>
                    <a:pt x="9340" y="17197"/>
                    <a:pt x="7562" y="14906"/>
                  </a:cubicBezTo>
                  <a:cubicBezTo>
                    <a:pt x="6161" y="13099"/>
                    <a:pt x="4449" y="10182"/>
                    <a:pt x="4449" y="10182"/>
                  </a:cubicBezTo>
                  <a:cubicBezTo>
                    <a:pt x="4449" y="10182"/>
                    <a:pt x="4074" y="12465"/>
                    <a:pt x="3157" y="15164"/>
                  </a:cubicBezTo>
                  <a:cubicBezTo>
                    <a:pt x="2608" y="16783"/>
                    <a:pt x="2029" y="18568"/>
                    <a:pt x="756" y="20055"/>
                  </a:cubicBezTo>
                  <a:cubicBezTo>
                    <a:pt x="756" y="20055"/>
                    <a:pt x="-1674" y="9760"/>
                    <a:pt x="2181" y="4108"/>
                  </a:cubicBezTo>
                  <a:cubicBezTo>
                    <a:pt x="6036" y="-1545"/>
                    <a:pt x="12329" y="-1377"/>
                    <a:pt x="16128" y="4698"/>
                  </a:cubicBezTo>
                  <a:cubicBezTo>
                    <a:pt x="19926" y="10773"/>
                    <a:pt x="17124" y="19819"/>
                    <a:pt x="17124" y="19819"/>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sp>
        <p:nvSpPr>
          <p:cNvPr id="274" name="Rectángulo"/>
          <p:cNvSpPr/>
          <p:nvPr/>
        </p:nvSpPr>
        <p:spPr>
          <a:xfrm>
            <a:off x="14031892" y="8853384"/>
            <a:ext cx="1514789" cy="179760"/>
          </a:xfrm>
          <a:prstGeom prst="rect">
            <a:avLst/>
          </a:prstGeom>
          <a:solidFill>
            <a:srgbClr val="00C3D2"/>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275" name="Nombre y apellido…"/>
          <p:cNvSpPr txBox="1"/>
          <p:nvPr/>
        </p:nvSpPr>
        <p:spPr>
          <a:xfrm>
            <a:off x="12980891" y="9255209"/>
            <a:ext cx="336512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Nombre y apellido </a:t>
            </a:r>
            <a:endParaRPr i="0">
              <a:latin typeface="+mj-lt"/>
              <a:ea typeface="+mj-ea"/>
              <a:cs typeface="+mj-cs"/>
              <a:sym typeface="Montserrat"/>
            </a:endParaRPr>
          </a:p>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Cargo</a:t>
            </a:r>
          </a:p>
        </p:txBody>
      </p:sp>
      <p:grpSp>
        <p:nvGrpSpPr>
          <p:cNvPr id="278" name="Grupo"/>
          <p:cNvGrpSpPr/>
          <p:nvPr/>
        </p:nvGrpSpPr>
        <p:grpSpPr>
          <a:xfrm>
            <a:off x="17933719" y="4395880"/>
            <a:ext cx="4081615" cy="4068416"/>
            <a:chOff x="0" y="0"/>
            <a:chExt cx="4081613" cy="4068414"/>
          </a:xfrm>
        </p:grpSpPr>
        <p:sp>
          <p:nvSpPr>
            <p:cNvPr id="276" name="Shape 111"/>
            <p:cNvSpPr/>
            <p:nvPr/>
          </p:nvSpPr>
          <p:spPr>
            <a:xfrm>
              <a:off x="0" y="110292"/>
              <a:ext cx="3958119" cy="3958123"/>
            </a:xfrm>
            <a:prstGeom prst="ellipse">
              <a:avLst/>
            </a:prstGeom>
            <a:solidFill>
              <a:srgbClr val="D9D9D9"/>
            </a:solidFill>
            <a:ln w="12700" cap="flat">
              <a:noFill/>
              <a:miter lim="400000"/>
            </a:ln>
            <a:effectLst/>
          </p:spPr>
          <p:txBody>
            <a:bodyPr wrap="square" lIns="45719" tIns="45719" rIns="45719" bIns="45719" numCol="1" anchor="ctr">
              <a:noAutofit/>
            </a:bodyPr>
            <a:lstStyle/>
            <a:p>
              <a:pPr defTabSz="914400">
                <a:defRPr b="0" i="1" sz="2400">
                  <a:latin typeface="Georgia"/>
                  <a:ea typeface="Georgia"/>
                  <a:cs typeface="Georgia"/>
                  <a:sym typeface="Georgia"/>
                </a:defRPr>
              </a:pPr>
            </a:p>
          </p:txBody>
        </p:sp>
        <p:sp>
          <p:nvSpPr>
            <p:cNvPr id="277" name="Arc 44"/>
            <p:cNvSpPr/>
            <p:nvPr/>
          </p:nvSpPr>
          <p:spPr>
            <a:xfrm>
              <a:off x="1992264" y="0"/>
              <a:ext cx="2089350" cy="216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317"/>
                    <a:pt x="21600" y="20811"/>
                  </a:cubicBezTo>
                  <a:cubicBezTo>
                    <a:pt x="21600" y="21074"/>
                    <a:pt x="21595" y="21337"/>
                    <a:pt x="21584" y="21600"/>
                  </a:cubicBezTo>
                </a:path>
              </a:pathLst>
            </a:custGeom>
            <a:noFill/>
            <a:ln w="165100" cap="flat">
              <a:solidFill>
                <a:srgbClr val="00C3D2"/>
              </a:solidFill>
              <a:prstDash val="solid"/>
              <a:miter lim="400000"/>
            </a:ln>
            <a:effectLst/>
          </p:spPr>
          <p:txBody>
            <a:bodyPr wrap="square" lIns="45719" tIns="45719" rIns="45719" bIns="45719" numCol="1" anchor="ctr">
              <a:noAutofit/>
            </a:bodyPr>
            <a:lstStyle/>
            <a:p>
              <a:pPr defTabSz="914400">
                <a:defRPr b="0" sz="1800">
                  <a:solidFill>
                    <a:srgbClr val="3F3F3F"/>
                  </a:solidFill>
                  <a:latin typeface="Roboto Light"/>
                  <a:ea typeface="Roboto Light"/>
                  <a:cs typeface="Roboto Light"/>
                  <a:sym typeface="Roboto Light"/>
                </a:defRPr>
              </a:pPr>
            </a:p>
          </p:txBody>
        </p:sp>
      </p:grpSp>
      <p:grpSp>
        <p:nvGrpSpPr>
          <p:cNvPr id="292" name="Grupo"/>
          <p:cNvGrpSpPr/>
          <p:nvPr/>
        </p:nvGrpSpPr>
        <p:grpSpPr>
          <a:xfrm>
            <a:off x="18906168" y="4955013"/>
            <a:ext cx="2136714" cy="2950149"/>
            <a:chOff x="0" y="0"/>
            <a:chExt cx="2136713" cy="2950148"/>
          </a:xfrm>
        </p:grpSpPr>
        <p:sp>
          <p:nvSpPr>
            <p:cNvPr id="279" name="Figura"/>
            <p:cNvSpPr/>
            <p:nvPr/>
          </p:nvSpPr>
          <p:spPr>
            <a:xfrm>
              <a:off x="247075" y="0"/>
              <a:ext cx="1642840" cy="22851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96" y="15276"/>
                  </a:moveTo>
                  <a:cubicBezTo>
                    <a:pt x="21262" y="14637"/>
                    <a:pt x="20923" y="13300"/>
                    <a:pt x="19908" y="12935"/>
                  </a:cubicBezTo>
                  <a:cubicBezTo>
                    <a:pt x="18893" y="12570"/>
                    <a:pt x="19612" y="11932"/>
                    <a:pt x="20035" y="11172"/>
                  </a:cubicBezTo>
                  <a:cubicBezTo>
                    <a:pt x="20458" y="10412"/>
                    <a:pt x="19171" y="9682"/>
                    <a:pt x="19171" y="9682"/>
                  </a:cubicBezTo>
                  <a:cubicBezTo>
                    <a:pt x="19617" y="9499"/>
                    <a:pt x="19824" y="9074"/>
                    <a:pt x="19824" y="9074"/>
                  </a:cubicBezTo>
                  <a:cubicBezTo>
                    <a:pt x="19020" y="8983"/>
                    <a:pt x="18523" y="8101"/>
                    <a:pt x="19316" y="7006"/>
                  </a:cubicBezTo>
                  <a:cubicBezTo>
                    <a:pt x="20109" y="5912"/>
                    <a:pt x="18517" y="5364"/>
                    <a:pt x="18517" y="5364"/>
                  </a:cubicBezTo>
                  <a:lnTo>
                    <a:pt x="18517" y="5364"/>
                  </a:lnTo>
                  <a:cubicBezTo>
                    <a:pt x="18378" y="2385"/>
                    <a:pt x="14977" y="0"/>
                    <a:pt x="10800" y="0"/>
                  </a:cubicBezTo>
                  <a:cubicBezTo>
                    <a:pt x="6623" y="0"/>
                    <a:pt x="3222" y="2385"/>
                    <a:pt x="3083" y="5364"/>
                  </a:cubicBezTo>
                  <a:lnTo>
                    <a:pt x="3083" y="5364"/>
                  </a:lnTo>
                  <a:cubicBezTo>
                    <a:pt x="3083" y="5364"/>
                    <a:pt x="1491" y="5912"/>
                    <a:pt x="2284" y="7006"/>
                  </a:cubicBezTo>
                  <a:cubicBezTo>
                    <a:pt x="3077" y="8101"/>
                    <a:pt x="2580" y="8983"/>
                    <a:pt x="1777" y="9074"/>
                  </a:cubicBezTo>
                  <a:cubicBezTo>
                    <a:pt x="1777" y="9074"/>
                    <a:pt x="1983" y="9499"/>
                    <a:pt x="2430" y="9682"/>
                  </a:cubicBezTo>
                  <a:cubicBezTo>
                    <a:pt x="2430" y="9682"/>
                    <a:pt x="1142" y="10412"/>
                    <a:pt x="1565" y="11172"/>
                  </a:cubicBezTo>
                  <a:cubicBezTo>
                    <a:pt x="1988" y="11932"/>
                    <a:pt x="2707" y="12570"/>
                    <a:pt x="1692" y="12935"/>
                  </a:cubicBezTo>
                  <a:cubicBezTo>
                    <a:pt x="677" y="13300"/>
                    <a:pt x="338" y="14637"/>
                    <a:pt x="804" y="15276"/>
                  </a:cubicBezTo>
                  <a:cubicBezTo>
                    <a:pt x="1269" y="15915"/>
                    <a:pt x="719" y="16705"/>
                    <a:pt x="0" y="16492"/>
                  </a:cubicBezTo>
                  <a:cubicBezTo>
                    <a:pt x="0" y="16492"/>
                    <a:pt x="381" y="17860"/>
                    <a:pt x="1734" y="18104"/>
                  </a:cubicBezTo>
                  <a:lnTo>
                    <a:pt x="3626" y="18104"/>
                  </a:lnTo>
                  <a:cubicBezTo>
                    <a:pt x="4763" y="20152"/>
                    <a:pt x="7545" y="21600"/>
                    <a:pt x="10800" y="21600"/>
                  </a:cubicBezTo>
                  <a:cubicBezTo>
                    <a:pt x="14055" y="21600"/>
                    <a:pt x="16837" y="20152"/>
                    <a:pt x="17974" y="18104"/>
                  </a:cubicBezTo>
                  <a:lnTo>
                    <a:pt x="19866" y="18104"/>
                  </a:lnTo>
                  <a:cubicBezTo>
                    <a:pt x="21219" y="17860"/>
                    <a:pt x="21600" y="16492"/>
                    <a:pt x="21600" y="16492"/>
                  </a:cubicBezTo>
                  <a:cubicBezTo>
                    <a:pt x="20881" y="16705"/>
                    <a:pt x="20331" y="15915"/>
                    <a:pt x="20796" y="15276"/>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0" name="Figura"/>
            <p:cNvSpPr/>
            <p:nvPr/>
          </p:nvSpPr>
          <p:spPr>
            <a:xfrm>
              <a:off x="576509" y="1353031"/>
              <a:ext cx="977813" cy="1473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6493"/>
                    <a:pt x="0" y="6934"/>
                    <a:pt x="0" y="6934"/>
                  </a:cubicBezTo>
                  <a:cubicBezTo>
                    <a:pt x="0" y="13083"/>
                    <a:pt x="10800" y="21600"/>
                    <a:pt x="10800" y="21600"/>
                  </a:cubicBezTo>
                  <a:cubicBezTo>
                    <a:pt x="10800" y="21600"/>
                    <a:pt x="21600" y="13083"/>
                    <a:pt x="21600" y="6934"/>
                  </a:cubicBezTo>
                  <a:cubicBezTo>
                    <a:pt x="21600" y="6934"/>
                    <a:pt x="15655" y="6493"/>
                    <a:pt x="15655"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1" name="Figura"/>
            <p:cNvSpPr/>
            <p:nvPr/>
          </p:nvSpPr>
          <p:spPr>
            <a:xfrm>
              <a:off x="0" y="1788355"/>
              <a:ext cx="2136714" cy="1161794"/>
            </a:xfrm>
            <a:custGeom>
              <a:avLst/>
              <a:gdLst/>
              <a:ahLst/>
              <a:cxnLst>
                <a:cxn ang="0">
                  <a:pos x="wd2" y="hd2"/>
                </a:cxn>
                <a:cxn ang="5400000">
                  <a:pos x="wd2" y="hd2"/>
                </a:cxn>
                <a:cxn ang="10800000">
                  <a:pos x="wd2" y="hd2"/>
                </a:cxn>
                <a:cxn ang="16200000">
                  <a:pos x="wd2" y="hd2"/>
                </a:cxn>
              </a:cxnLst>
              <a:rect l="0" t="0" r="r" b="b"/>
              <a:pathLst>
                <a:path w="21600" h="21205" fill="norm" stroke="1" extrusionOk="0">
                  <a:moveTo>
                    <a:pt x="18318" y="807"/>
                  </a:moveTo>
                  <a:cubicBezTo>
                    <a:pt x="17704" y="807"/>
                    <a:pt x="14458" y="-395"/>
                    <a:pt x="13966" y="135"/>
                  </a:cubicBezTo>
                  <a:cubicBezTo>
                    <a:pt x="13997" y="1682"/>
                    <a:pt x="13801" y="3421"/>
                    <a:pt x="13494" y="5188"/>
                  </a:cubicBezTo>
                  <a:lnTo>
                    <a:pt x="13494" y="2218"/>
                  </a:lnTo>
                  <a:cubicBezTo>
                    <a:pt x="13478" y="4045"/>
                    <a:pt x="13249" y="10756"/>
                    <a:pt x="10754" y="10756"/>
                  </a:cubicBezTo>
                  <a:cubicBezTo>
                    <a:pt x="8259" y="10756"/>
                    <a:pt x="8031" y="4042"/>
                    <a:pt x="8015" y="2216"/>
                  </a:cubicBezTo>
                  <a:lnTo>
                    <a:pt x="8015" y="4743"/>
                  </a:lnTo>
                  <a:cubicBezTo>
                    <a:pt x="7835" y="3336"/>
                    <a:pt x="7699" y="1805"/>
                    <a:pt x="7634" y="135"/>
                  </a:cubicBezTo>
                  <a:cubicBezTo>
                    <a:pt x="7142" y="-395"/>
                    <a:pt x="3896" y="807"/>
                    <a:pt x="3282" y="807"/>
                  </a:cubicBezTo>
                  <a:cubicBezTo>
                    <a:pt x="1469" y="807"/>
                    <a:pt x="0" y="3460"/>
                    <a:pt x="0" y="6733"/>
                  </a:cubicBezTo>
                  <a:lnTo>
                    <a:pt x="0" y="10976"/>
                  </a:lnTo>
                  <a:lnTo>
                    <a:pt x="0" y="21205"/>
                  </a:lnTo>
                  <a:lnTo>
                    <a:pt x="3957" y="21205"/>
                  </a:lnTo>
                  <a:lnTo>
                    <a:pt x="8015" y="21205"/>
                  </a:lnTo>
                  <a:lnTo>
                    <a:pt x="10800" y="21205"/>
                  </a:lnTo>
                  <a:lnTo>
                    <a:pt x="13494" y="21205"/>
                  </a:lnTo>
                  <a:lnTo>
                    <a:pt x="17643" y="21205"/>
                  </a:lnTo>
                  <a:lnTo>
                    <a:pt x="21600" y="21205"/>
                  </a:lnTo>
                  <a:lnTo>
                    <a:pt x="21600" y="10976"/>
                  </a:lnTo>
                  <a:lnTo>
                    <a:pt x="21600" y="6733"/>
                  </a:lnTo>
                  <a:cubicBezTo>
                    <a:pt x="21600" y="3460"/>
                    <a:pt x="20131" y="807"/>
                    <a:pt x="18318" y="807"/>
                  </a:cubicBezTo>
                  <a:close/>
                </a:path>
              </a:pathLst>
            </a:custGeom>
            <a:solidFill>
              <a:srgbClr val="339CC5"/>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282" name="Figura"/>
            <p:cNvSpPr/>
            <p:nvPr/>
          </p:nvSpPr>
          <p:spPr>
            <a:xfrm>
              <a:off x="788288" y="1882479"/>
              <a:ext cx="123" cy="2502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9600" y="21600"/>
                  </a:moveTo>
                  <a:lnTo>
                    <a:pt x="9600" y="0"/>
                  </a:lnTo>
                  <a:cubicBezTo>
                    <a:pt x="9600" y="0"/>
                    <a:pt x="-12000" y="8063"/>
                    <a:pt x="9600" y="2160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3" name="Figura"/>
            <p:cNvSpPr/>
            <p:nvPr/>
          </p:nvSpPr>
          <p:spPr>
            <a:xfrm>
              <a:off x="1329501" y="1882479"/>
              <a:ext cx="116" cy="2509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0" y="0"/>
                  </a:moveTo>
                  <a:lnTo>
                    <a:pt x="0" y="21600"/>
                  </a:lnTo>
                  <a:cubicBezTo>
                    <a:pt x="21600" y="8051"/>
                    <a:pt x="0" y="0"/>
                    <a:pt x="0" y="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4" name="Figura"/>
            <p:cNvSpPr/>
            <p:nvPr/>
          </p:nvSpPr>
          <p:spPr>
            <a:xfrm>
              <a:off x="0" y="1823652"/>
              <a:ext cx="347796"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000" y="19"/>
                    <a:pt x="20512" y="30"/>
                    <a:pt x="20161" y="30"/>
                  </a:cubicBezTo>
                  <a:cubicBezTo>
                    <a:pt x="9026" y="30"/>
                    <a:pt x="0" y="2835"/>
                    <a:pt x="0" y="6296"/>
                  </a:cubicBezTo>
                  <a:lnTo>
                    <a:pt x="0" y="21600"/>
                  </a:lnTo>
                  <a:lnTo>
                    <a:pt x="21600" y="21600"/>
                  </a:lnTo>
                  <a:cubicBezTo>
                    <a:pt x="21600" y="21600"/>
                    <a:pt x="21600" y="0"/>
                    <a:pt x="2160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5" name="Figura"/>
            <p:cNvSpPr/>
            <p:nvPr/>
          </p:nvSpPr>
          <p:spPr>
            <a:xfrm>
              <a:off x="1788355" y="1823652"/>
              <a:ext cx="347795"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600" y="19"/>
                    <a:pt x="1090" y="30"/>
                    <a:pt x="1439" y="30"/>
                  </a:cubicBezTo>
                  <a:cubicBezTo>
                    <a:pt x="12574" y="30"/>
                    <a:pt x="21600" y="2835"/>
                    <a:pt x="21600" y="6296"/>
                  </a:cubicBezTo>
                  <a:lnTo>
                    <a:pt x="21600" y="21600"/>
                  </a:lnTo>
                  <a:lnTo>
                    <a:pt x="0" y="21600"/>
                  </a:lnTo>
                  <a:cubicBezTo>
                    <a:pt x="0" y="21600"/>
                    <a:pt x="0" y="0"/>
                    <a:pt x="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6" name="Figura"/>
            <p:cNvSpPr/>
            <p:nvPr/>
          </p:nvSpPr>
          <p:spPr>
            <a:xfrm>
              <a:off x="647102" y="1670700"/>
              <a:ext cx="188536"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78" y="0"/>
                  </a:moveTo>
                  <a:cubicBezTo>
                    <a:pt x="8978" y="0"/>
                    <a:pt x="17111" y="5104"/>
                    <a:pt x="21600" y="13528"/>
                  </a:cubicBezTo>
                  <a:cubicBezTo>
                    <a:pt x="21600" y="13528"/>
                    <a:pt x="14364" y="18107"/>
                    <a:pt x="14662" y="21600"/>
                  </a:cubicBezTo>
                  <a:cubicBezTo>
                    <a:pt x="14662" y="21600"/>
                    <a:pt x="300" y="9317"/>
                    <a:pt x="0" y="5083"/>
                  </a:cubicBezTo>
                  <a:cubicBezTo>
                    <a:pt x="0" y="5083"/>
                    <a:pt x="6283" y="423"/>
                    <a:pt x="897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7" name="Figura"/>
            <p:cNvSpPr/>
            <p:nvPr/>
          </p:nvSpPr>
          <p:spPr>
            <a:xfrm>
              <a:off x="1282439" y="1670700"/>
              <a:ext cx="203542"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88" y="0"/>
                  </a:moveTo>
                  <a:cubicBezTo>
                    <a:pt x="13288" y="0"/>
                    <a:pt x="5120" y="6639"/>
                    <a:pt x="0" y="14219"/>
                  </a:cubicBezTo>
                  <a:cubicBezTo>
                    <a:pt x="0" y="14219"/>
                    <a:pt x="8296" y="18107"/>
                    <a:pt x="8019" y="21600"/>
                  </a:cubicBezTo>
                  <a:cubicBezTo>
                    <a:pt x="8019" y="21600"/>
                    <a:pt x="21323" y="9317"/>
                    <a:pt x="21600" y="5083"/>
                  </a:cubicBezTo>
                  <a:cubicBezTo>
                    <a:pt x="21600" y="5083"/>
                    <a:pt x="15783" y="423"/>
                    <a:pt x="1328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8" name="Figura"/>
            <p:cNvSpPr/>
            <p:nvPr/>
          </p:nvSpPr>
          <p:spPr>
            <a:xfrm>
              <a:off x="517682" y="870646"/>
              <a:ext cx="150210" cy="275191"/>
            </a:xfrm>
            <a:custGeom>
              <a:avLst/>
              <a:gdLst/>
              <a:ahLst/>
              <a:cxnLst>
                <a:cxn ang="0">
                  <a:pos x="wd2" y="hd2"/>
                </a:cxn>
                <a:cxn ang="5400000">
                  <a:pos x="wd2" y="hd2"/>
                </a:cxn>
                <a:cxn ang="10800000">
                  <a:pos x="wd2" y="hd2"/>
                </a:cxn>
                <a:cxn ang="16200000">
                  <a:pos x="wd2" y="hd2"/>
                </a:cxn>
              </a:cxnLst>
              <a:rect l="0" t="0" r="r" b="b"/>
              <a:pathLst>
                <a:path w="20191" h="20804" fill="norm" stroke="1" extrusionOk="0">
                  <a:moveTo>
                    <a:pt x="20036" y="15421"/>
                  </a:moveTo>
                  <a:cubicBezTo>
                    <a:pt x="20895" y="17863"/>
                    <a:pt x="18077" y="20233"/>
                    <a:pt x="13730" y="20717"/>
                  </a:cubicBezTo>
                  <a:lnTo>
                    <a:pt x="13730" y="20717"/>
                  </a:lnTo>
                  <a:cubicBezTo>
                    <a:pt x="9389" y="21202"/>
                    <a:pt x="5170" y="19616"/>
                    <a:pt x="4316" y="17175"/>
                  </a:cubicBezTo>
                  <a:lnTo>
                    <a:pt x="154" y="5385"/>
                  </a:lnTo>
                  <a:cubicBezTo>
                    <a:pt x="-705" y="2944"/>
                    <a:pt x="2115" y="572"/>
                    <a:pt x="6456" y="88"/>
                  </a:cubicBezTo>
                  <a:lnTo>
                    <a:pt x="6456" y="88"/>
                  </a:lnTo>
                  <a:cubicBezTo>
                    <a:pt x="10802" y="-398"/>
                    <a:pt x="15019" y="1190"/>
                    <a:pt x="15879" y="3632"/>
                  </a:cubicBezTo>
                  <a:cubicBezTo>
                    <a:pt x="15879" y="3632"/>
                    <a:pt x="20036" y="15421"/>
                    <a:pt x="20036"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89" name="Figura"/>
            <p:cNvSpPr/>
            <p:nvPr/>
          </p:nvSpPr>
          <p:spPr>
            <a:xfrm>
              <a:off x="1447156" y="870646"/>
              <a:ext cx="150195" cy="275191"/>
            </a:xfrm>
            <a:custGeom>
              <a:avLst/>
              <a:gdLst/>
              <a:ahLst/>
              <a:cxnLst>
                <a:cxn ang="0">
                  <a:pos x="wd2" y="hd2"/>
                </a:cxn>
                <a:cxn ang="5400000">
                  <a:pos x="wd2" y="hd2"/>
                </a:cxn>
                <a:cxn ang="10800000">
                  <a:pos x="wd2" y="hd2"/>
                </a:cxn>
                <a:cxn ang="16200000">
                  <a:pos x="wd2" y="hd2"/>
                </a:cxn>
              </a:cxnLst>
              <a:rect l="0" t="0" r="r" b="b"/>
              <a:pathLst>
                <a:path w="20188" h="20804" fill="norm" stroke="1" extrusionOk="0">
                  <a:moveTo>
                    <a:pt x="154" y="15421"/>
                  </a:moveTo>
                  <a:cubicBezTo>
                    <a:pt x="-706" y="17863"/>
                    <a:pt x="2113" y="20233"/>
                    <a:pt x="6457" y="20717"/>
                  </a:cubicBezTo>
                  <a:lnTo>
                    <a:pt x="6457" y="20717"/>
                  </a:lnTo>
                  <a:cubicBezTo>
                    <a:pt x="10803" y="21202"/>
                    <a:pt x="15016" y="19616"/>
                    <a:pt x="15876" y="17175"/>
                  </a:cubicBezTo>
                  <a:lnTo>
                    <a:pt x="20034" y="5385"/>
                  </a:lnTo>
                  <a:cubicBezTo>
                    <a:pt x="20894" y="2944"/>
                    <a:pt x="18072" y="572"/>
                    <a:pt x="13734" y="88"/>
                  </a:cubicBezTo>
                  <a:lnTo>
                    <a:pt x="13734" y="88"/>
                  </a:lnTo>
                  <a:cubicBezTo>
                    <a:pt x="9387" y="-398"/>
                    <a:pt x="5167" y="1190"/>
                    <a:pt x="4309" y="3632"/>
                  </a:cubicBezTo>
                  <a:cubicBezTo>
                    <a:pt x="4309" y="3632"/>
                    <a:pt x="154" y="15421"/>
                    <a:pt x="154"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90" name="Figura"/>
            <p:cNvSpPr/>
            <p:nvPr/>
          </p:nvSpPr>
          <p:spPr>
            <a:xfrm>
              <a:off x="611806" y="94124"/>
              <a:ext cx="904685" cy="1415518"/>
            </a:xfrm>
            <a:custGeom>
              <a:avLst/>
              <a:gdLst/>
              <a:ahLst/>
              <a:cxnLst>
                <a:cxn ang="0">
                  <a:pos x="wd2" y="hd2"/>
                </a:cxn>
                <a:cxn ang="5400000">
                  <a:pos x="wd2" y="hd2"/>
                </a:cxn>
                <a:cxn ang="10800000">
                  <a:pos x="wd2" y="hd2"/>
                </a:cxn>
                <a:cxn ang="16200000">
                  <a:pos x="wd2" y="hd2"/>
                </a:cxn>
              </a:cxnLst>
              <a:rect l="0" t="0" r="r" b="b"/>
              <a:pathLst>
                <a:path w="19566" h="21300" fill="norm" stroke="1" extrusionOk="0">
                  <a:moveTo>
                    <a:pt x="9783" y="21300"/>
                  </a:moveTo>
                  <a:cubicBezTo>
                    <a:pt x="5760" y="21300"/>
                    <a:pt x="2688" y="18942"/>
                    <a:pt x="1312" y="17174"/>
                  </a:cubicBezTo>
                  <a:cubicBezTo>
                    <a:pt x="-65" y="15407"/>
                    <a:pt x="-1017" y="5241"/>
                    <a:pt x="1948" y="2442"/>
                  </a:cubicBezTo>
                  <a:cubicBezTo>
                    <a:pt x="4851" y="-300"/>
                    <a:pt x="9783" y="11"/>
                    <a:pt x="9783" y="11"/>
                  </a:cubicBezTo>
                  <a:cubicBezTo>
                    <a:pt x="9783" y="11"/>
                    <a:pt x="14715" y="-300"/>
                    <a:pt x="17618" y="2442"/>
                  </a:cubicBezTo>
                  <a:cubicBezTo>
                    <a:pt x="20583" y="5241"/>
                    <a:pt x="19630" y="15407"/>
                    <a:pt x="18254" y="17174"/>
                  </a:cubicBezTo>
                  <a:cubicBezTo>
                    <a:pt x="16877" y="18942"/>
                    <a:pt x="13806" y="21300"/>
                    <a:pt x="9783" y="21300"/>
                  </a:cubicBezTo>
                  <a:close/>
                </a:path>
              </a:pathLst>
            </a:custGeom>
            <a:solidFill>
              <a:srgbClr val="FDEAD0"/>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291" name="Figura"/>
            <p:cNvSpPr/>
            <p:nvPr/>
          </p:nvSpPr>
          <p:spPr>
            <a:xfrm>
              <a:off x="576509" y="35296"/>
              <a:ext cx="996442" cy="741076"/>
            </a:xfrm>
            <a:custGeom>
              <a:avLst/>
              <a:gdLst/>
              <a:ahLst/>
              <a:cxnLst>
                <a:cxn ang="0">
                  <a:pos x="wd2" y="hd2"/>
                </a:cxn>
                <a:cxn ang="5400000">
                  <a:pos x="wd2" y="hd2"/>
                </a:cxn>
                <a:cxn ang="10800000">
                  <a:pos x="wd2" y="hd2"/>
                </a:cxn>
                <a:cxn ang="16200000">
                  <a:pos x="wd2" y="hd2"/>
                </a:cxn>
              </a:cxnLst>
              <a:rect l="0" t="0" r="r" b="b"/>
              <a:pathLst>
                <a:path w="18119" h="20055" fill="norm" stroke="1" extrusionOk="0">
                  <a:moveTo>
                    <a:pt x="17124" y="19819"/>
                  </a:moveTo>
                  <a:cubicBezTo>
                    <a:pt x="11375" y="18595"/>
                    <a:pt x="9340" y="17197"/>
                    <a:pt x="7562" y="14906"/>
                  </a:cubicBezTo>
                  <a:cubicBezTo>
                    <a:pt x="6161" y="13099"/>
                    <a:pt x="4449" y="10182"/>
                    <a:pt x="4449" y="10182"/>
                  </a:cubicBezTo>
                  <a:cubicBezTo>
                    <a:pt x="4449" y="10182"/>
                    <a:pt x="4074" y="12465"/>
                    <a:pt x="3157" y="15164"/>
                  </a:cubicBezTo>
                  <a:cubicBezTo>
                    <a:pt x="2608" y="16783"/>
                    <a:pt x="2029" y="18568"/>
                    <a:pt x="756" y="20055"/>
                  </a:cubicBezTo>
                  <a:cubicBezTo>
                    <a:pt x="756" y="20055"/>
                    <a:pt x="-1674" y="9760"/>
                    <a:pt x="2181" y="4108"/>
                  </a:cubicBezTo>
                  <a:cubicBezTo>
                    <a:pt x="6036" y="-1545"/>
                    <a:pt x="12329" y="-1377"/>
                    <a:pt x="16128" y="4698"/>
                  </a:cubicBezTo>
                  <a:cubicBezTo>
                    <a:pt x="19926" y="10773"/>
                    <a:pt x="17124" y="19819"/>
                    <a:pt x="17124" y="19819"/>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sp>
        <p:nvSpPr>
          <p:cNvPr id="293" name="Rectángulo"/>
          <p:cNvSpPr/>
          <p:nvPr/>
        </p:nvSpPr>
        <p:spPr>
          <a:xfrm>
            <a:off x="19217130" y="8853384"/>
            <a:ext cx="1514790" cy="179760"/>
          </a:xfrm>
          <a:prstGeom prst="rect">
            <a:avLst/>
          </a:prstGeom>
          <a:solidFill>
            <a:srgbClr val="00C3D2"/>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294" name="Nombre y apellido…"/>
          <p:cNvSpPr txBox="1"/>
          <p:nvPr/>
        </p:nvSpPr>
        <p:spPr>
          <a:xfrm>
            <a:off x="18166131" y="9255209"/>
            <a:ext cx="336512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Nombre y apellido </a:t>
            </a:r>
            <a:endParaRPr i="0">
              <a:latin typeface="+mj-lt"/>
              <a:ea typeface="+mj-ea"/>
              <a:cs typeface="+mj-cs"/>
              <a:sym typeface="Montserrat"/>
            </a:endParaRPr>
          </a:p>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Cargo</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96" name="Sobre mi"/>
          <p:cNvSpPr txBox="1"/>
          <p:nvPr>
            <p:ph type="title"/>
          </p:nvPr>
        </p:nvSpPr>
        <p:spPr>
          <a:xfrm>
            <a:off x="330200" y="35644"/>
            <a:ext cx="22645440" cy="1522016"/>
          </a:xfrm>
          <a:prstGeom prst="rect">
            <a:avLst/>
          </a:prstGeom>
        </p:spPr>
        <p:txBody>
          <a:bodyPr/>
          <a:lstStyle/>
          <a:p>
            <a:pPr/>
            <a:r>
              <a:t>Sobre mi</a:t>
            </a:r>
          </a:p>
        </p:txBody>
      </p:sp>
      <p:grpSp>
        <p:nvGrpSpPr>
          <p:cNvPr id="299" name="Grupo"/>
          <p:cNvGrpSpPr/>
          <p:nvPr/>
        </p:nvGrpSpPr>
        <p:grpSpPr>
          <a:xfrm>
            <a:off x="1937233" y="4395880"/>
            <a:ext cx="4081615" cy="4068416"/>
            <a:chOff x="0" y="0"/>
            <a:chExt cx="4081613" cy="4068414"/>
          </a:xfrm>
        </p:grpSpPr>
        <p:sp>
          <p:nvSpPr>
            <p:cNvPr id="297" name="Shape 111"/>
            <p:cNvSpPr/>
            <p:nvPr/>
          </p:nvSpPr>
          <p:spPr>
            <a:xfrm>
              <a:off x="0" y="110292"/>
              <a:ext cx="3958119" cy="3958123"/>
            </a:xfrm>
            <a:prstGeom prst="ellipse">
              <a:avLst/>
            </a:prstGeom>
            <a:solidFill>
              <a:srgbClr val="D9D9D9"/>
            </a:solidFill>
            <a:ln w="12700" cap="flat">
              <a:noFill/>
              <a:miter lim="400000"/>
            </a:ln>
            <a:effectLst/>
          </p:spPr>
          <p:txBody>
            <a:bodyPr wrap="square" lIns="45719" tIns="45719" rIns="45719" bIns="45719" numCol="1" anchor="ctr">
              <a:noAutofit/>
            </a:bodyPr>
            <a:lstStyle/>
            <a:p>
              <a:pPr defTabSz="914400">
                <a:defRPr b="0" i="1" sz="2400">
                  <a:latin typeface="Georgia"/>
                  <a:ea typeface="Georgia"/>
                  <a:cs typeface="Georgia"/>
                  <a:sym typeface="Georgia"/>
                </a:defRPr>
              </a:pPr>
            </a:p>
          </p:txBody>
        </p:sp>
        <p:sp>
          <p:nvSpPr>
            <p:cNvPr id="298" name="Arc 44"/>
            <p:cNvSpPr/>
            <p:nvPr/>
          </p:nvSpPr>
          <p:spPr>
            <a:xfrm>
              <a:off x="1992264" y="0"/>
              <a:ext cx="2089350" cy="216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317"/>
                    <a:pt x="21600" y="20811"/>
                  </a:cubicBezTo>
                  <a:cubicBezTo>
                    <a:pt x="21600" y="21074"/>
                    <a:pt x="21595" y="21337"/>
                    <a:pt x="21584" y="21600"/>
                  </a:cubicBezTo>
                </a:path>
              </a:pathLst>
            </a:custGeom>
            <a:noFill/>
            <a:ln w="165100" cap="flat">
              <a:solidFill>
                <a:srgbClr val="00C3D2"/>
              </a:solidFill>
              <a:prstDash val="solid"/>
              <a:miter lim="400000"/>
            </a:ln>
            <a:effectLst/>
          </p:spPr>
          <p:txBody>
            <a:bodyPr wrap="square" lIns="45719" tIns="45719" rIns="45719" bIns="45719" numCol="1" anchor="ctr">
              <a:noAutofit/>
            </a:bodyPr>
            <a:lstStyle/>
            <a:p>
              <a:pPr defTabSz="914400">
                <a:defRPr b="0" sz="1800">
                  <a:solidFill>
                    <a:srgbClr val="3F3F3F"/>
                  </a:solidFill>
                  <a:latin typeface="Roboto Light"/>
                  <a:ea typeface="Roboto Light"/>
                  <a:cs typeface="Roboto Light"/>
                  <a:sym typeface="Roboto Light"/>
                </a:defRPr>
              </a:pPr>
            </a:p>
          </p:txBody>
        </p:sp>
      </p:grpSp>
      <p:grpSp>
        <p:nvGrpSpPr>
          <p:cNvPr id="313" name="Grupo"/>
          <p:cNvGrpSpPr/>
          <p:nvPr/>
        </p:nvGrpSpPr>
        <p:grpSpPr>
          <a:xfrm>
            <a:off x="2909683" y="4955013"/>
            <a:ext cx="2136714" cy="2950149"/>
            <a:chOff x="0" y="0"/>
            <a:chExt cx="2136713" cy="2950148"/>
          </a:xfrm>
        </p:grpSpPr>
        <p:sp>
          <p:nvSpPr>
            <p:cNvPr id="300" name="Figura"/>
            <p:cNvSpPr/>
            <p:nvPr/>
          </p:nvSpPr>
          <p:spPr>
            <a:xfrm>
              <a:off x="247075" y="0"/>
              <a:ext cx="1642840" cy="22851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96" y="15276"/>
                  </a:moveTo>
                  <a:cubicBezTo>
                    <a:pt x="21262" y="14637"/>
                    <a:pt x="20923" y="13300"/>
                    <a:pt x="19908" y="12935"/>
                  </a:cubicBezTo>
                  <a:cubicBezTo>
                    <a:pt x="18893" y="12570"/>
                    <a:pt x="19612" y="11932"/>
                    <a:pt x="20035" y="11172"/>
                  </a:cubicBezTo>
                  <a:cubicBezTo>
                    <a:pt x="20458" y="10412"/>
                    <a:pt x="19171" y="9682"/>
                    <a:pt x="19171" y="9682"/>
                  </a:cubicBezTo>
                  <a:cubicBezTo>
                    <a:pt x="19617" y="9499"/>
                    <a:pt x="19824" y="9074"/>
                    <a:pt x="19824" y="9074"/>
                  </a:cubicBezTo>
                  <a:cubicBezTo>
                    <a:pt x="19020" y="8983"/>
                    <a:pt x="18523" y="8101"/>
                    <a:pt x="19316" y="7006"/>
                  </a:cubicBezTo>
                  <a:cubicBezTo>
                    <a:pt x="20109" y="5912"/>
                    <a:pt x="18517" y="5364"/>
                    <a:pt x="18517" y="5364"/>
                  </a:cubicBezTo>
                  <a:lnTo>
                    <a:pt x="18517" y="5364"/>
                  </a:lnTo>
                  <a:cubicBezTo>
                    <a:pt x="18378" y="2385"/>
                    <a:pt x="14977" y="0"/>
                    <a:pt x="10800" y="0"/>
                  </a:cubicBezTo>
                  <a:cubicBezTo>
                    <a:pt x="6623" y="0"/>
                    <a:pt x="3222" y="2385"/>
                    <a:pt x="3083" y="5364"/>
                  </a:cubicBezTo>
                  <a:lnTo>
                    <a:pt x="3083" y="5364"/>
                  </a:lnTo>
                  <a:cubicBezTo>
                    <a:pt x="3083" y="5364"/>
                    <a:pt x="1491" y="5912"/>
                    <a:pt x="2284" y="7006"/>
                  </a:cubicBezTo>
                  <a:cubicBezTo>
                    <a:pt x="3077" y="8101"/>
                    <a:pt x="2580" y="8983"/>
                    <a:pt x="1777" y="9074"/>
                  </a:cubicBezTo>
                  <a:cubicBezTo>
                    <a:pt x="1777" y="9074"/>
                    <a:pt x="1983" y="9499"/>
                    <a:pt x="2430" y="9682"/>
                  </a:cubicBezTo>
                  <a:cubicBezTo>
                    <a:pt x="2430" y="9682"/>
                    <a:pt x="1142" y="10412"/>
                    <a:pt x="1565" y="11172"/>
                  </a:cubicBezTo>
                  <a:cubicBezTo>
                    <a:pt x="1988" y="11932"/>
                    <a:pt x="2707" y="12570"/>
                    <a:pt x="1692" y="12935"/>
                  </a:cubicBezTo>
                  <a:cubicBezTo>
                    <a:pt x="677" y="13300"/>
                    <a:pt x="338" y="14637"/>
                    <a:pt x="804" y="15276"/>
                  </a:cubicBezTo>
                  <a:cubicBezTo>
                    <a:pt x="1269" y="15915"/>
                    <a:pt x="719" y="16705"/>
                    <a:pt x="0" y="16492"/>
                  </a:cubicBezTo>
                  <a:cubicBezTo>
                    <a:pt x="0" y="16492"/>
                    <a:pt x="381" y="17860"/>
                    <a:pt x="1734" y="18104"/>
                  </a:cubicBezTo>
                  <a:lnTo>
                    <a:pt x="3626" y="18104"/>
                  </a:lnTo>
                  <a:cubicBezTo>
                    <a:pt x="4763" y="20152"/>
                    <a:pt x="7545" y="21600"/>
                    <a:pt x="10800" y="21600"/>
                  </a:cubicBezTo>
                  <a:cubicBezTo>
                    <a:pt x="14055" y="21600"/>
                    <a:pt x="16837" y="20152"/>
                    <a:pt x="17974" y="18104"/>
                  </a:cubicBezTo>
                  <a:lnTo>
                    <a:pt x="19866" y="18104"/>
                  </a:lnTo>
                  <a:cubicBezTo>
                    <a:pt x="21219" y="17860"/>
                    <a:pt x="21600" y="16492"/>
                    <a:pt x="21600" y="16492"/>
                  </a:cubicBezTo>
                  <a:cubicBezTo>
                    <a:pt x="20881" y="16705"/>
                    <a:pt x="20331" y="15915"/>
                    <a:pt x="20796" y="15276"/>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1" name="Figura"/>
            <p:cNvSpPr/>
            <p:nvPr/>
          </p:nvSpPr>
          <p:spPr>
            <a:xfrm>
              <a:off x="576509" y="1353031"/>
              <a:ext cx="977813" cy="1473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6493"/>
                    <a:pt x="0" y="6934"/>
                    <a:pt x="0" y="6934"/>
                  </a:cubicBezTo>
                  <a:cubicBezTo>
                    <a:pt x="0" y="13083"/>
                    <a:pt x="10800" y="21600"/>
                    <a:pt x="10800" y="21600"/>
                  </a:cubicBezTo>
                  <a:cubicBezTo>
                    <a:pt x="10800" y="21600"/>
                    <a:pt x="21600" y="13083"/>
                    <a:pt x="21600" y="6934"/>
                  </a:cubicBezTo>
                  <a:cubicBezTo>
                    <a:pt x="21600" y="6934"/>
                    <a:pt x="15655" y="6493"/>
                    <a:pt x="15655"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2" name="Figura"/>
            <p:cNvSpPr/>
            <p:nvPr/>
          </p:nvSpPr>
          <p:spPr>
            <a:xfrm>
              <a:off x="0" y="1788355"/>
              <a:ext cx="2136714" cy="1161794"/>
            </a:xfrm>
            <a:custGeom>
              <a:avLst/>
              <a:gdLst/>
              <a:ahLst/>
              <a:cxnLst>
                <a:cxn ang="0">
                  <a:pos x="wd2" y="hd2"/>
                </a:cxn>
                <a:cxn ang="5400000">
                  <a:pos x="wd2" y="hd2"/>
                </a:cxn>
                <a:cxn ang="10800000">
                  <a:pos x="wd2" y="hd2"/>
                </a:cxn>
                <a:cxn ang="16200000">
                  <a:pos x="wd2" y="hd2"/>
                </a:cxn>
              </a:cxnLst>
              <a:rect l="0" t="0" r="r" b="b"/>
              <a:pathLst>
                <a:path w="21600" h="21205" fill="norm" stroke="1" extrusionOk="0">
                  <a:moveTo>
                    <a:pt x="18318" y="807"/>
                  </a:moveTo>
                  <a:cubicBezTo>
                    <a:pt x="17704" y="807"/>
                    <a:pt x="14458" y="-395"/>
                    <a:pt x="13966" y="135"/>
                  </a:cubicBezTo>
                  <a:cubicBezTo>
                    <a:pt x="13997" y="1682"/>
                    <a:pt x="13801" y="3421"/>
                    <a:pt x="13494" y="5188"/>
                  </a:cubicBezTo>
                  <a:lnTo>
                    <a:pt x="13494" y="2218"/>
                  </a:lnTo>
                  <a:cubicBezTo>
                    <a:pt x="13478" y="4045"/>
                    <a:pt x="13249" y="10756"/>
                    <a:pt x="10754" y="10756"/>
                  </a:cubicBezTo>
                  <a:cubicBezTo>
                    <a:pt x="8259" y="10756"/>
                    <a:pt x="8031" y="4042"/>
                    <a:pt x="8015" y="2216"/>
                  </a:cubicBezTo>
                  <a:lnTo>
                    <a:pt x="8015" y="4743"/>
                  </a:lnTo>
                  <a:cubicBezTo>
                    <a:pt x="7835" y="3336"/>
                    <a:pt x="7699" y="1805"/>
                    <a:pt x="7634" y="135"/>
                  </a:cubicBezTo>
                  <a:cubicBezTo>
                    <a:pt x="7142" y="-395"/>
                    <a:pt x="3896" y="807"/>
                    <a:pt x="3282" y="807"/>
                  </a:cubicBezTo>
                  <a:cubicBezTo>
                    <a:pt x="1469" y="807"/>
                    <a:pt x="0" y="3460"/>
                    <a:pt x="0" y="6733"/>
                  </a:cubicBezTo>
                  <a:lnTo>
                    <a:pt x="0" y="10976"/>
                  </a:lnTo>
                  <a:lnTo>
                    <a:pt x="0" y="21205"/>
                  </a:lnTo>
                  <a:lnTo>
                    <a:pt x="3957" y="21205"/>
                  </a:lnTo>
                  <a:lnTo>
                    <a:pt x="8015" y="21205"/>
                  </a:lnTo>
                  <a:lnTo>
                    <a:pt x="10800" y="21205"/>
                  </a:lnTo>
                  <a:lnTo>
                    <a:pt x="13494" y="21205"/>
                  </a:lnTo>
                  <a:lnTo>
                    <a:pt x="17643" y="21205"/>
                  </a:lnTo>
                  <a:lnTo>
                    <a:pt x="21600" y="21205"/>
                  </a:lnTo>
                  <a:lnTo>
                    <a:pt x="21600" y="10976"/>
                  </a:lnTo>
                  <a:lnTo>
                    <a:pt x="21600" y="6733"/>
                  </a:lnTo>
                  <a:cubicBezTo>
                    <a:pt x="21600" y="3460"/>
                    <a:pt x="20131" y="807"/>
                    <a:pt x="18318" y="807"/>
                  </a:cubicBezTo>
                  <a:close/>
                </a:path>
              </a:pathLst>
            </a:custGeom>
            <a:solidFill>
              <a:srgbClr val="339CC5"/>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303" name="Figura"/>
            <p:cNvSpPr/>
            <p:nvPr/>
          </p:nvSpPr>
          <p:spPr>
            <a:xfrm>
              <a:off x="788288" y="1882479"/>
              <a:ext cx="123" cy="2502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9600" y="21600"/>
                  </a:moveTo>
                  <a:lnTo>
                    <a:pt x="9600" y="0"/>
                  </a:lnTo>
                  <a:cubicBezTo>
                    <a:pt x="9600" y="0"/>
                    <a:pt x="-12000" y="8063"/>
                    <a:pt x="9600" y="2160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4" name="Figura"/>
            <p:cNvSpPr/>
            <p:nvPr/>
          </p:nvSpPr>
          <p:spPr>
            <a:xfrm>
              <a:off x="1329501" y="1882479"/>
              <a:ext cx="116" cy="25096"/>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0" y="0"/>
                  </a:moveTo>
                  <a:lnTo>
                    <a:pt x="0" y="21600"/>
                  </a:lnTo>
                  <a:cubicBezTo>
                    <a:pt x="21600" y="8051"/>
                    <a:pt x="0" y="0"/>
                    <a:pt x="0" y="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5" name="Figura"/>
            <p:cNvSpPr/>
            <p:nvPr/>
          </p:nvSpPr>
          <p:spPr>
            <a:xfrm>
              <a:off x="0" y="1823652"/>
              <a:ext cx="347796"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000" y="19"/>
                    <a:pt x="20512" y="30"/>
                    <a:pt x="20161" y="30"/>
                  </a:cubicBezTo>
                  <a:cubicBezTo>
                    <a:pt x="9026" y="30"/>
                    <a:pt x="0" y="2835"/>
                    <a:pt x="0" y="6296"/>
                  </a:cubicBezTo>
                  <a:lnTo>
                    <a:pt x="0" y="21600"/>
                  </a:lnTo>
                  <a:lnTo>
                    <a:pt x="21600" y="21600"/>
                  </a:lnTo>
                  <a:cubicBezTo>
                    <a:pt x="21600" y="21600"/>
                    <a:pt x="21600" y="0"/>
                    <a:pt x="2160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6" name="Figura"/>
            <p:cNvSpPr/>
            <p:nvPr/>
          </p:nvSpPr>
          <p:spPr>
            <a:xfrm>
              <a:off x="1788355" y="1823652"/>
              <a:ext cx="347795" cy="11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600" y="19"/>
                    <a:pt x="1090" y="30"/>
                    <a:pt x="1439" y="30"/>
                  </a:cubicBezTo>
                  <a:cubicBezTo>
                    <a:pt x="12574" y="30"/>
                    <a:pt x="21600" y="2835"/>
                    <a:pt x="21600" y="6296"/>
                  </a:cubicBezTo>
                  <a:lnTo>
                    <a:pt x="21600" y="21600"/>
                  </a:lnTo>
                  <a:lnTo>
                    <a:pt x="0" y="21600"/>
                  </a:lnTo>
                  <a:cubicBezTo>
                    <a:pt x="0" y="21600"/>
                    <a:pt x="0" y="0"/>
                    <a:pt x="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7" name="Figura"/>
            <p:cNvSpPr/>
            <p:nvPr/>
          </p:nvSpPr>
          <p:spPr>
            <a:xfrm>
              <a:off x="647102" y="1670700"/>
              <a:ext cx="188536"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78" y="0"/>
                  </a:moveTo>
                  <a:cubicBezTo>
                    <a:pt x="8978" y="0"/>
                    <a:pt x="17111" y="5104"/>
                    <a:pt x="21600" y="13528"/>
                  </a:cubicBezTo>
                  <a:cubicBezTo>
                    <a:pt x="21600" y="13528"/>
                    <a:pt x="14364" y="18107"/>
                    <a:pt x="14662" y="21600"/>
                  </a:cubicBezTo>
                  <a:cubicBezTo>
                    <a:pt x="14662" y="21600"/>
                    <a:pt x="300" y="9317"/>
                    <a:pt x="0" y="5083"/>
                  </a:cubicBezTo>
                  <a:cubicBezTo>
                    <a:pt x="0" y="5083"/>
                    <a:pt x="6283" y="423"/>
                    <a:pt x="897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8" name="Figura"/>
            <p:cNvSpPr/>
            <p:nvPr/>
          </p:nvSpPr>
          <p:spPr>
            <a:xfrm>
              <a:off x="1282439" y="1670700"/>
              <a:ext cx="203542" cy="532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88" y="0"/>
                  </a:moveTo>
                  <a:cubicBezTo>
                    <a:pt x="13288" y="0"/>
                    <a:pt x="5120" y="6639"/>
                    <a:pt x="0" y="14219"/>
                  </a:cubicBezTo>
                  <a:cubicBezTo>
                    <a:pt x="0" y="14219"/>
                    <a:pt x="8296" y="18107"/>
                    <a:pt x="8019" y="21600"/>
                  </a:cubicBezTo>
                  <a:cubicBezTo>
                    <a:pt x="8019" y="21600"/>
                    <a:pt x="21323" y="9317"/>
                    <a:pt x="21600" y="5083"/>
                  </a:cubicBezTo>
                  <a:cubicBezTo>
                    <a:pt x="21600" y="5083"/>
                    <a:pt x="15783" y="423"/>
                    <a:pt x="1328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09" name="Figura"/>
            <p:cNvSpPr/>
            <p:nvPr/>
          </p:nvSpPr>
          <p:spPr>
            <a:xfrm>
              <a:off x="517682" y="870646"/>
              <a:ext cx="150210" cy="275191"/>
            </a:xfrm>
            <a:custGeom>
              <a:avLst/>
              <a:gdLst/>
              <a:ahLst/>
              <a:cxnLst>
                <a:cxn ang="0">
                  <a:pos x="wd2" y="hd2"/>
                </a:cxn>
                <a:cxn ang="5400000">
                  <a:pos x="wd2" y="hd2"/>
                </a:cxn>
                <a:cxn ang="10800000">
                  <a:pos x="wd2" y="hd2"/>
                </a:cxn>
                <a:cxn ang="16200000">
                  <a:pos x="wd2" y="hd2"/>
                </a:cxn>
              </a:cxnLst>
              <a:rect l="0" t="0" r="r" b="b"/>
              <a:pathLst>
                <a:path w="20191" h="20804" fill="norm" stroke="1" extrusionOk="0">
                  <a:moveTo>
                    <a:pt x="20036" y="15421"/>
                  </a:moveTo>
                  <a:cubicBezTo>
                    <a:pt x="20895" y="17863"/>
                    <a:pt x="18077" y="20233"/>
                    <a:pt x="13730" y="20717"/>
                  </a:cubicBezTo>
                  <a:lnTo>
                    <a:pt x="13730" y="20717"/>
                  </a:lnTo>
                  <a:cubicBezTo>
                    <a:pt x="9389" y="21202"/>
                    <a:pt x="5170" y="19616"/>
                    <a:pt x="4316" y="17175"/>
                  </a:cubicBezTo>
                  <a:lnTo>
                    <a:pt x="154" y="5385"/>
                  </a:lnTo>
                  <a:cubicBezTo>
                    <a:pt x="-705" y="2944"/>
                    <a:pt x="2115" y="572"/>
                    <a:pt x="6456" y="88"/>
                  </a:cubicBezTo>
                  <a:lnTo>
                    <a:pt x="6456" y="88"/>
                  </a:lnTo>
                  <a:cubicBezTo>
                    <a:pt x="10802" y="-398"/>
                    <a:pt x="15019" y="1190"/>
                    <a:pt x="15879" y="3632"/>
                  </a:cubicBezTo>
                  <a:cubicBezTo>
                    <a:pt x="15879" y="3632"/>
                    <a:pt x="20036" y="15421"/>
                    <a:pt x="20036"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10" name="Figura"/>
            <p:cNvSpPr/>
            <p:nvPr/>
          </p:nvSpPr>
          <p:spPr>
            <a:xfrm>
              <a:off x="1447156" y="870646"/>
              <a:ext cx="150195" cy="275191"/>
            </a:xfrm>
            <a:custGeom>
              <a:avLst/>
              <a:gdLst/>
              <a:ahLst/>
              <a:cxnLst>
                <a:cxn ang="0">
                  <a:pos x="wd2" y="hd2"/>
                </a:cxn>
                <a:cxn ang="5400000">
                  <a:pos x="wd2" y="hd2"/>
                </a:cxn>
                <a:cxn ang="10800000">
                  <a:pos x="wd2" y="hd2"/>
                </a:cxn>
                <a:cxn ang="16200000">
                  <a:pos x="wd2" y="hd2"/>
                </a:cxn>
              </a:cxnLst>
              <a:rect l="0" t="0" r="r" b="b"/>
              <a:pathLst>
                <a:path w="20188" h="20804" fill="norm" stroke="1" extrusionOk="0">
                  <a:moveTo>
                    <a:pt x="154" y="15421"/>
                  </a:moveTo>
                  <a:cubicBezTo>
                    <a:pt x="-706" y="17863"/>
                    <a:pt x="2113" y="20233"/>
                    <a:pt x="6457" y="20717"/>
                  </a:cubicBezTo>
                  <a:lnTo>
                    <a:pt x="6457" y="20717"/>
                  </a:lnTo>
                  <a:cubicBezTo>
                    <a:pt x="10803" y="21202"/>
                    <a:pt x="15016" y="19616"/>
                    <a:pt x="15876" y="17175"/>
                  </a:cubicBezTo>
                  <a:lnTo>
                    <a:pt x="20034" y="5385"/>
                  </a:lnTo>
                  <a:cubicBezTo>
                    <a:pt x="20894" y="2944"/>
                    <a:pt x="18072" y="572"/>
                    <a:pt x="13734" y="88"/>
                  </a:cubicBezTo>
                  <a:lnTo>
                    <a:pt x="13734" y="88"/>
                  </a:lnTo>
                  <a:cubicBezTo>
                    <a:pt x="9387" y="-398"/>
                    <a:pt x="5167" y="1190"/>
                    <a:pt x="4309" y="3632"/>
                  </a:cubicBezTo>
                  <a:cubicBezTo>
                    <a:pt x="4309" y="3632"/>
                    <a:pt x="154" y="15421"/>
                    <a:pt x="154"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11" name="Figura"/>
            <p:cNvSpPr/>
            <p:nvPr/>
          </p:nvSpPr>
          <p:spPr>
            <a:xfrm>
              <a:off x="611806" y="94124"/>
              <a:ext cx="904685" cy="1415518"/>
            </a:xfrm>
            <a:custGeom>
              <a:avLst/>
              <a:gdLst/>
              <a:ahLst/>
              <a:cxnLst>
                <a:cxn ang="0">
                  <a:pos x="wd2" y="hd2"/>
                </a:cxn>
                <a:cxn ang="5400000">
                  <a:pos x="wd2" y="hd2"/>
                </a:cxn>
                <a:cxn ang="10800000">
                  <a:pos x="wd2" y="hd2"/>
                </a:cxn>
                <a:cxn ang="16200000">
                  <a:pos x="wd2" y="hd2"/>
                </a:cxn>
              </a:cxnLst>
              <a:rect l="0" t="0" r="r" b="b"/>
              <a:pathLst>
                <a:path w="19566" h="21300" fill="norm" stroke="1" extrusionOk="0">
                  <a:moveTo>
                    <a:pt x="9783" y="21300"/>
                  </a:moveTo>
                  <a:cubicBezTo>
                    <a:pt x="5760" y="21300"/>
                    <a:pt x="2688" y="18942"/>
                    <a:pt x="1312" y="17174"/>
                  </a:cubicBezTo>
                  <a:cubicBezTo>
                    <a:pt x="-65" y="15407"/>
                    <a:pt x="-1017" y="5241"/>
                    <a:pt x="1948" y="2442"/>
                  </a:cubicBezTo>
                  <a:cubicBezTo>
                    <a:pt x="4851" y="-300"/>
                    <a:pt x="9783" y="11"/>
                    <a:pt x="9783" y="11"/>
                  </a:cubicBezTo>
                  <a:cubicBezTo>
                    <a:pt x="9783" y="11"/>
                    <a:pt x="14715" y="-300"/>
                    <a:pt x="17618" y="2442"/>
                  </a:cubicBezTo>
                  <a:cubicBezTo>
                    <a:pt x="20583" y="5241"/>
                    <a:pt x="19630" y="15407"/>
                    <a:pt x="18254" y="17174"/>
                  </a:cubicBezTo>
                  <a:cubicBezTo>
                    <a:pt x="16877" y="18942"/>
                    <a:pt x="13806" y="21300"/>
                    <a:pt x="9783" y="21300"/>
                  </a:cubicBezTo>
                  <a:close/>
                </a:path>
              </a:pathLst>
            </a:custGeom>
            <a:solidFill>
              <a:srgbClr val="FDEAD0"/>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312" name="Figura"/>
            <p:cNvSpPr/>
            <p:nvPr/>
          </p:nvSpPr>
          <p:spPr>
            <a:xfrm>
              <a:off x="576509" y="35296"/>
              <a:ext cx="996442" cy="741076"/>
            </a:xfrm>
            <a:custGeom>
              <a:avLst/>
              <a:gdLst/>
              <a:ahLst/>
              <a:cxnLst>
                <a:cxn ang="0">
                  <a:pos x="wd2" y="hd2"/>
                </a:cxn>
                <a:cxn ang="5400000">
                  <a:pos x="wd2" y="hd2"/>
                </a:cxn>
                <a:cxn ang="10800000">
                  <a:pos x="wd2" y="hd2"/>
                </a:cxn>
                <a:cxn ang="16200000">
                  <a:pos x="wd2" y="hd2"/>
                </a:cxn>
              </a:cxnLst>
              <a:rect l="0" t="0" r="r" b="b"/>
              <a:pathLst>
                <a:path w="18119" h="20055" fill="norm" stroke="1" extrusionOk="0">
                  <a:moveTo>
                    <a:pt x="17124" y="19819"/>
                  </a:moveTo>
                  <a:cubicBezTo>
                    <a:pt x="11375" y="18595"/>
                    <a:pt x="9340" y="17197"/>
                    <a:pt x="7562" y="14906"/>
                  </a:cubicBezTo>
                  <a:cubicBezTo>
                    <a:pt x="6161" y="13099"/>
                    <a:pt x="4449" y="10182"/>
                    <a:pt x="4449" y="10182"/>
                  </a:cubicBezTo>
                  <a:cubicBezTo>
                    <a:pt x="4449" y="10182"/>
                    <a:pt x="4074" y="12465"/>
                    <a:pt x="3157" y="15164"/>
                  </a:cubicBezTo>
                  <a:cubicBezTo>
                    <a:pt x="2608" y="16783"/>
                    <a:pt x="2029" y="18568"/>
                    <a:pt x="756" y="20055"/>
                  </a:cubicBezTo>
                  <a:cubicBezTo>
                    <a:pt x="756" y="20055"/>
                    <a:pt x="-1674" y="9760"/>
                    <a:pt x="2181" y="4108"/>
                  </a:cubicBezTo>
                  <a:cubicBezTo>
                    <a:pt x="6036" y="-1545"/>
                    <a:pt x="12329" y="-1377"/>
                    <a:pt x="16128" y="4698"/>
                  </a:cubicBezTo>
                  <a:cubicBezTo>
                    <a:pt x="19926" y="10773"/>
                    <a:pt x="17124" y="19819"/>
                    <a:pt x="17124" y="19819"/>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sp>
        <p:nvSpPr>
          <p:cNvPr id="314" name="Rectángulo"/>
          <p:cNvSpPr/>
          <p:nvPr/>
        </p:nvSpPr>
        <p:spPr>
          <a:xfrm>
            <a:off x="3220646" y="8853383"/>
            <a:ext cx="1514789" cy="179760"/>
          </a:xfrm>
          <a:prstGeom prst="rect">
            <a:avLst/>
          </a:prstGeom>
          <a:solidFill>
            <a:srgbClr val="00C3D2"/>
          </a:solidFill>
          <a:ln w="12700">
            <a:miter lim="400000"/>
          </a:ln>
        </p:spPr>
        <p:txBody>
          <a:bodyPr lIns="50800" tIns="50800" rIns="50800" bIns="50800" anchor="ctr"/>
          <a:lstStyle/>
          <a:p>
            <a:pPr algn="just" defTabSz="914400">
              <a:lnSpc>
                <a:spcPct val="150000"/>
              </a:lnSpc>
              <a:defRPr sz="1300">
                <a:solidFill>
                  <a:srgbClr val="FEFCFF"/>
                </a:solidFill>
                <a:latin typeface="Arial"/>
                <a:ea typeface="Arial"/>
                <a:cs typeface="Arial"/>
                <a:sym typeface="Arial"/>
              </a:defRPr>
            </a:pPr>
          </a:p>
        </p:txBody>
      </p:sp>
      <p:sp>
        <p:nvSpPr>
          <p:cNvPr id="315" name="Nombre y apellido…"/>
          <p:cNvSpPr txBox="1"/>
          <p:nvPr/>
        </p:nvSpPr>
        <p:spPr>
          <a:xfrm>
            <a:off x="2169646" y="9255209"/>
            <a:ext cx="336512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Nombre y apellido </a:t>
            </a:r>
            <a:endParaRPr i="0">
              <a:latin typeface="+mj-lt"/>
              <a:ea typeface="+mj-ea"/>
              <a:cs typeface="+mj-cs"/>
              <a:sym typeface="Montserrat"/>
            </a:endParaRPr>
          </a:p>
          <a:p>
            <a:pPr defTabSz="914400">
              <a:defRPr b="0" i="1" sz="2600">
                <a:solidFill>
                  <a:srgbClr val="252D30"/>
                </a:solidFill>
                <a:latin typeface="Raleway Bold"/>
                <a:ea typeface="Raleway Bold"/>
                <a:cs typeface="Raleway Bold"/>
                <a:sym typeface="Raleway Bold"/>
              </a:defRPr>
            </a:pPr>
            <a:r>
              <a:rPr i="0">
                <a:latin typeface="+mj-lt"/>
                <a:ea typeface="+mj-ea"/>
                <a:cs typeface="+mj-cs"/>
                <a:sym typeface="Montserrat"/>
              </a:rPr>
              <a:t>Cargo</a:t>
            </a:r>
          </a:p>
        </p:txBody>
      </p:sp>
      <p:sp>
        <p:nvSpPr>
          <p:cNvPr id="316" name="Bacon ipsum dolor amet kevin burgdoggen jowl cupim brisket in doner tail veniam. Prosciutto sint tempor lorem, magna ut laboris t-bone kevin laborum. Frankfurter t-bone cow et excepteur cillum beef ribs sausage meatloaf chicken bresaola. Nulla in ex ea biltong ipsum enim pork non ad turducken adipisicing laboris velit nisi. Eu culpa kielbasa burgdoggen qui do.…"/>
          <p:cNvSpPr txBox="1"/>
          <p:nvPr/>
        </p:nvSpPr>
        <p:spPr>
          <a:xfrm>
            <a:off x="7541741" y="3545473"/>
            <a:ext cx="15637849" cy="7315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lnSpc>
                <a:spcPts val="5000"/>
              </a:lnSpc>
              <a:spcBef>
                <a:spcPts val="2400"/>
              </a:spcBef>
              <a:defRPr b="0" sz="2600">
                <a:solidFill>
                  <a:srgbClr val="333333"/>
                </a:solidFill>
                <a:latin typeface="+mj-lt"/>
                <a:ea typeface="+mj-ea"/>
                <a:cs typeface="+mj-cs"/>
                <a:sym typeface="Montserrat"/>
              </a:defRPr>
            </a:pPr>
            <a:r>
              <a:t>Bacon ipsum dolor amet kevin burgdoggen jowl cupim brisket in doner tail veniam. Prosciutto sint tempor lorem, magna ut laboris t-bone kevin laborum. Frankfurter t-bone cow et excepteur cillum beef ribs sausage meatloaf chicken bresaola. Nulla in ex ea biltong ipsum enim pork non ad turducken adipisicing laboris velit nisi. Eu culpa kielbasa burgdoggen qui do.</a:t>
            </a:r>
          </a:p>
          <a:p>
            <a:pPr algn="l" defTabSz="457200">
              <a:lnSpc>
                <a:spcPts val="5000"/>
              </a:lnSpc>
              <a:spcBef>
                <a:spcPts val="2400"/>
              </a:spcBef>
              <a:defRPr b="0" sz="2600">
                <a:solidFill>
                  <a:srgbClr val="333333"/>
                </a:solidFill>
                <a:latin typeface="+mj-lt"/>
                <a:ea typeface="+mj-ea"/>
                <a:cs typeface="+mj-cs"/>
                <a:sym typeface="Montserrat"/>
              </a:defRPr>
            </a:pPr>
            <a:r>
              <a:t>T-bone laborum nisi, beef est tenderloin buffalo landjaeger deserunt venison quis ut brisket incididunt. Enim magna laboris, consectetur drumstick doner shankle corned beef turkey nulla sunt reprehenderit turducken. Shank pork loin meatloaf, pork cupidatat nulla pork belly filet mignon ham hock. Hamburger cupidatat qui nulla, pancetta tongue tail ham. Eu mollit pancetta esse rump, pastrami ground round minim commodo chicken velit officia ribeye cupim. Rump voluptate officia, alcatra ullamco turducken veniam tri-tip nulla adipisicing enim strip steak sed. Proident est ut eu pork.</a:t>
            </a:r>
          </a:p>
          <a:p>
            <a:pPr algn="l" defTabSz="457200">
              <a:lnSpc>
                <a:spcPts val="5000"/>
              </a:lnSpc>
              <a:spcBef>
                <a:spcPts val="2400"/>
              </a:spcBef>
              <a:defRPr b="0" sz="2600">
                <a:solidFill>
                  <a:srgbClr val="333333"/>
                </a:solidFill>
                <a:latin typeface="+mj-lt"/>
                <a:ea typeface="+mj-ea"/>
                <a:cs typeface="+mj-cs"/>
                <a:sym typeface="Montserrat"/>
              </a:defRPr>
            </a:pPr>
            <a:r>
              <a:t>Ut meatball swine jowl bacon non meatloaf brisket lorem excepteur pork belly. Pork tempor incididunt turducken short loin. Meatball tempor reprehenderit, salami sausage est in dolor spare ribs alcatra minim tail ut bresaola. Lorem t-bone exercitation pork loin.</a:t>
            </a:r>
          </a:p>
        </p:txBody>
      </p:sp>
      <p:grpSp>
        <p:nvGrpSpPr>
          <p:cNvPr id="319" name="Grupo"/>
          <p:cNvGrpSpPr/>
          <p:nvPr/>
        </p:nvGrpSpPr>
        <p:grpSpPr>
          <a:xfrm>
            <a:off x="7549071" y="10545835"/>
            <a:ext cx="13667986" cy="823342"/>
            <a:chOff x="0" y="0"/>
            <a:chExt cx="13667984" cy="823341"/>
          </a:xfrm>
        </p:grpSpPr>
        <p:pic>
          <p:nvPicPr>
            <p:cNvPr id="317" name="Imagen" descr="Imagen"/>
            <p:cNvPicPr>
              <a:picLocks noChangeAspect="1"/>
            </p:cNvPicPr>
            <p:nvPr/>
          </p:nvPicPr>
          <p:blipFill>
            <a:blip r:embed="rId3">
              <a:extLst/>
            </a:blip>
            <a:stretch>
              <a:fillRect/>
            </a:stretch>
          </p:blipFill>
          <p:spPr>
            <a:xfrm>
              <a:off x="0" y="0"/>
              <a:ext cx="7259570" cy="823342"/>
            </a:xfrm>
            <a:prstGeom prst="rect">
              <a:avLst/>
            </a:prstGeom>
            <a:ln w="12700" cap="flat">
              <a:noFill/>
              <a:miter lim="400000"/>
            </a:ln>
            <a:effectLst/>
          </p:spPr>
        </p:pic>
        <p:pic>
          <p:nvPicPr>
            <p:cNvPr id="318" name="Imagen" descr="Imagen"/>
            <p:cNvPicPr>
              <a:picLocks noChangeAspect="1"/>
            </p:cNvPicPr>
            <p:nvPr/>
          </p:nvPicPr>
          <p:blipFill>
            <a:blip r:embed="rId4">
              <a:extLst/>
            </a:blip>
            <a:stretch>
              <a:fillRect/>
            </a:stretch>
          </p:blipFill>
          <p:spPr>
            <a:xfrm>
              <a:off x="6975015" y="84104"/>
              <a:ext cx="6692970" cy="655133"/>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23" name="Reconocimientos"/>
          <p:cNvSpPr txBox="1"/>
          <p:nvPr>
            <p:ph type="title"/>
          </p:nvPr>
        </p:nvSpPr>
        <p:spPr>
          <a:xfrm>
            <a:off x="1689739" y="5367437"/>
            <a:ext cx="11622352" cy="3814663"/>
          </a:xfrm>
          <a:prstGeom prst="rect">
            <a:avLst/>
          </a:prstGeom>
        </p:spPr>
        <p:txBody>
          <a:bodyPr/>
          <a:lstStyle/>
          <a:p>
            <a:pPr/>
            <a:r>
              <a:t>Reconocimientos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25" name="Reconocimientos"/>
          <p:cNvSpPr txBox="1"/>
          <p:nvPr>
            <p:ph type="title"/>
          </p:nvPr>
        </p:nvSpPr>
        <p:spPr>
          <a:prstGeom prst="rect">
            <a:avLst/>
          </a:prstGeom>
        </p:spPr>
        <p:txBody>
          <a:bodyPr/>
          <a:lstStyle/>
          <a:p>
            <a:pPr/>
            <a:r>
              <a:t>Reconocimientos</a:t>
            </a:r>
          </a:p>
        </p:txBody>
      </p:sp>
      <p:sp>
        <p:nvSpPr>
          <p:cNvPr id="326" name="Rectangle 14"/>
          <p:cNvSpPr/>
          <p:nvPr/>
        </p:nvSpPr>
        <p:spPr>
          <a:xfrm>
            <a:off x="13671518" y="5497883"/>
            <a:ext cx="9111352" cy="3956990"/>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sp>
        <p:nvSpPr>
          <p:cNvPr id="327" name="Rectangle 14"/>
          <p:cNvSpPr/>
          <p:nvPr/>
        </p:nvSpPr>
        <p:spPr>
          <a:xfrm>
            <a:off x="2039901" y="5497883"/>
            <a:ext cx="9111351" cy="3956990"/>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sp>
        <p:nvSpPr>
          <p:cNvPr id="328" name="CERTIFICACIONES"/>
          <p:cNvSpPr txBox="1"/>
          <p:nvPr/>
        </p:nvSpPr>
        <p:spPr>
          <a:xfrm>
            <a:off x="18684777" y="5233101"/>
            <a:ext cx="3892195" cy="5842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3200">
                <a:latin typeface="+mj-lt"/>
                <a:ea typeface="+mj-ea"/>
                <a:cs typeface="+mj-cs"/>
                <a:sym typeface="Montserrat"/>
              </a:defRPr>
            </a:lvl1pPr>
          </a:lstStyle>
          <a:p>
            <a:pPr/>
            <a:r>
              <a:t>CERTIFICACIONES</a:t>
            </a:r>
          </a:p>
        </p:txBody>
      </p:sp>
      <p:sp>
        <p:nvSpPr>
          <p:cNvPr id="329" name="PREMIOS"/>
          <p:cNvSpPr txBox="1"/>
          <p:nvPr/>
        </p:nvSpPr>
        <p:spPr>
          <a:xfrm>
            <a:off x="8866983" y="5233101"/>
            <a:ext cx="2046733" cy="5842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3200">
                <a:latin typeface="+mj-lt"/>
                <a:ea typeface="+mj-ea"/>
                <a:cs typeface="+mj-cs"/>
                <a:sym typeface="Montserrat"/>
              </a:defRPr>
            </a:lvl1pPr>
          </a:lstStyle>
          <a:p>
            <a:pPr/>
            <a:r>
              <a:t>PREMIOS</a:t>
            </a:r>
          </a:p>
        </p:txBody>
      </p:sp>
      <p:grpSp>
        <p:nvGrpSpPr>
          <p:cNvPr id="338" name="Group 55"/>
          <p:cNvGrpSpPr/>
          <p:nvPr/>
        </p:nvGrpSpPr>
        <p:grpSpPr>
          <a:xfrm>
            <a:off x="868636" y="6105809"/>
            <a:ext cx="2422837" cy="2741138"/>
            <a:chOff x="0" y="0"/>
            <a:chExt cx="2422835" cy="2741136"/>
          </a:xfrm>
        </p:grpSpPr>
        <p:grpSp>
          <p:nvGrpSpPr>
            <p:cNvPr id="336" name="Group 4"/>
            <p:cNvGrpSpPr/>
            <p:nvPr/>
          </p:nvGrpSpPr>
          <p:grpSpPr>
            <a:xfrm>
              <a:off x="-1" y="-1"/>
              <a:ext cx="2422837" cy="2741138"/>
              <a:chOff x="0" y="0"/>
              <a:chExt cx="2422835" cy="2741136"/>
            </a:xfrm>
          </p:grpSpPr>
          <p:sp>
            <p:nvSpPr>
              <p:cNvPr id="330" name="Freeform 5"/>
              <p:cNvSpPr/>
              <p:nvPr/>
            </p:nvSpPr>
            <p:spPr>
              <a:xfrm>
                <a:off x="989620" y="1624534"/>
                <a:ext cx="443595" cy="6882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5359" y="0"/>
                    </a:lnTo>
                    <a:lnTo>
                      <a:pt x="6884" y="1754"/>
                    </a:lnTo>
                    <a:lnTo>
                      <a:pt x="16447" y="1754"/>
                    </a:lnTo>
                    <a:lnTo>
                      <a:pt x="21600" y="21600"/>
                    </a:lnTo>
                    <a:close/>
                  </a:path>
                </a:pathLst>
              </a:custGeom>
              <a:solidFill>
                <a:srgbClr val="1F2F6E"/>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31" name="Freeform 6"/>
              <p:cNvSpPr/>
              <p:nvPr/>
            </p:nvSpPr>
            <p:spPr>
              <a:xfrm>
                <a:off x="606132" y="2312781"/>
                <a:ext cx="1205880" cy="428356"/>
              </a:xfrm>
              <a:custGeom>
                <a:avLst/>
                <a:gdLst/>
                <a:ahLst/>
                <a:cxnLst>
                  <a:cxn ang="0">
                    <a:pos x="wd2" y="hd2"/>
                  </a:cxn>
                  <a:cxn ang="5400000">
                    <a:pos x="wd2" y="hd2"/>
                  </a:cxn>
                  <a:cxn ang="10800000">
                    <a:pos x="wd2" y="hd2"/>
                  </a:cxn>
                  <a:cxn ang="16200000">
                    <a:pos x="wd2" y="hd2"/>
                  </a:cxn>
                </a:cxnLst>
                <a:rect l="0" t="0" r="r" b="b"/>
                <a:pathLst>
                  <a:path w="21516" h="21600" fill="norm" stroke="1" extrusionOk="0">
                    <a:moveTo>
                      <a:pt x="19803" y="0"/>
                    </a:moveTo>
                    <a:cubicBezTo>
                      <a:pt x="1797" y="0"/>
                      <a:pt x="1797" y="0"/>
                      <a:pt x="1797" y="0"/>
                    </a:cubicBezTo>
                    <a:cubicBezTo>
                      <a:pt x="799" y="0"/>
                      <a:pt x="0" y="2257"/>
                      <a:pt x="0" y="5079"/>
                    </a:cubicBezTo>
                    <a:cubicBezTo>
                      <a:pt x="0" y="21600"/>
                      <a:pt x="0" y="21600"/>
                      <a:pt x="0" y="21600"/>
                    </a:cubicBezTo>
                    <a:cubicBezTo>
                      <a:pt x="21509" y="21600"/>
                      <a:pt x="21509" y="21600"/>
                      <a:pt x="21509" y="21600"/>
                    </a:cubicBezTo>
                    <a:cubicBezTo>
                      <a:pt x="21509" y="5079"/>
                      <a:pt x="21509" y="5079"/>
                      <a:pt x="21509" y="5079"/>
                    </a:cubicBezTo>
                    <a:cubicBezTo>
                      <a:pt x="21600" y="2257"/>
                      <a:pt x="20801" y="0"/>
                      <a:pt x="19803" y="0"/>
                    </a:cubicBezTo>
                    <a:close/>
                  </a:path>
                </a:pathLst>
              </a:custGeom>
              <a:solidFill>
                <a:srgbClr val="004B75"/>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32" name="Freeform 7"/>
              <p:cNvSpPr/>
              <p:nvPr/>
            </p:nvSpPr>
            <p:spPr>
              <a:xfrm>
                <a:off x="0" y="277669"/>
                <a:ext cx="2422836" cy="14179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161"/>
                      <a:pt x="0" y="3161"/>
                      <a:pt x="0" y="3161"/>
                    </a:cubicBezTo>
                    <a:cubicBezTo>
                      <a:pt x="0" y="10846"/>
                      <a:pt x="2793" y="17447"/>
                      <a:pt x="6710" y="20221"/>
                    </a:cubicBezTo>
                    <a:cubicBezTo>
                      <a:pt x="7962" y="21135"/>
                      <a:pt x="9358" y="21600"/>
                      <a:pt x="10800" y="21600"/>
                    </a:cubicBezTo>
                    <a:cubicBezTo>
                      <a:pt x="12242" y="21600"/>
                      <a:pt x="13638" y="21135"/>
                      <a:pt x="14890" y="20221"/>
                    </a:cubicBezTo>
                    <a:cubicBezTo>
                      <a:pt x="18807" y="17447"/>
                      <a:pt x="21600" y="10846"/>
                      <a:pt x="21600" y="3161"/>
                    </a:cubicBezTo>
                    <a:cubicBezTo>
                      <a:pt x="21600" y="0"/>
                      <a:pt x="21600" y="0"/>
                      <a:pt x="21600" y="0"/>
                    </a:cubicBezTo>
                    <a:lnTo>
                      <a:pt x="0" y="0"/>
                    </a:lnTo>
                    <a:close/>
                    <a:moveTo>
                      <a:pt x="19795" y="3161"/>
                    </a:moveTo>
                    <a:cubicBezTo>
                      <a:pt x="19795" y="6849"/>
                      <a:pt x="19034" y="10227"/>
                      <a:pt x="17728" y="12923"/>
                    </a:cubicBezTo>
                    <a:cubicBezTo>
                      <a:pt x="16059" y="16301"/>
                      <a:pt x="13593" y="18532"/>
                      <a:pt x="10800" y="18532"/>
                    </a:cubicBezTo>
                    <a:cubicBezTo>
                      <a:pt x="8007" y="18532"/>
                      <a:pt x="5541" y="16378"/>
                      <a:pt x="3872" y="12923"/>
                    </a:cubicBezTo>
                    <a:cubicBezTo>
                      <a:pt x="2612" y="10304"/>
                      <a:pt x="1805" y="6849"/>
                      <a:pt x="1805" y="3161"/>
                    </a:cubicBezTo>
                    <a:cubicBezTo>
                      <a:pt x="1805" y="3084"/>
                      <a:pt x="1805" y="3084"/>
                      <a:pt x="1805" y="3084"/>
                    </a:cubicBezTo>
                    <a:cubicBezTo>
                      <a:pt x="19750" y="3084"/>
                      <a:pt x="19750" y="3084"/>
                      <a:pt x="19750" y="3084"/>
                    </a:cubicBezTo>
                    <a:cubicBezTo>
                      <a:pt x="19750" y="3161"/>
                      <a:pt x="19750" y="3161"/>
                      <a:pt x="19750" y="3161"/>
                    </a:cubicBezTo>
                    <a:cubicBezTo>
                      <a:pt x="19795" y="3161"/>
                      <a:pt x="19795" y="3161"/>
                      <a:pt x="19795" y="3161"/>
                    </a:cubicBezTo>
                    <a:close/>
                  </a:path>
                </a:pathLst>
              </a:custGeom>
              <a:solidFill>
                <a:srgbClr val="004B75"/>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33" name="Freeform 8"/>
              <p:cNvSpPr/>
              <p:nvPr/>
            </p:nvSpPr>
            <p:spPr>
              <a:xfrm>
                <a:off x="364017" y="0"/>
                <a:ext cx="1694802" cy="1261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35" y="0"/>
                    </a:moveTo>
                    <a:cubicBezTo>
                      <a:pt x="765" y="0"/>
                      <a:pt x="765" y="0"/>
                      <a:pt x="765" y="0"/>
                    </a:cubicBezTo>
                    <a:cubicBezTo>
                      <a:pt x="311" y="0"/>
                      <a:pt x="0" y="5226"/>
                      <a:pt x="0" y="10452"/>
                    </a:cubicBezTo>
                    <a:cubicBezTo>
                      <a:pt x="0" y="16548"/>
                      <a:pt x="311" y="21600"/>
                      <a:pt x="765" y="21600"/>
                    </a:cubicBezTo>
                    <a:cubicBezTo>
                      <a:pt x="20835" y="21600"/>
                      <a:pt x="20835" y="21600"/>
                      <a:pt x="20835" y="21600"/>
                    </a:cubicBezTo>
                    <a:cubicBezTo>
                      <a:pt x="21289" y="21600"/>
                      <a:pt x="21600" y="16548"/>
                      <a:pt x="21600" y="11323"/>
                    </a:cubicBezTo>
                    <a:cubicBezTo>
                      <a:pt x="21600" y="5226"/>
                      <a:pt x="21289" y="0"/>
                      <a:pt x="20835" y="0"/>
                    </a:cubicBezTo>
                    <a:close/>
                  </a:path>
                </a:pathLst>
              </a:custGeom>
              <a:solidFill>
                <a:srgbClr val="004B75"/>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34" name="Freeform 9"/>
              <p:cNvSpPr/>
              <p:nvPr/>
            </p:nvSpPr>
            <p:spPr>
              <a:xfrm>
                <a:off x="424123" y="126136"/>
                <a:ext cx="1574590" cy="16905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600" y="6966"/>
                      <a:pt x="21600" y="6966"/>
                      <a:pt x="21600" y="6966"/>
                    </a:cubicBezTo>
                    <a:cubicBezTo>
                      <a:pt x="21600" y="13412"/>
                      <a:pt x="17302" y="19287"/>
                      <a:pt x="10800" y="21600"/>
                    </a:cubicBezTo>
                    <a:cubicBezTo>
                      <a:pt x="4298" y="19222"/>
                      <a:pt x="0" y="13412"/>
                      <a:pt x="0" y="6901"/>
                    </a:cubicBezTo>
                    <a:cubicBezTo>
                      <a:pt x="0" y="0"/>
                      <a:pt x="0" y="0"/>
                      <a:pt x="0" y="0"/>
                    </a:cubicBezTo>
                    <a:lnTo>
                      <a:pt x="21600" y="0"/>
                    </a:lnTo>
                    <a:close/>
                  </a:path>
                </a:pathLst>
              </a:custGeom>
              <a:solidFill>
                <a:srgbClr val="00C3D2"/>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35" name="Rectangle 10"/>
              <p:cNvSpPr/>
              <p:nvPr/>
            </p:nvSpPr>
            <p:spPr>
              <a:xfrm>
                <a:off x="424123" y="126136"/>
                <a:ext cx="1569511" cy="76190"/>
              </a:xfrm>
              <a:prstGeom prst="rect">
                <a:avLst/>
              </a:prstGeom>
              <a:solidFill>
                <a:srgbClr val="1883B5"/>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grpSp>
        <p:sp>
          <p:nvSpPr>
            <p:cNvPr id="337" name="5-Point Star 47"/>
            <p:cNvSpPr/>
            <p:nvPr/>
          </p:nvSpPr>
          <p:spPr>
            <a:xfrm>
              <a:off x="843873" y="420667"/>
              <a:ext cx="758726" cy="758725"/>
            </a:xfrm>
            <a:prstGeom prst="star5">
              <a:avLst>
                <a:gd name="adj" fmla="val 19098"/>
                <a:gd name="hf" fmla="val 105146"/>
                <a:gd name="vf" fmla="val 110557"/>
              </a:avLst>
            </a:prstGeom>
            <a:solidFill>
              <a:srgbClr val="FFFFFF"/>
            </a:solidFill>
            <a:ln w="12700" cap="flat">
              <a:noFill/>
              <a:miter lim="400000"/>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grpSp>
      <p:grpSp>
        <p:nvGrpSpPr>
          <p:cNvPr id="348" name="Group 50"/>
          <p:cNvGrpSpPr/>
          <p:nvPr/>
        </p:nvGrpSpPr>
        <p:grpSpPr>
          <a:xfrm>
            <a:off x="12239735" y="6376431"/>
            <a:ext cx="2966185" cy="2741138"/>
            <a:chOff x="0" y="0"/>
            <a:chExt cx="2966183" cy="2741136"/>
          </a:xfrm>
        </p:grpSpPr>
        <p:sp>
          <p:nvSpPr>
            <p:cNvPr id="339" name="Freeform 5"/>
            <p:cNvSpPr/>
            <p:nvPr/>
          </p:nvSpPr>
          <p:spPr>
            <a:xfrm>
              <a:off x="0" y="0"/>
              <a:ext cx="2966184" cy="21379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91" y="21600"/>
                  </a:moveTo>
                  <a:cubicBezTo>
                    <a:pt x="723" y="21600"/>
                    <a:pt x="723" y="21600"/>
                    <a:pt x="723" y="21600"/>
                  </a:cubicBezTo>
                  <a:cubicBezTo>
                    <a:pt x="314" y="21600"/>
                    <a:pt x="0" y="21127"/>
                    <a:pt x="0" y="20598"/>
                  </a:cubicBezTo>
                  <a:cubicBezTo>
                    <a:pt x="0" y="984"/>
                    <a:pt x="0" y="984"/>
                    <a:pt x="0" y="984"/>
                  </a:cubicBezTo>
                  <a:cubicBezTo>
                    <a:pt x="0" y="416"/>
                    <a:pt x="327" y="0"/>
                    <a:pt x="723" y="0"/>
                  </a:cubicBezTo>
                  <a:cubicBezTo>
                    <a:pt x="20891" y="0"/>
                    <a:pt x="20891" y="0"/>
                    <a:pt x="20891" y="0"/>
                  </a:cubicBezTo>
                  <a:cubicBezTo>
                    <a:pt x="21300" y="0"/>
                    <a:pt x="21600" y="454"/>
                    <a:pt x="21600" y="984"/>
                  </a:cubicBezTo>
                  <a:cubicBezTo>
                    <a:pt x="21600" y="20598"/>
                    <a:pt x="21600" y="20598"/>
                    <a:pt x="21600" y="20598"/>
                  </a:cubicBezTo>
                  <a:cubicBezTo>
                    <a:pt x="21600" y="21127"/>
                    <a:pt x="21300" y="21600"/>
                    <a:pt x="20891" y="21600"/>
                  </a:cubicBezTo>
                  <a:close/>
                </a:path>
              </a:pathLst>
            </a:custGeom>
            <a:solidFill>
              <a:srgbClr val="F2F2F2"/>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0" name="Freeform 6"/>
            <p:cNvSpPr/>
            <p:nvPr/>
          </p:nvSpPr>
          <p:spPr>
            <a:xfrm>
              <a:off x="175972" y="172590"/>
              <a:ext cx="2615927" cy="1793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2" y="21600"/>
                  </a:moveTo>
                  <a:cubicBezTo>
                    <a:pt x="1933" y="21600"/>
                    <a:pt x="1933" y="21600"/>
                    <a:pt x="1933" y="21600"/>
                  </a:cubicBezTo>
                  <a:cubicBezTo>
                    <a:pt x="1794" y="21600"/>
                    <a:pt x="1685" y="21420"/>
                    <a:pt x="1685" y="21217"/>
                  </a:cubicBezTo>
                  <a:cubicBezTo>
                    <a:pt x="1685" y="20067"/>
                    <a:pt x="1036" y="19142"/>
                    <a:pt x="263" y="19142"/>
                  </a:cubicBezTo>
                  <a:cubicBezTo>
                    <a:pt x="108" y="19142"/>
                    <a:pt x="0" y="18985"/>
                    <a:pt x="0" y="18759"/>
                  </a:cubicBezTo>
                  <a:cubicBezTo>
                    <a:pt x="0" y="2818"/>
                    <a:pt x="0" y="2818"/>
                    <a:pt x="0" y="2818"/>
                  </a:cubicBezTo>
                  <a:cubicBezTo>
                    <a:pt x="0" y="2615"/>
                    <a:pt x="108" y="2458"/>
                    <a:pt x="263" y="2458"/>
                  </a:cubicBezTo>
                  <a:cubicBezTo>
                    <a:pt x="1036" y="2458"/>
                    <a:pt x="1685" y="1511"/>
                    <a:pt x="1685" y="383"/>
                  </a:cubicBezTo>
                  <a:cubicBezTo>
                    <a:pt x="1685" y="158"/>
                    <a:pt x="1794" y="0"/>
                    <a:pt x="1933" y="0"/>
                  </a:cubicBezTo>
                  <a:cubicBezTo>
                    <a:pt x="19652" y="0"/>
                    <a:pt x="19652" y="0"/>
                    <a:pt x="19652" y="0"/>
                  </a:cubicBezTo>
                  <a:cubicBezTo>
                    <a:pt x="19791" y="0"/>
                    <a:pt x="19915" y="158"/>
                    <a:pt x="19915" y="383"/>
                  </a:cubicBezTo>
                  <a:cubicBezTo>
                    <a:pt x="19915" y="1511"/>
                    <a:pt x="20549" y="2458"/>
                    <a:pt x="21337" y="2458"/>
                  </a:cubicBezTo>
                  <a:cubicBezTo>
                    <a:pt x="21476" y="2458"/>
                    <a:pt x="21600" y="2615"/>
                    <a:pt x="21600" y="2818"/>
                  </a:cubicBezTo>
                  <a:cubicBezTo>
                    <a:pt x="21600" y="18714"/>
                    <a:pt x="21600" y="18714"/>
                    <a:pt x="21600" y="18714"/>
                  </a:cubicBezTo>
                  <a:cubicBezTo>
                    <a:pt x="21600" y="18939"/>
                    <a:pt x="21476" y="19097"/>
                    <a:pt x="21337" y="19097"/>
                  </a:cubicBezTo>
                  <a:cubicBezTo>
                    <a:pt x="20549" y="19097"/>
                    <a:pt x="19915" y="20022"/>
                    <a:pt x="19915" y="21172"/>
                  </a:cubicBezTo>
                  <a:cubicBezTo>
                    <a:pt x="19915" y="21375"/>
                    <a:pt x="19791" y="21600"/>
                    <a:pt x="19652" y="21600"/>
                  </a:cubicBezTo>
                  <a:close/>
                  <a:moveTo>
                    <a:pt x="2165" y="20788"/>
                  </a:moveTo>
                  <a:cubicBezTo>
                    <a:pt x="19389" y="20788"/>
                    <a:pt x="19389" y="20788"/>
                    <a:pt x="19389" y="20788"/>
                  </a:cubicBezTo>
                  <a:cubicBezTo>
                    <a:pt x="19513" y="19526"/>
                    <a:pt x="20208" y="18511"/>
                    <a:pt x="21074" y="18331"/>
                  </a:cubicBezTo>
                  <a:cubicBezTo>
                    <a:pt x="21074" y="3202"/>
                    <a:pt x="21074" y="3202"/>
                    <a:pt x="21074" y="3202"/>
                  </a:cubicBezTo>
                  <a:cubicBezTo>
                    <a:pt x="20208" y="3044"/>
                    <a:pt x="19513" y="2029"/>
                    <a:pt x="19389" y="767"/>
                  </a:cubicBezTo>
                  <a:cubicBezTo>
                    <a:pt x="2165" y="767"/>
                    <a:pt x="2165" y="767"/>
                    <a:pt x="2165" y="767"/>
                  </a:cubicBezTo>
                  <a:cubicBezTo>
                    <a:pt x="2056" y="2029"/>
                    <a:pt x="1361" y="3044"/>
                    <a:pt x="495" y="3202"/>
                  </a:cubicBezTo>
                  <a:cubicBezTo>
                    <a:pt x="495" y="18376"/>
                    <a:pt x="495" y="18376"/>
                    <a:pt x="495" y="18376"/>
                  </a:cubicBezTo>
                  <a:cubicBezTo>
                    <a:pt x="1392" y="18556"/>
                    <a:pt x="2056" y="19526"/>
                    <a:pt x="2165" y="20788"/>
                  </a:cubicBezTo>
                  <a:close/>
                </a:path>
              </a:pathLst>
            </a:custGeom>
            <a:solidFill>
              <a:srgbClr val="CCCCCC"/>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1" name="Rectangle 9"/>
            <p:cNvSpPr/>
            <p:nvPr/>
          </p:nvSpPr>
          <p:spPr>
            <a:xfrm>
              <a:off x="473777" y="919635"/>
              <a:ext cx="1913722" cy="98986"/>
            </a:xfrm>
            <a:prstGeom prst="rect">
              <a:avLst/>
            </a:prstGeom>
            <a:solidFill>
              <a:srgbClr val="CCCCCC"/>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2" name="Rectangle 10"/>
            <p:cNvSpPr/>
            <p:nvPr/>
          </p:nvSpPr>
          <p:spPr>
            <a:xfrm>
              <a:off x="726738" y="1126911"/>
              <a:ext cx="1407795" cy="97292"/>
            </a:xfrm>
            <a:prstGeom prst="rect">
              <a:avLst/>
            </a:prstGeom>
            <a:solidFill>
              <a:srgbClr val="CCCCCC"/>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3" name="Freeform 11"/>
            <p:cNvSpPr/>
            <p:nvPr/>
          </p:nvSpPr>
          <p:spPr>
            <a:xfrm>
              <a:off x="1335036" y="1642143"/>
              <a:ext cx="743661" cy="990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685" y="1845"/>
                  </a:moveTo>
                  <a:lnTo>
                    <a:pt x="21600" y="3671"/>
                  </a:lnTo>
                  <a:lnTo>
                    <a:pt x="9682" y="21600"/>
                  </a:lnTo>
                  <a:lnTo>
                    <a:pt x="6586" y="17062"/>
                  </a:lnTo>
                  <a:lnTo>
                    <a:pt x="0" y="17929"/>
                  </a:lnTo>
                  <a:lnTo>
                    <a:pt x="11918" y="0"/>
                  </a:lnTo>
                  <a:lnTo>
                    <a:pt x="16685" y="1845"/>
                  </a:lnTo>
                  <a:close/>
                </a:path>
              </a:pathLst>
            </a:custGeom>
            <a:solidFill>
              <a:srgbClr val="00C3D2"/>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4" name="Freeform 12"/>
            <p:cNvSpPr/>
            <p:nvPr/>
          </p:nvSpPr>
          <p:spPr>
            <a:xfrm>
              <a:off x="1838423" y="1754666"/>
              <a:ext cx="745355" cy="9864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879" y="1760"/>
                  </a:moveTo>
                  <a:lnTo>
                    <a:pt x="0" y="3612"/>
                  </a:lnTo>
                  <a:lnTo>
                    <a:pt x="11940" y="21600"/>
                  </a:lnTo>
                  <a:lnTo>
                    <a:pt x="14980" y="17136"/>
                  </a:lnTo>
                  <a:lnTo>
                    <a:pt x="21600" y="17988"/>
                  </a:lnTo>
                  <a:lnTo>
                    <a:pt x="9709" y="0"/>
                  </a:lnTo>
                  <a:lnTo>
                    <a:pt x="4879" y="1760"/>
                  </a:lnTo>
                  <a:close/>
                </a:path>
              </a:pathLst>
            </a:custGeom>
            <a:solidFill>
              <a:srgbClr val="00C3D2"/>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5" name="Freeform 13"/>
            <p:cNvSpPr/>
            <p:nvPr/>
          </p:nvSpPr>
          <p:spPr>
            <a:xfrm>
              <a:off x="1294105" y="799552"/>
              <a:ext cx="1336521" cy="1334927"/>
            </a:xfrm>
            <a:custGeom>
              <a:avLst/>
              <a:gdLst/>
              <a:ahLst/>
              <a:cxnLst>
                <a:cxn ang="0">
                  <a:pos x="wd2" y="hd2"/>
                </a:cxn>
                <a:cxn ang="5400000">
                  <a:pos x="wd2" y="hd2"/>
                </a:cxn>
                <a:cxn ang="10800000">
                  <a:pos x="wd2" y="hd2"/>
                </a:cxn>
                <a:cxn ang="16200000">
                  <a:pos x="wd2" y="hd2"/>
                </a:cxn>
              </a:cxnLst>
              <a:rect l="0" t="0" r="r" b="b"/>
              <a:pathLst>
                <a:path w="21287" h="21301" fill="norm" stroke="1" extrusionOk="0">
                  <a:moveTo>
                    <a:pt x="20816" y="11771"/>
                  </a:moveTo>
                  <a:cubicBezTo>
                    <a:pt x="20816" y="11771"/>
                    <a:pt x="20816" y="11771"/>
                    <a:pt x="20816" y="11771"/>
                  </a:cubicBezTo>
                  <a:cubicBezTo>
                    <a:pt x="21443" y="11144"/>
                    <a:pt x="21443" y="10158"/>
                    <a:pt x="20816" y="9531"/>
                  </a:cubicBezTo>
                  <a:cubicBezTo>
                    <a:pt x="20816" y="9531"/>
                    <a:pt x="20816" y="9531"/>
                    <a:pt x="20816" y="9531"/>
                  </a:cubicBezTo>
                  <a:cubicBezTo>
                    <a:pt x="20369" y="9083"/>
                    <a:pt x="20220" y="8425"/>
                    <a:pt x="20488" y="7798"/>
                  </a:cubicBezTo>
                  <a:cubicBezTo>
                    <a:pt x="20488" y="7798"/>
                    <a:pt x="20488" y="7798"/>
                    <a:pt x="20488" y="7798"/>
                  </a:cubicBezTo>
                  <a:cubicBezTo>
                    <a:pt x="20816" y="6961"/>
                    <a:pt x="20429" y="6065"/>
                    <a:pt x="19653" y="5736"/>
                  </a:cubicBezTo>
                  <a:cubicBezTo>
                    <a:pt x="19653" y="5736"/>
                    <a:pt x="19653" y="5736"/>
                    <a:pt x="19653" y="5736"/>
                  </a:cubicBezTo>
                  <a:cubicBezTo>
                    <a:pt x="19026" y="5497"/>
                    <a:pt x="18639" y="4870"/>
                    <a:pt x="18639" y="4273"/>
                  </a:cubicBezTo>
                  <a:cubicBezTo>
                    <a:pt x="18639" y="4273"/>
                    <a:pt x="18639" y="4273"/>
                    <a:pt x="18639" y="4273"/>
                  </a:cubicBezTo>
                  <a:cubicBezTo>
                    <a:pt x="18639" y="3376"/>
                    <a:pt x="17923" y="2659"/>
                    <a:pt x="17028" y="2659"/>
                  </a:cubicBezTo>
                  <a:cubicBezTo>
                    <a:pt x="17028" y="2659"/>
                    <a:pt x="17028" y="2659"/>
                    <a:pt x="17028" y="2659"/>
                  </a:cubicBezTo>
                  <a:cubicBezTo>
                    <a:pt x="16341" y="2659"/>
                    <a:pt x="15804" y="2241"/>
                    <a:pt x="15566" y="1644"/>
                  </a:cubicBezTo>
                  <a:cubicBezTo>
                    <a:pt x="15566" y="1644"/>
                    <a:pt x="15566" y="1644"/>
                    <a:pt x="15566" y="1644"/>
                  </a:cubicBezTo>
                  <a:cubicBezTo>
                    <a:pt x="15237" y="807"/>
                    <a:pt x="14283" y="449"/>
                    <a:pt x="13507" y="807"/>
                  </a:cubicBezTo>
                  <a:cubicBezTo>
                    <a:pt x="13507" y="807"/>
                    <a:pt x="13507" y="807"/>
                    <a:pt x="13507" y="807"/>
                  </a:cubicBezTo>
                  <a:cubicBezTo>
                    <a:pt x="12881" y="1016"/>
                    <a:pt x="12224" y="897"/>
                    <a:pt x="11777" y="449"/>
                  </a:cubicBezTo>
                  <a:cubicBezTo>
                    <a:pt x="11777" y="449"/>
                    <a:pt x="11777" y="449"/>
                    <a:pt x="11777" y="449"/>
                  </a:cubicBezTo>
                  <a:cubicBezTo>
                    <a:pt x="11150" y="-149"/>
                    <a:pt x="10136" y="-149"/>
                    <a:pt x="9539" y="449"/>
                  </a:cubicBezTo>
                  <a:cubicBezTo>
                    <a:pt x="9539" y="449"/>
                    <a:pt x="9539" y="449"/>
                    <a:pt x="9539" y="449"/>
                  </a:cubicBezTo>
                  <a:cubicBezTo>
                    <a:pt x="9092" y="897"/>
                    <a:pt x="8405" y="1076"/>
                    <a:pt x="7779" y="807"/>
                  </a:cubicBezTo>
                  <a:cubicBezTo>
                    <a:pt x="7779" y="807"/>
                    <a:pt x="7779" y="807"/>
                    <a:pt x="7779" y="807"/>
                  </a:cubicBezTo>
                  <a:cubicBezTo>
                    <a:pt x="6944" y="449"/>
                    <a:pt x="6049" y="867"/>
                    <a:pt x="5720" y="1644"/>
                  </a:cubicBezTo>
                  <a:cubicBezTo>
                    <a:pt x="5720" y="1644"/>
                    <a:pt x="5720" y="1644"/>
                    <a:pt x="5720" y="1644"/>
                  </a:cubicBezTo>
                  <a:cubicBezTo>
                    <a:pt x="5512" y="2241"/>
                    <a:pt x="4885" y="2659"/>
                    <a:pt x="4258" y="2659"/>
                  </a:cubicBezTo>
                  <a:cubicBezTo>
                    <a:pt x="4258" y="2659"/>
                    <a:pt x="4258" y="2659"/>
                    <a:pt x="4258" y="2659"/>
                  </a:cubicBezTo>
                  <a:cubicBezTo>
                    <a:pt x="3363" y="2659"/>
                    <a:pt x="2647" y="3376"/>
                    <a:pt x="2647" y="4273"/>
                  </a:cubicBezTo>
                  <a:cubicBezTo>
                    <a:pt x="2647" y="4273"/>
                    <a:pt x="2647" y="4273"/>
                    <a:pt x="2647" y="4273"/>
                  </a:cubicBezTo>
                  <a:cubicBezTo>
                    <a:pt x="2647" y="4930"/>
                    <a:pt x="2260" y="5497"/>
                    <a:pt x="1633" y="5736"/>
                  </a:cubicBezTo>
                  <a:cubicBezTo>
                    <a:pt x="1633" y="5736"/>
                    <a:pt x="1633" y="5736"/>
                    <a:pt x="1633" y="5736"/>
                  </a:cubicBezTo>
                  <a:cubicBezTo>
                    <a:pt x="798" y="6065"/>
                    <a:pt x="470" y="7021"/>
                    <a:pt x="798" y="7798"/>
                  </a:cubicBezTo>
                  <a:cubicBezTo>
                    <a:pt x="798" y="7798"/>
                    <a:pt x="798" y="7798"/>
                    <a:pt x="798" y="7798"/>
                  </a:cubicBezTo>
                  <a:cubicBezTo>
                    <a:pt x="1036" y="8425"/>
                    <a:pt x="917" y="9083"/>
                    <a:pt x="470" y="9531"/>
                  </a:cubicBezTo>
                  <a:cubicBezTo>
                    <a:pt x="470" y="9531"/>
                    <a:pt x="470" y="9531"/>
                    <a:pt x="470" y="9531"/>
                  </a:cubicBezTo>
                  <a:cubicBezTo>
                    <a:pt x="-157" y="10158"/>
                    <a:pt x="-157" y="11144"/>
                    <a:pt x="470" y="11771"/>
                  </a:cubicBezTo>
                  <a:cubicBezTo>
                    <a:pt x="470" y="11771"/>
                    <a:pt x="470" y="11771"/>
                    <a:pt x="470" y="11771"/>
                  </a:cubicBezTo>
                  <a:cubicBezTo>
                    <a:pt x="917" y="12219"/>
                    <a:pt x="1096" y="12907"/>
                    <a:pt x="798" y="13504"/>
                  </a:cubicBezTo>
                  <a:cubicBezTo>
                    <a:pt x="798" y="13504"/>
                    <a:pt x="798" y="13504"/>
                    <a:pt x="798" y="13504"/>
                  </a:cubicBezTo>
                  <a:cubicBezTo>
                    <a:pt x="470" y="14341"/>
                    <a:pt x="857" y="15237"/>
                    <a:pt x="1633" y="15595"/>
                  </a:cubicBezTo>
                  <a:cubicBezTo>
                    <a:pt x="1633" y="15595"/>
                    <a:pt x="1633" y="15595"/>
                    <a:pt x="1633" y="15595"/>
                  </a:cubicBezTo>
                  <a:cubicBezTo>
                    <a:pt x="2260" y="15805"/>
                    <a:pt x="2647" y="16432"/>
                    <a:pt x="2647" y="17029"/>
                  </a:cubicBezTo>
                  <a:cubicBezTo>
                    <a:pt x="2647" y="17029"/>
                    <a:pt x="2647" y="17029"/>
                    <a:pt x="2647" y="17029"/>
                  </a:cubicBezTo>
                  <a:cubicBezTo>
                    <a:pt x="2647" y="17926"/>
                    <a:pt x="3363" y="18673"/>
                    <a:pt x="4258" y="18673"/>
                  </a:cubicBezTo>
                  <a:cubicBezTo>
                    <a:pt x="4258" y="18673"/>
                    <a:pt x="4258" y="18673"/>
                    <a:pt x="4258" y="18673"/>
                  </a:cubicBezTo>
                  <a:cubicBezTo>
                    <a:pt x="4945" y="18673"/>
                    <a:pt x="5512" y="19061"/>
                    <a:pt x="5720" y="19658"/>
                  </a:cubicBezTo>
                  <a:cubicBezTo>
                    <a:pt x="5720" y="19658"/>
                    <a:pt x="5720" y="19658"/>
                    <a:pt x="5720" y="19658"/>
                  </a:cubicBezTo>
                  <a:cubicBezTo>
                    <a:pt x="6049" y="20525"/>
                    <a:pt x="7003" y="20853"/>
                    <a:pt x="7779" y="20525"/>
                  </a:cubicBezTo>
                  <a:cubicBezTo>
                    <a:pt x="7779" y="20525"/>
                    <a:pt x="7779" y="20525"/>
                    <a:pt x="7779" y="20525"/>
                  </a:cubicBezTo>
                  <a:cubicBezTo>
                    <a:pt x="8405" y="20286"/>
                    <a:pt x="9092" y="20405"/>
                    <a:pt x="9539" y="20853"/>
                  </a:cubicBezTo>
                  <a:cubicBezTo>
                    <a:pt x="9539" y="20853"/>
                    <a:pt x="9539" y="20853"/>
                    <a:pt x="9539" y="20853"/>
                  </a:cubicBezTo>
                  <a:cubicBezTo>
                    <a:pt x="10136" y="21451"/>
                    <a:pt x="11150" y="21451"/>
                    <a:pt x="11777" y="20853"/>
                  </a:cubicBezTo>
                  <a:cubicBezTo>
                    <a:pt x="11777" y="20853"/>
                    <a:pt x="11777" y="20853"/>
                    <a:pt x="11777" y="20853"/>
                  </a:cubicBezTo>
                  <a:cubicBezTo>
                    <a:pt x="12224" y="20405"/>
                    <a:pt x="12881" y="20226"/>
                    <a:pt x="13507" y="20525"/>
                  </a:cubicBezTo>
                  <a:cubicBezTo>
                    <a:pt x="13507" y="20525"/>
                    <a:pt x="13507" y="20525"/>
                    <a:pt x="13507" y="20525"/>
                  </a:cubicBezTo>
                  <a:cubicBezTo>
                    <a:pt x="14342" y="20853"/>
                    <a:pt x="15237" y="20465"/>
                    <a:pt x="15566" y="19658"/>
                  </a:cubicBezTo>
                  <a:cubicBezTo>
                    <a:pt x="15566" y="19658"/>
                    <a:pt x="15566" y="19658"/>
                    <a:pt x="15566" y="19658"/>
                  </a:cubicBezTo>
                  <a:cubicBezTo>
                    <a:pt x="15804" y="19061"/>
                    <a:pt x="16401" y="18673"/>
                    <a:pt x="17028" y="18673"/>
                  </a:cubicBezTo>
                  <a:cubicBezTo>
                    <a:pt x="17028" y="18673"/>
                    <a:pt x="17028" y="18673"/>
                    <a:pt x="17028" y="18673"/>
                  </a:cubicBezTo>
                  <a:cubicBezTo>
                    <a:pt x="17923" y="18673"/>
                    <a:pt x="18639" y="17926"/>
                    <a:pt x="18639" y="17029"/>
                  </a:cubicBezTo>
                  <a:cubicBezTo>
                    <a:pt x="18639" y="17029"/>
                    <a:pt x="18639" y="17029"/>
                    <a:pt x="18639" y="17029"/>
                  </a:cubicBezTo>
                  <a:cubicBezTo>
                    <a:pt x="18639" y="16372"/>
                    <a:pt x="19026" y="15805"/>
                    <a:pt x="19653" y="15595"/>
                  </a:cubicBezTo>
                  <a:cubicBezTo>
                    <a:pt x="19653" y="15595"/>
                    <a:pt x="19653" y="15595"/>
                    <a:pt x="19653" y="15595"/>
                  </a:cubicBezTo>
                  <a:cubicBezTo>
                    <a:pt x="20488" y="15237"/>
                    <a:pt x="20816" y="14281"/>
                    <a:pt x="20488" y="13504"/>
                  </a:cubicBezTo>
                  <a:cubicBezTo>
                    <a:pt x="20488" y="13504"/>
                    <a:pt x="20488" y="13504"/>
                    <a:pt x="20488" y="13504"/>
                  </a:cubicBezTo>
                  <a:cubicBezTo>
                    <a:pt x="20220" y="12936"/>
                    <a:pt x="20369" y="12219"/>
                    <a:pt x="20816" y="11771"/>
                  </a:cubicBezTo>
                  <a:close/>
                </a:path>
              </a:pathLst>
            </a:custGeom>
            <a:solidFill>
              <a:srgbClr val="1883B5"/>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6" name="Oval 14"/>
            <p:cNvSpPr/>
            <p:nvPr/>
          </p:nvSpPr>
          <p:spPr>
            <a:xfrm>
              <a:off x="1492396" y="1000006"/>
              <a:ext cx="934019" cy="934020"/>
            </a:xfrm>
            <a:prstGeom prst="ellipse">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sp>
          <p:nvSpPr>
            <p:cNvPr id="347" name="Oval 15"/>
            <p:cNvSpPr/>
            <p:nvPr/>
          </p:nvSpPr>
          <p:spPr>
            <a:xfrm>
              <a:off x="1548233" y="1055843"/>
              <a:ext cx="822341" cy="822342"/>
            </a:xfrm>
            <a:prstGeom prst="ellipse">
              <a:avLst/>
            </a:prstGeom>
            <a:solidFill>
              <a:srgbClr val="004B75"/>
            </a:solidFill>
            <a:ln w="12700" cap="flat">
              <a:noFill/>
              <a:miter lim="400000"/>
            </a:ln>
            <a:effectLst/>
          </p:spPr>
          <p:txBody>
            <a:bodyPr wrap="square" lIns="45719" tIns="45719" rIns="45719" bIns="45719" numCol="1" anchor="t">
              <a:noAutofit/>
            </a:bodyPr>
            <a:lstStyle/>
            <a:p>
              <a:pPr algn="l" defTabSz="914400">
                <a:defRPr b="0" sz="1800">
                  <a:latin typeface="Open Sans"/>
                  <a:ea typeface="Open Sans"/>
                  <a:cs typeface="Open Sans"/>
                  <a:sym typeface="Open Sans"/>
                </a:defRPr>
              </a:pPr>
            </a:p>
          </p:txBody>
        </p:sp>
      </p:grpSp>
      <p:pic>
        <p:nvPicPr>
          <p:cNvPr id="349" name="Imagen" descr="Imagen"/>
          <p:cNvPicPr>
            <a:picLocks noChangeAspect="1"/>
          </p:cNvPicPr>
          <p:nvPr/>
        </p:nvPicPr>
        <p:blipFill>
          <a:blip r:embed="rId3">
            <a:extLst/>
          </a:blip>
          <a:stretch>
            <a:fillRect/>
          </a:stretch>
        </p:blipFill>
        <p:spPr>
          <a:xfrm>
            <a:off x="15098310" y="5921724"/>
            <a:ext cx="4660901" cy="1739901"/>
          </a:xfrm>
          <a:prstGeom prst="rect">
            <a:avLst/>
          </a:prstGeom>
          <a:ln w="12700">
            <a:miter lim="400000"/>
          </a:ln>
        </p:spPr>
      </p:pic>
      <p:pic>
        <p:nvPicPr>
          <p:cNvPr id="350" name="Imagen" descr="Imagen"/>
          <p:cNvPicPr>
            <a:picLocks noChangeAspect="1"/>
          </p:cNvPicPr>
          <p:nvPr/>
        </p:nvPicPr>
        <p:blipFill>
          <a:blip r:embed="rId4">
            <a:extLst/>
          </a:blip>
          <a:srcRect l="0" t="18461" r="0" b="18461"/>
          <a:stretch>
            <a:fillRect/>
          </a:stretch>
        </p:blipFill>
        <p:spPr>
          <a:xfrm>
            <a:off x="18414330" y="7766047"/>
            <a:ext cx="3949701" cy="129775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54" name="Casos de éxito"/>
          <p:cNvSpPr txBox="1"/>
          <p:nvPr>
            <p:ph type="title"/>
          </p:nvPr>
        </p:nvSpPr>
        <p:spPr>
          <a:prstGeom prst="rect">
            <a:avLst/>
          </a:prstGeom>
        </p:spPr>
        <p:txBody>
          <a:bodyPr/>
          <a:lstStyle/>
          <a:p>
            <a:pPr/>
            <a:r>
              <a:t>Casos de éxito</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56" name="Caso de éxito"/>
          <p:cNvSpPr txBox="1"/>
          <p:nvPr>
            <p:ph type="title"/>
          </p:nvPr>
        </p:nvSpPr>
        <p:spPr>
          <a:prstGeom prst="rect">
            <a:avLst/>
          </a:prstGeom>
        </p:spPr>
        <p:txBody>
          <a:bodyPr/>
          <a:lstStyle/>
          <a:p>
            <a:pPr/>
            <a:r>
              <a:t>Caso de éxito</a:t>
            </a:r>
          </a:p>
        </p:txBody>
      </p:sp>
      <p:sp>
        <p:nvSpPr>
          <p:cNvPr id="357" name="Rectángulo"/>
          <p:cNvSpPr/>
          <p:nvPr/>
        </p:nvSpPr>
        <p:spPr>
          <a:xfrm>
            <a:off x="1070632" y="2180623"/>
            <a:ext cx="188070" cy="2303648"/>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358" name="INDUSTRIA CLIENTE"/>
          <p:cNvSpPr/>
          <p:nvPr/>
        </p:nvSpPr>
        <p:spPr>
          <a:xfrm>
            <a:off x="1421522" y="2189392"/>
            <a:ext cx="5344210" cy="693297"/>
          </a:xfrm>
          <a:prstGeom prst="rect">
            <a:avLst/>
          </a:prstGeom>
          <a:solidFill>
            <a:schemeClr val="accent4">
              <a:hueOff val="-461056"/>
              <a:satOff val="4338"/>
              <a:lumOff val="-1022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l">
              <a:defRPr sz="3200">
                <a:latin typeface="+mj-lt"/>
                <a:ea typeface="+mj-ea"/>
                <a:cs typeface="+mj-cs"/>
                <a:sym typeface="Montserrat"/>
              </a:defRPr>
            </a:lvl1pPr>
          </a:lstStyle>
          <a:p>
            <a:pPr/>
            <a:r>
              <a:t>INDUSTRIA CLIENTE</a:t>
            </a:r>
          </a:p>
        </p:txBody>
      </p:sp>
      <p:sp>
        <p:nvSpPr>
          <p:cNvPr id="359" name="Nombre Cliente"/>
          <p:cNvSpPr txBox="1"/>
          <p:nvPr/>
        </p:nvSpPr>
        <p:spPr>
          <a:xfrm>
            <a:off x="1426232" y="2976574"/>
            <a:ext cx="9532454" cy="15220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algn="l" defTabSz="759459">
              <a:defRPr sz="9200">
                <a:latin typeface="+mj-lt"/>
                <a:ea typeface="+mj-ea"/>
                <a:cs typeface="+mj-cs"/>
                <a:sym typeface="Montserrat"/>
              </a:defRPr>
            </a:lvl1pPr>
          </a:lstStyle>
          <a:p>
            <a:pPr/>
            <a:r>
              <a:t>Nombre Cliente</a:t>
            </a:r>
          </a:p>
        </p:txBody>
      </p:sp>
      <p:sp>
        <p:nvSpPr>
          <p:cNvPr id="360" name="Freeform 5"/>
          <p:cNvSpPr/>
          <p:nvPr/>
        </p:nvSpPr>
        <p:spPr>
          <a:xfrm>
            <a:off x="18857568" y="4843342"/>
            <a:ext cx="1268633" cy="10288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8305"/>
                </a:moveTo>
                <a:lnTo>
                  <a:pt x="21600" y="18305"/>
                </a:lnTo>
                <a:lnTo>
                  <a:pt x="21600" y="21600"/>
                </a:lnTo>
                <a:lnTo>
                  <a:pt x="0" y="21600"/>
                </a:lnTo>
                <a:lnTo>
                  <a:pt x="0" y="18305"/>
                </a:lnTo>
                <a:close/>
                <a:moveTo>
                  <a:pt x="2672" y="11624"/>
                </a:moveTo>
                <a:lnTo>
                  <a:pt x="5419" y="11624"/>
                </a:lnTo>
                <a:lnTo>
                  <a:pt x="5419" y="16658"/>
                </a:lnTo>
                <a:lnTo>
                  <a:pt x="2672" y="16658"/>
                </a:lnTo>
                <a:lnTo>
                  <a:pt x="2672" y="11624"/>
                </a:lnTo>
                <a:close/>
                <a:moveTo>
                  <a:pt x="6755" y="4942"/>
                </a:moveTo>
                <a:lnTo>
                  <a:pt x="9501" y="4942"/>
                </a:lnTo>
                <a:lnTo>
                  <a:pt x="9501" y="16658"/>
                </a:lnTo>
                <a:lnTo>
                  <a:pt x="6755" y="16658"/>
                </a:lnTo>
                <a:lnTo>
                  <a:pt x="6755" y="4942"/>
                </a:lnTo>
                <a:close/>
                <a:moveTo>
                  <a:pt x="10763" y="9976"/>
                </a:moveTo>
                <a:lnTo>
                  <a:pt x="13509" y="9976"/>
                </a:lnTo>
                <a:lnTo>
                  <a:pt x="13509" y="16658"/>
                </a:lnTo>
                <a:lnTo>
                  <a:pt x="10763" y="16658"/>
                </a:lnTo>
                <a:lnTo>
                  <a:pt x="10763" y="9976"/>
                </a:lnTo>
                <a:close/>
                <a:moveTo>
                  <a:pt x="14845" y="0"/>
                </a:moveTo>
                <a:lnTo>
                  <a:pt x="17592" y="0"/>
                </a:lnTo>
                <a:lnTo>
                  <a:pt x="17592" y="16658"/>
                </a:lnTo>
                <a:lnTo>
                  <a:pt x="14845" y="16658"/>
                </a:lnTo>
                <a:lnTo>
                  <a:pt x="14845" y="0"/>
                </a:lnTo>
                <a:close/>
              </a:path>
            </a:pathLst>
          </a:custGeom>
          <a:solidFill>
            <a:srgbClr val="454545"/>
          </a:solidFill>
          <a:ln w="12700">
            <a:miter lim="400000"/>
          </a:ln>
        </p:spPr>
        <p:txBody>
          <a:bodyPr lIns="45719" rIns="45719"/>
          <a:lstStyle/>
          <a:p>
            <a:pPr algn="l" defTabSz="914400">
              <a:defRPr b="0" sz="1800">
                <a:latin typeface="Calibri"/>
                <a:ea typeface="Calibri"/>
                <a:cs typeface="Calibri"/>
                <a:sym typeface="Calibri"/>
              </a:defRPr>
            </a:pPr>
          </a:p>
        </p:txBody>
      </p:sp>
      <p:sp>
        <p:nvSpPr>
          <p:cNvPr id="361" name="Rectangle 14"/>
          <p:cNvSpPr/>
          <p:nvPr/>
        </p:nvSpPr>
        <p:spPr>
          <a:xfrm>
            <a:off x="1104759" y="6215773"/>
            <a:ext cx="5418393" cy="5466447"/>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grpSp>
        <p:nvGrpSpPr>
          <p:cNvPr id="365" name="Grupo"/>
          <p:cNvGrpSpPr/>
          <p:nvPr/>
        </p:nvGrpSpPr>
        <p:grpSpPr>
          <a:xfrm>
            <a:off x="3248401" y="4859751"/>
            <a:ext cx="1010247" cy="996039"/>
            <a:chOff x="0" y="0"/>
            <a:chExt cx="1010245" cy="996038"/>
          </a:xfrm>
        </p:grpSpPr>
        <p:sp>
          <p:nvSpPr>
            <p:cNvPr id="362" name="Freeform 83"/>
            <p:cNvSpPr/>
            <p:nvPr/>
          </p:nvSpPr>
          <p:spPr>
            <a:xfrm>
              <a:off x="-1" y="0"/>
              <a:ext cx="1010247" cy="996039"/>
            </a:xfrm>
            <a:custGeom>
              <a:avLst/>
              <a:gdLst/>
              <a:ahLst/>
              <a:cxnLst>
                <a:cxn ang="0">
                  <a:pos x="wd2" y="hd2"/>
                </a:cxn>
                <a:cxn ang="5400000">
                  <a:pos x="wd2" y="hd2"/>
                </a:cxn>
                <a:cxn ang="10800000">
                  <a:pos x="wd2" y="hd2"/>
                </a:cxn>
                <a:cxn ang="16200000">
                  <a:pos x="wd2" y="hd2"/>
                </a:cxn>
              </a:cxnLst>
              <a:rect l="0" t="0" r="r" b="b"/>
              <a:pathLst>
                <a:path w="20827" h="21600" fill="norm" stroke="1" extrusionOk="0">
                  <a:moveTo>
                    <a:pt x="10396" y="2000"/>
                  </a:moveTo>
                  <a:cubicBezTo>
                    <a:pt x="19145" y="20000"/>
                    <a:pt x="19145" y="20000"/>
                    <a:pt x="19145" y="20000"/>
                  </a:cubicBezTo>
                  <a:cubicBezTo>
                    <a:pt x="1725" y="20000"/>
                    <a:pt x="1725" y="20000"/>
                    <a:pt x="1725" y="20000"/>
                  </a:cubicBezTo>
                  <a:cubicBezTo>
                    <a:pt x="10396" y="2000"/>
                    <a:pt x="10396" y="2000"/>
                    <a:pt x="10396" y="2000"/>
                  </a:cubicBezTo>
                  <a:close/>
                  <a:moveTo>
                    <a:pt x="10396" y="0"/>
                  </a:moveTo>
                  <a:cubicBezTo>
                    <a:pt x="9932" y="0"/>
                    <a:pt x="9545" y="320"/>
                    <a:pt x="9158" y="960"/>
                  </a:cubicBezTo>
                  <a:cubicBezTo>
                    <a:pt x="254" y="19280"/>
                    <a:pt x="254" y="19280"/>
                    <a:pt x="254" y="19280"/>
                  </a:cubicBezTo>
                  <a:cubicBezTo>
                    <a:pt x="-365" y="20560"/>
                    <a:pt x="177" y="21600"/>
                    <a:pt x="1570" y="21600"/>
                  </a:cubicBezTo>
                  <a:cubicBezTo>
                    <a:pt x="19300" y="21600"/>
                    <a:pt x="19300" y="21600"/>
                    <a:pt x="19300" y="21600"/>
                  </a:cubicBezTo>
                  <a:cubicBezTo>
                    <a:pt x="20616" y="21600"/>
                    <a:pt x="21235" y="20560"/>
                    <a:pt x="20538" y="19280"/>
                  </a:cubicBezTo>
                  <a:cubicBezTo>
                    <a:pt x="11635" y="960"/>
                    <a:pt x="11635" y="960"/>
                    <a:pt x="11635" y="960"/>
                  </a:cubicBezTo>
                  <a:cubicBezTo>
                    <a:pt x="11325" y="320"/>
                    <a:pt x="10861" y="0"/>
                    <a:pt x="10396" y="0"/>
                  </a:cubicBezTo>
                  <a:close/>
                </a:path>
              </a:pathLst>
            </a:custGeom>
            <a:solidFill>
              <a:srgbClr val="454545"/>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363" name="Oval 84"/>
            <p:cNvSpPr/>
            <p:nvPr/>
          </p:nvSpPr>
          <p:spPr>
            <a:xfrm>
              <a:off x="440200" y="744332"/>
              <a:ext cx="128218" cy="125852"/>
            </a:xfrm>
            <a:prstGeom prst="ellipse">
              <a:avLst/>
            </a:prstGeom>
            <a:solidFill>
              <a:srgbClr val="454545"/>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364" name="Freeform 85"/>
            <p:cNvSpPr/>
            <p:nvPr/>
          </p:nvSpPr>
          <p:spPr>
            <a:xfrm>
              <a:off x="440200" y="373964"/>
              <a:ext cx="128219" cy="3092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5082" y="21600"/>
                    <a:pt x="0" y="19800"/>
                    <a:pt x="0" y="17486"/>
                  </a:cubicBezTo>
                  <a:cubicBezTo>
                    <a:pt x="0" y="4371"/>
                    <a:pt x="0" y="4371"/>
                    <a:pt x="0" y="4371"/>
                  </a:cubicBezTo>
                  <a:cubicBezTo>
                    <a:pt x="0" y="2057"/>
                    <a:pt x="5082" y="0"/>
                    <a:pt x="10800" y="0"/>
                  </a:cubicBezTo>
                  <a:cubicBezTo>
                    <a:pt x="17153" y="0"/>
                    <a:pt x="21600" y="2057"/>
                    <a:pt x="21600" y="4371"/>
                  </a:cubicBezTo>
                  <a:cubicBezTo>
                    <a:pt x="21600" y="17486"/>
                    <a:pt x="21600" y="17486"/>
                    <a:pt x="21600" y="17486"/>
                  </a:cubicBezTo>
                  <a:cubicBezTo>
                    <a:pt x="21600" y="19800"/>
                    <a:pt x="17153" y="21600"/>
                    <a:pt x="10800" y="21600"/>
                  </a:cubicBezTo>
                </a:path>
              </a:pathLst>
            </a:custGeom>
            <a:solidFill>
              <a:srgbClr val="454545"/>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grpSp>
      <p:sp>
        <p:nvSpPr>
          <p:cNvPr id="366" name="PROBLEMA"/>
          <p:cNvSpPr txBox="1"/>
          <p:nvPr/>
        </p:nvSpPr>
        <p:spPr>
          <a:xfrm>
            <a:off x="2570523" y="5950992"/>
            <a:ext cx="2486864" cy="5842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3200">
                <a:latin typeface="+mj-lt"/>
                <a:ea typeface="+mj-ea"/>
                <a:cs typeface="+mj-cs"/>
                <a:sym typeface="Montserrat"/>
              </a:defRPr>
            </a:lvl1pPr>
          </a:lstStyle>
          <a:p>
            <a:pPr/>
            <a:r>
              <a:t>PROBLEMA</a:t>
            </a:r>
          </a:p>
        </p:txBody>
      </p:sp>
      <p:sp>
        <p:nvSpPr>
          <p:cNvPr id="367" name="Rectangle 14"/>
          <p:cNvSpPr/>
          <p:nvPr/>
        </p:nvSpPr>
        <p:spPr>
          <a:xfrm>
            <a:off x="8943723" y="6215774"/>
            <a:ext cx="5418393" cy="5466447"/>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sp>
        <p:nvSpPr>
          <p:cNvPr id="368" name="SOLUCIÓN"/>
          <p:cNvSpPr txBox="1"/>
          <p:nvPr/>
        </p:nvSpPr>
        <p:spPr>
          <a:xfrm>
            <a:off x="10504992" y="5950992"/>
            <a:ext cx="2295856" cy="5842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3200">
                <a:latin typeface="+mj-lt"/>
                <a:ea typeface="+mj-ea"/>
                <a:cs typeface="+mj-cs"/>
                <a:sym typeface="Montserrat"/>
              </a:defRPr>
            </a:lvl1pPr>
          </a:lstStyle>
          <a:p>
            <a:pPr/>
            <a:r>
              <a:t>SOLUCIÓN</a:t>
            </a:r>
          </a:p>
        </p:txBody>
      </p:sp>
      <p:sp>
        <p:nvSpPr>
          <p:cNvPr id="369" name="Freeform 45"/>
          <p:cNvSpPr/>
          <p:nvPr/>
        </p:nvSpPr>
        <p:spPr>
          <a:xfrm>
            <a:off x="11070440" y="4802727"/>
            <a:ext cx="1164959" cy="11100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213"/>
                </a:moveTo>
                <a:lnTo>
                  <a:pt x="14087" y="7063"/>
                </a:lnTo>
                <a:lnTo>
                  <a:pt x="10722" y="0"/>
                </a:lnTo>
                <a:lnTo>
                  <a:pt x="7435" y="7063"/>
                </a:lnTo>
                <a:lnTo>
                  <a:pt x="0" y="8213"/>
                </a:lnTo>
                <a:lnTo>
                  <a:pt x="5400" y="13716"/>
                </a:lnTo>
                <a:lnTo>
                  <a:pt x="4070" y="21600"/>
                </a:lnTo>
                <a:lnTo>
                  <a:pt x="10722" y="17904"/>
                </a:lnTo>
                <a:lnTo>
                  <a:pt x="17374" y="21600"/>
                </a:lnTo>
                <a:lnTo>
                  <a:pt x="16200" y="13716"/>
                </a:lnTo>
                <a:lnTo>
                  <a:pt x="21600" y="8213"/>
                </a:lnTo>
                <a:close/>
                <a:moveTo>
                  <a:pt x="10722" y="16097"/>
                </a:moveTo>
                <a:lnTo>
                  <a:pt x="6104" y="18725"/>
                </a:lnTo>
                <a:lnTo>
                  <a:pt x="6965" y="13141"/>
                </a:lnTo>
                <a:lnTo>
                  <a:pt x="3130" y="9281"/>
                </a:lnTo>
                <a:lnTo>
                  <a:pt x="8452" y="8541"/>
                </a:lnTo>
                <a:lnTo>
                  <a:pt x="10722" y="3449"/>
                </a:lnTo>
                <a:lnTo>
                  <a:pt x="13148" y="8541"/>
                </a:lnTo>
                <a:lnTo>
                  <a:pt x="18391" y="9281"/>
                </a:lnTo>
                <a:lnTo>
                  <a:pt x="14557" y="13141"/>
                </a:lnTo>
                <a:lnTo>
                  <a:pt x="15496" y="18725"/>
                </a:lnTo>
                <a:lnTo>
                  <a:pt x="10722" y="16097"/>
                </a:lnTo>
                <a:close/>
              </a:path>
            </a:pathLst>
          </a:custGeom>
          <a:solidFill>
            <a:srgbClr val="454545"/>
          </a:solidFill>
          <a:ln w="12700">
            <a:miter lim="400000"/>
          </a:ln>
        </p:spPr>
        <p:txBody>
          <a:bodyPr lIns="45719" rIns="45719"/>
          <a:lstStyle/>
          <a:p>
            <a:pPr algn="l" defTabSz="914400">
              <a:defRPr b="0" sz="1800">
                <a:latin typeface="Calibri"/>
                <a:ea typeface="Calibri"/>
                <a:cs typeface="Calibri"/>
                <a:sym typeface="Calibri"/>
              </a:defRPr>
            </a:pPr>
          </a:p>
        </p:txBody>
      </p:sp>
      <p:sp>
        <p:nvSpPr>
          <p:cNvPr id="370" name="Rectangle 14"/>
          <p:cNvSpPr/>
          <p:nvPr/>
        </p:nvSpPr>
        <p:spPr>
          <a:xfrm>
            <a:off x="16782688" y="6215774"/>
            <a:ext cx="5418393" cy="5466447"/>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sp>
        <p:nvSpPr>
          <p:cNvPr id="371" name="RESULTADOS"/>
          <p:cNvSpPr txBox="1"/>
          <p:nvPr/>
        </p:nvSpPr>
        <p:spPr>
          <a:xfrm>
            <a:off x="18038953" y="5950992"/>
            <a:ext cx="2905862" cy="5842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3200">
                <a:latin typeface="+mj-lt"/>
                <a:ea typeface="+mj-ea"/>
                <a:cs typeface="+mj-cs"/>
                <a:sym typeface="Montserrat"/>
              </a:defRPr>
            </a:lvl1pPr>
          </a:lstStyle>
          <a:p>
            <a:pPr/>
            <a:r>
              <a:t>RESULTADOS</a:t>
            </a:r>
          </a:p>
        </p:txBody>
      </p:sp>
      <p:grpSp>
        <p:nvGrpSpPr>
          <p:cNvPr id="374" name="Group 11"/>
          <p:cNvGrpSpPr/>
          <p:nvPr/>
        </p:nvGrpSpPr>
        <p:grpSpPr>
          <a:xfrm>
            <a:off x="13654444" y="2440023"/>
            <a:ext cx="1783796" cy="1784848"/>
            <a:chOff x="0" y="0"/>
            <a:chExt cx="1783794" cy="1784846"/>
          </a:xfrm>
        </p:grpSpPr>
        <p:sp>
          <p:nvSpPr>
            <p:cNvPr id="372" name="Oval 2"/>
            <p:cNvSpPr/>
            <p:nvPr/>
          </p:nvSpPr>
          <p:spPr>
            <a:xfrm>
              <a:off x="0" y="-1"/>
              <a:ext cx="1783795" cy="1784848"/>
            </a:xfrm>
            <a:prstGeom prst="ellipse">
              <a:avLst/>
            </a:prstGeom>
            <a:noFill/>
            <a:ln w="76200" cap="flat">
              <a:solidFill>
                <a:srgbClr val="00C3D2"/>
              </a:solidFill>
              <a:prstDash val="solid"/>
              <a:round/>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373" name="Oval 3"/>
            <p:cNvSpPr/>
            <p:nvPr/>
          </p:nvSpPr>
          <p:spPr>
            <a:xfrm>
              <a:off x="159469" y="159561"/>
              <a:ext cx="1464859" cy="1465720"/>
            </a:xfrm>
            <a:prstGeom prst="ellipse">
              <a:avLst/>
            </a:prstGeom>
            <a:solidFill>
              <a:srgbClr val="F2F2F2"/>
            </a:solid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defTabSz="914400">
                <a:defRPr sz="1800">
                  <a:solidFill>
                    <a:srgbClr val="333333"/>
                  </a:solidFill>
                  <a:latin typeface="Roboto"/>
                  <a:ea typeface="Roboto"/>
                  <a:cs typeface="Roboto"/>
                  <a:sym typeface="Roboto"/>
                </a:defRPr>
              </a:lvl1pPr>
            </a:lstStyle>
            <a:p>
              <a:pPr/>
              <a:r>
                <a:t>FOTO</a:t>
              </a:r>
            </a:p>
          </p:txBody>
        </p:sp>
      </p:grpSp>
      <p:sp>
        <p:nvSpPr>
          <p:cNvPr id="375" name="“Texto…"/>
          <p:cNvSpPr txBox="1"/>
          <p:nvPr/>
        </p:nvSpPr>
        <p:spPr>
          <a:xfrm>
            <a:off x="15742589" y="2420426"/>
            <a:ext cx="6396356" cy="165150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defTabSz="914400">
              <a:defRPr b="0" i="1" sz="2600">
                <a:solidFill>
                  <a:srgbClr val="252D30"/>
                </a:solidFill>
                <a:latin typeface="Raleway Regular"/>
                <a:ea typeface="Raleway Regular"/>
                <a:cs typeface="Raleway Regular"/>
                <a:sym typeface="Raleway Regular"/>
              </a:defRPr>
            </a:pPr>
            <a:r>
              <a:t>“Texto </a:t>
            </a:r>
          </a:p>
          <a:p>
            <a:pPr algn="just" defTabSz="914400">
              <a:defRPr b="0" i="1" sz="2600">
                <a:solidFill>
                  <a:srgbClr val="252D30"/>
                </a:solidFill>
                <a:latin typeface="Raleway Regular"/>
                <a:ea typeface="Raleway Regular"/>
                <a:cs typeface="Raleway Regular"/>
                <a:sym typeface="Raleway Regular"/>
              </a:defRPr>
            </a:pPr>
            <a:r>
              <a:t>testimonio”</a:t>
            </a:r>
          </a:p>
          <a:p>
            <a:pPr algn="just" defTabSz="914400">
              <a:defRPr b="0" i="1" sz="2600">
                <a:solidFill>
                  <a:srgbClr val="252D30"/>
                </a:solidFill>
                <a:latin typeface="Raleway Regular"/>
                <a:ea typeface="Raleway Regular"/>
                <a:cs typeface="Raleway Regular"/>
                <a:sym typeface="Raleway Regular"/>
              </a:defRPr>
            </a:pPr>
          </a:p>
          <a:p>
            <a:pPr algn="just" defTabSz="914400">
              <a:defRPr b="0" i="1" sz="2600">
                <a:solidFill>
                  <a:srgbClr val="252D30"/>
                </a:solidFill>
                <a:latin typeface="Raleway Bold"/>
                <a:ea typeface="Raleway Bold"/>
                <a:cs typeface="Raleway Bold"/>
                <a:sym typeface="Raleway Bold"/>
              </a:defRPr>
            </a:pPr>
            <a:r>
              <a:rPr>
                <a:solidFill>
                  <a:srgbClr val="00C3D2"/>
                </a:solidFill>
              </a:rPr>
              <a:t>-</a:t>
            </a:r>
            <a:r>
              <a:t> </a:t>
            </a:r>
            <a:r>
              <a:rPr i="0">
                <a:latin typeface="+mj-lt"/>
                <a:ea typeface="+mj-ea"/>
                <a:cs typeface="+mj-cs"/>
                <a:sym typeface="Montserrat"/>
              </a:rPr>
              <a:t>Nombre y apellido | </a:t>
            </a:r>
            <a:r>
              <a:rPr i="0">
                <a:latin typeface="+mj-lt"/>
                <a:ea typeface="+mj-ea"/>
                <a:cs typeface="+mj-cs"/>
                <a:sym typeface="Montserrat"/>
              </a:rPr>
              <a:t>Cargo</a:t>
            </a:r>
            <a:r>
              <a:rPr i="0">
                <a:latin typeface="+mj-lt"/>
                <a:ea typeface="+mj-ea"/>
                <a:cs typeface="+mj-cs"/>
                <a:sym typeface="Montserrat"/>
              </a:rPr>
              <a:t> | Empresa</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374"/>
                                        </p:tgtEl>
                                        <p:attrNameLst>
                                          <p:attrName>style.visibility</p:attrName>
                                        </p:attrNameLst>
                                      </p:cBhvr>
                                      <p:to>
                                        <p:strVal val="visible"/>
                                      </p:to>
                                    </p:set>
                                    <p:anim calcmode="lin" valueType="num">
                                      <p:cBhvr>
                                        <p:cTn id="7" dur="500" fill="hold"/>
                                        <p:tgtEl>
                                          <p:spTgt spid="374"/>
                                        </p:tgtEl>
                                        <p:attrNameLst>
                                          <p:attrName>ppt_w</p:attrName>
                                        </p:attrNameLst>
                                      </p:cBhvr>
                                      <p:tavLst>
                                        <p:tav tm="0">
                                          <p:val>
                                            <p:fltVal val="0"/>
                                          </p:val>
                                        </p:tav>
                                        <p:tav tm="100000">
                                          <p:val>
                                            <p:strVal val="#ppt_w"/>
                                          </p:val>
                                        </p:tav>
                                      </p:tavLst>
                                    </p:anim>
                                    <p:anim calcmode="lin" valueType="num">
                                      <p:cBhvr>
                                        <p:cTn id="8" dur="500" fill="hold"/>
                                        <p:tgtEl>
                                          <p:spTgt spid="37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4" grpId="1"/>
    </p:bldLst>
  </p:timing>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77" name="Servicios"/>
          <p:cNvSpPr txBox="1"/>
          <p:nvPr>
            <p:ph type="title"/>
          </p:nvPr>
        </p:nvSpPr>
        <p:spPr>
          <a:prstGeom prst="rect">
            <a:avLst/>
          </a:prstGeom>
        </p:spPr>
        <p:txBody>
          <a:bodyPr/>
          <a:lstStyle/>
          <a:p>
            <a:pPr/>
            <a:r>
              <a:t>Servicios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79" name="Listado de servicios"/>
          <p:cNvSpPr txBox="1"/>
          <p:nvPr>
            <p:ph type="title"/>
          </p:nvPr>
        </p:nvSpPr>
        <p:spPr>
          <a:prstGeom prst="rect">
            <a:avLst/>
          </a:prstGeom>
        </p:spPr>
        <p:txBody>
          <a:bodyPr/>
          <a:lstStyle/>
          <a:p>
            <a:pPr/>
            <a:r>
              <a:t>Listado de servicios</a:t>
            </a:r>
          </a:p>
        </p:txBody>
      </p:sp>
      <p:sp>
        <p:nvSpPr>
          <p:cNvPr id="380" name="Formación IN-HOUSE de marketing digital, redes sociales, marketing de contenidos, blogging, email marketing y ventas online."/>
          <p:cNvSpPr txBox="1"/>
          <p:nvPr/>
        </p:nvSpPr>
        <p:spPr>
          <a:xfrm>
            <a:off x="320899" y="5502609"/>
            <a:ext cx="3965152" cy="2017873"/>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r>
              <a:t>Formación IN-HOUSE de marketing digital, redes sociales, marketing de contenidos, blogging, email marketing y ventas online.</a:t>
            </a:r>
          </a:p>
        </p:txBody>
      </p:sp>
      <p:sp>
        <p:nvSpPr>
          <p:cNvPr id="381" name="Formación"/>
          <p:cNvSpPr txBox="1"/>
          <p:nvPr/>
        </p:nvSpPr>
        <p:spPr>
          <a:xfrm>
            <a:off x="796652" y="4817283"/>
            <a:ext cx="2695348"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Formación</a:t>
            </a:r>
          </a:p>
        </p:txBody>
      </p:sp>
      <p:sp>
        <p:nvSpPr>
          <p:cNvPr id="382" name="Estrategias"/>
          <p:cNvSpPr txBox="1"/>
          <p:nvPr/>
        </p:nvSpPr>
        <p:spPr>
          <a:xfrm>
            <a:off x="5651657" y="4782607"/>
            <a:ext cx="2400283"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Estrategias</a:t>
            </a:r>
          </a:p>
        </p:txBody>
      </p:sp>
      <p:sp>
        <p:nvSpPr>
          <p:cNvPr id="383" name="Auditorías"/>
          <p:cNvSpPr txBox="1"/>
          <p:nvPr/>
        </p:nvSpPr>
        <p:spPr>
          <a:xfrm>
            <a:off x="9814898" y="4812500"/>
            <a:ext cx="3301204"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Auditorías</a:t>
            </a:r>
          </a:p>
        </p:txBody>
      </p:sp>
      <p:sp>
        <p:nvSpPr>
          <p:cNvPr id="384" name="Reestructuración"/>
          <p:cNvSpPr txBox="1"/>
          <p:nvPr/>
        </p:nvSpPr>
        <p:spPr>
          <a:xfrm>
            <a:off x="15003943" y="4786207"/>
            <a:ext cx="3301204"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Reestructuración</a:t>
            </a:r>
          </a:p>
        </p:txBody>
      </p:sp>
      <p:sp>
        <p:nvSpPr>
          <p:cNvPr id="385" name="Diseño de propuestas y estrategias digitales para marcas."/>
          <p:cNvSpPr txBox="1"/>
          <p:nvPr/>
        </p:nvSpPr>
        <p:spPr>
          <a:xfrm>
            <a:off x="5109279" y="5555049"/>
            <a:ext cx="3705230" cy="2601651"/>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defRPr b="0"/>
            </a:pPr>
            <a:r>
              <a:rPr b="1"/>
              <a:t>Diseño de propuestas y estrategias digitales para marcas.</a:t>
            </a:r>
          </a:p>
        </p:txBody>
      </p:sp>
      <p:sp>
        <p:nvSpPr>
          <p:cNvPr id="386" name="Auditorías digitales de marcas y su competencia (web, blog y redes sociales)"/>
          <p:cNvSpPr txBox="1"/>
          <p:nvPr/>
        </p:nvSpPr>
        <p:spPr>
          <a:xfrm>
            <a:off x="9612885" y="5490073"/>
            <a:ext cx="3705230" cy="2274044"/>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defRPr b="0"/>
            </a:pPr>
            <a:r>
              <a:rPr b="1"/>
              <a:t> Auditorías digitales de marcas y su competencia (web, blog y redes sociales)</a:t>
            </a:r>
          </a:p>
        </p:txBody>
      </p:sp>
      <p:sp>
        <p:nvSpPr>
          <p:cNvPr id="387" name="Reestructuración de departamentos digitales y creación de departamentos digitales en agencias o empresas. Entrevistas a candidatos y formación."/>
          <p:cNvSpPr txBox="1"/>
          <p:nvPr/>
        </p:nvSpPr>
        <p:spPr>
          <a:xfrm>
            <a:off x="14128070" y="5503919"/>
            <a:ext cx="4768114" cy="1819257"/>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defRPr b="0"/>
            </a:pPr>
            <a:r>
              <a:rPr b="1"/>
              <a:t>Reestructuración de departamentos digitales y creación de departamentos digitales en agencias o empresas. Entrevistas a candidatos y formación.</a:t>
            </a:r>
          </a:p>
        </p:txBody>
      </p:sp>
      <p:sp>
        <p:nvSpPr>
          <p:cNvPr id="388" name="Asesoramiento para implementación de estrategias digitales entre marcas e influencers."/>
          <p:cNvSpPr txBox="1"/>
          <p:nvPr/>
        </p:nvSpPr>
        <p:spPr>
          <a:xfrm>
            <a:off x="161750" y="10775194"/>
            <a:ext cx="3965152" cy="2017873"/>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r>
              <a:t>Asesoramiento para implementación de estrategias digitales entre marcas e influencers.</a:t>
            </a:r>
          </a:p>
        </p:txBody>
      </p:sp>
      <p:sp>
        <p:nvSpPr>
          <p:cNvPr id="389" name="Mkt. de Influencia"/>
          <p:cNvSpPr txBox="1"/>
          <p:nvPr/>
        </p:nvSpPr>
        <p:spPr>
          <a:xfrm>
            <a:off x="291711" y="10000309"/>
            <a:ext cx="3705230"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Mkt. de Influencia</a:t>
            </a:r>
          </a:p>
        </p:txBody>
      </p:sp>
      <p:sp>
        <p:nvSpPr>
          <p:cNvPr id="390" name="Mkt. de Contenidos"/>
          <p:cNvSpPr txBox="1"/>
          <p:nvPr/>
        </p:nvSpPr>
        <p:spPr>
          <a:xfrm>
            <a:off x="4760636" y="10000309"/>
            <a:ext cx="3705230" cy="1078509"/>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Mkt. de Contenidos</a:t>
            </a:r>
          </a:p>
        </p:txBody>
      </p:sp>
      <p:sp>
        <p:nvSpPr>
          <p:cNvPr id="391" name="Publicidad online"/>
          <p:cNvSpPr txBox="1"/>
          <p:nvPr/>
        </p:nvSpPr>
        <p:spPr>
          <a:xfrm>
            <a:off x="9846556" y="10000309"/>
            <a:ext cx="3454959"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Publicidad online</a:t>
            </a:r>
          </a:p>
        </p:txBody>
      </p:sp>
      <p:sp>
        <p:nvSpPr>
          <p:cNvPr id="392" name="Asesoramiento para implementación de estrategias y planes de contenidos (Email Marketing, Blogging y Redes Sociales)."/>
          <p:cNvSpPr txBox="1"/>
          <p:nvPr/>
        </p:nvSpPr>
        <p:spPr>
          <a:xfrm>
            <a:off x="4883843" y="10972327"/>
            <a:ext cx="3705231" cy="2601651"/>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defRPr b="0"/>
            </a:pPr>
            <a:r>
              <a:rPr b="1"/>
              <a:t>Asesoramiento para implementación de estrategias y planes de contenidos (Email Marketing, Blogging y Redes Sociales).</a:t>
            </a:r>
          </a:p>
        </p:txBody>
      </p:sp>
      <p:sp>
        <p:nvSpPr>
          <p:cNvPr id="393" name="Estrategia efectivas para crear campañas de anuncios en redes sociales. Optimización de anuncios e informes de resultados."/>
          <p:cNvSpPr txBox="1"/>
          <p:nvPr/>
        </p:nvSpPr>
        <p:spPr>
          <a:xfrm>
            <a:off x="9518784" y="10713628"/>
            <a:ext cx="4110503" cy="2274043"/>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defRPr b="0"/>
            </a:pPr>
            <a:r>
              <a:rPr b="1"/>
              <a:t>Estrategia efectivas para crear campañas de anuncios en redes sociales. Optimización de anuncios e informes de resultados.</a:t>
            </a:r>
          </a:p>
        </p:txBody>
      </p:sp>
      <p:grpSp>
        <p:nvGrpSpPr>
          <p:cNvPr id="403" name="Grupo"/>
          <p:cNvGrpSpPr/>
          <p:nvPr/>
        </p:nvGrpSpPr>
        <p:grpSpPr>
          <a:xfrm>
            <a:off x="10790877" y="3284068"/>
            <a:ext cx="1544463" cy="1447614"/>
            <a:chOff x="0" y="0"/>
            <a:chExt cx="1544462" cy="1447612"/>
          </a:xfrm>
        </p:grpSpPr>
        <p:sp>
          <p:nvSpPr>
            <p:cNvPr id="394" name="Figura"/>
            <p:cNvSpPr/>
            <p:nvPr/>
          </p:nvSpPr>
          <p:spPr>
            <a:xfrm>
              <a:off x="-1" y="-1"/>
              <a:ext cx="1544464" cy="14476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262" y="4680"/>
                  </a:moveTo>
                  <a:cubicBezTo>
                    <a:pt x="17212" y="360"/>
                    <a:pt x="17212" y="360"/>
                    <a:pt x="17212" y="360"/>
                  </a:cubicBezTo>
                  <a:cubicBezTo>
                    <a:pt x="17044" y="180"/>
                    <a:pt x="16706" y="0"/>
                    <a:pt x="16200" y="0"/>
                  </a:cubicBezTo>
                  <a:cubicBezTo>
                    <a:pt x="2025" y="0"/>
                    <a:pt x="2025" y="0"/>
                    <a:pt x="2025" y="0"/>
                  </a:cubicBezTo>
                  <a:cubicBezTo>
                    <a:pt x="1013" y="0"/>
                    <a:pt x="0" y="900"/>
                    <a:pt x="0" y="2160"/>
                  </a:cubicBezTo>
                  <a:cubicBezTo>
                    <a:pt x="0" y="19440"/>
                    <a:pt x="0" y="19440"/>
                    <a:pt x="0" y="19440"/>
                  </a:cubicBezTo>
                  <a:cubicBezTo>
                    <a:pt x="0" y="20700"/>
                    <a:pt x="1013" y="21600"/>
                    <a:pt x="2025" y="21600"/>
                  </a:cubicBezTo>
                  <a:cubicBezTo>
                    <a:pt x="19575" y="21600"/>
                    <a:pt x="19575" y="21600"/>
                    <a:pt x="19575" y="21600"/>
                  </a:cubicBezTo>
                  <a:cubicBezTo>
                    <a:pt x="20756" y="21600"/>
                    <a:pt x="21600" y="20700"/>
                    <a:pt x="21600" y="19440"/>
                  </a:cubicBezTo>
                  <a:cubicBezTo>
                    <a:pt x="21600" y="5760"/>
                    <a:pt x="21600" y="5760"/>
                    <a:pt x="21600" y="5760"/>
                  </a:cubicBezTo>
                  <a:cubicBezTo>
                    <a:pt x="21600" y="5400"/>
                    <a:pt x="21600" y="5040"/>
                    <a:pt x="21262" y="4680"/>
                  </a:cubicBezTo>
                  <a:close/>
                  <a:moveTo>
                    <a:pt x="20250" y="19440"/>
                  </a:moveTo>
                  <a:cubicBezTo>
                    <a:pt x="20250" y="19800"/>
                    <a:pt x="20081" y="20160"/>
                    <a:pt x="19575" y="20160"/>
                  </a:cubicBezTo>
                  <a:cubicBezTo>
                    <a:pt x="2025" y="20160"/>
                    <a:pt x="2025" y="20160"/>
                    <a:pt x="2025" y="20160"/>
                  </a:cubicBezTo>
                  <a:cubicBezTo>
                    <a:pt x="1688" y="20160"/>
                    <a:pt x="1350" y="19800"/>
                    <a:pt x="1350" y="19440"/>
                  </a:cubicBezTo>
                  <a:cubicBezTo>
                    <a:pt x="1350" y="2160"/>
                    <a:pt x="1350" y="2160"/>
                    <a:pt x="1350" y="2160"/>
                  </a:cubicBezTo>
                  <a:cubicBezTo>
                    <a:pt x="1350" y="1800"/>
                    <a:pt x="1688" y="1440"/>
                    <a:pt x="2025" y="1440"/>
                  </a:cubicBezTo>
                  <a:cubicBezTo>
                    <a:pt x="15525" y="1440"/>
                    <a:pt x="15525" y="1440"/>
                    <a:pt x="15525" y="1440"/>
                  </a:cubicBezTo>
                  <a:cubicBezTo>
                    <a:pt x="15525" y="4320"/>
                    <a:pt x="15525" y="4320"/>
                    <a:pt x="15525" y="4320"/>
                  </a:cubicBezTo>
                  <a:cubicBezTo>
                    <a:pt x="15525" y="4320"/>
                    <a:pt x="15525" y="4320"/>
                    <a:pt x="15525" y="4320"/>
                  </a:cubicBezTo>
                  <a:cubicBezTo>
                    <a:pt x="15525" y="5580"/>
                    <a:pt x="16537" y="6480"/>
                    <a:pt x="17550" y="6480"/>
                  </a:cubicBezTo>
                  <a:cubicBezTo>
                    <a:pt x="18225" y="6480"/>
                    <a:pt x="18225" y="6480"/>
                    <a:pt x="18225" y="6480"/>
                  </a:cubicBezTo>
                  <a:cubicBezTo>
                    <a:pt x="20250" y="6480"/>
                    <a:pt x="20250" y="6480"/>
                    <a:pt x="20250" y="6480"/>
                  </a:cubicBezTo>
                  <a:lnTo>
                    <a:pt x="20250" y="19440"/>
                  </a:lnTo>
                  <a:close/>
                  <a:moveTo>
                    <a:pt x="18225" y="5760"/>
                  </a:moveTo>
                  <a:cubicBezTo>
                    <a:pt x="17550" y="5760"/>
                    <a:pt x="17550" y="5760"/>
                    <a:pt x="17550" y="5760"/>
                  </a:cubicBezTo>
                  <a:cubicBezTo>
                    <a:pt x="16875" y="5760"/>
                    <a:pt x="16200" y="5040"/>
                    <a:pt x="16200" y="4320"/>
                  </a:cubicBezTo>
                  <a:cubicBezTo>
                    <a:pt x="16200" y="4320"/>
                    <a:pt x="16200" y="4320"/>
                    <a:pt x="16200" y="4320"/>
                  </a:cubicBezTo>
                  <a:cubicBezTo>
                    <a:pt x="16200" y="1440"/>
                    <a:pt x="16200" y="1440"/>
                    <a:pt x="16200" y="1440"/>
                  </a:cubicBezTo>
                  <a:cubicBezTo>
                    <a:pt x="20250" y="5760"/>
                    <a:pt x="20250" y="5760"/>
                    <a:pt x="20250" y="5760"/>
                  </a:cubicBezTo>
                  <a:lnTo>
                    <a:pt x="18225" y="5760"/>
                  </a:ln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395" name="Figura"/>
            <p:cNvSpPr/>
            <p:nvPr/>
          </p:nvSpPr>
          <p:spPr>
            <a:xfrm>
              <a:off x="723806" y="290543"/>
              <a:ext cx="290545" cy="458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00" y="21600"/>
                  </a:moveTo>
                  <a:cubicBezTo>
                    <a:pt x="19800" y="21600"/>
                    <a:pt x="19800" y="21600"/>
                    <a:pt x="19800" y="21600"/>
                  </a:cubicBezTo>
                  <a:cubicBezTo>
                    <a:pt x="21600" y="21600"/>
                    <a:pt x="21600" y="16200"/>
                    <a:pt x="21600" y="10800"/>
                  </a:cubicBezTo>
                  <a:cubicBezTo>
                    <a:pt x="21600" y="5400"/>
                    <a:pt x="21600" y="0"/>
                    <a:pt x="19800" y="0"/>
                  </a:cubicBezTo>
                  <a:cubicBezTo>
                    <a:pt x="1800" y="0"/>
                    <a:pt x="1800" y="0"/>
                    <a:pt x="1800" y="0"/>
                  </a:cubicBezTo>
                  <a:cubicBezTo>
                    <a:pt x="900" y="0"/>
                    <a:pt x="0" y="5400"/>
                    <a:pt x="0" y="10800"/>
                  </a:cubicBezTo>
                  <a:cubicBezTo>
                    <a:pt x="0" y="16200"/>
                    <a:pt x="900" y="21600"/>
                    <a:pt x="1800" y="21600"/>
                  </a:cubicBez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396" name="Figura"/>
            <p:cNvSpPr/>
            <p:nvPr/>
          </p:nvSpPr>
          <p:spPr>
            <a:xfrm>
              <a:off x="723806" y="433266"/>
              <a:ext cx="290545" cy="509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00" y="21600"/>
                  </a:moveTo>
                  <a:cubicBezTo>
                    <a:pt x="19800" y="21600"/>
                    <a:pt x="19800" y="21600"/>
                    <a:pt x="19800" y="21600"/>
                  </a:cubicBezTo>
                  <a:cubicBezTo>
                    <a:pt x="21600" y="21600"/>
                    <a:pt x="21600" y="16200"/>
                    <a:pt x="21600" y="10800"/>
                  </a:cubicBezTo>
                  <a:cubicBezTo>
                    <a:pt x="21600" y="5400"/>
                    <a:pt x="21600" y="0"/>
                    <a:pt x="19800" y="0"/>
                  </a:cubicBezTo>
                  <a:cubicBezTo>
                    <a:pt x="1800" y="0"/>
                    <a:pt x="1800" y="0"/>
                    <a:pt x="1800" y="0"/>
                  </a:cubicBezTo>
                  <a:cubicBezTo>
                    <a:pt x="900" y="0"/>
                    <a:pt x="0" y="5400"/>
                    <a:pt x="0" y="10800"/>
                  </a:cubicBezTo>
                  <a:cubicBezTo>
                    <a:pt x="0" y="16200"/>
                    <a:pt x="900" y="21600"/>
                    <a:pt x="1800" y="21600"/>
                  </a:cubicBez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397" name="Figura"/>
            <p:cNvSpPr/>
            <p:nvPr/>
          </p:nvSpPr>
          <p:spPr>
            <a:xfrm>
              <a:off x="723806" y="581084"/>
              <a:ext cx="626962" cy="45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16200"/>
                    <a:pt x="415" y="21600"/>
                    <a:pt x="831" y="21600"/>
                  </a:cubicBezTo>
                  <a:cubicBezTo>
                    <a:pt x="20769" y="21600"/>
                    <a:pt x="20769" y="21600"/>
                    <a:pt x="20769" y="21600"/>
                  </a:cubicBezTo>
                  <a:cubicBezTo>
                    <a:pt x="21600" y="21600"/>
                    <a:pt x="21600" y="16200"/>
                    <a:pt x="21600" y="10800"/>
                  </a:cubicBezTo>
                  <a:cubicBezTo>
                    <a:pt x="21600" y="5400"/>
                    <a:pt x="21600" y="0"/>
                    <a:pt x="20769" y="0"/>
                  </a:cubicBezTo>
                  <a:cubicBezTo>
                    <a:pt x="831" y="0"/>
                    <a:pt x="831" y="0"/>
                    <a:pt x="831" y="0"/>
                  </a:cubicBezTo>
                  <a:cubicBezTo>
                    <a:pt x="415" y="0"/>
                    <a:pt x="0" y="5400"/>
                    <a:pt x="0" y="10800"/>
                  </a:cubicBez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398" name="Figura"/>
            <p:cNvSpPr/>
            <p:nvPr/>
          </p:nvSpPr>
          <p:spPr>
            <a:xfrm>
              <a:off x="193694" y="871627"/>
              <a:ext cx="1157074" cy="458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150" y="0"/>
                  </a:moveTo>
                  <a:cubicBezTo>
                    <a:pt x="450" y="0"/>
                    <a:pt x="450" y="0"/>
                    <a:pt x="450" y="0"/>
                  </a:cubicBezTo>
                  <a:cubicBezTo>
                    <a:pt x="225" y="0"/>
                    <a:pt x="0" y="5400"/>
                    <a:pt x="0" y="10800"/>
                  </a:cubicBezTo>
                  <a:cubicBezTo>
                    <a:pt x="0" y="16200"/>
                    <a:pt x="225" y="21600"/>
                    <a:pt x="450" y="21600"/>
                  </a:cubicBezTo>
                  <a:cubicBezTo>
                    <a:pt x="21150" y="21600"/>
                    <a:pt x="21150" y="21600"/>
                    <a:pt x="21150" y="21600"/>
                  </a:cubicBezTo>
                  <a:cubicBezTo>
                    <a:pt x="21600" y="21600"/>
                    <a:pt x="21600" y="16200"/>
                    <a:pt x="21600" y="10800"/>
                  </a:cubicBezTo>
                  <a:cubicBezTo>
                    <a:pt x="21600" y="5400"/>
                    <a:pt x="21600" y="0"/>
                    <a:pt x="21150" y="0"/>
                  </a:cubicBez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399" name="Figura"/>
            <p:cNvSpPr/>
            <p:nvPr/>
          </p:nvSpPr>
          <p:spPr>
            <a:xfrm>
              <a:off x="193694" y="1014350"/>
              <a:ext cx="1157074" cy="509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150" y="0"/>
                  </a:moveTo>
                  <a:cubicBezTo>
                    <a:pt x="450" y="0"/>
                    <a:pt x="450" y="0"/>
                    <a:pt x="450" y="0"/>
                  </a:cubicBezTo>
                  <a:cubicBezTo>
                    <a:pt x="225" y="0"/>
                    <a:pt x="0" y="5400"/>
                    <a:pt x="0" y="10800"/>
                  </a:cubicBezTo>
                  <a:cubicBezTo>
                    <a:pt x="0" y="16200"/>
                    <a:pt x="225" y="21600"/>
                    <a:pt x="450" y="21600"/>
                  </a:cubicBezTo>
                  <a:cubicBezTo>
                    <a:pt x="21150" y="21600"/>
                    <a:pt x="21150" y="21600"/>
                    <a:pt x="21150" y="21600"/>
                  </a:cubicBezTo>
                  <a:cubicBezTo>
                    <a:pt x="21600" y="21600"/>
                    <a:pt x="21600" y="16200"/>
                    <a:pt x="21600" y="10800"/>
                  </a:cubicBezTo>
                  <a:cubicBezTo>
                    <a:pt x="21600" y="5400"/>
                    <a:pt x="21600" y="0"/>
                    <a:pt x="21150" y="0"/>
                  </a:cubicBez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400" name="Figura"/>
            <p:cNvSpPr/>
            <p:nvPr/>
          </p:nvSpPr>
          <p:spPr>
            <a:xfrm>
              <a:off x="193694" y="1162168"/>
              <a:ext cx="1157074" cy="45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150" y="0"/>
                  </a:moveTo>
                  <a:cubicBezTo>
                    <a:pt x="450" y="0"/>
                    <a:pt x="450" y="0"/>
                    <a:pt x="450" y="0"/>
                  </a:cubicBezTo>
                  <a:cubicBezTo>
                    <a:pt x="225" y="0"/>
                    <a:pt x="0" y="5400"/>
                    <a:pt x="0" y="10800"/>
                  </a:cubicBezTo>
                  <a:cubicBezTo>
                    <a:pt x="0" y="16200"/>
                    <a:pt x="225" y="21600"/>
                    <a:pt x="450" y="21600"/>
                  </a:cubicBezTo>
                  <a:cubicBezTo>
                    <a:pt x="21150" y="21600"/>
                    <a:pt x="21150" y="21600"/>
                    <a:pt x="21150" y="21600"/>
                  </a:cubicBezTo>
                  <a:cubicBezTo>
                    <a:pt x="21600" y="21600"/>
                    <a:pt x="21600" y="16200"/>
                    <a:pt x="21600" y="10800"/>
                  </a:cubicBezTo>
                  <a:cubicBezTo>
                    <a:pt x="21600" y="5400"/>
                    <a:pt x="21600" y="0"/>
                    <a:pt x="21150" y="0"/>
                  </a:cubicBez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401" name="Figura"/>
            <p:cNvSpPr/>
            <p:nvPr/>
          </p:nvSpPr>
          <p:spPr>
            <a:xfrm>
              <a:off x="193694" y="723806"/>
              <a:ext cx="1157074" cy="509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150" y="0"/>
                  </a:moveTo>
                  <a:cubicBezTo>
                    <a:pt x="450" y="0"/>
                    <a:pt x="450" y="0"/>
                    <a:pt x="450" y="0"/>
                  </a:cubicBezTo>
                  <a:cubicBezTo>
                    <a:pt x="225" y="0"/>
                    <a:pt x="0" y="5400"/>
                    <a:pt x="0" y="10800"/>
                  </a:cubicBezTo>
                  <a:cubicBezTo>
                    <a:pt x="0" y="16200"/>
                    <a:pt x="225" y="21600"/>
                    <a:pt x="450" y="21600"/>
                  </a:cubicBezTo>
                  <a:cubicBezTo>
                    <a:pt x="21150" y="21600"/>
                    <a:pt x="21150" y="21600"/>
                    <a:pt x="21150" y="21600"/>
                  </a:cubicBezTo>
                  <a:cubicBezTo>
                    <a:pt x="21600" y="21600"/>
                    <a:pt x="21600" y="16200"/>
                    <a:pt x="21600" y="10800"/>
                  </a:cubicBezTo>
                  <a:cubicBezTo>
                    <a:pt x="21600" y="5400"/>
                    <a:pt x="21600" y="0"/>
                    <a:pt x="21150" y="0"/>
                  </a:cubicBez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sp>
          <p:nvSpPr>
            <p:cNvPr id="402" name="Figura"/>
            <p:cNvSpPr/>
            <p:nvPr/>
          </p:nvSpPr>
          <p:spPr>
            <a:xfrm>
              <a:off x="193694" y="239571"/>
              <a:ext cx="433267" cy="3873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400" y="21600"/>
                  </a:moveTo>
                  <a:cubicBezTo>
                    <a:pt x="19200" y="21600"/>
                    <a:pt x="19200" y="21600"/>
                    <a:pt x="19200" y="21600"/>
                  </a:cubicBezTo>
                  <a:cubicBezTo>
                    <a:pt x="21000" y="21600"/>
                    <a:pt x="21600" y="20250"/>
                    <a:pt x="21600" y="18900"/>
                  </a:cubicBezTo>
                  <a:cubicBezTo>
                    <a:pt x="21600" y="2700"/>
                    <a:pt x="21600" y="2700"/>
                    <a:pt x="21600" y="2700"/>
                  </a:cubicBezTo>
                  <a:cubicBezTo>
                    <a:pt x="21600" y="1350"/>
                    <a:pt x="21000" y="0"/>
                    <a:pt x="19200" y="0"/>
                  </a:cubicBezTo>
                  <a:cubicBezTo>
                    <a:pt x="2400" y="0"/>
                    <a:pt x="2400" y="0"/>
                    <a:pt x="2400" y="0"/>
                  </a:cubicBezTo>
                  <a:cubicBezTo>
                    <a:pt x="1200" y="0"/>
                    <a:pt x="0" y="1350"/>
                    <a:pt x="0" y="2700"/>
                  </a:cubicBezTo>
                  <a:cubicBezTo>
                    <a:pt x="0" y="18900"/>
                    <a:pt x="0" y="18900"/>
                    <a:pt x="0" y="18900"/>
                  </a:cubicBezTo>
                  <a:cubicBezTo>
                    <a:pt x="0" y="20250"/>
                    <a:pt x="1200" y="21600"/>
                    <a:pt x="2400" y="21600"/>
                  </a:cubicBezTo>
                  <a:close/>
                  <a:moveTo>
                    <a:pt x="4800" y="5400"/>
                  </a:moveTo>
                  <a:cubicBezTo>
                    <a:pt x="16800" y="5400"/>
                    <a:pt x="16800" y="5400"/>
                    <a:pt x="16800" y="5400"/>
                  </a:cubicBezTo>
                  <a:cubicBezTo>
                    <a:pt x="16800" y="16200"/>
                    <a:pt x="16800" y="16200"/>
                    <a:pt x="16800" y="16200"/>
                  </a:cubicBezTo>
                  <a:cubicBezTo>
                    <a:pt x="4800" y="16200"/>
                    <a:pt x="4800" y="16200"/>
                    <a:pt x="4800" y="16200"/>
                  </a:cubicBezTo>
                  <a:lnTo>
                    <a:pt x="4800" y="5400"/>
                  </a:lnTo>
                  <a:close/>
                </a:path>
              </a:pathLst>
            </a:custGeom>
            <a:solidFill>
              <a:srgbClr val="FFFFFF"/>
            </a:solidFill>
            <a:ln w="12700" cap="flat">
              <a:noFill/>
              <a:miter lim="400000"/>
              <a:tailEnd type="triangle" w="med" len="med"/>
            </a:ln>
            <a:effectLst/>
          </p:spPr>
          <p:txBody>
            <a:bodyPr wrap="square" lIns="128587" tIns="128587" rIns="128587" bIns="128587" numCol="1" anchor="t">
              <a:noAutofit/>
            </a:bodyPr>
            <a:lstStyle/>
            <a:p>
              <a:pPr algn="l" defTabSz="1285875">
                <a:defRPr b="0" sz="5000">
                  <a:solidFill>
                    <a:srgbClr val="0A0A0A"/>
                  </a:solidFill>
                  <a:latin typeface="Calibri"/>
                  <a:ea typeface="Calibri"/>
                  <a:cs typeface="Calibri"/>
                  <a:sym typeface="Calibri"/>
                </a:defRPr>
              </a:pPr>
            </a:p>
          </p:txBody>
        </p:sp>
      </p:grpSp>
      <p:pic>
        <p:nvPicPr>
          <p:cNvPr id="404" name="Imagen" descr="Imagen"/>
          <p:cNvPicPr>
            <a:picLocks noChangeAspect="1"/>
          </p:cNvPicPr>
          <p:nvPr/>
        </p:nvPicPr>
        <p:blipFill>
          <a:blip r:embed="rId2">
            <a:extLst/>
          </a:blip>
          <a:stretch>
            <a:fillRect/>
          </a:stretch>
        </p:blipFill>
        <p:spPr>
          <a:xfrm>
            <a:off x="1142867" y="2560197"/>
            <a:ext cx="2002918" cy="2002905"/>
          </a:xfrm>
          <a:prstGeom prst="rect">
            <a:avLst/>
          </a:prstGeom>
          <a:ln w="12700">
            <a:miter lim="400000"/>
          </a:ln>
        </p:spPr>
      </p:pic>
      <p:pic>
        <p:nvPicPr>
          <p:cNvPr id="405" name="Imagen" descr="Imagen"/>
          <p:cNvPicPr>
            <a:picLocks noChangeAspect="1"/>
          </p:cNvPicPr>
          <p:nvPr/>
        </p:nvPicPr>
        <p:blipFill>
          <a:blip r:embed="rId3">
            <a:extLst/>
          </a:blip>
          <a:stretch>
            <a:fillRect/>
          </a:stretch>
        </p:blipFill>
        <p:spPr>
          <a:xfrm>
            <a:off x="6249230" y="2560197"/>
            <a:ext cx="1240174" cy="2010157"/>
          </a:xfrm>
          <a:prstGeom prst="rect">
            <a:avLst/>
          </a:prstGeom>
          <a:ln w="12700">
            <a:miter lim="400000"/>
          </a:ln>
        </p:spPr>
      </p:pic>
      <p:pic>
        <p:nvPicPr>
          <p:cNvPr id="406" name="Imagen" descr="Imagen"/>
          <p:cNvPicPr>
            <a:picLocks noChangeAspect="1"/>
          </p:cNvPicPr>
          <p:nvPr/>
        </p:nvPicPr>
        <p:blipFill>
          <a:blip r:embed="rId4">
            <a:extLst/>
          </a:blip>
          <a:stretch>
            <a:fillRect/>
          </a:stretch>
        </p:blipFill>
        <p:spPr>
          <a:xfrm>
            <a:off x="10751100" y="2804747"/>
            <a:ext cx="1428802" cy="1875334"/>
          </a:xfrm>
          <a:prstGeom prst="rect">
            <a:avLst/>
          </a:prstGeom>
          <a:ln w="12700">
            <a:miter lim="400000"/>
          </a:ln>
        </p:spPr>
      </p:pic>
      <p:sp>
        <p:nvSpPr>
          <p:cNvPr id="407" name="Asesoramiento y supervisión para proyectos de webs y blogs y creación de estrategias de optimización para webs."/>
          <p:cNvSpPr txBox="1"/>
          <p:nvPr/>
        </p:nvSpPr>
        <p:spPr>
          <a:xfrm>
            <a:off x="19835477" y="5502609"/>
            <a:ext cx="4110503" cy="1819257"/>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defRPr b="0"/>
            </a:pPr>
            <a:r>
              <a:rPr b="1"/>
              <a:t>Asesoramiento y supervisión para proyectos de webs y blogs y creación de estrategias de optimización para webs.</a:t>
            </a:r>
          </a:p>
        </p:txBody>
      </p:sp>
      <p:sp>
        <p:nvSpPr>
          <p:cNvPr id="408" name="Webs y blogs"/>
          <p:cNvSpPr txBox="1"/>
          <p:nvPr/>
        </p:nvSpPr>
        <p:spPr>
          <a:xfrm>
            <a:off x="19908153" y="4786207"/>
            <a:ext cx="3965152"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Webs y blogs</a:t>
            </a:r>
          </a:p>
        </p:txBody>
      </p:sp>
      <p:pic>
        <p:nvPicPr>
          <p:cNvPr id="409" name="Imagen" descr="Imagen"/>
          <p:cNvPicPr>
            <a:picLocks noChangeAspect="1"/>
          </p:cNvPicPr>
          <p:nvPr/>
        </p:nvPicPr>
        <p:blipFill>
          <a:blip r:embed="rId5">
            <a:extLst/>
          </a:blip>
          <a:stretch>
            <a:fillRect/>
          </a:stretch>
        </p:blipFill>
        <p:spPr>
          <a:xfrm>
            <a:off x="20583287" y="2723546"/>
            <a:ext cx="2614884" cy="1911972"/>
          </a:xfrm>
          <a:prstGeom prst="rect">
            <a:avLst/>
          </a:prstGeom>
          <a:ln w="12700">
            <a:miter lim="400000"/>
          </a:ln>
        </p:spPr>
      </p:pic>
      <p:pic>
        <p:nvPicPr>
          <p:cNvPr id="410" name="Imagen" descr="Imagen"/>
          <p:cNvPicPr>
            <a:picLocks noChangeAspect="1"/>
          </p:cNvPicPr>
          <p:nvPr/>
        </p:nvPicPr>
        <p:blipFill>
          <a:blip r:embed="rId6">
            <a:extLst/>
          </a:blip>
          <a:stretch>
            <a:fillRect/>
          </a:stretch>
        </p:blipFill>
        <p:spPr>
          <a:xfrm>
            <a:off x="5798785" y="7946275"/>
            <a:ext cx="1875346" cy="2002905"/>
          </a:xfrm>
          <a:prstGeom prst="rect">
            <a:avLst/>
          </a:prstGeom>
          <a:ln w="12700">
            <a:miter lim="400000"/>
          </a:ln>
        </p:spPr>
      </p:pic>
      <p:pic>
        <p:nvPicPr>
          <p:cNvPr id="411" name="Imagen" descr="Imagen"/>
          <p:cNvPicPr>
            <a:picLocks noChangeAspect="1"/>
          </p:cNvPicPr>
          <p:nvPr/>
        </p:nvPicPr>
        <p:blipFill>
          <a:blip r:embed="rId7">
            <a:extLst/>
          </a:blip>
          <a:stretch>
            <a:fillRect/>
          </a:stretch>
        </p:blipFill>
        <p:spPr>
          <a:xfrm>
            <a:off x="923689" y="8015410"/>
            <a:ext cx="2441274" cy="1819257"/>
          </a:xfrm>
          <a:prstGeom prst="rect">
            <a:avLst/>
          </a:prstGeom>
          <a:ln w="12700">
            <a:miter lim="400000"/>
          </a:ln>
        </p:spPr>
      </p:pic>
      <p:sp>
        <p:nvSpPr>
          <p:cNvPr id="412" name="Email Marketing"/>
          <p:cNvSpPr txBox="1"/>
          <p:nvPr/>
        </p:nvSpPr>
        <p:spPr>
          <a:xfrm>
            <a:off x="15003943" y="10009761"/>
            <a:ext cx="3301204"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Email Marketing</a:t>
            </a:r>
          </a:p>
        </p:txBody>
      </p:sp>
      <p:sp>
        <p:nvSpPr>
          <p:cNvPr id="413" name="Plan de Email Marketing para captación de suscriptores, cultivo de leads y ventas online."/>
          <p:cNvSpPr txBox="1"/>
          <p:nvPr/>
        </p:nvSpPr>
        <p:spPr>
          <a:xfrm>
            <a:off x="14631982" y="10713628"/>
            <a:ext cx="3962304" cy="1819257"/>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defRPr b="0"/>
            </a:pPr>
            <a:r>
              <a:rPr b="1"/>
              <a:t>Plan de Email Marketing para captación de suscriptores, cultivo de leads y ventas online.</a:t>
            </a:r>
          </a:p>
        </p:txBody>
      </p:sp>
      <p:sp>
        <p:nvSpPr>
          <p:cNvPr id="414" name="Estrategias para vender productos y servicios online a través de acciones orgánicas y pagadas."/>
          <p:cNvSpPr txBox="1"/>
          <p:nvPr/>
        </p:nvSpPr>
        <p:spPr>
          <a:xfrm>
            <a:off x="20038113" y="10728468"/>
            <a:ext cx="3705230" cy="1819257"/>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1800">
                <a:latin typeface="+mj-lt"/>
                <a:ea typeface="+mj-ea"/>
                <a:cs typeface="+mj-cs"/>
                <a:sym typeface="Montserrat"/>
              </a:defRPr>
            </a:lvl1pPr>
          </a:lstStyle>
          <a:p>
            <a:pPr/>
            <a:r>
              <a:t>Estrategias para vender productos y servicios online a través de acciones orgánicas y pagadas.</a:t>
            </a:r>
          </a:p>
        </p:txBody>
      </p:sp>
      <p:sp>
        <p:nvSpPr>
          <p:cNvPr id="415" name="Ventas online"/>
          <p:cNvSpPr txBox="1"/>
          <p:nvPr/>
        </p:nvSpPr>
        <p:spPr>
          <a:xfrm>
            <a:off x="19908153" y="10009761"/>
            <a:ext cx="3965152" cy="723756"/>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defTabSz="1285875">
              <a:defRPr sz="2800">
                <a:latin typeface="+mj-lt"/>
                <a:ea typeface="+mj-ea"/>
                <a:cs typeface="+mj-cs"/>
                <a:sym typeface="Montserrat"/>
              </a:defRPr>
            </a:lvl1pPr>
          </a:lstStyle>
          <a:p>
            <a:pPr>
              <a:defRPr b="0"/>
            </a:pPr>
            <a:r>
              <a:rPr b="1"/>
              <a:t>Ventas online</a:t>
            </a:r>
          </a:p>
        </p:txBody>
      </p:sp>
      <p:pic>
        <p:nvPicPr>
          <p:cNvPr id="416" name="Imagen" descr="Imagen"/>
          <p:cNvPicPr>
            <a:picLocks noChangeAspect="1"/>
          </p:cNvPicPr>
          <p:nvPr/>
        </p:nvPicPr>
        <p:blipFill>
          <a:blip r:embed="rId8">
            <a:extLst/>
          </a:blip>
          <a:stretch>
            <a:fillRect/>
          </a:stretch>
        </p:blipFill>
        <p:spPr>
          <a:xfrm>
            <a:off x="15707363" y="8084031"/>
            <a:ext cx="1811542" cy="1747749"/>
          </a:xfrm>
          <a:prstGeom prst="rect">
            <a:avLst/>
          </a:prstGeom>
          <a:ln w="12700">
            <a:miter lim="400000"/>
          </a:ln>
        </p:spPr>
      </p:pic>
      <p:pic>
        <p:nvPicPr>
          <p:cNvPr id="417" name="Imagen" descr="Imagen"/>
          <p:cNvPicPr>
            <a:picLocks noChangeAspect="1"/>
          </p:cNvPicPr>
          <p:nvPr/>
        </p:nvPicPr>
        <p:blipFill>
          <a:blip r:embed="rId9">
            <a:extLst/>
          </a:blip>
          <a:stretch>
            <a:fillRect/>
          </a:stretch>
        </p:blipFill>
        <p:spPr>
          <a:xfrm>
            <a:off x="15535124" y="2628438"/>
            <a:ext cx="2238842" cy="2017872"/>
          </a:xfrm>
          <a:prstGeom prst="rect">
            <a:avLst/>
          </a:prstGeom>
          <a:ln w="12700">
            <a:miter lim="400000"/>
          </a:ln>
        </p:spPr>
      </p:pic>
      <p:pic>
        <p:nvPicPr>
          <p:cNvPr id="418" name="Imagen" descr="Imagen"/>
          <p:cNvPicPr>
            <a:picLocks noChangeAspect="1"/>
          </p:cNvPicPr>
          <p:nvPr/>
        </p:nvPicPr>
        <p:blipFill>
          <a:blip r:embed="rId10">
            <a:extLst/>
          </a:blip>
          <a:stretch>
            <a:fillRect/>
          </a:stretch>
        </p:blipFill>
        <p:spPr>
          <a:xfrm>
            <a:off x="20953062" y="8248447"/>
            <a:ext cx="1875333" cy="1757491"/>
          </a:xfrm>
          <a:prstGeom prst="rect">
            <a:avLst/>
          </a:prstGeom>
          <a:ln w="12700">
            <a:miter lim="400000"/>
          </a:ln>
        </p:spPr>
      </p:pic>
      <p:pic>
        <p:nvPicPr>
          <p:cNvPr id="419" name="Imagen" descr="Imagen"/>
          <p:cNvPicPr>
            <a:picLocks noChangeAspect="1"/>
          </p:cNvPicPr>
          <p:nvPr/>
        </p:nvPicPr>
        <p:blipFill>
          <a:blip r:embed="rId11">
            <a:extLst/>
          </a:blip>
          <a:stretch>
            <a:fillRect/>
          </a:stretch>
        </p:blipFill>
        <p:spPr>
          <a:xfrm>
            <a:off x="10285252" y="7946275"/>
            <a:ext cx="2577567" cy="200290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403"/>
                                        </p:tgtEl>
                                        <p:attrNameLst>
                                          <p:attrName>style.visibility</p:attrName>
                                        </p:attrNameLst>
                                      </p:cBhvr>
                                      <p:to>
                                        <p:strVal val="visible"/>
                                      </p:to>
                                    </p:set>
                                    <p:anim calcmode="lin" valueType="num">
                                      <p:cBhvr>
                                        <p:cTn id="7" dur="500" fill="hold"/>
                                        <p:tgtEl>
                                          <p:spTgt spid="403"/>
                                        </p:tgtEl>
                                        <p:attrNameLst>
                                          <p:attrName>ppt_w</p:attrName>
                                        </p:attrNameLst>
                                      </p:cBhvr>
                                      <p:tavLst>
                                        <p:tav tm="0">
                                          <p:val>
                                            <p:fltVal val="0"/>
                                          </p:val>
                                        </p:tav>
                                        <p:tav tm="100000">
                                          <p:val>
                                            <p:strVal val="#ppt_w"/>
                                          </p:val>
                                        </p:tav>
                                      </p:tavLst>
                                    </p:anim>
                                    <p:anim calcmode="lin" valueType="num">
                                      <p:cBhvr>
                                        <p:cTn id="8" dur="500" fill="hold"/>
                                        <p:tgtEl>
                                          <p:spTgt spid="40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3" grpId="1"/>
    </p:bldLst>
  </p:timing>
</p:sld>
</file>

<file path=ppt/slides/slide1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21" name="Ejemplo detalle servicio"/>
          <p:cNvSpPr txBox="1"/>
          <p:nvPr>
            <p:ph type="title"/>
          </p:nvPr>
        </p:nvSpPr>
        <p:spPr>
          <a:prstGeom prst="rect">
            <a:avLst/>
          </a:prstGeom>
        </p:spPr>
        <p:txBody>
          <a:bodyPr/>
          <a:lstStyle/>
          <a:p>
            <a:pPr/>
            <a:r>
              <a:t>Ejemplo detalle servicio</a:t>
            </a:r>
          </a:p>
        </p:txBody>
      </p:sp>
      <p:sp>
        <p:nvSpPr>
          <p:cNvPr id="422" name="Rectangle 14"/>
          <p:cNvSpPr/>
          <p:nvPr/>
        </p:nvSpPr>
        <p:spPr>
          <a:xfrm>
            <a:off x="1931674" y="3717052"/>
            <a:ext cx="6325218" cy="7337399"/>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sp>
        <p:nvSpPr>
          <p:cNvPr id="423" name="ACCIONES DIARIAS"/>
          <p:cNvSpPr txBox="1"/>
          <p:nvPr/>
        </p:nvSpPr>
        <p:spPr>
          <a:xfrm>
            <a:off x="3738990" y="3496721"/>
            <a:ext cx="3379979" cy="4953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600">
                <a:latin typeface="+mj-lt"/>
                <a:ea typeface="+mj-ea"/>
                <a:cs typeface="+mj-cs"/>
                <a:sym typeface="Montserrat"/>
              </a:defRPr>
            </a:lvl1pPr>
          </a:lstStyle>
          <a:p>
            <a:pPr/>
            <a:r>
              <a:t>ACCIONES DIARIAS</a:t>
            </a:r>
          </a:p>
        </p:txBody>
      </p:sp>
      <p:grpSp>
        <p:nvGrpSpPr>
          <p:cNvPr id="426" name="Grupo"/>
          <p:cNvGrpSpPr/>
          <p:nvPr/>
        </p:nvGrpSpPr>
        <p:grpSpPr>
          <a:xfrm>
            <a:off x="2317125" y="3109371"/>
            <a:ext cx="1270001" cy="1270001"/>
            <a:chOff x="0" y="0"/>
            <a:chExt cx="1270000" cy="1270000"/>
          </a:xfrm>
        </p:grpSpPr>
        <p:sp>
          <p:nvSpPr>
            <p:cNvPr id="424" name="Cuadrado"/>
            <p:cNvSpPr/>
            <p:nvPr/>
          </p:nvSpPr>
          <p:spPr>
            <a:xfrm>
              <a:off x="0" y="0"/>
              <a:ext cx="1270000" cy="1270000"/>
            </a:xfrm>
            <a:prstGeom prst="rect">
              <a:avLst/>
            </a:prstGeom>
            <a:solidFill>
              <a:srgbClr val="FFFFFF"/>
            </a:solidFill>
            <a:ln w="12700" cap="flat">
              <a:noFill/>
              <a:miter lim="400000"/>
            </a:ln>
            <a:effectLst/>
          </p:spPr>
          <p:txBody>
            <a:bodyPr wrap="square" lIns="50800" tIns="50800" rIns="50800" bIns="50800" numCol="1" anchor="ctr">
              <a:noAutofit/>
            </a:bodyPr>
            <a:lstStyle/>
            <a:p>
              <a:pPr>
                <a:defRPr b="0" sz="3200">
                  <a:solidFill>
                    <a:srgbClr val="FFFFFF"/>
                  </a:solidFill>
                  <a:latin typeface="+mn-lt"/>
                  <a:ea typeface="+mn-ea"/>
                  <a:cs typeface="+mn-cs"/>
                  <a:sym typeface="Helvetica Neue Medium"/>
                </a:defRPr>
              </a:pPr>
            </a:p>
          </p:txBody>
        </p:sp>
        <p:sp>
          <p:nvSpPr>
            <p:cNvPr id="425" name="Freeform 66"/>
            <p:cNvSpPr/>
            <p:nvPr/>
          </p:nvSpPr>
          <p:spPr>
            <a:xfrm>
              <a:off x="81971" y="45673"/>
              <a:ext cx="1106057" cy="11786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72" y="8139"/>
                  </a:moveTo>
                  <a:lnTo>
                    <a:pt x="10091" y="8139"/>
                  </a:lnTo>
                  <a:lnTo>
                    <a:pt x="10091" y="10800"/>
                  </a:lnTo>
                  <a:lnTo>
                    <a:pt x="7172" y="10800"/>
                  </a:lnTo>
                  <a:lnTo>
                    <a:pt x="7172" y="8139"/>
                  </a:lnTo>
                  <a:close/>
                  <a:moveTo>
                    <a:pt x="11509" y="8139"/>
                  </a:moveTo>
                  <a:lnTo>
                    <a:pt x="14428" y="8139"/>
                  </a:lnTo>
                  <a:lnTo>
                    <a:pt x="14428" y="10800"/>
                  </a:lnTo>
                  <a:lnTo>
                    <a:pt x="11509" y="10800"/>
                  </a:lnTo>
                  <a:lnTo>
                    <a:pt x="11509" y="8139"/>
                  </a:lnTo>
                  <a:close/>
                  <a:moveTo>
                    <a:pt x="15846" y="8139"/>
                  </a:moveTo>
                  <a:lnTo>
                    <a:pt x="18681" y="8139"/>
                  </a:lnTo>
                  <a:lnTo>
                    <a:pt x="18681" y="10800"/>
                  </a:lnTo>
                  <a:lnTo>
                    <a:pt x="15846" y="10800"/>
                  </a:lnTo>
                  <a:lnTo>
                    <a:pt x="15846" y="8139"/>
                  </a:lnTo>
                  <a:close/>
                  <a:moveTo>
                    <a:pt x="2836" y="16200"/>
                  </a:moveTo>
                  <a:lnTo>
                    <a:pt x="5754" y="16200"/>
                  </a:lnTo>
                  <a:lnTo>
                    <a:pt x="5754" y="18939"/>
                  </a:lnTo>
                  <a:lnTo>
                    <a:pt x="2836" y="18939"/>
                  </a:lnTo>
                  <a:lnTo>
                    <a:pt x="2836" y="16200"/>
                  </a:lnTo>
                  <a:close/>
                  <a:moveTo>
                    <a:pt x="7172" y="16200"/>
                  </a:moveTo>
                  <a:lnTo>
                    <a:pt x="10091" y="16200"/>
                  </a:lnTo>
                  <a:lnTo>
                    <a:pt x="10091" y="18939"/>
                  </a:lnTo>
                  <a:lnTo>
                    <a:pt x="7172" y="18939"/>
                  </a:lnTo>
                  <a:lnTo>
                    <a:pt x="7172" y="16200"/>
                  </a:lnTo>
                  <a:close/>
                  <a:moveTo>
                    <a:pt x="11509" y="16200"/>
                  </a:moveTo>
                  <a:lnTo>
                    <a:pt x="14428" y="16200"/>
                  </a:lnTo>
                  <a:lnTo>
                    <a:pt x="14428" y="18939"/>
                  </a:lnTo>
                  <a:lnTo>
                    <a:pt x="11509" y="18939"/>
                  </a:lnTo>
                  <a:lnTo>
                    <a:pt x="11509" y="16200"/>
                  </a:lnTo>
                  <a:close/>
                  <a:moveTo>
                    <a:pt x="7172" y="12130"/>
                  </a:moveTo>
                  <a:lnTo>
                    <a:pt x="10091" y="12130"/>
                  </a:lnTo>
                  <a:lnTo>
                    <a:pt x="10091" y="14870"/>
                  </a:lnTo>
                  <a:lnTo>
                    <a:pt x="7172" y="14870"/>
                  </a:lnTo>
                  <a:lnTo>
                    <a:pt x="7172" y="12130"/>
                  </a:lnTo>
                  <a:close/>
                  <a:moveTo>
                    <a:pt x="11509" y="12130"/>
                  </a:moveTo>
                  <a:lnTo>
                    <a:pt x="14428" y="12130"/>
                  </a:lnTo>
                  <a:lnTo>
                    <a:pt x="14428" y="14870"/>
                  </a:lnTo>
                  <a:lnTo>
                    <a:pt x="11509" y="14870"/>
                  </a:lnTo>
                  <a:lnTo>
                    <a:pt x="11509" y="12130"/>
                  </a:lnTo>
                  <a:close/>
                  <a:moveTo>
                    <a:pt x="15846" y="12130"/>
                  </a:moveTo>
                  <a:lnTo>
                    <a:pt x="18681" y="12130"/>
                  </a:lnTo>
                  <a:lnTo>
                    <a:pt x="18681" y="14870"/>
                  </a:lnTo>
                  <a:lnTo>
                    <a:pt x="15846" y="14870"/>
                  </a:lnTo>
                  <a:lnTo>
                    <a:pt x="15846" y="12130"/>
                  </a:lnTo>
                  <a:close/>
                  <a:moveTo>
                    <a:pt x="2836" y="12130"/>
                  </a:moveTo>
                  <a:lnTo>
                    <a:pt x="5754" y="12130"/>
                  </a:lnTo>
                  <a:lnTo>
                    <a:pt x="5754" y="14870"/>
                  </a:lnTo>
                  <a:lnTo>
                    <a:pt x="2836" y="14870"/>
                  </a:lnTo>
                  <a:lnTo>
                    <a:pt x="2836" y="12130"/>
                  </a:lnTo>
                  <a:close/>
                  <a:moveTo>
                    <a:pt x="18681" y="0"/>
                  </a:moveTo>
                  <a:lnTo>
                    <a:pt x="18681" y="1330"/>
                  </a:lnTo>
                  <a:lnTo>
                    <a:pt x="15846" y="1330"/>
                  </a:lnTo>
                  <a:lnTo>
                    <a:pt x="15846" y="0"/>
                  </a:lnTo>
                  <a:lnTo>
                    <a:pt x="5754" y="0"/>
                  </a:lnTo>
                  <a:lnTo>
                    <a:pt x="5754" y="1330"/>
                  </a:lnTo>
                  <a:lnTo>
                    <a:pt x="2836" y="1330"/>
                  </a:lnTo>
                  <a:lnTo>
                    <a:pt x="2836" y="0"/>
                  </a:lnTo>
                  <a:lnTo>
                    <a:pt x="0" y="0"/>
                  </a:lnTo>
                  <a:lnTo>
                    <a:pt x="0" y="21600"/>
                  </a:lnTo>
                  <a:lnTo>
                    <a:pt x="21600" y="21600"/>
                  </a:lnTo>
                  <a:lnTo>
                    <a:pt x="21600" y="0"/>
                  </a:lnTo>
                  <a:lnTo>
                    <a:pt x="18681" y="0"/>
                  </a:lnTo>
                  <a:close/>
                  <a:moveTo>
                    <a:pt x="20182" y="20270"/>
                  </a:moveTo>
                  <a:lnTo>
                    <a:pt x="1418" y="20270"/>
                  </a:lnTo>
                  <a:lnTo>
                    <a:pt x="1418" y="5400"/>
                  </a:lnTo>
                  <a:lnTo>
                    <a:pt x="20182" y="5400"/>
                  </a:lnTo>
                  <a:lnTo>
                    <a:pt x="20182" y="20270"/>
                  </a:lnTo>
                  <a:close/>
                </a:path>
              </a:pathLst>
            </a:custGeom>
            <a:solidFill>
              <a:srgbClr val="00C3D2"/>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grpSp>
      <p:sp>
        <p:nvSpPr>
          <p:cNvPr id="427" name="Rectangle 14"/>
          <p:cNvSpPr/>
          <p:nvPr/>
        </p:nvSpPr>
        <p:spPr>
          <a:xfrm>
            <a:off x="8811362" y="3717052"/>
            <a:ext cx="6325218" cy="6450305"/>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sp>
        <p:nvSpPr>
          <p:cNvPr id="428" name="ACCIONES SEMANALES"/>
          <p:cNvSpPr txBox="1"/>
          <p:nvPr/>
        </p:nvSpPr>
        <p:spPr>
          <a:xfrm>
            <a:off x="10618678" y="3496721"/>
            <a:ext cx="4081324" cy="4953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600">
                <a:latin typeface="+mj-lt"/>
                <a:ea typeface="+mj-ea"/>
                <a:cs typeface="+mj-cs"/>
                <a:sym typeface="Montserrat"/>
              </a:defRPr>
            </a:lvl1pPr>
          </a:lstStyle>
          <a:p>
            <a:pPr/>
            <a:r>
              <a:t>ACCIONES SEMANALES</a:t>
            </a:r>
          </a:p>
        </p:txBody>
      </p:sp>
      <p:grpSp>
        <p:nvGrpSpPr>
          <p:cNvPr id="431" name="Grupo"/>
          <p:cNvGrpSpPr/>
          <p:nvPr/>
        </p:nvGrpSpPr>
        <p:grpSpPr>
          <a:xfrm>
            <a:off x="9196813" y="3109371"/>
            <a:ext cx="1270001" cy="1270001"/>
            <a:chOff x="0" y="0"/>
            <a:chExt cx="1270000" cy="1270000"/>
          </a:xfrm>
        </p:grpSpPr>
        <p:sp>
          <p:nvSpPr>
            <p:cNvPr id="429" name="Cuadrado"/>
            <p:cNvSpPr/>
            <p:nvPr/>
          </p:nvSpPr>
          <p:spPr>
            <a:xfrm>
              <a:off x="0" y="0"/>
              <a:ext cx="1270000" cy="1270000"/>
            </a:xfrm>
            <a:prstGeom prst="rect">
              <a:avLst/>
            </a:prstGeom>
            <a:solidFill>
              <a:srgbClr val="FFFFFF"/>
            </a:solidFill>
            <a:ln w="12700" cap="flat">
              <a:noFill/>
              <a:miter lim="400000"/>
            </a:ln>
            <a:effectLst/>
          </p:spPr>
          <p:txBody>
            <a:bodyPr wrap="square" lIns="50800" tIns="50800" rIns="50800" bIns="50800" numCol="1" anchor="ctr">
              <a:noAutofit/>
            </a:bodyPr>
            <a:lstStyle/>
            <a:p>
              <a:pPr>
                <a:defRPr b="0" sz="3200">
                  <a:solidFill>
                    <a:srgbClr val="FFFFFF"/>
                  </a:solidFill>
                  <a:latin typeface="+mn-lt"/>
                  <a:ea typeface="+mn-ea"/>
                  <a:cs typeface="+mn-cs"/>
                  <a:sym typeface="Helvetica Neue Medium"/>
                </a:defRPr>
              </a:pPr>
            </a:p>
          </p:txBody>
        </p:sp>
        <p:sp>
          <p:nvSpPr>
            <p:cNvPr id="430" name="Freeform 66"/>
            <p:cNvSpPr/>
            <p:nvPr/>
          </p:nvSpPr>
          <p:spPr>
            <a:xfrm>
              <a:off x="81971" y="45673"/>
              <a:ext cx="1106057" cy="11786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72" y="8139"/>
                  </a:moveTo>
                  <a:lnTo>
                    <a:pt x="10091" y="8139"/>
                  </a:lnTo>
                  <a:lnTo>
                    <a:pt x="10091" y="10800"/>
                  </a:lnTo>
                  <a:lnTo>
                    <a:pt x="7172" y="10800"/>
                  </a:lnTo>
                  <a:lnTo>
                    <a:pt x="7172" y="8139"/>
                  </a:lnTo>
                  <a:close/>
                  <a:moveTo>
                    <a:pt x="11509" y="8139"/>
                  </a:moveTo>
                  <a:lnTo>
                    <a:pt x="14428" y="8139"/>
                  </a:lnTo>
                  <a:lnTo>
                    <a:pt x="14428" y="10800"/>
                  </a:lnTo>
                  <a:lnTo>
                    <a:pt x="11509" y="10800"/>
                  </a:lnTo>
                  <a:lnTo>
                    <a:pt x="11509" y="8139"/>
                  </a:lnTo>
                  <a:close/>
                  <a:moveTo>
                    <a:pt x="15846" y="8139"/>
                  </a:moveTo>
                  <a:lnTo>
                    <a:pt x="18681" y="8139"/>
                  </a:lnTo>
                  <a:lnTo>
                    <a:pt x="18681" y="10800"/>
                  </a:lnTo>
                  <a:lnTo>
                    <a:pt x="15846" y="10800"/>
                  </a:lnTo>
                  <a:lnTo>
                    <a:pt x="15846" y="8139"/>
                  </a:lnTo>
                  <a:close/>
                  <a:moveTo>
                    <a:pt x="2836" y="16200"/>
                  </a:moveTo>
                  <a:lnTo>
                    <a:pt x="5754" y="16200"/>
                  </a:lnTo>
                  <a:lnTo>
                    <a:pt x="5754" y="18939"/>
                  </a:lnTo>
                  <a:lnTo>
                    <a:pt x="2836" y="18939"/>
                  </a:lnTo>
                  <a:lnTo>
                    <a:pt x="2836" y="16200"/>
                  </a:lnTo>
                  <a:close/>
                  <a:moveTo>
                    <a:pt x="7172" y="16200"/>
                  </a:moveTo>
                  <a:lnTo>
                    <a:pt x="10091" y="16200"/>
                  </a:lnTo>
                  <a:lnTo>
                    <a:pt x="10091" y="18939"/>
                  </a:lnTo>
                  <a:lnTo>
                    <a:pt x="7172" y="18939"/>
                  </a:lnTo>
                  <a:lnTo>
                    <a:pt x="7172" y="16200"/>
                  </a:lnTo>
                  <a:close/>
                  <a:moveTo>
                    <a:pt x="11509" y="16200"/>
                  </a:moveTo>
                  <a:lnTo>
                    <a:pt x="14428" y="16200"/>
                  </a:lnTo>
                  <a:lnTo>
                    <a:pt x="14428" y="18939"/>
                  </a:lnTo>
                  <a:lnTo>
                    <a:pt x="11509" y="18939"/>
                  </a:lnTo>
                  <a:lnTo>
                    <a:pt x="11509" y="16200"/>
                  </a:lnTo>
                  <a:close/>
                  <a:moveTo>
                    <a:pt x="7172" y="12130"/>
                  </a:moveTo>
                  <a:lnTo>
                    <a:pt x="10091" y="12130"/>
                  </a:lnTo>
                  <a:lnTo>
                    <a:pt x="10091" y="14870"/>
                  </a:lnTo>
                  <a:lnTo>
                    <a:pt x="7172" y="14870"/>
                  </a:lnTo>
                  <a:lnTo>
                    <a:pt x="7172" y="12130"/>
                  </a:lnTo>
                  <a:close/>
                  <a:moveTo>
                    <a:pt x="11509" y="12130"/>
                  </a:moveTo>
                  <a:lnTo>
                    <a:pt x="14428" y="12130"/>
                  </a:lnTo>
                  <a:lnTo>
                    <a:pt x="14428" y="14870"/>
                  </a:lnTo>
                  <a:lnTo>
                    <a:pt x="11509" y="14870"/>
                  </a:lnTo>
                  <a:lnTo>
                    <a:pt x="11509" y="12130"/>
                  </a:lnTo>
                  <a:close/>
                  <a:moveTo>
                    <a:pt x="15846" y="12130"/>
                  </a:moveTo>
                  <a:lnTo>
                    <a:pt x="18681" y="12130"/>
                  </a:lnTo>
                  <a:lnTo>
                    <a:pt x="18681" y="14870"/>
                  </a:lnTo>
                  <a:lnTo>
                    <a:pt x="15846" y="14870"/>
                  </a:lnTo>
                  <a:lnTo>
                    <a:pt x="15846" y="12130"/>
                  </a:lnTo>
                  <a:close/>
                  <a:moveTo>
                    <a:pt x="2836" y="12130"/>
                  </a:moveTo>
                  <a:lnTo>
                    <a:pt x="5754" y="12130"/>
                  </a:lnTo>
                  <a:lnTo>
                    <a:pt x="5754" y="14870"/>
                  </a:lnTo>
                  <a:lnTo>
                    <a:pt x="2836" y="14870"/>
                  </a:lnTo>
                  <a:lnTo>
                    <a:pt x="2836" y="12130"/>
                  </a:lnTo>
                  <a:close/>
                  <a:moveTo>
                    <a:pt x="18681" y="0"/>
                  </a:moveTo>
                  <a:lnTo>
                    <a:pt x="18681" y="1330"/>
                  </a:lnTo>
                  <a:lnTo>
                    <a:pt x="15846" y="1330"/>
                  </a:lnTo>
                  <a:lnTo>
                    <a:pt x="15846" y="0"/>
                  </a:lnTo>
                  <a:lnTo>
                    <a:pt x="5754" y="0"/>
                  </a:lnTo>
                  <a:lnTo>
                    <a:pt x="5754" y="1330"/>
                  </a:lnTo>
                  <a:lnTo>
                    <a:pt x="2836" y="1330"/>
                  </a:lnTo>
                  <a:lnTo>
                    <a:pt x="2836" y="0"/>
                  </a:lnTo>
                  <a:lnTo>
                    <a:pt x="0" y="0"/>
                  </a:lnTo>
                  <a:lnTo>
                    <a:pt x="0" y="21600"/>
                  </a:lnTo>
                  <a:lnTo>
                    <a:pt x="21600" y="21600"/>
                  </a:lnTo>
                  <a:lnTo>
                    <a:pt x="21600" y="0"/>
                  </a:lnTo>
                  <a:lnTo>
                    <a:pt x="18681" y="0"/>
                  </a:lnTo>
                  <a:close/>
                  <a:moveTo>
                    <a:pt x="20182" y="20270"/>
                  </a:moveTo>
                  <a:lnTo>
                    <a:pt x="1418" y="20270"/>
                  </a:lnTo>
                  <a:lnTo>
                    <a:pt x="1418" y="5400"/>
                  </a:lnTo>
                  <a:lnTo>
                    <a:pt x="20182" y="5400"/>
                  </a:lnTo>
                  <a:lnTo>
                    <a:pt x="20182" y="20270"/>
                  </a:lnTo>
                  <a:close/>
                </a:path>
              </a:pathLst>
            </a:custGeom>
            <a:solidFill>
              <a:srgbClr val="004B75"/>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grpSp>
      <p:sp>
        <p:nvSpPr>
          <p:cNvPr id="432" name="Rectangle 14"/>
          <p:cNvSpPr/>
          <p:nvPr/>
        </p:nvSpPr>
        <p:spPr>
          <a:xfrm>
            <a:off x="15565215" y="3717052"/>
            <a:ext cx="6325219" cy="4667481"/>
          </a:xfrm>
          <a:prstGeom prst="rect">
            <a:avLst/>
          </a:prstGeom>
          <a:ln w="127000">
            <a:solidFill>
              <a:srgbClr val="00C3D2"/>
            </a:solidFill>
          </a:ln>
        </p:spPr>
        <p:txBody>
          <a:bodyPr lIns="45719" rIns="45719" anchor="ctr"/>
          <a:lstStyle/>
          <a:p>
            <a:pPr defTabSz="914400">
              <a:defRPr b="0" sz="1800">
                <a:solidFill>
                  <a:srgbClr val="FFFFFF"/>
                </a:solidFill>
                <a:latin typeface="Open Sans"/>
                <a:ea typeface="Open Sans"/>
                <a:cs typeface="Open Sans"/>
                <a:sym typeface="Open Sans"/>
              </a:defRPr>
            </a:pPr>
          </a:p>
        </p:txBody>
      </p:sp>
      <p:sp>
        <p:nvSpPr>
          <p:cNvPr id="433" name="ACCIONES MENSUALES"/>
          <p:cNvSpPr txBox="1"/>
          <p:nvPr/>
        </p:nvSpPr>
        <p:spPr>
          <a:xfrm>
            <a:off x="17372531" y="3496721"/>
            <a:ext cx="4070758" cy="4953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600">
                <a:latin typeface="+mj-lt"/>
                <a:ea typeface="+mj-ea"/>
                <a:cs typeface="+mj-cs"/>
                <a:sym typeface="Montserrat"/>
              </a:defRPr>
            </a:lvl1pPr>
          </a:lstStyle>
          <a:p>
            <a:pPr/>
            <a:r>
              <a:t>ACCIONES MENSUALES</a:t>
            </a:r>
          </a:p>
        </p:txBody>
      </p:sp>
      <p:grpSp>
        <p:nvGrpSpPr>
          <p:cNvPr id="436" name="Grupo"/>
          <p:cNvGrpSpPr/>
          <p:nvPr/>
        </p:nvGrpSpPr>
        <p:grpSpPr>
          <a:xfrm>
            <a:off x="15950666" y="3109371"/>
            <a:ext cx="1270001" cy="1270001"/>
            <a:chOff x="0" y="0"/>
            <a:chExt cx="1270000" cy="1270000"/>
          </a:xfrm>
        </p:grpSpPr>
        <p:sp>
          <p:nvSpPr>
            <p:cNvPr id="434" name="Cuadrado"/>
            <p:cNvSpPr/>
            <p:nvPr/>
          </p:nvSpPr>
          <p:spPr>
            <a:xfrm>
              <a:off x="0" y="0"/>
              <a:ext cx="1270000" cy="1270000"/>
            </a:xfrm>
            <a:prstGeom prst="rect">
              <a:avLst/>
            </a:prstGeom>
            <a:solidFill>
              <a:srgbClr val="FFFFFF"/>
            </a:solidFill>
            <a:ln w="12700" cap="flat">
              <a:noFill/>
              <a:miter lim="400000"/>
            </a:ln>
            <a:effectLst/>
          </p:spPr>
          <p:txBody>
            <a:bodyPr wrap="square" lIns="50800" tIns="50800" rIns="50800" bIns="50800" numCol="1" anchor="ctr">
              <a:noAutofit/>
            </a:bodyPr>
            <a:lstStyle/>
            <a:p>
              <a:pPr>
                <a:defRPr b="0" sz="3200">
                  <a:solidFill>
                    <a:srgbClr val="FFFFFF"/>
                  </a:solidFill>
                  <a:latin typeface="+mn-lt"/>
                  <a:ea typeface="+mn-ea"/>
                  <a:cs typeface="+mn-cs"/>
                  <a:sym typeface="Helvetica Neue Medium"/>
                </a:defRPr>
              </a:pPr>
            </a:p>
          </p:txBody>
        </p:sp>
        <p:sp>
          <p:nvSpPr>
            <p:cNvPr id="435" name="Freeform 66"/>
            <p:cNvSpPr/>
            <p:nvPr/>
          </p:nvSpPr>
          <p:spPr>
            <a:xfrm>
              <a:off x="81971" y="45673"/>
              <a:ext cx="1106057" cy="11786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72" y="8139"/>
                  </a:moveTo>
                  <a:lnTo>
                    <a:pt x="10091" y="8139"/>
                  </a:lnTo>
                  <a:lnTo>
                    <a:pt x="10091" y="10800"/>
                  </a:lnTo>
                  <a:lnTo>
                    <a:pt x="7172" y="10800"/>
                  </a:lnTo>
                  <a:lnTo>
                    <a:pt x="7172" y="8139"/>
                  </a:lnTo>
                  <a:close/>
                  <a:moveTo>
                    <a:pt x="11509" y="8139"/>
                  </a:moveTo>
                  <a:lnTo>
                    <a:pt x="14428" y="8139"/>
                  </a:lnTo>
                  <a:lnTo>
                    <a:pt x="14428" y="10800"/>
                  </a:lnTo>
                  <a:lnTo>
                    <a:pt x="11509" y="10800"/>
                  </a:lnTo>
                  <a:lnTo>
                    <a:pt x="11509" y="8139"/>
                  </a:lnTo>
                  <a:close/>
                  <a:moveTo>
                    <a:pt x="15846" y="8139"/>
                  </a:moveTo>
                  <a:lnTo>
                    <a:pt x="18681" y="8139"/>
                  </a:lnTo>
                  <a:lnTo>
                    <a:pt x="18681" y="10800"/>
                  </a:lnTo>
                  <a:lnTo>
                    <a:pt x="15846" y="10800"/>
                  </a:lnTo>
                  <a:lnTo>
                    <a:pt x="15846" y="8139"/>
                  </a:lnTo>
                  <a:close/>
                  <a:moveTo>
                    <a:pt x="2836" y="16200"/>
                  </a:moveTo>
                  <a:lnTo>
                    <a:pt x="5754" y="16200"/>
                  </a:lnTo>
                  <a:lnTo>
                    <a:pt x="5754" y="18939"/>
                  </a:lnTo>
                  <a:lnTo>
                    <a:pt x="2836" y="18939"/>
                  </a:lnTo>
                  <a:lnTo>
                    <a:pt x="2836" y="16200"/>
                  </a:lnTo>
                  <a:close/>
                  <a:moveTo>
                    <a:pt x="7172" y="16200"/>
                  </a:moveTo>
                  <a:lnTo>
                    <a:pt x="10091" y="16200"/>
                  </a:lnTo>
                  <a:lnTo>
                    <a:pt x="10091" y="18939"/>
                  </a:lnTo>
                  <a:lnTo>
                    <a:pt x="7172" y="18939"/>
                  </a:lnTo>
                  <a:lnTo>
                    <a:pt x="7172" y="16200"/>
                  </a:lnTo>
                  <a:close/>
                  <a:moveTo>
                    <a:pt x="11509" y="16200"/>
                  </a:moveTo>
                  <a:lnTo>
                    <a:pt x="14428" y="16200"/>
                  </a:lnTo>
                  <a:lnTo>
                    <a:pt x="14428" y="18939"/>
                  </a:lnTo>
                  <a:lnTo>
                    <a:pt x="11509" y="18939"/>
                  </a:lnTo>
                  <a:lnTo>
                    <a:pt x="11509" y="16200"/>
                  </a:lnTo>
                  <a:close/>
                  <a:moveTo>
                    <a:pt x="7172" y="12130"/>
                  </a:moveTo>
                  <a:lnTo>
                    <a:pt x="10091" y="12130"/>
                  </a:lnTo>
                  <a:lnTo>
                    <a:pt x="10091" y="14870"/>
                  </a:lnTo>
                  <a:lnTo>
                    <a:pt x="7172" y="14870"/>
                  </a:lnTo>
                  <a:lnTo>
                    <a:pt x="7172" y="12130"/>
                  </a:lnTo>
                  <a:close/>
                  <a:moveTo>
                    <a:pt x="11509" y="12130"/>
                  </a:moveTo>
                  <a:lnTo>
                    <a:pt x="14428" y="12130"/>
                  </a:lnTo>
                  <a:lnTo>
                    <a:pt x="14428" y="14870"/>
                  </a:lnTo>
                  <a:lnTo>
                    <a:pt x="11509" y="14870"/>
                  </a:lnTo>
                  <a:lnTo>
                    <a:pt x="11509" y="12130"/>
                  </a:lnTo>
                  <a:close/>
                  <a:moveTo>
                    <a:pt x="15846" y="12130"/>
                  </a:moveTo>
                  <a:lnTo>
                    <a:pt x="18681" y="12130"/>
                  </a:lnTo>
                  <a:lnTo>
                    <a:pt x="18681" y="14870"/>
                  </a:lnTo>
                  <a:lnTo>
                    <a:pt x="15846" y="14870"/>
                  </a:lnTo>
                  <a:lnTo>
                    <a:pt x="15846" y="12130"/>
                  </a:lnTo>
                  <a:close/>
                  <a:moveTo>
                    <a:pt x="2836" y="12130"/>
                  </a:moveTo>
                  <a:lnTo>
                    <a:pt x="5754" y="12130"/>
                  </a:lnTo>
                  <a:lnTo>
                    <a:pt x="5754" y="14870"/>
                  </a:lnTo>
                  <a:lnTo>
                    <a:pt x="2836" y="14870"/>
                  </a:lnTo>
                  <a:lnTo>
                    <a:pt x="2836" y="12130"/>
                  </a:lnTo>
                  <a:close/>
                  <a:moveTo>
                    <a:pt x="18681" y="0"/>
                  </a:moveTo>
                  <a:lnTo>
                    <a:pt x="18681" y="1330"/>
                  </a:lnTo>
                  <a:lnTo>
                    <a:pt x="15846" y="1330"/>
                  </a:lnTo>
                  <a:lnTo>
                    <a:pt x="15846" y="0"/>
                  </a:lnTo>
                  <a:lnTo>
                    <a:pt x="5754" y="0"/>
                  </a:lnTo>
                  <a:lnTo>
                    <a:pt x="5754" y="1330"/>
                  </a:lnTo>
                  <a:lnTo>
                    <a:pt x="2836" y="1330"/>
                  </a:lnTo>
                  <a:lnTo>
                    <a:pt x="2836" y="0"/>
                  </a:lnTo>
                  <a:lnTo>
                    <a:pt x="0" y="0"/>
                  </a:lnTo>
                  <a:lnTo>
                    <a:pt x="0" y="21600"/>
                  </a:lnTo>
                  <a:lnTo>
                    <a:pt x="21600" y="21600"/>
                  </a:lnTo>
                  <a:lnTo>
                    <a:pt x="21600" y="0"/>
                  </a:lnTo>
                  <a:lnTo>
                    <a:pt x="18681" y="0"/>
                  </a:lnTo>
                  <a:close/>
                  <a:moveTo>
                    <a:pt x="20182" y="20270"/>
                  </a:moveTo>
                  <a:lnTo>
                    <a:pt x="1418" y="20270"/>
                  </a:lnTo>
                  <a:lnTo>
                    <a:pt x="1418" y="5400"/>
                  </a:lnTo>
                  <a:lnTo>
                    <a:pt x="20182" y="5400"/>
                  </a:lnTo>
                  <a:lnTo>
                    <a:pt x="20182" y="20270"/>
                  </a:lnTo>
                  <a:close/>
                </a:path>
              </a:pathLst>
            </a:custGeom>
            <a:solidFill>
              <a:srgbClr val="1883B5"/>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grpSp>
      <p:sp>
        <p:nvSpPr>
          <p:cNvPr id="437" name="Curación de contenidos…"/>
          <p:cNvSpPr txBox="1"/>
          <p:nvPr/>
        </p:nvSpPr>
        <p:spPr>
          <a:xfrm>
            <a:off x="2298418" y="4779962"/>
            <a:ext cx="5491174" cy="4156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marL="228600" indent="-228600" algn="l" defTabSz="821531">
              <a:spcBef>
                <a:spcPts val="1000"/>
              </a:spcBef>
              <a:buSzPct val="100000"/>
              <a:buChar char="•"/>
              <a:defRPr sz="3200">
                <a:latin typeface="+mj-lt"/>
                <a:ea typeface="+mj-ea"/>
                <a:cs typeface="+mj-cs"/>
                <a:sym typeface="Montserrat"/>
              </a:defRPr>
            </a:pPr>
            <a:r>
              <a:t>Curación de contenidos</a:t>
            </a:r>
          </a:p>
          <a:p>
            <a:pPr marL="228600" indent="-228600" algn="l" defTabSz="821531">
              <a:spcBef>
                <a:spcPts val="1000"/>
              </a:spcBef>
              <a:buSzPct val="100000"/>
              <a:buChar char="•"/>
              <a:defRPr sz="3200">
                <a:latin typeface="+mj-lt"/>
                <a:ea typeface="+mj-ea"/>
                <a:cs typeface="+mj-cs"/>
                <a:sym typeface="Montserrat"/>
              </a:defRPr>
            </a:pPr>
            <a:r>
              <a:t>Creación de contenidos</a:t>
            </a:r>
          </a:p>
          <a:p>
            <a:pPr marL="228600" indent="-228600" algn="l" defTabSz="821531">
              <a:spcBef>
                <a:spcPts val="1000"/>
              </a:spcBef>
              <a:buSzPct val="100000"/>
              <a:buChar char="•"/>
              <a:defRPr sz="3200">
                <a:latin typeface="+mj-lt"/>
                <a:ea typeface="+mj-ea"/>
                <a:cs typeface="+mj-cs"/>
                <a:sym typeface="Montserrat"/>
              </a:defRPr>
            </a:pPr>
            <a:r>
              <a:t>Publicación de contenidos </a:t>
            </a:r>
          </a:p>
          <a:p>
            <a:pPr marL="228600" indent="-228600" algn="l" defTabSz="821531">
              <a:spcBef>
                <a:spcPts val="1000"/>
              </a:spcBef>
              <a:buSzPct val="100000"/>
              <a:buChar char="•"/>
              <a:defRPr sz="3200">
                <a:latin typeface="+mj-lt"/>
                <a:ea typeface="+mj-ea"/>
                <a:cs typeface="+mj-cs"/>
                <a:sym typeface="Montserrat"/>
              </a:defRPr>
            </a:pPr>
            <a:r>
              <a:t>Diseño gráfico</a:t>
            </a:r>
          </a:p>
          <a:p>
            <a:pPr marL="228600" indent="-228600" algn="l" defTabSz="821531">
              <a:spcBef>
                <a:spcPts val="1000"/>
              </a:spcBef>
              <a:buSzPct val="100000"/>
              <a:buChar char="•"/>
              <a:defRPr sz="3200">
                <a:latin typeface="+mj-lt"/>
                <a:ea typeface="+mj-ea"/>
                <a:cs typeface="+mj-cs"/>
                <a:sym typeface="Montserrat"/>
              </a:defRPr>
            </a:pPr>
            <a:r>
              <a:t>Atención al cliente</a:t>
            </a:r>
          </a:p>
          <a:p>
            <a:pPr marL="228600" indent="-228600" algn="l" defTabSz="821531">
              <a:spcBef>
                <a:spcPts val="1000"/>
              </a:spcBef>
              <a:buSzPct val="100000"/>
              <a:buChar char="•"/>
              <a:defRPr sz="3200">
                <a:latin typeface="+mj-lt"/>
                <a:ea typeface="+mj-ea"/>
                <a:cs typeface="+mj-cs"/>
                <a:sym typeface="Montserrat"/>
              </a:defRPr>
            </a:pPr>
            <a:r>
              <a:t>Interacciones sociales</a:t>
            </a:r>
          </a:p>
        </p:txBody>
      </p:sp>
      <p:sp>
        <p:nvSpPr>
          <p:cNvPr id="438" name="Análisis de resultados…"/>
          <p:cNvSpPr txBox="1"/>
          <p:nvPr/>
        </p:nvSpPr>
        <p:spPr>
          <a:xfrm>
            <a:off x="9228384" y="4686367"/>
            <a:ext cx="5491174" cy="45116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marL="228600" indent="-228600" algn="l" defTabSz="821531">
              <a:spcBef>
                <a:spcPts val="1000"/>
              </a:spcBef>
              <a:buSzPct val="100000"/>
              <a:buChar char="•"/>
              <a:defRPr sz="3200">
                <a:latin typeface="+mj-lt"/>
                <a:ea typeface="+mj-ea"/>
                <a:cs typeface="+mj-cs"/>
                <a:sym typeface="Montserrat"/>
              </a:defRPr>
            </a:pPr>
            <a:r>
              <a:t>Análisis de resultados</a:t>
            </a:r>
          </a:p>
          <a:p>
            <a:pPr marL="228600" indent="-228600" algn="l" defTabSz="821531">
              <a:spcBef>
                <a:spcPts val="1000"/>
              </a:spcBef>
              <a:buSzPct val="100000"/>
              <a:buChar char="•"/>
              <a:defRPr sz="3200">
                <a:latin typeface="+mj-lt"/>
                <a:ea typeface="+mj-ea"/>
                <a:cs typeface="+mj-cs"/>
                <a:sym typeface="Montserrat"/>
              </a:defRPr>
            </a:pPr>
            <a:r>
              <a:t>Creación y optimización de campañas pagadas</a:t>
            </a:r>
          </a:p>
          <a:p>
            <a:pPr marL="228600" indent="-228600" algn="l" defTabSz="821531">
              <a:spcBef>
                <a:spcPts val="1000"/>
              </a:spcBef>
              <a:buSzPct val="100000"/>
              <a:buChar char="•"/>
              <a:defRPr sz="3200">
                <a:latin typeface="+mj-lt"/>
                <a:ea typeface="+mj-ea"/>
                <a:cs typeface="+mj-cs"/>
                <a:sym typeface="Montserrat"/>
              </a:defRPr>
            </a:pPr>
            <a:r>
              <a:t>Calendario editorial</a:t>
            </a:r>
          </a:p>
          <a:p>
            <a:pPr marL="228600" indent="-228600" algn="l" defTabSz="821531">
              <a:spcBef>
                <a:spcPts val="1000"/>
              </a:spcBef>
              <a:buSzPct val="100000"/>
              <a:buChar char="•"/>
              <a:defRPr sz="3200">
                <a:latin typeface="+mj-lt"/>
                <a:ea typeface="+mj-ea"/>
                <a:cs typeface="+mj-cs"/>
                <a:sym typeface="Montserrat"/>
              </a:defRPr>
            </a:pPr>
            <a:r>
              <a:t>Creación de promociones o acciones especiales</a:t>
            </a:r>
          </a:p>
        </p:txBody>
      </p:sp>
      <p:sp>
        <p:nvSpPr>
          <p:cNvPr id="439" name="Reportes de resultados con conclusiones…"/>
          <p:cNvSpPr txBox="1"/>
          <p:nvPr/>
        </p:nvSpPr>
        <p:spPr>
          <a:xfrm>
            <a:off x="16158350" y="5046412"/>
            <a:ext cx="5491173" cy="17176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marL="228600" indent="-228600" algn="l" defTabSz="821531">
              <a:spcBef>
                <a:spcPts val="1000"/>
              </a:spcBef>
              <a:buSzPct val="100000"/>
              <a:buChar char="•"/>
              <a:defRPr sz="3200">
                <a:latin typeface="+mj-lt"/>
                <a:ea typeface="+mj-ea"/>
                <a:cs typeface="+mj-cs"/>
                <a:sym typeface="Montserrat"/>
              </a:defRPr>
            </a:pPr>
            <a:r>
              <a:t>Reportes de resultados con conclusiones</a:t>
            </a:r>
          </a:p>
          <a:p>
            <a:pPr marL="228600" indent="-228600" algn="l" defTabSz="821531">
              <a:spcBef>
                <a:spcPts val="1000"/>
              </a:spcBef>
              <a:buSzPct val="100000"/>
              <a:buChar char="•"/>
              <a:defRPr sz="3200">
                <a:latin typeface="+mj-lt"/>
                <a:ea typeface="+mj-ea"/>
                <a:cs typeface="+mj-cs"/>
                <a:sym typeface="Montserrat"/>
              </a:defRPr>
            </a:pPr>
            <a:r>
              <a:t>Plan de contenidos </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41" name="Público objetivo"/>
          <p:cNvSpPr txBox="1"/>
          <p:nvPr>
            <p:ph type="title"/>
          </p:nvPr>
        </p:nvSpPr>
        <p:spPr>
          <a:xfrm>
            <a:off x="1689739" y="5367437"/>
            <a:ext cx="11622352" cy="3814663"/>
          </a:xfrm>
          <a:prstGeom prst="rect">
            <a:avLst/>
          </a:prstGeom>
        </p:spPr>
        <p:txBody>
          <a:bodyPr/>
          <a:lstStyle/>
          <a:p>
            <a:pPr/>
            <a:r>
              <a:t>Público objetivo</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43" name="Público  objetivo"/>
          <p:cNvSpPr txBox="1"/>
          <p:nvPr>
            <p:ph type="title"/>
          </p:nvPr>
        </p:nvSpPr>
        <p:spPr>
          <a:prstGeom prst="rect">
            <a:avLst/>
          </a:prstGeom>
        </p:spPr>
        <p:txBody>
          <a:bodyPr/>
          <a:lstStyle/>
          <a:p>
            <a:pPr/>
            <a:r>
              <a:t>Público  objetivo</a:t>
            </a:r>
          </a:p>
        </p:txBody>
      </p:sp>
      <p:grpSp>
        <p:nvGrpSpPr>
          <p:cNvPr id="446" name="Grupo"/>
          <p:cNvGrpSpPr/>
          <p:nvPr/>
        </p:nvGrpSpPr>
        <p:grpSpPr>
          <a:xfrm>
            <a:off x="2024720" y="6225315"/>
            <a:ext cx="4933605" cy="6222736"/>
            <a:chOff x="0" y="0"/>
            <a:chExt cx="4933603" cy="6222734"/>
          </a:xfrm>
        </p:grpSpPr>
        <p:sp>
          <p:nvSpPr>
            <p:cNvPr id="444" name="Rectangle 14"/>
            <p:cNvSpPr/>
            <p:nvPr/>
          </p:nvSpPr>
          <p:spPr>
            <a:xfrm>
              <a:off x="0" y="170370"/>
              <a:ext cx="4933604" cy="6052365"/>
            </a:xfrm>
            <a:prstGeom prst="rect">
              <a:avLst/>
            </a:prstGeom>
            <a:noFill/>
            <a:ln w="127000" cap="flat">
              <a:solidFill>
                <a:srgbClr val="00C3D2"/>
              </a:solidFill>
              <a:prstDash val="solid"/>
              <a:round/>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445" name="Rectángulo"/>
            <p:cNvSpPr/>
            <p:nvPr/>
          </p:nvSpPr>
          <p:spPr>
            <a:xfrm>
              <a:off x="702773" y="0"/>
              <a:ext cx="3528058" cy="324908"/>
            </a:xfrm>
            <a:prstGeom prst="rect">
              <a:avLst/>
            </a:prstGeom>
            <a:solidFill>
              <a:srgbClr val="004B75"/>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grpSp>
      <p:grpSp>
        <p:nvGrpSpPr>
          <p:cNvPr id="460" name="Grupo"/>
          <p:cNvGrpSpPr/>
          <p:nvPr/>
        </p:nvGrpSpPr>
        <p:grpSpPr>
          <a:xfrm>
            <a:off x="2861872" y="1740552"/>
            <a:ext cx="3259301" cy="4500099"/>
            <a:chOff x="0" y="0"/>
            <a:chExt cx="3259299" cy="4500097"/>
          </a:xfrm>
        </p:grpSpPr>
        <p:sp>
          <p:nvSpPr>
            <p:cNvPr id="447" name="Figura"/>
            <p:cNvSpPr/>
            <p:nvPr/>
          </p:nvSpPr>
          <p:spPr>
            <a:xfrm>
              <a:off x="376883" y="0"/>
              <a:ext cx="2505956" cy="34856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96" y="15276"/>
                  </a:moveTo>
                  <a:cubicBezTo>
                    <a:pt x="21262" y="14637"/>
                    <a:pt x="20923" y="13300"/>
                    <a:pt x="19908" y="12935"/>
                  </a:cubicBezTo>
                  <a:cubicBezTo>
                    <a:pt x="18893" y="12570"/>
                    <a:pt x="19612" y="11932"/>
                    <a:pt x="20035" y="11172"/>
                  </a:cubicBezTo>
                  <a:cubicBezTo>
                    <a:pt x="20458" y="10412"/>
                    <a:pt x="19171" y="9682"/>
                    <a:pt x="19171" y="9682"/>
                  </a:cubicBezTo>
                  <a:cubicBezTo>
                    <a:pt x="19617" y="9499"/>
                    <a:pt x="19824" y="9074"/>
                    <a:pt x="19824" y="9074"/>
                  </a:cubicBezTo>
                  <a:cubicBezTo>
                    <a:pt x="19020" y="8983"/>
                    <a:pt x="18523" y="8101"/>
                    <a:pt x="19316" y="7006"/>
                  </a:cubicBezTo>
                  <a:cubicBezTo>
                    <a:pt x="20109" y="5912"/>
                    <a:pt x="18517" y="5364"/>
                    <a:pt x="18517" y="5364"/>
                  </a:cubicBezTo>
                  <a:lnTo>
                    <a:pt x="18517" y="5364"/>
                  </a:lnTo>
                  <a:cubicBezTo>
                    <a:pt x="18378" y="2385"/>
                    <a:pt x="14977" y="0"/>
                    <a:pt x="10800" y="0"/>
                  </a:cubicBezTo>
                  <a:cubicBezTo>
                    <a:pt x="6623" y="0"/>
                    <a:pt x="3222" y="2385"/>
                    <a:pt x="3083" y="5364"/>
                  </a:cubicBezTo>
                  <a:lnTo>
                    <a:pt x="3083" y="5364"/>
                  </a:lnTo>
                  <a:cubicBezTo>
                    <a:pt x="3083" y="5364"/>
                    <a:pt x="1491" y="5912"/>
                    <a:pt x="2284" y="7006"/>
                  </a:cubicBezTo>
                  <a:cubicBezTo>
                    <a:pt x="3077" y="8101"/>
                    <a:pt x="2580" y="8983"/>
                    <a:pt x="1777" y="9074"/>
                  </a:cubicBezTo>
                  <a:cubicBezTo>
                    <a:pt x="1777" y="9074"/>
                    <a:pt x="1983" y="9499"/>
                    <a:pt x="2430" y="9682"/>
                  </a:cubicBezTo>
                  <a:cubicBezTo>
                    <a:pt x="2430" y="9682"/>
                    <a:pt x="1142" y="10412"/>
                    <a:pt x="1565" y="11172"/>
                  </a:cubicBezTo>
                  <a:cubicBezTo>
                    <a:pt x="1988" y="11932"/>
                    <a:pt x="2707" y="12570"/>
                    <a:pt x="1692" y="12935"/>
                  </a:cubicBezTo>
                  <a:cubicBezTo>
                    <a:pt x="677" y="13300"/>
                    <a:pt x="338" y="14637"/>
                    <a:pt x="804" y="15276"/>
                  </a:cubicBezTo>
                  <a:cubicBezTo>
                    <a:pt x="1269" y="15915"/>
                    <a:pt x="719" y="16705"/>
                    <a:pt x="0" y="16492"/>
                  </a:cubicBezTo>
                  <a:cubicBezTo>
                    <a:pt x="0" y="16492"/>
                    <a:pt x="381" y="17860"/>
                    <a:pt x="1734" y="18104"/>
                  </a:cubicBezTo>
                  <a:lnTo>
                    <a:pt x="3626" y="18104"/>
                  </a:lnTo>
                  <a:cubicBezTo>
                    <a:pt x="4763" y="20152"/>
                    <a:pt x="7545" y="21600"/>
                    <a:pt x="10800" y="21600"/>
                  </a:cubicBezTo>
                  <a:cubicBezTo>
                    <a:pt x="14055" y="21600"/>
                    <a:pt x="16837" y="20152"/>
                    <a:pt x="17974" y="18104"/>
                  </a:cubicBezTo>
                  <a:lnTo>
                    <a:pt x="19866" y="18104"/>
                  </a:lnTo>
                  <a:cubicBezTo>
                    <a:pt x="21219" y="17860"/>
                    <a:pt x="21600" y="16492"/>
                    <a:pt x="21600" y="16492"/>
                  </a:cubicBezTo>
                  <a:cubicBezTo>
                    <a:pt x="20881" y="16705"/>
                    <a:pt x="20331" y="15915"/>
                    <a:pt x="20796" y="15276"/>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48" name="Figura"/>
            <p:cNvSpPr/>
            <p:nvPr/>
          </p:nvSpPr>
          <p:spPr>
            <a:xfrm>
              <a:off x="879395" y="2063887"/>
              <a:ext cx="1491536" cy="22482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6493"/>
                    <a:pt x="0" y="6934"/>
                    <a:pt x="0" y="6934"/>
                  </a:cubicBezTo>
                  <a:cubicBezTo>
                    <a:pt x="0" y="13083"/>
                    <a:pt x="10800" y="21600"/>
                    <a:pt x="10800" y="21600"/>
                  </a:cubicBezTo>
                  <a:cubicBezTo>
                    <a:pt x="10800" y="21600"/>
                    <a:pt x="21600" y="13083"/>
                    <a:pt x="21600" y="6934"/>
                  </a:cubicBezTo>
                  <a:cubicBezTo>
                    <a:pt x="21600" y="6934"/>
                    <a:pt x="15655" y="6493"/>
                    <a:pt x="15655"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49" name="Figura"/>
            <p:cNvSpPr/>
            <p:nvPr/>
          </p:nvSpPr>
          <p:spPr>
            <a:xfrm>
              <a:off x="0" y="2727921"/>
              <a:ext cx="3259300" cy="1772178"/>
            </a:xfrm>
            <a:custGeom>
              <a:avLst/>
              <a:gdLst/>
              <a:ahLst/>
              <a:cxnLst>
                <a:cxn ang="0">
                  <a:pos x="wd2" y="hd2"/>
                </a:cxn>
                <a:cxn ang="5400000">
                  <a:pos x="wd2" y="hd2"/>
                </a:cxn>
                <a:cxn ang="10800000">
                  <a:pos x="wd2" y="hd2"/>
                </a:cxn>
                <a:cxn ang="16200000">
                  <a:pos x="wd2" y="hd2"/>
                </a:cxn>
              </a:cxnLst>
              <a:rect l="0" t="0" r="r" b="b"/>
              <a:pathLst>
                <a:path w="21600" h="21205" fill="norm" stroke="1" extrusionOk="0">
                  <a:moveTo>
                    <a:pt x="18318" y="807"/>
                  </a:moveTo>
                  <a:cubicBezTo>
                    <a:pt x="17704" y="807"/>
                    <a:pt x="14458" y="-395"/>
                    <a:pt x="13966" y="135"/>
                  </a:cubicBezTo>
                  <a:cubicBezTo>
                    <a:pt x="13997" y="1682"/>
                    <a:pt x="13801" y="3421"/>
                    <a:pt x="13494" y="5188"/>
                  </a:cubicBezTo>
                  <a:lnTo>
                    <a:pt x="13494" y="2218"/>
                  </a:lnTo>
                  <a:cubicBezTo>
                    <a:pt x="13478" y="4045"/>
                    <a:pt x="13249" y="10756"/>
                    <a:pt x="10754" y="10756"/>
                  </a:cubicBezTo>
                  <a:cubicBezTo>
                    <a:pt x="8259" y="10756"/>
                    <a:pt x="8031" y="4042"/>
                    <a:pt x="8015" y="2216"/>
                  </a:cubicBezTo>
                  <a:lnTo>
                    <a:pt x="8015" y="4743"/>
                  </a:lnTo>
                  <a:cubicBezTo>
                    <a:pt x="7835" y="3336"/>
                    <a:pt x="7699" y="1805"/>
                    <a:pt x="7634" y="135"/>
                  </a:cubicBezTo>
                  <a:cubicBezTo>
                    <a:pt x="7142" y="-395"/>
                    <a:pt x="3896" y="807"/>
                    <a:pt x="3282" y="807"/>
                  </a:cubicBezTo>
                  <a:cubicBezTo>
                    <a:pt x="1469" y="807"/>
                    <a:pt x="0" y="3460"/>
                    <a:pt x="0" y="6733"/>
                  </a:cubicBezTo>
                  <a:lnTo>
                    <a:pt x="0" y="10976"/>
                  </a:lnTo>
                  <a:lnTo>
                    <a:pt x="0" y="21205"/>
                  </a:lnTo>
                  <a:lnTo>
                    <a:pt x="3957" y="21205"/>
                  </a:lnTo>
                  <a:lnTo>
                    <a:pt x="8015" y="21205"/>
                  </a:lnTo>
                  <a:lnTo>
                    <a:pt x="10800" y="21205"/>
                  </a:lnTo>
                  <a:lnTo>
                    <a:pt x="13494" y="21205"/>
                  </a:lnTo>
                  <a:lnTo>
                    <a:pt x="17643" y="21205"/>
                  </a:lnTo>
                  <a:lnTo>
                    <a:pt x="21600" y="21205"/>
                  </a:lnTo>
                  <a:lnTo>
                    <a:pt x="21600" y="10976"/>
                  </a:lnTo>
                  <a:lnTo>
                    <a:pt x="21600" y="6733"/>
                  </a:lnTo>
                  <a:cubicBezTo>
                    <a:pt x="21600" y="3460"/>
                    <a:pt x="20131" y="807"/>
                    <a:pt x="18318" y="807"/>
                  </a:cubicBezTo>
                  <a:close/>
                </a:path>
              </a:pathLst>
            </a:custGeom>
            <a:solidFill>
              <a:srgbClr val="339CC5"/>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50" name="Figura"/>
            <p:cNvSpPr/>
            <p:nvPr/>
          </p:nvSpPr>
          <p:spPr>
            <a:xfrm>
              <a:off x="1202439" y="2871496"/>
              <a:ext cx="188" cy="38174"/>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9600" y="21600"/>
                  </a:moveTo>
                  <a:lnTo>
                    <a:pt x="9600" y="0"/>
                  </a:lnTo>
                  <a:cubicBezTo>
                    <a:pt x="9600" y="0"/>
                    <a:pt x="-12000" y="8063"/>
                    <a:pt x="9600" y="2160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1" name="Figura"/>
            <p:cNvSpPr/>
            <p:nvPr/>
          </p:nvSpPr>
          <p:spPr>
            <a:xfrm>
              <a:off x="2027994" y="2871496"/>
              <a:ext cx="117" cy="38280"/>
            </a:xfrm>
            <a:custGeom>
              <a:avLst/>
              <a:gdLst/>
              <a:ahLst/>
              <a:cxnLst>
                <a:cxn ang="0">
                  <a:pos x="wd2" y="hd2"/>
                </a:cxn>
                <a:cxn ang="5400000">
                  <a:pos x="wd2" y="hd2"/>
                </a:cxn>
                <a:cxn ang="10800000">
                  <a:pos x="wd2" y="hd2"/>
                </a:cxn>
                <a:cxn ang="16200000">
                  <a:pos x="wd2" y="hd2"/>
                </a:cxn>
              </a:cxnLst>
              <a:rect l="0" t="0" r="r" b="b"/>
              <a:pathLst>
                <a:path w="9600" h="21600" fill="norm" stroke="1" extrusionOk="0">
                  <a:moveTo>
                    <a:pt x="0" y="0"/>
                  </a:moveTo>
                  <a:lnTo>
                    <a:pt x="0" y="21600"/>
                  </a:lnTo>
                  <a:cubicBezTo>
                    <a:pt x="21600" y="8051"/>
                    <a:pt x="0" y="0"/>
                    <a:pt x="0" y="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2" name="Figura"/>
            <p:cNvSpPr/>
            <p:nvPr/>
          </p:nvSpPr>
          <p:spPr>
            <a:xfrm>
              <a:off x="0" y="2781762"/>
              <a:ext cx="530520" cy="17070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000" y="19"/>
                    <a:pt x="20512" y="30"/>
                    <a:pt x="20161" y="30"/>
                  </a:cubicBezTo>
                  <a:cubicBezTo>
                    <a:pt x="9026" y="30"/>
                    <a:pt x="0" y="2835"/>
                    <a:pt x="0" y="6296"/>
                  </a:cubicBezTo>
                  <a:lnTo>
                    <a:pt x="0" y="21600"/>
                  </a:lnTo>
                  <a:lnTo>
                    <a:pt x="21600" y="21600"/>
                  </a:lnTo>
                  <a:cubicBezTo>
                    <a:pt x="21600" y="21600"/>
                    <a:pt x="21600" y="0"/>
                    <a:pt x="2160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3" name="Figura"/>
            <p:cNvSpPr/>
            <p:nvPr/>
          </p:nvSpPr>
          <p:spPr>
            <a:xfrm>
              <a:off x="2727921" y="2781762"/>
              <a:ext cx="530519" cy="17070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600" y="19"/>
                    <a:pt x="1090" y="30"/>
                    <a:pt x="1439" y="30"/>
                  </a:cubicBezTo>
                  <a:cubicBezTo>
                    <a:pt x="12574" y="30"/>
                    <a:pt x="21600" y="2835"/>
                    <a:pt x="21600" y="6296"/>
                  </a:cubicBezTo>
                  <a:lnTo>
                    <a:pt x="21600" y="21600"/>
                  </a:lnTo>
                  <a:lnTo>
                    <a:pt x="0" y="21600"/>
                  </a:lnTo>
                  <a:cubicBezTo>
                    <a:pt x="0" y="21600"/>
                    <a:pt x="0" y="0"/>
                    <a:pt x="0"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4" name="Figura"/>
            <p:cNvSpPr/>
            <p:nvPr/>
          </p:nvSpPr>
          <p:spPr>
            <a:xfrm>
              <a:off x="987077" y="2548453"/>
              <a:ext cx="287589" cy="8127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78" y="0"/>
                  </a:moveTo>
                  <a:cubicBezTo>
                    <a:pt x="8978" y="0"/>
                    <a:pt x="17111" y="5104"/>
                    <a:pt x="21600" y="13528"/>
                  </a:cubicBezTo>
                  <a:cubicBezTo>
                    <a:pt x="21600" y="13528"/>
                    <a:pt x="14364" y="18107"/>
                    <a:pt x="14662" y="21600"/>
                  </a:cubicBezTo>
                  <a:cubicBezTo>
                    <a:pt x="14662" y="21600"/>
                    <a:pt x="300" y="9317"/>
                    <a:pt x="0" y="5083"/>
                  </a:cubicBezTo>
                  <a:cubicBezTo>
                    <a:pt x="0" y="5083"/>
                    <a:pt x="6283" y="423"/>
                    <a:pt x="897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5" name="Figura"/>
            <p:cNvSpPr/>
            <p:nvPr/>
          </p:nvSpPr>
          <p:spPr>
            <a:xfrm>
              <a:off x="1956207" y="2548453"/>
              <a:ext cx="310478" cy="8127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88" y="0"/>
                  </a:moveTo>
                  <a:cubicBezTo>
                    <a:pt x="13288" y="0"/>
                    <a:pt x="5120" y="6639"/>
                    <a:pt x="0" y="14219"/>
                  </a:cubicBezTo>
                  <a:cubicBezTo>
                    <a:pt x="0" y="14219"/>
                    <a:pt x="8296" y="18107"/>
                    <a:pt x="8019" y="21600"/>
                  </a:cubicBezTo>
                  <a:cubicBezTo>
                    <a:pt x="8019" y="21600"/>
                    <a:pt x="21323" y="9317"/>
                    <a:pt x="21600" y="5083"/>
                  </a:cubicBezTo>
                  <a:cubicBezTo>
                    <a:pt x="21600" y="5083"/>
                    <a:pt x="15783" y="423"/>
                    <a:pt x="13288"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6" name="Figura"/>
            <p:cNvSpPr/>
            <p:nvPr/>
          </p:nvSpPr>
          <p:spPr>
            <a:xfrm>
              <a:off x="789661" y="1328066"/>
              <a:ext cx="229128" cy="419771"/>
            </a:xfrm>
            <a:custGeom>
              <a:avLst/>
              <a:gdLst/>
              <a:ahLst/>
              <a:cxnLst>
                <a:cxn ang="0">
                  <a:pos x="wd2" y="hd2"/>
                </a:cxn>
                <a:cxn ang="5400000">
                  <a:pos x="wd2" y="hd2"/>
                </a:cxn>
                <a:cxn ang="10800000">
                  <a:pos x="wd2" y="hd2"/>
                </a:cxn>
                <a:cxn ang="16200000">
                  <a:pos x="wd2" y="hd2"/>
                </a:cxn>
              </a:cxnLst>
              <a:rect l="0" t="0" r="r" b="b"/>
              <a:pathLst>
                <a:path w="20191" h="20804" fill="norm" stroke="1" extrusionOk="0">
                  <a:moveTo>
                    <a:pt x="20036" y="15421"/>
                  </a:moveTo>
                  <a:cubicBezTo>
                    <a:pt x="20895" y="17863"/>
                    <a:pt x="18077" y="20233"/>
                    <a:pt x="13730" y="20717"/>
                  </a:cubicBezTo>
                  <a:lnTo>
                    <a:pt x="13730" y="20717"/>
                  </a:lnTo>
                  <a:cubicBezTo>
                    <a:pt x="9389" y="21202"/>
                    <a:pt x="5170" y="19616"/>
                    <a:pt x="4316" y="17175"/>
                  </a:cubicBezTo>
                  <a:lnTo>
                    <a:pt x="154" y="5385"/>
                  </a:lnTo>
                  <a:cubicBezTo>
                    <a:pt x="-705" y="2944"/>
                    <a:pt x="2115" y="572"/>
                    <a:pt x="6456" y="88"/>
                  </a:cubicBezTo>
                  <a:lnTo>
                    <a:pt x="6456" y="88"/>
                  </a:lnTo>
                  <a:cubicBezTo>
                    <a:pt x="10802" y="-398"/>
                    <a:pt x="15019" y="1190"/>
                    <a:pt x="15879" y="3632"/>
                  </a:cubicBezTo>
                  <a:cubicBezTo>
                    <a:pt x="15879" y="3632"/>
                    <a:pt x="20036" y="15421"/>
                    <a:pt x="20036"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7" name="Figura"/>
            <p:cNvSpPr/>
            <p:nvPr/>
          </p:nvSpPr>
          <p:spPr>
            <a:xfrm>
              <a:off x="2207463" y="1328066"/>
              <a:ext cx="229104" cy="419771"/>
            </a:xfrm>
            <a:custGeom>
              <a:avLst/>
              <a:gdLst/>
              <a:ahLst/>
              <a:cxnLst>
                <a:cxn ang="0">
                  <a:pos x="wd2" y="hd2"/>
                </a:cxn>
                <a:cxn ang="5400000">
                  <a:pos x="wd2" y="hd2"/>
                </a:cxn>
                <a:cxn ang="10800000">
                  <a:pos x="wd2" y="hd2"/>
                </a:cxn>
                <a:cxn ang="16200000">
                  <a:pos x="wd2" y="hd2"/>
                </a:cxn>
              </a:cxnLst>
              <a:rect l="0" t="0" r="r" b="b"/>
              <a:pathLst>
                <a:path w="20188" h="20804" fill="norm" stroke="1" extrusionOk="0">
                  <a:moveTo>
                    <a:pt x="154" y="15421"/>
                  </a:moveTo>
                  <a:cubicBezTo>
                    <a:pt x="-706" y="17863"/>
                    <a:pt x="2113" y="20233"/>
                    <a:pt x="6457" y="20717"/>
                  </a:cubicBezTo>
                  <a:lnTo>
                    <a:pt x="6457" y="20717"/>
                  </a:lnTo>
                  <a:cubicBezTo>
                    <a:pt x="10803" y="21202"/>
                    <a:pt x="15016" y="19616"/>
                    <a:pt x="15876" y="17175"/>
                  </a:cubicBezTo>
                  <a:lnTo>
                    <a:pt x="20034" y="5385"/>
                  </a:lnTo>
                  <a:cubicBezTo>
                    <a:pt x="20894" y="2944"/>
                    <a:pt x="18072" y="572"/>
                    <a:pt x="13734" y="88"/>
                  </a:cubicBezTo>
                  <a:lnTo>
                    <a:pt x="13734" y="88"/>
                  </a:lnTo>
                  <a:cubicBezTo>
                    <a:pt x="9387" y="-398"/>
                    <a:pt x="5167" y="1190"/>
                    <a:pt x="4309" y="3632"/>
                  </a:cubicBezTo>
                  <a:cubicBezTo>
                    <a:pt x="4309" y="3632"/>
                    <a:pt x="154" y="15421"/>
                    <a:pt x="154" y="15421"/>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8" name="Figura"/>
            <p:cNvSpPr/>
            <p:nvPr/>
          </p:nvSpPr>
          <p:spPr>
            <a:xfrm>
              <a:off x="933236" y="143574"/>
              <a:ext cx="1379989" cy="2159204"/>
            </a:xfrm>
            <a:custGeom>
              <a:avLst/>
              <a:gdLst/>
              <a:ahLst/>
              <a:cxnLst>
                <a:cxn ang="0">
                  <a:pos x="wd2" y="hd2"/>
                </a:cxn>
                <a:cxn ang="5400000">
                  <a:pos x="wd2" y="hd2"/>
                </a:cxn>
                <a:cxn ang="10800000">
                  <a:pos x="wd2" y="hd2"/>
                </a:cxn>
                <a:cxn ang="16200000">
                  <a:pos x="wd2" y="hd2"/>
                </a:cxn>
              </a:cxnLst>
              <a:rect l="0" t="0" r="r" b="b"/>
              <a:pathLst>
                <a:path w="19566" h="21300" fill="norm" stroke="1" extrusionOk="0">
                  <a:moveTo>
                    <a:pt x="9783" y="21300"/>
                  </a:moveTo>
                  <a:cubicBezTo>
                    <a:pt x="5760" y="21300"/>
                    <a:pt x="2688" y="18942"/>
                    <a:pt x="1312" y="17174"/>
                  </a:cubicBezTo>
                  <a:cubicBezTo>
                    <a:pt x="-65" y="15407"/>
                    <a:pt x="-1017" y="5241"/>
                    <a:pt x="1948" y="2442"/>
                  </a:cubicBezTo>
                  <a:cubicBezTo>
                    <a:pt x="4851" y="-300"/>
                    <a:pt x="9783" y="11"/>
                    <a:pt x="9783" y="11"/>
                  </a:cubicBezTo>
                  <a:cubicBezTo>
                    <a:pt x="9783" y="11"/>
                    <a:pt x="14715" y="-300"/>
                    <a:pt x="17618" y="2442"/>
                  </a:cubicBezTo>
                  <a:cubicBezTo>
                    <a:pt x="20583" y="5241"/>
                    <a:pt x="19630" y="15407"/>
                    <a:pt x="18254" y="17174"/>
                  </a:cubicBezTo>
                  <a:cubicBezTo>
                    <a:pt x="16877" y="18942"/>
                    <a:pt x="13806" y="21300"/>
                    <a:pt x="9783" y="21300"/>
                  </a:cubicBezTo>
                  <a:close/>
                </a:path>
              </a:pathLst>
            </a:custGeom>
            <a:solidFill>
              <a:srgbClr val="FDEAD0"/>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59" name="Figura"/>
            <p:cNvSpPr/>
            <p:nvPr/>
          </p:nvSpPr>
          <p:spPr>
            <a:xfrm>
              <a:off x="879395" y="53840"/>
              <a:ext cx="1519954" cy="1130422"/>
            </a:xfrm>
            <a:custGeom>
              <a:avLst/>
              <a:gdLst/>
              <a:ahLst/>
              <a:cxnLst>
                <a:cxn ang="0">
                  <a:pos x="wd2" y="hd2"/>
                </a:cxn>
                <a:cxn ang="5400000">
                  <a:pos x="wd2" y="hd2"/>
                </a:cxn>
                <a:cxn ang="10800000">
                  <a:pos x="wd2" y="hd2"/>
                </a:cxn>
                <a:cxn ang="16200000">
                  <a:pos x="wd2" y="hd2"/>
                </a:cxn>
              </a:cxnLst>
              <a:rect l="0" t="0" r="r" b="b"/>
              <a:pathLst>
                <a:path w="18119" h="20055" fill="norm" stroke="1" extrusionOk="0">
                  <a:moveTo>
                    <a:pt x="17124" y="19819"/>
                  </a:moveTo>
                  <a:cubicBezTo>
                    <a:pt x="11375" y="18595"/>
                    <a:pt x="9340" y="17197"/>
                    <a:pt x="7562" y="14906"/>
                  </a:cubicBezTo>
                  <a:cubicBezTo>
                    <a:pt x="6161" y="13099"/>
                    <a:pt x="4449" y="10182"/>
                    <a:pt x="4449" y="10182"/>
                  </a:cubicBezTo>
                  <a:cubicBezTo>
                    <a:pt x="4449" y="10182"/>
                    <a:pt x="4074" y="12465"/>
                    <a:pt x="3157" y="15164"/>
                  </a:cubicBezTo>
                  <a:cubicBezTo>
                    <a:pt x="2608" y="16783"/>
                    <a:pt x="2029" y="18568"/>
                    <a:pt x="756" y="20055"/>
                  </a:cubicBezTo>
                  <a:cubicBezTo>
                    <a:pt x="756" y="20055"/>
                    <a:pt x="-1674" y="9760"/>
                    <a:pt x="2181" y="4108"/>
                  </a:cubicBezTo>
                  <a:cubicBezTo>
                    <a:pt x="6036" y="-1545"/>
                    <a:pt x="12329" y="-1377"/>
                    <a:pt x="16128" y="4698"/>
                  </a:cubicBezTo>
                  <a:cubicBezTo>
                    <a:pt x="19926" y="10773"/>
                    <a:pt x="17124" y="19819"/>
                    <a:pt x="17124" y="19819"/>
                  </a:cubicBezTo>
                  <a:close/>
                </a:path>
              </a:pathLst>
            </a:custGeom>
            <a:solidFill>
              <a:srgbClr val="CE963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grpSp>
        <p:nvGrpSpPr>
          <p:cNvPr id="474" name="Grupo"/>
          <p:cNvGrpSpPr/>
          <p:nvPr/>
        </p:nvGrpSpPr>
        <p:grpSpPr>
          <a:xfrm>
            <a:off x="10035996" y="1842008"/>
            <a:ext cx="3259247" cy="4398786"/>
            <a:chOff x="0" y="0"/>
            <a:chExt cx="3259246" cy="4398785"/>
          </a:xfrm>
        </p:grpSpPr>
        <p:sp>
          <p:nvSpPr>
            <p:cNvPr id="461" name="Figura"/>
            <p:cNvSpPr/>
            <p:nvPr/>
          </p:nvSpPr>
          <p:spPr>
            <a:xfrm>
              <a:off x="717874" y="1363960"/>
              <a:ext cx="216770" cy="409051"/>
            </a:xfrm>
            <a:custGeom>
              <a:avLst/>
              <a:gdLst/>
              <a:ahLst/>
              <a:cxnLst>
                <a:cxn ang="0">
                  <a:pos x="wd2" y="hd2"/>
                </a:cxn>
                <a:cxn ang="5400000">
                  <a:pos x="wd2" y="hd2"/>
                </a:cxn>
                <a:cxn ang="10800000">
                  <a:pos x="wd2" y="hd2"/>
                </a:cxn>
                <a:cxn ang="16200000">
                  <a:pos x="wd2" y="hd2"/>
                </a:cxn>
              </a:cxnLst>
              <a:rect l="0" t="0" r="r" b="b"/>
              <a:pathLst>
                <a:path w="20208" h="20840" fill="norm" stroke="1" extrusionOk="0">
                  <a:moveTo>
                    <a:pt x="20055" y="15694"/>
                  </a:moveTo>
                  <a:cubicBezTo>
                    <a:pt x="20903" y="18028"/>
                    <a:pt x="18130" y="20293"/>
                    <a:pt x="13865" y="20757"/>
                  </a:cubicBezTo>
                  <a:lnTo>
                    <a:pt x="13865" y="20757"/>
                  </a:lnTo>
                  <a:cubicBezTo>
                    <a:pt x="9596" y="21219"/>
                    <a:pt x="5451" y="19706"/>
                    <a:pt x="4600" y="17372"/>
                  </a:cubicBezTo>
                  <a:lnTo>
                    <a:pt x="153" y="5143"/>
                  </a:lnTo>
                  <a:cubicBezTo>
                    <a:pt x="-697" y="2813"/>
                    <a:pt x="2073" y="547"/>
                    <a:pt x="6342" y="84"/>
                  </a:cubicBezTo>
                  <a:lnTo>
                    <a:pt x="6342" y="84"/>
                  </a:lnTo>
                  <a:cubicBezTo>
                    <a:pt x="10610" y="-381"/>
                    <a:pt x="14755" y="1133"/>
                    <a:pt x="15608" y="3466"/>
                  </a:cubicBezTo>
                  <a:cubicBezTo>
                    <a:pt x="15608" y="3466"/>
                    <a:pt x="20055" y="15694"/>
                    <a:pt x="20055" y="15694"/>
                  </a:cubicBezTo>
                  <a:close/>
                </a:path>
              </a:pathLst>
            </a:custGeom>
            <a:solidFill>
              <a:srgbClr val="F1CC9F"/>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62" name="Figura"/>
            <p:cNvSpPr/>
            <p:nvPr/>
          </p:nvSpPr>
          <p:spPr>
            <a:xfrm>
              <a:off x="2297197" y="1363960"/>
              <a:ext cx="216759" cy="409051"/>
            </a:xfrm>
            <a:custGeom>
              <a:avLst/>
              <a:gdLst/>
              <a:ahLst/>
              <a:cxnLst>
                <a:cxn ang="0">
                  <a:pos x="wd2" y="hd2"/>
                </a:cxn>
                <a:cxn ang="5400000">
                  <a:pos x="wd2" y="hd2"/>
                </a:cxn>
                <a:cxn ang="10800000">
                  <a:pos x="wd2" y="hd2"/>
                </a:cxn>
                <a:cxn ang="16200000">
                  <a:pos x="wd2" y="hd2"/>
                </a:cxn>
              </a:cxnLst>
              <a:rect l="0" t="0" r="r" b="b"/>
              <a:pathLst>
                <a:path w="20208" h="20840" fill="norm" stroke="1" extrusionOk="0">
                  <a:moveTo>
                    <a:pt x="153" y="15694"/>
                  </a:moveTo>
                  <a:cubicBezTo>
                    <a:pt x="-696" y="18028"/>
                    <a:pt x="2073" y="20293"/>
                    <a:pt x="6343" y="20757"/>
                  </a:cubicBezTo>
                  <a:lnTo>
                    <a:pt x="6343" y="20757"/>
                  </a:lnTo>
                  <a:cubicBezTo>
                    <a:pt x="10612" y="21219"/>
                    <a:pt x="14757" y="19706"/>
                    <a:pt x="15608" y="17372"/>
                  </a:cubicBezTo>
                  <a:lnTo>
                    <a:pt x="20055" y="5143"/>
                  </a:lnTo>
                  <a:cubicBezTo>
                    <a:pt x="20904" y="2813"/>
                    <a:pt x="18131" y="547"/>
                    <a:pt x="13867" y="84"/>
                  </a:cubicBezTo>
                  <a:lnTo>
                    <a:pt x="13867" y="84"/>
                  </a:lnTo>
                  <a:cubicBezTo>
                    <a:pt x="9599" y="-381"/>
                    <a:pt x="5453" y="1133"/>
                    <a:pt x="4600" y="3466"/>
                  </a:cubicBezTo>
                  <a:cubicBezTo>
                    <a:pt x="4600" y="3466"/>
                    <a:pt x="153" y="15694"/>
                    <a:pt x="153" y="15694"/>
                  </a:cubicBezTo>
                  <a:close/>
                </a:path>
              </a:pathLst>
            </a:custGeom>
            <a:solidFill>
              <a:srgbClr val="F1CC9F"/>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63" name="Figura"/>
            <p:cNvSpPr/>
            <p:nvPr/>
          </p:nvSpPr>
          <p:spPr>
            <a:xfrm>
              <a:off x="879395" y="1956206"/>
              <a:ext cx="1491527" cy="14616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9988"/>
                    <a:pt x="0" y="10665"/>
                    <a:pt x="0" y="10665"/>
                  </a:cubicBezTo>
                  <a:cubicBezTo>
                    <a:pt x="0" y="20125"/>
                    <a:pt x="10800" y="21600"/>
                    <a:pt x="10800" y="21600"/>
                  </a:cubicBezTo>
                  <a:cubicBezTo>
                    <a:pt x="10800" y="21600"/>
                    <a:pt x="21600" y="20125"/>
                    <a:pt x="21600" y="10665"/>
                  </a:cubicBezTo>
                  <a:cubicBezTo>
                    <a:pt x="21600" y="10665"/>
                    <a:pt x="15655" y="9988"/>
                    <a:pt x="15655" y="0"/>
                  </a:cubicBezTo>
                  <a:close/>
                </a:path>
              </a:pathLst>
            </a:custGeom>
            <a:solidFill>
              <a:srgbClr val="F1CC9F"/>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64" name="Figura"/>
            <p:cNvSpPr/>
            <p:nvPr/>
          </p:nvSpPr>
          <p:spPr>
            <a:xfrm>
              <a:off x="0" y="2620240"/>
              <a:ext cx="3259247" cy="1772188"/>
            </a:xfrm>
            <a:custGeom>
              <a:avLst/>
              <a:gdLst/>
              <a:ahLst/>
              <a:cxnLst>
                <a:cxn ang="0">
                  <a:pos x="wd2" y="hd2"/>
                </a:cxn>
                <a:cxn ang="5400000">
                  <a:pos x="wd2" y="hd2"/>
                </a:cxn>
                <a:cxn ang="10800000">
                  <a:pos x="wd2" y="hd2"/>
                </a:cxn>
                <a:cxn ang="16200000">
                  <a:pos x="wd2" y="hd2"/>
                </a:cxn>
              </a:cxnLst>
              <a:rect l="0" t="0" r="r" b="b"/>
              <a:pathLst>
                <a:path w="21600" h="21205" fill="norm" stroke="1" extrusionOk="0">
                  <a:moveTo>
                    <a:pt x="18318" y="807"/>
                  </a:moveTo>
                  <a:cubicBezTo>
                    <a:pt x="17704" y="807"/>
                    <a:pt x="14458" y="-395"/>
                    <a:pt x="13966" y="135"/>
                  </a:cubicBezTo>
                  <a:cubicBezTo>
                    <a:pt x="13007" y="1169"/>
                    <a:pt x="10800" y="4569"/>
                    <a:pt x="10800" y="6732"/>
                  </a:cubicBezTo>
                  <a:cubicBezTo>
                    <a:pt x="10800" y="4569"/>
                    <a:pt x="8593" y="1169"/>
                    <a:pt x="7634" y="135"/>
                  </a:cubicBezTo>
                  <a:cubicBezTo>
                    <a:pt x="7142" y="-395"/>
                    <a:pt x="3896" y="807"/>
                    <a:pt x="3282" y="807"/>
                  </a:cubicBezTo>
                  <a:cubicBezTo>
                    <a:pt x="1469" y="807"/>
                    <a:pt x="0" y="3460"/>
                    <a:pt x="0" y="6732"/>
                  </a:cubicBezTo>
                  <a:lnTo>
                    <a:pt x="0" y="10976"/>
                  </a:lnTo>
                  <a:lnTo>
                    <a:pt x="0" y="21205"/>
                  </a:lnTo>
                  <a:lnTo>
                    <a:pt x="3957" y="21205"/>
                  </a:lnTo>
                  <a:lnTo>
                    <a:pt x="10800" y="21205"/>
                  </a:lnTo>
                  <a:lnTo>
                    <a:pt x="17644" y="21205"/>
                  </a:lnTo>
                  <a:lnTo>
                    <a:pt x="21600" y="21205"/>
                  </a:lnTo>
                  <a:lnTo>
                    <a:pt x="21600" y="10976"/>
                  </a:lnTo>
                  <a:lnTo>
                    <a:pt x="21600" y="6732"/>
                  </a:lnTo>
                  <a:cubicBezTo>
                    <a:pt x="21600" y="3460"/>
                    <a:pt x="20131" y="807"/>
                    <a:pt x="18318" y="807"/>
                  </a:cubicBezTo>
                  <a:close/>
                </a:path>
              </a:pathLst>
            </a:custGeom>
            <a:solidFill>
              <a:srgbClr val="404040"/>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65" name="Figura"/>
            <p:cNvSpPr/>
            <p:nvPr/>
          </p:nvSpPr>
          <p:spPr>
            <a:xfrm>
              <a:off x="789661" y="2638187"/>
              <a:ext cx="406318" cy="1760599"/>
            </a:xfrm>
            <a:custGeom>
              <a:avLst/>
              <a:gdLst/>
              <a:ahLst/>
              <a:cxnLst>
                <a:cxn ang="0">
                  <a:pos x="wd2" y="hd2"/>
                </a:cxn>
                <a:cxn ang="5400000">
                  <a:pos x="wd2" y="hd2"/>
                </a:cxn>
                <a:cxn ang="10800000">
                  <a:pos x="wd2" y="hd2"/>
                </a:cxn>
                <a:cxn ang="16200000">
                  <a:pos x="wd2" y="hd2"/>
                </a:cxn>
              </a:cxnLst>
              <a:rect l="0" t="0" r="r" b="b"/>
              <a:pathLst>
                <a:path w="18152" h="21600" fill="norm" stroke="1" extrusionOk="0">
                  <a:moveTo>
                    <a:pt x="8186" y="0"/>
                  </a:moveTo>
                  <a:cubicBezTo>
                    <a:pt x="8186" y="0"/>
                    <a:pt x="-3448" y="4861"/>
                    <a:pt x="1023" y="11176"/>
                  </a:cubicBezTo>
                  <a:lnTo>
                    <a:pt x="10815" y="13440"/>
                  </a:lnTo>
                  <a:lnTo>
                    <a:pt x="5409" y="15386"/>
                  </a:lnTo>
                  <a:cubicBezTo>
                    <a:pt x="5409" y="15386"/>
                    <a:pt x="6771" y="20155"/>
                    <a:pt x="10815" y="21600"/>
                  </a:cubicBezTo>
                  <a:lnTo>
                    <a:pt x="18152" y="21600"/>
                  </a:lnTo>
                  <a:lnTo>
                    <a:pt x="18152" y="2874"/>
                  </a:lnTo>
                  <a:cubicBezTo>
                    <a:pt x="18152" y="2874"/>
                    <a:pt x="8186" y="0"/>
                    <a:pt x="8186" y="0"/>
                  </a:cubicBezTo>
                  <a:close/>
                </a:path>
              </a:pathLst>
            </a:custGeom>
            <a:solidFill>
              <a:srgbClr val="404040"/>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66" name="Figura"/>
            <p:cNvSpPr/>
            <p:nvPr/>
          </p:nvSpPr>
          <p:spPr>
            <a:xfrm>
              <a:off x="2027995" y="2638187"/>
              <a:ext cx="406301" cy="1760599"/>
            </a:xfrm>
            <a:custGeom>
              <a:avLst/>
              <a:gdLst/>
              <a:ahLst/>
              <a:cxnLst>
                <a:cxn ang="0">
                  <a:pos x="wd2" y="hd2"/>
                </a:cxn>
                <a:cxn ang="5400000">
                  <a:pos x="wd2" y="hd2"/>
                </a:cxn>
                <a:cxn ang="10800000">
                  <a:pos x="wd2" y="hd2"/>
                </a:cxn>
                <a:cxn ang="16200000">
                  <a:pos x="wd2" y="hd2"/>
                </a:cxn>
              </a:cxnLst>
              <a:rect l="0" t="0" r="r" b="b"/>
              <a:pathLst>
                <a:path w="18151" h="21600" fill="norm" stroke="1" extrusionOk="0">
                  <a:moveTo>
                    <a:pt x="9967" y="0"/>
                  </a:moveTo>
                  <a:cubicBezTo>
                    <a:pt x="9967" y="0"/>
                    <a:pt x="21600" y="4861"/>
                    <a:pt x="17128" y="11176"/>
                  </a:cubicBezTo>
                  <a:lnTo>
                    <a:pt x="7335" y="13440"/>
                  </a:lnTo>
                  <a:lnTo>
                    <a:pt x="12743" y="15386"/>
                  </a:lnTo>
                  <a:cubicBezTo>
                    <a:pt x="12743" y="15386"/>
                    <a:pt x="11380" y="20155"/>
                    <a:pt x="7335" y="21600"/>
                  </a:cubicBezTo>
                  <a:lnTo>
                    <a:pt x="0" y="21600"/>
                  </a:lnTo>
                  <a:lnTo>
                    <a:pt x="0" y="2874"/>
                  </a:lnTo>
                  <a:cubicBezTo>
                    <a:pt x="0" y="2874"/>
                    <a:pt x="9967" y="0"/>
                    <a:pt x="9967" y="0"/>
                  </a:cubicBezTo>
                  <a:close/>
                </a:path>
              </a:pathLst>
            </a:custGeom>
            <a:solidFill>
              <a:srgbClr val="404040"/>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67" name="Figura"/>
            <p:cNvSpPr/>
            <p:nvPr/>
          </p:nvSpPr>
          <p:spPr>
            <a:xfrm>
              <a:off x="861449" y="35893"/>
              <a:ext cx="1514757" cy="2370117"/>
            </a:xfrm>
            <a:custGeom>
              <a:avLst/>
              <a:gdLst/>
              <a:ahLst/>
              <a:cxnLst>
                <a:cxn ang="0">
                  <a:pos x="wd2" y="hd2"/>
                </a:cxn>
                <a:cxn ang="5400000">
                  <a:pos x="wd2" y="hd2"/>
                </a:cxn>
                <a:cxn ang="10800000">
                  <a:pos x="wd2" y="hd2"/>
                </a:cxn>
                <a:cxn ang="16200000">
                  <a:pos x="wd2" y="hd2"/>
                </a:cxn>
              </a:cxnLst>
              <a:rect l="0" t="0" r="r" b="b"/>
              <a:pathLst>
                <a:path w="19566" h="21300" fill="norm" stroke="1" extrusionOk="0">
                  <a:moveTo>
                    <a:pt x="9783" y="21300"/>
                  </a:moveTo>
                  <a:cubicBezTo>
                    <a:pt x="5759" y="21300"/>
                    <a:pt x="2688" y="18943"/>
                    <a:pt x="1312" y="17174"/>
                  </a:cubicBezTo>
                  <a:cubicBezTo>
                    <a:pt x="-64" y="15407"/>
                    <a:pt x="-1017" y="5241"/>
                    <a:pt x="1948" y="2442"/>
                  </a:cubicBezTo>
                  <a:cubicBezTo>
                    <a:pt x="4851" y="-300"/>
                    <a:pt x="9783" y="11"/>
                    <a:pt x="9783" y="11"/>
                  </a:cubicBezTo>
                  <a:cubicBezTo>
                    <a:pt x="9783" y="11"/>
                    <a:pt x="14715" y="-300"/>
                    <a:pt x="17618" y="2442"/>
                  </a:cubicBezTo>
                  <a:cubicBezTo>
                    <a:pt x="20583" y="5241"/>
                    <a:pt x="19630" y="15407"/>
                    <a:pt x="18254" y="17174"/>
                  </a:cubicBezTo>
                  <a:cubicBezTo>
                    <a:pt x="16877" y="18943"/>
                    <a:pt x="13807" y="21300"/>
                    <a:pt x="9783" y="21300"/>
                  </a:cubicBezTo>
                  <a:close/>
                </a:path>
              </a:pathLst>
            </a:custGeom>
            <a:solidFill>
              <a:srgbClr val="FDDDB8"/>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68" name="Figura"/>
            <p:cNvSpPr/>
            <p:nvPr/>
          </p:nvSpPr>
          <p:spPr>
            <a:xfrm>
              <a:off x="1202439" y="2763815"/>
              <a:ext cx="826854" cy="1625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21600"/>
                  </a:lnTo>
                  <a:cubicBezTo>
                    <a:pt x="0" y="21600"/>
                    <a:pt x="0" y="0"/>
                    <a:pt x="0" y="0"/>
                  </a:cubicBezTo>
                  <a:close/>
                </a:path>
              </a:pathLst>
            </a:custGeom>
            <a:solidFill>
              <a:srgbClr val="EAEAEA"/>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69" name="Figura"/>
            <p:cNvSpPr/>
            <p:nvPr/>
          </p:nvSpPr>
          <p:spPr>
            <a:xfrm>
              <a:off x="987077" y="2440772"/>
              <a:ext cx="446192" cy="8127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785" y="0"/>
                  </a:moveTo>
                  <a:cubicBezTo>
                    <a:pt x="5785" y="0"/>
                    <a:pt x="10799" y="4870"/>
                    <a:pt x="21600" y="8683"/>
                  </a:cubicBezTo>
                  <a:cubicBezTo>
                    <a:pt x="21600" y="8683"/>
                    <a:pt x="9257" y="18107"/>
                    <a:pt x="9449" y="21600"/>
                  </a:cubicBezTo>
                  <a:cubicBezTo>
                    <a:pt x="9449" y="21600"/>
                    <a:pt x="193" y="9317"/>
                    <a:pt x="0" y="5083"/>
                  </a:cubicBezTo>
                  <a:cubicBezTo>
                    <a:pt x="0" y="5083"/>
                    <a:pt x="4049" y="423"/>
                    <a:pt x="5785"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70" name="Figura"/>
            <p:cNvSpPr/>
            <p:nvPr/>
          </p:nvSpPr>
          <p:spPr>
            <a:xfrm>
              <a:off x="1812631" y="2440772"/>
              <a:ext cx="446193" cy="8127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15" y="0"/>
                  </a:moveTo>
                  <a:cubicBezTo>
                    <a:pt x="15815" y="0"/>
                    <a:pt x="10801" y="4870"/>
                    <a:pt x="0" y="8683"/>
                  </a:cubicBezTo>
                  <a:cubicBezTo>
                    <a:pt x="0" y="8683"/>
                    <a:pt x="12343" y="18107"/>
                    <a:pt x="12151" y="21600"/>
                  </a:cubicBezTo>
                  <a:cubicBezTo>
                    <a:pt x="12151" y="21600"/>
                    <a:pt x="21407" y="9317"/>
                    <a:pt x="21600" y="5083"/>
                  </a:cubicBezTo>
                  <a:cubicBezTo>
                    <a:pt x="21600" y="5083"/>
                    <a:pt x="17551" y="423"/>
                    <a:pt x="15815" y="0"/>
                  </a:cubicBezTo>
                  <a:close/>
                </a:path>
              </a:pathLst>
            </a:custGeom>
            <a:solidFill>
              <a:srgbClr val="F4F4F4"/>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71" name="Figura"/>
            <p:cNvSpPr/>
            <p:nvPr/>
          </p:nvSpPr>
          <p:spPr>
            <a:xfrm>
              <a:off x="1417801" y="2763815"/>
              <a:ext cx="394439" cy="3346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3368"/>
                  </a:lnTo>
                  <a:lnTo>
                    <a:pt x="16234" y="21600"/>
                  </a:lnTo>
                  <a:lnTo>
                    <a:pt x="5761" y="21600"/>
                  </a:lnTo>
                  <a:lnTo>
                    <a:pt x="0" y="12600"/>
                  </a:lnTo>
                  <a:cubicBezTo>
                    <a:pt x="0" y="12600"/>
                    <a:pt x="0" y="0"/>
                    <a:pt x="0" y="0"/>
                  </a:cubicBezTo>
                  <a:close/>
                </a:path>
              </a:pathLst>
            </a:custGeom>
            <a:solidFill>
              <a:srgbClr val="4A9BE8"/>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72" name="Figura"/>
            <p:cNvSpPr/>
            <p:nvPr/>
          </p:nvSpPr>
          <p:spPr>
            <a:xfrm>
              <a:off x="1417801" y="3104805"/>
              <a:ext cx="394439" cy="12904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761" y="0"/>
                  </a:moveTo>
                  <a:lnTo>
                    <a:pt x="0" y="21600"/>
                  </a:lnTo>
                  <a:lnTo>
                    <a:pt x="21600" y="21600"/>
                  </a:lnTo>
                  <a:lnTo>
                    <a:pt x="16234" y="0"/>
                  </a:lnTo>
                  <a:cubicBezTo>
                    <a:pt x="16234" y="0"/>
                    <a:pt x="5761" y="0"/>
                    <a:pt x="5761" y="0"/>
                  </a:cubicBezTo>
                  <a:close/>
                </a:path>
              </a:pathLst>
            </a:custGeom>
            <a:solidFill>
              <a:srgbClr val="4A9BE8"/>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73" name="Figura"/>
            <p:cNvSpPr/>
            <p:nvPr/>
          </p:nvSpPr>
          <p:spPr>
            <a:xfrm>
              <a:off x="825555" y="0"/>
              <a:ext cx="1609476" cy="1427827"/>
            </a:xfrm>
            <a:custGeom>
              <a:avLst/>
              <a:gdLst/>
              <a:ahLst/>
              <a:cxnLst>
                <a:cxn ang="0">
                  <a:pos x="wd2" y="hd2"/>
                </a:cxn>
                <a:cxn ang="5400000">
                  <a:pos x="wd2" y="hd2"/>
                </a:cxn>
                <a:cxn ang="10800000">
                  <a:pos x="wd2" y="hd2"/>
                </a:cxn>
                <a:cxn ang="16200000">
                  <a:pos x="wd2" y="hd2"/>
                </a:cxn>
              </a:cxnLst>
              <a:rect l="0" t="0" r="r" b="b"/>
              <a:pathLst>
                <a:path w="15803" h="21600" fill="norm" stroke="1" extrusionOk="0">
                  <a:moveTo>
                    <a:pt x="15251" y="21600"/>
                  </a:moveTo>
                  <a:lnTo>
                    <a:pt x="14179" y="13762"/>
                  </a:lnTo>
                  <a:cubicBezTo>
                    <a:pt x="14179" y="13762"/>
                    <a:pt x="12393" y="13338"/>
                    <a:pt x="11912" y="8892"/>
                  </a:cubicBezTo>
                  <a:cubicBezTo>
                    <a:pt x="11912" y="8892"/>
                    <a:pt x="11293" y="12174"/>
                    <a:pt x="9506" y="12915"/>
                  </a:cubicBezTo>
                  <a:cubicBezTo>
                    <a:pt x="7720" y="13656"/>
                    <a:pt x="2430" y="13021"/>
                    <a:pt x="2430" y="13021"/>
                  </a:cubicBezTo>
                  <a:cubicBezTo>
                    <a:pt x="2430" y="13021"/>
                    <a:pt x="2202" y="15244"/>
                    <a:pt x="1337" y="16303"/>
                  </a:cubicBezTo>
                  <a:lnTo>
                    <a:pt x="471" y="21090"/>
                  </a:lnTo>
                  <a:cubicBezTo>
                    <a:pt x="471" y="21090"/>
                    <a:pt x="-2818" y="0"/>
                    <a:pt x="7982" y="0"/>
                  </a:cubicBezTo>
                  <a:cubicBezTo>
                    <a:pt x="18782" y="0"/>
                    <a:pt x="15251" y="21600"/>
                    <a:pt x="15251" y="21600"/>
                  </a:cubicBezTo>
                  <a:close/>
                </a:path>
              </a:pathLst>
            </a:custGeom>
            <a:solidFill>
              <a:srgbClr val="744818"/>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grpSp>
        <p:nvGrpSpPr>
          <p:cNvPr id="484" name="Grupo"/>
          <p:cNvGrpSpPr/>
          <p:nvPr/>
        </p:nvGrpSpPr>
        <p:grpSpPr>
          <a:xfrm>
            <a:off x="17962675" y="1783683"/>
            <a:ext cx="3377590" cy="4439236"/>
            <a:chOff x="0" y="0"/>
            <a:chExt cx="3377588" cy="4439235"/>
          </a:xfrm>
        </p:grpSpPr>
        <p:sp>
          <p:nvSpPr>
            <p:cNvPr id="475" name="Figura"/>
            <p:cNvSpPr/>
            <p:nvPr/>
          </p:nvSpPr>
          <p:spPr>
            <a:xfrm>
              <a:off x="646086" y="0"/>
              <a:ext cx="2286570" cy="3345811"/>
            </a:xfrm>
            <a:custGeom>
              <a:avLst/>
              <a:gdLst/>
              <a:ahLst/>
              <a:cxnLst>
                <a:cxn ang="0">
                  <a:pos x="wd2" y="hd2"/>
                </a:cxn>
                <a:cxn ang="5400000">
                  <a:pos x="wd2" y="hd2"/>
                </a:cxn>
                <a:cxn ang="10800000">
                  <a:pos x="wd2" y="hd2"/>
                </a:cxn>
                <a:cxn ang="16200000">
                  <a:pos x="wd2" y="hd2"/>
                </a:cxn>
              </a:cxnLst>
              <a:rect l="0" t="0" r="r" b="b"/>
              <a:pathLst>
                <a:path w="18151" h="20627" fill="norm" stroke="1" extrusionOk="0">
                  <a:moveTo>
                    <a:pt x="8209" y="65"/>
                  </a:moveTo>
                  <a:cubicBezTo>
                    <a:pt x="8209" y="65"/>
                    <a:pt x="3208" y="-268"/>
                    <a:pt x="1291" y="3798"/>
                  </a:cubicBezTo>
                  <a:cubicBezTo>
                    <a:pt x="-627" y="7865"/>
                    <a:pt x="-1882" y="15617"/>
                    <a:pt x="8730" y="16531"/>
                  </a:cubicBezTo>
                  <a:lnTo>
                    <a:pt x="8540" y="20532"/>
                  </a:lnTo>
                  <a:cubicBezTo>
                    <a:pt x="8540" y="20532"/>
                    <a:pt x="13194" y="21265"/>
                    <a:pt x="16456" y="18665"/>
                  </a:cubicBezTo>
                  <a:cubicBezTo>
                    <a:pt x="19718" y="16065"/>
                    <a:pt x="18172" y="2579"/>
                    <a:pt x="12679" y="855"/>
                  </a:cubicBezTo>
                  <a:cubicBezTo>
                    <a:pt x="10189" y="-335"/>
                    <a:pt x="8209" y="65"/>
                    <a:pt x="8209" y="65"/>
                  </a:cubicBezTo>
                  <a:close/>
                </a:path>
              </a:pathLst>
            </a:custGeom>
            <a:solidFill>
              <a:srgbClr val="53514F"/>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76" name="Figura"/>
            <p:cNvSpPr/>
            <p:nvPr/>
          </p:nvSpPr>
          <p:spPr>
            <a:xfrm>
              <a:off x="-1" y="2566400"/>
              <a:ext cx="3377590" cy="1870922"/>
            </a:xfrm>
            <a:custGeom>
              <a:avLst/>
              <a:gdLst/>
              <a:ahLst/>
              <a:cxnLst>
                <a:cxn ang="0">
                  <a:pos x="wd2" y="hd2"/>
                </a:cxn>
                <a:cxn ang="5400000">
                  <a:pos x="wd2" y="hd2"/>
                </a:cxn>
                <a:cxn ang="10800000">
                  <a:pos x="wd2" y="hd2"/>
                </a:cxn>
                <a:cxn ang="16200000">
                  <a:pos x="wd2" y="hd2"/>
                </a:cxn>
              </a:cxnLst>
              <a:rect l="0" t="0" r="r" b="b"/>
              <a:pathLst>
                <a:path w="20368" h="21241" fill="norm" stroke="1" extrusionOk="0">
                  <a:moveTo>
                    <a:pt x="19709" y="5041"/>
                  </a:moveTo>
                  <a:cubicBezTo>
                    <a:pt x="19532" y="3441"/>
                    <a:pt x="16700" y="441"/>
                    <a:pt x="15779" y="41"/>
                  </a:cubicBezTo>
                  <a:cubicBezTo>
                    <a:pt x="14858" y="-359"/>
                    <a:pt x="14327" y="2277"/>
                    <a:pt x="14327" y="2277"/>
                  </a:cubicBezTo>
                  <a:lnTo>
                    <a:pt x="10184" y="10574"/>
                  </a:lnTo>
                  <a:lnTo>
                    <a:pt x="6041" y="2277"/>
                  </a:lnTo>
                  <a:cubicBezTo>
                    <a:pt x="6041" y="2277"/>
                    <a:pt x="5510" y="-359"/>
                    <a:pt x="4589" y="41"/>
                  </a:cubicBezTo>
                  <a:cubicBezTo>
                    <a:pt x="3668" y="441"/>
                    <a:pt x="836" y="3441"/>
                    <a:pt x="659" y="5041"/>
                  </a:cubicBezTo>
                  <a:cubicBezTo>
                    <a:pt x="482" y="6641"/>
                    <a:pt x="-616" y="17174"/>
                    <a:pt x="482" y="21241"/>
                  </a:cubicBezTo>
                  <a:lnTo>
                    <a:pt x="10184" y="21241"/>
                  </a:lnTo>
                  <a:lnTo>
                    <a:pt x="19886" y="21241"/>
                  </a:lnTo>
                  <a:cubicBezTo>
                    <a:pt x="20984" y="17174"/>
                    <a:pt x="19886" y="6641"/>
                    <a:pt x="19709" y="5041"/>
                  </a:cubicBezTo>
                  <a:close/>
                </a:path>
              </a:pathLst>
            </a:custGeom>
            <a:solidFill>
              <a:srgbClr val="CECDD2"/>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77" name="Figura"/>
            <p:cNvSpPr/>
            <p:nvPr/>
          </p:nvSpPr>
          <p:spPr>
            <a:xfrm>
              <a:off x="951182" y="2045941"/>
              <a:ext cx="1491544" cy="14615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5" y="0"/>
                  </a:moveTo>
                  <a:lnTo>
                    <a:pt x="5945" y="0"/>
                  </a:lnTo>
                  <a:cubicBezTo>
                    <a:pt x="5945" y="9988"/>
                    <a:pt x="0" y="10665"/>
                    <a:pt x="0" y="10665"/>
                  </a:cubicBezTo>
                  <a:cubicBezTo>
                    <a:pt x="0" y="20125"/>
                    <a:pt x="10800" y="21600"/>
                    <a:pt x="10800" y="21600"/>
                  </a:cubicBezTo>
                  <a:cubicBezTo>
                    <a:pt x="10800" y="21600"/>
                    <a:pt x="21600" y="20125"/>
                    <a:pt x="21600" y="10665"/>
                  </a:cubicBezTo>
                  <a:cubicBezTo>
                    <a:pt x="21600" y="10665"/>
                    <a:pt x="15655" y="9988"/>
                    <a:pt x="15655" y="0"/>
                  </a:cubicBezTo>
                  <a:close/>
                </a:path>
              </a:pathLst>
            </a:custGeom>
            <a:solidFill>
              <a:srgbClr val="F1D8B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78" name="Figura"/>
            <p:cNvSpPr/>
            <p:nvPr/>
          </p:nvSpPr>
          <p:spPr>
            <a:xfrm>
              <a:off x="1005023" y="125627"/>
              <a:ext cx="1379991" cy="2159268"/>
            </a:xfrm>
            <a:custGeom>
              <a:avLst/>
              <a:gdLst/>
              <a:ahLst/>
              <a:cxnLst>
                <a:cxn ang="0">
                  <a:pos x="wd2" y="hd2"/>
                </a:cxn>
                <a:cxn ang="5400000">
                  <a:pos x="wd2" y="hd2"/>
                </a:cxn>
                <a:cxn ang="10800000">
                  <a:pos x="wd2" y="hd2"/>
                </a:cxn>
                <a:cxn ang="16200000">
                  <a:pos x="wd2" y="hd2"/>
                </a:cxn>
              </a:cxnLst>
              <a:rect l="0" t="0" r="r" b="b"/>
              <a:pathLst>
                <a:path w="19567" h="21301" fill="norm" stroke="1" extrusionOk="0">
                  <a:moveTo>
                    <a:pt x="9783" y="21301"/>
                  </a:moveTo>
                  <a:cubicBezTo>
                    <a:pt x="5759" y="21301"/>
                    <a:pt x="2688" y="18943"/>
                    <a:pt x="1312" y="17175"/>
                  </a:cubicBezTo>
                  <a:cubicBezTo>
                    <a:pt x="-64" y="15407"/>
                    <a:pt x="-1017" y="5242"/>
                    <a:pt x="1948" y="2442"/>
                  </a:cubicBezTo>
                  <a:cubicBezTo>
                    <a:pt x="4851" y="-299"/>
                    <a:pt x="9783" y="11"/>
                    <a:pt x="9783" y="11"/>
                  </a:cubicBezTo>
                  <a:cubicBezTo>
                    <a:pt x="9783" y="11"/>
                    <a:pt x="14714" y="-299"/>
                    <a:pt x="17619" y="2442"/>
                  </a:cubicBezTo>
                  <a:cubicBezTo>
                    <a:pt x="20583" y="5242"/>
                    <a:pt x="19631" y="15407"/>
                    <a:pt x="18254" y="17175"/>
                  </a:cubicBezTo>
                  <a:cubicBezTo>
                    <a:pt x="16878" y="18943"/>
                    <a:pt x="13807" y="21301"/>
                    <a:pt x="9783" y="21301"/>
                  </a:cubicBezTo>
                  <a:close/>
                </a:path>
              </a:pathLst>
            </a:custGeom>
            <a:solidFill>
              <a:srgbClr val="FDEAD0"/>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79" name="Figura"/>
            <p:cNvSpPr/>
            <p:nvPr/>
          </p:nvSpPr>
          <p:spPr>
            <a:xfrm>
              <a:off x="933236" y="53840"/>
              <a:ext cx="1519949" cy="1306459"/>
            </a:xfrm>
            <a:custGeom>
              <a:avLst/>
              <a:gdLst/>
              <a:ahLst/>
              <a:cxnLst>
                <a:cxn ang="0">
                  <a:pos x="wd2" y="hd2"/>
                </a:cxn>
                <a:cxn ang="5400000">
                  <a:pos x="wd2" y="hd2"/>
                </a:cxn>
                <a:cxn ang="10800000">
                  <a:pos x="wd2" y="hd2"/>
                </a:cxn>
                <a:cxn ang="16200000">
                  <a:pos x="wd2" y="hd2"/>
                </a:cxn>
              </a:cxnLst>
              <a:rect l="0" t="0" r="r" b="b"/>
              <a:pathLst>
                <a:path w="18119" h="20249" fill="norm" stroke="1" extrusionOk="0">
                  <a:moveTo>
                    <a:pt x="995" y="20249"/>
                  </a:moveTo>
                  <a:cubicBezTo>
                    <a:pt x="11281" y="18335"/>
                    <a:pt x="13670" y="8896"/>
                    <a:pt x="13670" y="8896"/>
                  </a:cubicBezTo>
                  <a:cubicBezTo>
                    <a:pt x="13670" y="8896"/>
                    <a:pt x="13969" y="14057"/>
                    <a:pt x="17363" y="17520"/>
                  </a:cubicBezTo>
                  <a:cubicBezTo>
                    <a:pt x="17363" y="17520"/>
                    <a:pt x="19793" y="8527"/>
                    <a:pt x="15938" y="3588"/>
                  </a:cubicBezTo>
                  <a:cubicBezTo>
                    <a:pt x="12083" y="-1351"/>
                    <a:pt x="5790" y="-1203"/>
                    <a:pt x="1992" y="4104"/>
                  </a:cubicBezTo>
                  <a:cubicBezTo>
                    <a:pt x="-1807" y="9411"/>
                    <a:pt x="995" y="20249"/>
                    <a:pt x="995" y="20249"/>
                  </a:cubicBezTo>
                  <a:close/>
                </a:path>
              </a:pathLst>
            </a:custGeom>
            <a:solidFill>
              <a:srgbClr val="53514F"/>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80" name="Figura"/>
            <p:cNvSpPr/>
            <p:nvPr/>
          </p:nvSpPr>
          <p:spPr>
            <a:xfrm>
              <a:off x="574298" y="3571424"/>
              <a:ext cx="453639" cy="867812"/>
            </a:xfrm>
            <a:custGeom>
              <a:avLst/>
              <a:gdLst/>
              <a:ahLst/>
              <a:cxnLst>
                <a:cxn ang="0">
                  <a:pos x="wd2" y="hd2"/>
                </a:cxn>
                <a:cxn ang="5400000">
                  <a:pos x="wd2" y="hd2"/>
                </a:cxn>
                <a:cxn ang="10800000">
                  <a:pos x="wd2" y="hd2"/>
                </a:cxn>
                <a:cxn ang="16200000">
                  <a:pos x="wd2" y="hd2"/>
                </a:cxn>
              </a:cxnLst>
              <a:rect l="0" t="0" r="r" b="b"/>
              <a:pathLst>
                <a:path w="17790" h="21600" fill="norm" stroke="1" extrusionOk="0">
                  <a:moveTo>
                    <a:pt x="3793" y="0"/>
                  </a:moveTo>
                  <a:cubicBezTo>
                    <a:pt x="3793" y="0"/>
                    <a:pt x="-3810" y="16440"/>
                    <a:pt x="17790" y="21600"/>
                  </a:cubicBezTo>
                  <a:lnTo>
                    <a:pt x="510" y="21600"/>
                  </a:lnTo>
                  <a:cubicBezTo>
                    <a:pt x="510" y="21600"/>
                    <a:pt x="-1910" y="8335"/>
                    <a:pt x="3793" y="0"/>
                  </a:cubicBezTo>
                  <a:close/>
                </a:path>
              </a:pathLst>
            </a:custGeom>
            <a:solidFill>
              <a:srgbClr val="3A3D41">
                <a:alpha val="38133"/>
              </a:srgbClr>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81" name="Figura"/>
            <p:cNvSpPr/>
            <p:nvPr/>
          </p:nvSpPr>
          <p:spPr>
            <a:xfrm>
              <a:off x="2368984" y="3571424"/>
              <a:ext cx="453612" cy="867812"/>
            </a:xfrm>
            <a:custGeom>
              <a:avLst/>
              <a:gdLst/>
              <a:ahLst/>
              <a:cxnLst>
                <a:cxn ang="0">
                  <a:pos x="wd2" y="hd2"/>
                </a:cxn>
                <a:cxn ang="5400000">
                  <a:pos x="wd2" y="hd2"/>
                </a:cxn>
                <a:cxn ang="10800000">
                  <a:pos x="wd2" y="hd2"/>
                </a:cxn>
                <a:cxn ang="16200000">
                  <a:pos x="wd2" y="hd2"/>
                </a:cxn>
              </a:cxnLst>
              <a:rect l="0" t="0" r="r" b="b"/>
              <a:pathLst>
                <a:path w="17789" h="21600" fill="norm" stroke="1" extrusionOk="0">
                  <a:moveTo>
                    <a:pt x="13996" y="0"/>
                  </a:moveTo>
                  <a:cubicBezTo>
                    <a:pt x="13996" y="0"/>
                    <a:pt x="21600" y="16440"/>
                    <a:pt x="0" y="21600"/>
                  </a:cubicBezTo>
                  <a:lnTo>
                    <a:pt x="17279" y="21600"/>
                  </a:lnTo>
                  <a:cubicBezTo>
                    <a:pt x="17279" y="21600"/>
                    <a:pt x="19699" y="8335"/>
                    <a:pt x="13996" y="0"/>
                  </a:cubicBezTo>
                  <a:close/>
                </a:path>
              </a:pathLst>
            </a:custGeom>
            <a:solidFill>
              <a:srgbClr val="3A3D41">
                <a:alpha val="38133"/>
              </a:srgbClr>
            </a:solidFill>
            <a:ln w="12700" cap="flat">
              <a:noFill/>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482" name="Figura"/>
            <p:cNvSpPr/>
            <p:nvPr/>
          </p:nvSpPr>
          <p:spPr>
            <a:xfrm>
              <a:off x="2171569" y="843502"/>
              <a:ext cx="170057" cy="170044"/>
            </a:xfrm>
            <a:custGeom>
              <a:avLst/>
              <a:gdLst/>
              <a:ahLst/>
              <a:cxnLst>
                <a:cxn ang="0">
                  <a:pos x="wd2" y="hd2"/>
                </a:cxn>
                <a:cxn ang="5400000">
                  <a:pos x="wd2" y="hd2"/>
                </a:cxn>
                <a:cxn ang="10800000">
                  <a:pos x="wd2" y="hd2"/>
                </a:cxn>
                <a:cxn ang="16200000">
                  <a:pos x="wd2" y="hd2"/>
                </a:cxn>
              </a:cxnLst>
              <a:rect l="0" t="0" r="r" b="b"/>
              <a:pathLst>
                <a:path w="20732" h="20731" fill="norm" stroke="1" extrusionOk="0">
                  <a:moveTo>
                    <a:pt x="19429" y="1303"/>
                  </a:moveTo>
                  <a:cubicBezTo>
                    <a:pt x="21166" y="3040"/>
                    <a:pt x="21166" y="5861"/>
                    <a:pt x="19429" y="7600"/>
                  </a:cubicBezTo>
                  <a:lnTo>
                    <a:pt x="7598" y="19427"/>
                  </a:lnTo>
                  <a:cubicBezTo>
                    <a:pt x="5861" y="21166"/>
                    <a:pt x="3040" y="21166"/>
                    <a:pt x="1300" y="19427"/>
                  </a:cubicBezTo>
                  <a:lnTo>
                    <a:pt x="1300" y="19427"/>
                  </a:lnTo>
                  <a:cubicBezTo>
                    <a:pt x="-434" y="17687"/>
                    <a:pt x="-434" y="14871"/>
                    <a:pt x="1300" y="13134"/>
                  </a:cubicBezTo>
                  <a:lnTo>
                    <a:pt x="13131" y="1303"/>
                  </a:lnTo>
                  <a:cubicBezTo>
                    <a:pt x="14868" y="-434"/>
                    <a:pt x="17688" y="-434"/>
                    <a:pt x="19429" y="1303"/>
                  </a:cubicBezTo>
                  <a:cubicBezTo>
                    <a:pt x="19429" y="1303"/>
                    <a:pt x="19429" y="1303"/>
                    <a:pt x="19429" y="1303"/>
                  </a:cubicBezTo>
                  <a:close/>
                </a:path>
              </a:pathLst>
            </a:custGeom>
            <a:solidFill>
              <a:srgbClr val="009F5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483" name="Figura"/>
            <p:cNvSpPr/>
            <p:nvPr/>
          </p:nvSpPr>
          <p:spPr>
            <a:xfrm>
              <a:off x="2243356" y="951183"/>
              <a:ext cx="170029" cy="170045"/>
            </a:xfrm>
            <a:custGeom>
              <a:avLst/>
              <a:gdLst/>
              <a:ahLst/>
              <a:cxnLst>
                <a:cxn ang="0">
                  <a:pos x="wd2" y="hd2"/>
                </a:cxn>
                <a:cxn ang="5400000">
                  <a:pos x="wd2" y="hd2"/>
                </a:cxn>
                <a:cxn ang="10800000">
                  <a:pos x="wd2" y="hd2"/>
                </a:cxn>
                <a:cxn ang="16200000">
                  <a:pos x="wd2" y="hd2"/>
                </a:cxn>
              </a:cxnLst>
              <a:rect l="0" t="0" r="r" b="b"/>
              <a:pathLst>
                <a:path w="20732" h="20731" fill="norm" stroke="1" extrusionOk="0">
                  <a:moveTo>
                    <a:pt x="19429" y="1301"/>
                  </a:moveTo>
                  <a:cubicBezTo>
                    <a:pt x="21166" y="3040"/>
                    <a:pt x="21166" y="5861"/>
                    <a:pt x="19429" y="7598"/>
                  </a:cubicBezTo>
                  <a:lnTo>
                    <a:pt x="7599" y="19425"/>
                  </a:lnTo>
                  <a:cubicBezTo>
                    <a:pt x="5862" y="21166"/>
                    <a:pt x="3042" y="21166"/>
                    <a:pt x="1300" y="19425"/>
                  </a:cubicBezTo>
                  <a:lnTo>
                    <a:pt x="1300" y="19425"/>
                  </a:lnTo>
                  <a:cubicBezTo>
                    <a:pt x="-434" y="17688"/>
                    <a:pt x="-434" y="14871"/>
                    <a:pt x="1300" y="13132"/>
                  </a:cubicBezTo>
                  <a:lnTo>
                    <a:pt x="13133" y="1301"/>
                  </a:lnTo>
                  <a:cubicBezTo>
                    <a:pt x="14868" y="-434"/>
                    <a:pt x="17688" y="-434"/>
                    <a:pt x="19429" y="1301"/>
                  </a:cubicBezTo>
                  <a:cubicBezTo>
                    <a:pt x="19429" y="1301"/>
                    <a:pt x="19429" y="1301"/>
                    <a:pt x="19429" y="1301"/>
                  </a:cubicBezTo>
                  <a:close/>
                </a:path>
              </a:pathLst>
            </a:custGeom>
            <a:solidFill>
              <a:srgbClr val="009F57"/>
            </a:solidFill>
            <a:ln w="12700" cap="flat">
              <a:noFill/>
              <a:miter lim="400000"/>
            </a:ln>
            <a:effectLst/>
          </p:spPr>
          <p:txBody>
            <a:bodyPr wrap="square" lIns="38100" tIns="38100" rIns="38100" bIns="38100" numCol="1" anchor="ctr">
              <a:noAutofit/>
            </a:bodyPr>
            <a:lstStyle/>
            <a:p>
              <a:pPr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grpSp>
      <p:grpSp>
        <p:nvGrpSpPr>
          <p:cNvPr id="487" name="Grupo"/>
          <p:cNvGrpSpPr/>
          <p:nvPr/>
        </p:nvGrpSpPr>
        <p:grpSpPr>
          <a:xfrm>
            <a:off x="9186117" y="6225315"/>
            <a:ext cx="4933605" cy="6222736"/>
            <a:chOff x="0" y="0"/>
            <a:chExt cx="4933603" cy="6222734"/>
          </a:xfrm>
        </p:grpSpPr>
        <p:sp>
          <p:nvSpPr>
            <p:cNvPr id="485" name="Rectangle 14"/>
            <p:cNvSpPr/>
            <p:nvPr/>
          </p:nvSpPr>
          <p:spPr>
            <a:xfrm>
              <a:off x="0" y="170370"/>
              <a:ext cx="4933604" cy="6052365"/>
            </a:xfrm>
            <a:prstGeom prst="rect">
              <a:avLst/>
            </a:prstGeom>
            <a:noFill/>
            <a:ln w="127000" cap="flat">
              <a:solidFill>
                <a:srgbClr val="00C3D2"/>
              </a:solidFill>
              <a:prstDash val="solid"/>
              <a:round/>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486" name="Rectángulo"/>
            <p:cNvSpPr/>
            <p:nvPr/>
          </p:nvSpPr>
          <p:spPr>
            <a:xfrm>
              <a:off x="702773" y="0"/>
              <a:ext cx="3528058" cy="324908"/>
            </a:xfrm>
            <a:prstGeom prst="rect">
              <a:avLst/>
            </a:prstGeom>
            <a:solidFill>
              <a:srgbClr val="004B75"/>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grpSp>
      <p:grpSp>
        <p:nvGrpSpPr>
          <p:cNvPr id="490" name="Grupo"/>
          <p:cNvGrpSpPr/>
          <p:nvPr/>
        </p:nvGrpSpPr>
        <p:grpSpPr>
          <a:xfrm>
            <a:off x="17184667" y="6225315"/>
            <a:ext cx="4933605" cy="6222736"/>
            <a:chOff x="0" y="0"/>
            <a:chExt cx="4933603" cy="6222734"/>
          </a:xfrm>
        </p:grpSpPr>
        <p:sp>
          <p:nvSpPr>
            <p:cNvPr id="488" name="Rectangle 14"/>
            <p:cNvSpPr/>
            <p:nvPr/>
          </p:nvSpPr>
          <p:spPr>
            <a:xfrm>
              <a:off x="0" y="170370"/>
              <a:ext cx="4933604" cy="6052365"/>
            </a:xfrm>
            <a:prstGeom prst="rect">
              <a:avLst/>
            </a:prstGeom>
            <a:noFill/>
            <a:ln w="127000" cap="flat">
              <a:solidFill>
                <a:srgbClr val="00C3D2"/>
              </a:solidFill>
              <a:prstDash val="solid"/>
              <a:round/>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489" name="Rectángulo"/>
            <p:cNvSpPr/>
            <p:nvPr/>
          </p:nvSpPr>
          <p:spPr>
            <a:xfrm>
              <a:off x="702773" y="0"/>
              <a:ext cx="3528058" cy="324908"/>
            </a:xfrm>
            <a:prstGeom prst="rect">
              <a:avLst/>
            </a:prstGeom>
            <a:solidFill>
              <a:srgbClr val="004B75"/>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gr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92" name="Propuesta estratégica"/>
          <p:cNvSpPr txBox="1"/>
          <p:nvPr>
            <p:ph type="title"/>
          </p:nvPr>
        </p:nvSpPr>
        <p:spPr>
          <a:prstGeom prst="rect">
            <a:avLst/>
          </a:prstGeom>
        </p:spPr>
        <p:txBody>
          <a:bodyPr/>
          <a:lstStyle/>
          <a:p>
            <a:pPr/>
            <a:r>
              <a:t>Propuesta estratégica</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94" name="Objetivos"/>
          <p:cNvSpPr txBox="1"/>
          <p:nvPr>
            <p:ph type="title"/>
          </p:nvPr>
        </p:nvSpPr>
        <p:spPr>
          <a:prstGeom prst="rect">
            <a:avLst/>
          </a:prstGeom>
        </p:spPr>
        <p:txBody>
          <a:bodyPr/>
          <a:lstStyle/>
          <a:p>
            <a:pPr/>
            <a:r>
              <a:t>Objetivos</a:t>
            </a:r>
          </a:p>
        </p:txBody>
      </p:sp>
      <p:grpSp>
        <p:nvGrpSpPr>
          <p:cNvPr id="499" name="Grupo"/>
          <p:cNvGrpSpPr/>
          <p:nvPr/>
        </p:nvGrpSpPr>
        <p:grpSpPr>
          <a:xfrm>
            <a:off x="2529414" y="3276568"/>
            <a:ext cx="7796319" cy="7670864"/>
            <a:chOff x="0" y="0"/>
            <a:chExt cx="7796317" cy="7670862"/>
          </a:xfrm>
        </p:grpSpPr>
        <p:sp>
          <p:nvSpPr>
            <p:cNvPr id="495" name="Freeform 8"/>
            <p:cNvSpPr/>
            <p:nvPr/>
          </p:nvSpPr>
          <p:spPr>
            <a:xfrm>
              <a:off x="3590932" y="0"/>
              <a:ext cx="4205386" cy="4154818"/>
            </a:xfrm>
            <a:custGeom>
              <a:avLst/>
              <a:gdLst/>
              <a:ahLst/>
              <a:cxnLst>
                <a:cxn ang="0">
                  <a:pos x="wd2" y="hd2"/>
                </a:cxn>
                <a:cxn ang="5400000">
                  <a:pos x="wd2" y="hd2"/>
                </a:cxn>
                <a:cxn ang="10800000">
                  <a:pos x="wd2" y="hd2"/>
                </a:cxn>
                <a:cxn ang="16200000">
                  <a:pos x="wd2" y="hd2"/>
                </a:cxn>
              </a:cxnLst>
              <a:rect l="0" t="0" r="r" b="b"/>
              <a:pathLst>
                <a:path w="21483" h="21483" fill="norm" stroke="1" extrusionOk="0">
                  <a:moveTo>
                    <a:pt x="15312" y="10398"/>
                  </a:moveTo>
                  <a:cubicBezTo>
                    <a:pt x="13031" y="10129"/>
                    <a:pt x="13031" y="10129"/>
                    <a:pt x="13031" y="10129"/>
                  </a:cubicBezTo>
                  <a:cubicBezTo>
                    <a:pt x="2030" y="21130"/>
                    <a:pt x="2030" y="21130"/>
                    <a:pt x="2030" y="21130"/>
                  </a:cubicBezTo>
                  <a:cubicBezTo>
                    <a:pt x="1560" y="21600"/>
                    <a:pt x="822" y="21600"/>
                    <a:pt x="353" y="21130"/>
                  </a:cubicBezTo>
                  <a:cubicBezTo>
                    <a:pt x="-117" y="20728"/>
                    <a:pt x="-117" y="19990"/>
                    <a:pt x="353" y="19520"/>
                  </a:cubicBezTo>
                  <a:cubicBezTo>
                    <a:pt x="11354" y="8452"/>
                    <a:pt x="11354" y="8452"/>
                    <a:pt x="11354" y="8452"/>
                  </a:cubicBezTo>
                  <a:cubicBezTo>
                    <a:pt x="11153" y="6239"/>
                    <a:pt x="11153" y="6239"/>
                    <a:pt x="11153" y="6239"/>
                  </a:cubicBezTo>
                  <a:cubicBezTo>
                    <a:pt x="17324" y="0"/>
                    <a:pt x="17324" y="0"/>
                    <a:pt x="17324" y="0"/>
                  </a:cubicBezTo>
                  <a:cubicBezTo>
                    <a:pt x="18196" y="3354"/>
                    <a:pt x="18196" y="3354"/>
                    <a:pt x="18196" y="3354"/>
                  </a:cubicBezTo>
                  <a:cubicBezTo>
                    <a:pt x="21483" y="4159"/>
                    <a:pt x="21483" y="4159"/>
                    <a:pt x="21483" y="4159"/>
                  </a:cubicBezTo>
                  <a:lnTo>
                    <a:pt x="15312" y="10398"/>
                  </a:lnTo>
                  <a:close/>
                </a:path>
              </a:pathLst>
            </a:custGeom>
            <a:solidFill>
              <a:srgbClr val="EEB219"/>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496" name="Freeform 5"/>
            <p:cNvSpPr/>
            <p:nvPr/>
          </p:nvSpPr>
          <p:spPr>
            <a:xfrm>
              <a:off x="1299629" y="1466120"/>
              <a:ext cx="4978861" cy="4919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47" y="5129"/>
                  </a:moveTo>
                  <a:cubicBezTo>
                    <a:pt x="18522" y="6554"/>
                    <a:pt x="18522" y="6554"/>
                    <a:pt x="18522" y="6554"/>
                  </a:cubicBezTo>
                  <a:cubicBezTo>
                    <a:pt x="19206" y="7808"/>
                    <a:pt x="19605" y="9290"/>
                    <a:pt x="19605" y="10772"/>
                  </a:cubicBezTo>
                  <a:cubicBezTo>
                    <a:pt x="19605" y="15673"/>
                    <a:pt x="15616" y="19605"/>
                    <a:pt x="10772" y="19605"/>
                  </a:cubicBezTo>
                  <a:cubicBezTo>
                    <a:pt x="5927" y="19605"/>
                    <a:pt x="1995" y="15673"/>
                    <a:pt x="1995" y="10772"/>
                  </a:cubicBezTo>
                  <a:cubicBezTo>
                    <a:pt x="1995" y="5927"/>
                    <a:pt x="5927" y="1995"/>
                    <a:pt x="10772" y="1995"/>
                  </a:cubicBezTo>
                  <a:cubicBezTo>
                    <a:pt x="12310" y="1995"/>
                    <a:pt x="13735" y="2394"/>
                    <a:pt x="14989" y="3078"/>
                  </a:cubicBezTo>
                  <a:cubicBezTo>
                    <a:pt x="16471" y="1596"/>
                    <a:pt x="16471" y="1596"/>
                    <a:pt x="16471" y="1596"/>
                  </a:cubicBezTo>
                  <a:cubicBezTo>
                    <a:pt x="14818" y="570"/>
                    <a:pt x="12880" y="0"/>
                    <a:pt x="10772" y="0"/>
                  </a:cubicBezTo>
                  <a:cubicBezTo>
                    <a:pt x="4844" y="0"/>
                    <a:pt x="0" y="4844"/>
                    <a:pt x="0" y="10772"/>
                  </a:cubicBezTo>
                  <a:cubicBezTo>
                    <a:pt x="0" y="16756"/>
                    <a:pt x="4844" y="21600"/>
                    <a:pt x="10772" y="21600"/>
                  </a:cubicBezTo>
                  <a:cubicBezTo>
                    <a:pt x="16756" y="21600"/>
                    <a:pt x="21600" y="16756"/>
                    <a:pt x="21600" y="10772"/>
                  </a:cubicBezTo>
                  <a:cubicBezTo>
                    <a:pt x="21600" y="8720"/>
                    <a:pt x="20973" y="6782"/>
                    <a:pt x="19947" y="5129"/>
                  </a:cubicBezTo>
                </a:path>
              </a:pathLst>
            </a:custGeom>
            <a:solidFill>
              <a:srgbClr val="00C3D2"/>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497" name="Freeform 6"/>
            <p:cNvSpPr/>
            <p:nvPr/>
          </p:nvSpPr>
          <p:spPr>
            <a:xfrm>
              <a:off x="2537021" y="2696933"/>
              <a:ext cx="2493092" cy="24543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32" y="7543"/>
                  </a:moveTo>
                  <a:cubicBezTo>
                    <a:pt x="17621" y="11086"/>
                    <a:pt x="17621" y="11086"/>
                    <a:pt x="17621" y="11086"/>
                  </a:cubicBezTo>
                  <a:cubicBezTo>
                    <a:pt x="17507" y="14743"/>
                    <a:pt x="14438" y="17600"/>
                    <a:pt x="10800" y="17600"/>
                  </a:cubicBezTo>
                  <a:cubicBezTo>
                    <a:pt x="7048" y="17600"/>
                    <a:pt x="3979" y="14514"/>
                    <a:pt x="3979" y="10743"/>
                  </a:cubicBezTo>
                  <a:cubicBezTo>
                    <a:pt x="3979" y="7086"/>
                    <a:pt x="6935" y="4114"/>
                    <a:pt x="10573" y="4000"/>
                  </a:cubicBezTo>
                  <a:cubicBezTo>
                    <a:pt x="14097" y="457"/>
                    <a:pt x="14097" y="457"/>
                    <a:pt x="14097" y="457"/>
                  </a:cubicBezTo>
                  <a:cubicBezTo>
                    <a:pt x="13074" y="114"/>
                    <a:pt x="11937" y="0"/>
                    <a:pt x="10800" y="0"/>
                  </a:cubicBezTo>
                  <a:cubicBezTo>
                    <a:pt x="4888" y="0"/>
                    <a:pt x="0" y="4800"/>
                    <a:pt x="0" y="10743"/>
                  </a:cubicBezTo>
                  <a:cubicBezTo>
                    <a:pt x="0" y="16800"/>
                    <a:pt x="4888" y="21600"/>
                    <a:pt x="10800" y="21600"/>
                  </a:cubicBezTo>
                  <a:cubicBezTo>
                    <a:pt x="16712" y="21600"/>
                    <a:pt x="21600" y="16800"/>
                    <a:pt x="21600" y="10743"/>
                  </a:cubicBezTo>
                  <a:cubicBezTo>
                    <a:pt x="21600" y="9600"/>
                    <a:pt x="21373" y="8571"/>
                    <a:pt x="21032" y="7543"/>
                  </a:cubicBezTo>
                </a:path>
              </a:pathLst>
            </a:custGeom>
            <a:solidFill>
              <a:srgbClr val="004B75"/>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498" name="Freeform 7"/>
            <p:cNvSpPr/>
            <p:nvPr/>
          </p:nvSpPr>
          <p:spPr>
            <a:xfrm>
              <a:off x="0" y="181009"/>
              <a:ext cx="7578119" cy="7489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028" y="5241"/>
                  </a:moveTo>
                  <a:cubicBezTo>
                    <a:pt x="19092" y="6177"/>
                    <a:pt x="19092" y="6177"/>
                    <a:pt x="19092" y="6177"/>
                  </a:cubicBezTo>
                  <a:cubicBezTo>
                    <a:pt x="19841" y="7562"/>
                    <a:pt x="20290" y="9134"/>
                    <a:pt x="20290" y="10781"/>
                  </a:cubicBezTo>
                  <a:cubicBezTo>
                    <a:pt x="20290" y="16022"/>
                    <a:pt x="16022" y="20290"/>
                    <a:pt x="10781" y="20290"/>
                  </a:cubicBezTo>
                  <a:cubicBezTo>
                    <a:pt x="5540" y="20290"/>
                    <a:pt x="1310" y="16022"/>
                    <a:pt x="1310" y="10781"/>
                  </a:cubicBezTo>
                  <a:cubicBezTo>
                    <a:pt x="1310" y="5578"/>
                    <a:pt x="5540" y="1310"/>
                    <a:pt x="10781" y="1310"/>
                  </a:cubicBezTo>
                  <a:cubicBezTo>
                    <a:pt x="12466" y="1310"/>
                    <a:pt x="14038" y="1722"/>
                    <a:pt x="15386" y="2508"/>
                  </a:cubicBezTo>
                  <a:cubicBezTo>
                    <a:pt x="16322" y="1535"/>
                    <a:pt x="16322" y="1535"/>
                    <a:pt x="16322" y="1535"/>
                  </a:cubicBezTo>
                  <a:cubicBezTo>
                    <a:pt x="14712" y="562"/>
                    <a:pt x="12803" y="0"/>
                    <a:pt x="10781" y="0"/>
                  </a:cubicBezTo>
                  <a:cubicBezTo>
                    <a:pt x="4829" y="0"/>
                    <a:pt x="0" y="4829"/>
                    <a:pt x="0" y="10781"/>
                  </a:cubicBezTo>
                  <a:cubicBezTo>
                    <a:pt x="0" y="16733"/>
                    <a:pt x="4829" y="21600"/>
                    <a:pt x="10781" y="21600"/>
                  </a:cubicBezTo>
                  <a:cubicBezTo>
                    <a:pt x="16733" y="21600"/>
                    <a:pt x="21600" y="16733"/>
                    <a:pt x="21600" y="10781"/>
                  </a:cubicBezTo>
                  <a:cubicBezTo>
                    <a:pt x="21600" y="8760"/>
                    <a:pt x="21038" y="6851"/>
                    <a:pt x="20028" y="5241"/>
                  </a:cubicBezTo>
                </a:path>
              </a:pathLst>
            </a:custGeom>
            <a:solidFill>
              <a:srgbClr val="004B75"/>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grpSp>
      <p:sp>
        <p:nvSpPr>
          <p:cNvPr id="500" name="Bacon ipsum dolor amet kevin burgdoggen jowl cupim"/>
          <p:cNvSpPr txBox="1"/>
          <p:nvPr/>
        </p:nvSpPr>
        <p:spPr>
          <a:xfrm>
            <a:off x="12692477" y="2926722"/>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501" name="Bacon ipsum dolor amet kevin burgdoggen jowl cupim"/>
          <p:cNvSpPr txBox="1"/>
          <p:nvPr/>
        </p:nvSpPr>
        <p:spPr>
          <a:xfrm>
            <a:off x="12692477" y="5175791"/>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502" name="Bacon ipsum dolor amet kevin burgdoggen jowl cupim"/>
          <p:cNvSpPr txBox="1"/>
          <p:nvPr/>
        </p:nvSpPr>
        <p:spPr>
          <a:xfrm>
            <a:off x="12692477" y="7432133"/>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503" name="Bacon ipsum dolor amet kevin burgdoggen jowl cupim"/>
          <p:cNvSpPr txBox="1"/>
          <p:nvPr/>
        </p:nvSpPr>
        <p:spPr>
          <a:xfrm>
            <a:off x="12692477" y="9681202"/>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504" name="Línea"/>
          <p:cNvSpPr/>
          <p:nvPr/>
        </p:nvSpPr>
        <p:spPr>
          <a:xfrm rot="21240000">
            <a:off x="11762981" y="3118949"/>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05" name="Línea"/>
          <p:cNvSpPr/>
          <p:nvPr/>
        </p:nvSpPr>
        <p:spPr>
          <a:xfrm rot="21240000">
            <a:off x="11762981" y="5380718"/>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06" name="Línea"/>
          <p:cNvSpPr/>
          <p:nvPr/>
        </p:nvSpPr>
        <p:spPr>
          <a:xfrm rot="21240000">
            <a:off x="11762981" y="7642487"/>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07" name="Línea"/>
          <p:cNvSpPr/>
          <p:nvPr/>
        </p:nvSpPr>
        <p:spPr>
          <a:xfrm rot="21240000">
            <a:off x="11762981" y="9904256"/>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09" name="Propuesta estratégica por canales"/>
          <p:cNvSpPr txBox="1"/>
          <p:nvPr>
            <p:ph type="title"/>
          </p:nvPr>
        </p:nvSpPr>
        <p:spPr>
          <a:prstGeom prst="rect">
            <a:avLst/>
          </a:prstGeom>
        </p:spPr>
        <p:txBody>
          <a:bodyPr/>
          <a:lstStyle/>
          <a:p>
            <a:pPr/>
            <a:r>
              <a:t>Propuesta estratégica por canales</a:t>
            </a:r>
          </a:p>
        </p:txBody>
      </p:sp>
      <p:sp>
        <p:nvSpPr>
          <p:cNvPr id="510" name="Rectángulo"/>
          <p:cNvSpPr/>
          <p:nvPr/>
        </p:nvSpPr>
        <p:spPr>
          <a:xfrm>
            <a:off x="8905319" y="1739524"/>
            <a:ext cx="9232132" cy="13349211"/>
          </a:xfrm>
          <a:prstGeom prst="rect">
            <a:avLst/>
          </a:prstGeom>
          <a:solidFill>
            <a:srgbClr val="F1F3F7"/>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511" name="Línea"/>
          <p:cNvSpPr/>
          <p:nvPr/>
        </p:nvSpPr>
        <p:spPr>
          <a:xfrm flipH="1">
            <a:off x="8883067" y="1742624"/>
            <a:ext cx="1" cy="12450636"/>
          </a:xfrm>
          <a:prstGeom prst="line">
            <a:avLst/>
          </a:prstGeom>
          <a:ln w="25400">
            <a:solidFill>
              <a:srgbClr val="D0CECE"/>
            </a:solidFill>
            <a:miter/>
            <a:headEnd type="oval"/>
            <a:tailEnd type="oval"/>
          </a:ln>
        </p:spPr>
        <p:txBody>
          <a:bodyPr lIns="45718" tIns="45718" rIns="45718" bIns="45718"/>
          <a:lstStyle/>
          <a:p>
            <a:pPr algn="l" defTabSz="1828431">
              <a:defRPr b="0" sz="3600">
                <a:solidFill>
                  <a:srgbClr val="737572"/>
                </a:solidFill>
                <a:latin typeface="Helvetica"/>
                <a:ea typeface="Helvetica"/>
                <a:cs typeface="Helvetica"/>
                <a:sym typeface="Helvetica"/>
              </a:defRPr>
            </a:pPr>
          </a:p>
        </p:txBody>
      </p:sp>
      <p:sp>
        <p:nvSpPr>
          <p:cNvPr id="512" name="Estrategias y tácticas propuestas"/>
          <p:cNvSpPr txBox="1"/>
          <p:nvPr/>
        </p:nvSpPr>
        <p:spPr>
          <a:xfrm>
            <a:off x="8909829" y="1717872"/>
            <a:ext cx="9161685" cy="4416735"/>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p>
            <a:pPr algn="l" defTabSz="1285875">
              <a:defRPr b="0" sz="2900">
                <a:solidFill>
                  <a:srgbClr val="144973"/>
                </a:solidFill>
                <a:latin typeface="Helvetica"/>
                <a:ea typeface="Helvetica"/>
                <a:cs typeface="Helvetica"/>
                <a:sym typeface="Helvetica"/>
              </a:defRPr>
            </a:pPr>
            <a:r>
              <a:rPr b="1"/>
              <a:t>Estrategias y tácticas propuestas</a:t>
            </a:r>
            <a:endParaRPr b="1"/>
          </a:p>
          <a:p>
            <a:pPr marL="228600" indent="-228600" algn="l" defTabSz="1285875">
              <a:buSzPct val="100000"/>
              <a:buBlip>
                <a:blip r:embed="rId2"/>
              </a:buBlip>
              <a:defRPr sz="1000">
                <a:latin typeface="Helvetica"/>
                <a:ea typeface="Helvetica"/>
                <a:cs typeface="Helvetica"/>
                <a:sym typeface="Helvetica"/>
              </a:defRPr>
            </a:pPr>
          </a:p>
        </p:txBody>
      </p:sp>
      <p:grpSp>
        <p:nvGrpSpPr>
          <p:cNvPr id="515" name="Grupo"/>
          <p:cNvGrpSpPr/>
          <p:nvPr/>
        </p:nvGrpSpPr>
        <p:grpSpPr>
          <a:xfrm flipH="1">
            <a:off x="-2115960" y="1939900"/>
            <a:ext cx="5150342" cy="1075768"/>
            <a:chOff x="0" y="0"/>
            <a:chExt cx="5150341" cy="1075766"/>
          </a:xfrm>
        </p:grpSpPr>
        <p:sp>
          <p:nvSpPr>
            <p:cNvPr id="513" name="Figura"/>
            <p:cNvSpPr/>
            <p:nvPr/>
          </p:nvSpPr>
          <p:spPr>
            <a:xfrm>
              <a:off x="-1" y="0"/>
              <a:ext cx="5150342" cy="10757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96"/>
                  </a:moveTo>
                  <a:lnTo>
                    <a:pt x="2276" y="0"/>
                  </a:lnTo>
                  <a:lnTo>
                    <a:pt x="3340" y="4651"/>
                  </a:lnTo>
                  <a:lnTo>
                    <a:pt x="21600" y="4651"/>
                  </a:lnTo>
                  <a:lnTo>
                    <a:pt x="21600" y="16949"/>
                  </a:lnTo>
                  <a:lnTo>
                    <a:pt x="3340" y="16949"/>
                  </a:lnTo>
                  <a:lnTo>
                    <a:pt x="2276" y="21600"/>
                  </a:lnTo>
                  <a:lnTo>
                    <a:pt x="0" y="10896"/>
                  </a:lnTo>
                  <a:close/>
                </a:path>
              </a:pathLst>
            </a:custGeom>
            <a:solidFill>
              <a:srgbClr val="1F608B"/>
            </a:solidFill>
            <a:ln w="12700" cap="flat">
              <a:noFill/>
              <a:miter lim="400000"/>
            </a:ln>
            <a:effectLst/>
          </p:spPr>
          <p:txBody>
            <a:bodyPr wrap="square" lIns="45718" tIns="45718" rIns="45718" bIns="45718" numCol="1" anchor="t">
              <a:noAutofit/>
            </a:bodyPr>
            <a:lstStyle/>
            <a:p>
              <a:pPr algn="l" defTabSz="1828800">
                <a:defRPr b="0" sz="3600">
                  <a:latin typeface="Open Sans"/>
                  <a:ea typeface="Open Sans"/>
                  <a:cs typeface="Open Sans"/>
                  <a:sym typeface="Open Sans"/>
                </a:defRPr>
              </a:pPr>
            </a:p>
          </p:txBody>
        </p:sp>
        <p:sp>
          <p:nvSpPr>
            <p:cNvPr id="514" name="Figura"/>
            <p:cNvSpPr/>
            <p:nvPr/>
          </p:nvSpPr>
          <p:spPr>
            <a:xfrm>
              <a:off x="307812" y="307815"/>
              <a:ext cx="999606" cy="4664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73"/>
                  </a:moveTo>
                  <a:lnTo>
                    <a:pt x="5074" y="0"/>
                  </a:lnTo>
                  <a:lnTo>
                    <a:pt x="5074" y="9110"/>
                  </a:lnTo>
                  <a:lnTo>
                    <a:pt x="21600" y="9110"/>
                  </a:lnTo>
                  <a:lnTo>
                    <a:pt x="21600" y="12637"/>
                  </a:lnTo>
                  <a:lnTo>
                    <a:pt x="5074" y="12637"/>
                  </a:lnTo>
                  <a:lnTo>
                    <a:pt x="5074" y="21600"/>
                  </a:lnTo>
                  <a:lnTo>
                    <a:pt x="0" y="10873"/>
                  </a:lnTo>
                  <a:close/>
                </a:path>
              </a:pathLst>
            </a:custGeom>
            <a:solidFill>
              <a:srgbClr val="F2F2F2"/>
            </a:solidFill>
            <a:ln w="12700" cap="flat">
              <a:noFill/>
              <a:miter lim="400000"/>
            </a:ln>
            <a:effectLst/>
          </p:spPr>
          <p:txBody>
            <a:bodyPr wrap="square" lIns="45718" tIns="45718" rIns="45718" bIns="45718" numCol="1" anchor="t">
              <a:noAutofit/>
            </a:bodyPr>
            <a:lstStyle/>
            <a:p>
              <a:pPr algn="l" defTabSz="1828800">
                <a:defRPr b="0" sz="3600">
                  <a:latin typeface="Open Sans"/>
                  <a:ea typeface="Open Sans"/>
                  <a:cs typeface="Open Sans"/>
                  <a:sym typeface="Open Sans"/>
                </a:defRPr>
              </a:pPr>
            </a:p>
          </p:txBody>
        </p:sp>
      </p:grpSp>
      <p:grpSp>
        <p:nvGrpSpPr>
          <p:cNvPr id="518" name="Grupo"/>
          <p:cNvGrpSpPr/>
          <p:nvPr/>
        </p:nvGrpSpPr>
        <p:grpSpPr>
          <a:xfrm flipH="1">
            <a:off x="-2115960" y="6152574"/>
            <a:ext cx="5150342" cy="1078940"/>
            <a:chOff x="0" y="0"/>
            <a:chExt cx="5150341" cy="1078938"/>
          </a:xfrm>
        </p:grpSpPr>
        <p:sp>
          <p:nvSpPr>
            <p:cNvPr id="516" name="Figura"/>
            <p:cNvSpPr/>
            <p:nvPr/>
          </p:nvSpPr>
          <p:spPr>
            <a:xfrm>
              <a:off x="-1" y="0"/>
              <a:ext cx="5150342" cy="10789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736"/>
                  </a:moveTo>
                  <a:lnTo>
                    <a:pt x="2276" y="0"/>
                  </a:lnTo>
                  <a:lnTo>
                    <a:pt x="3340" y="4701"/>
                  </a:lnTo>
                  <a:lnTo>
                    <a:pt x="21600" y="4701"/>
                  </a:lnTo>
                  <a:lnTo>
                    <a:pt x="21600" y="16899"/>
                  </a:lnTo>
                  <a:lnTo>
                    <a:pt x="3340" y="16899"/>
                  </a:lnTo>
                  <a:lnTo>
                    <a:pt x="2276" y="21600"/>
                  </a:lnTo>
                  <a:lnTo>
                    <a:pt x="0" y="10736"/>
                  </a:lnTo>
                  <a:close/>
                </a:path>
              </a:pathLst>
            </a:custGeom>
            <a:solidFill>
              <a:srgbClr val="2980B9"/>
            </a:solidFill>
            <a:ln w="12700" cap="flat">
              <a:noFill/>
              <a:miter lim="400000"/>
            </a:ln>
            <a:effectLst/>
          </p:spPr>
          <p:txBody>
            <a:bodyPr wrap="square" lIns="45718" tIns="45718" rIns="45718" bIns="45718" numCol="1" anchor="t">
              <a:noAutofit/>
            </a:bodyPr>
            <a:lstStyle/>
            <a:p>
              <a:pPr algn="l" defTabSz="1828800">
                <a:defRPr b="0" sz="3600">
                  <a:latin typeface="Open Sans"/>
                  <a:ea typeface="Open Sans"/>
                  <a:cs typeface="Open Sans"/>
                  <a:sym typeface="Open Sans"/>
                </a:defRPr>
              </a:pPr>
            </a:p>
          </p:txBody>
        </p:sp>
        <p:sp>
          <p:nvSpPr>
            <p:cNvPr id="517" name="Figura"/>
            <p:cNvSpPr/>
            <p:nvPr/>
          </p:nvSpPr>
          <p:spPr>
            <a:xfrm>
              <a:off x="307812" y="310987"/>
              <a:ext cx="999606" cy="4601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577"/>
                  </a:moveTo>
                  <a:lnTo>
                    <a:pt x="5074" y="0"/>
                  </a:lnTo>
                  <a:lnTo>
                    <a:pt x="5074" y="8789"/>
                  </a:lnTo>
                  <a:lnTo>
                    <a:pt x="21600" y="8789"/>
                  </a:lnTo>
                  <a:lnTo>
                    <a:pt x="21600" y="12364"/>
                  </a:lnTo>
                  <a:lnTo>
                    <a:pt x="5074" y="12364"/>
                  </a:lnTo>
                  <a:lnTo>
                    <a:pt x="5074" y="21600"/>
                  </a:lnTo>
                  <a:lnTo>
                    <a:pt x="0" y="10577"/>
                  </a:lnTo>
                  <a:close/>
                </a:path>
              </a:pathLst>
            </a:custGeom>
            <a:solidFill>
              <a:srgbClr val="F2F2F2"/>
            </a:solidFill>
            <a:ln w="12700" cap="flat">
              <a:noFill/>
              <a:miter lim="400000"/>
            </a:ln>
            <a:effectLst/>
          </p:spPr>
          <p:txBody>
            <a:bodyPr wrap="square" lIns="45718" tIns="45718" rIns="45718" bIns="45718" numCol="1" anchor="t">
              <a:noAutofit/>
            </a:bodyPr>
            <a:lstStyle/>
            <a:p>
              <a:pPr algn="l" defTabSz="1828800">
                <a:defRPr b="0" sz="3600">
                  <a:latin typeface="Open Sans"/>
                  <a:ea typeface="Open Sans"/>
                  <a:cs typeface="Open Sans"/>
                  <a:sym typeface="Open Sans"/>
                </a:defRPr>
              </a:pPr>
            </a:p>
          </p:txBody>
        </p:sp>
      </p:grpSp>
      <p:grpSp>
        <p:nvGrpSpPr>
          <p:cNvPr id="521" name="Grupo"/>
          <p:cNvGrpSpPr/>
          <p:nvPr/>
        </p:nvGrpSpPr>
        <p:grpSpPr>
          <a:xfrm>
            <a:off x="162081" y="1868184"/>
            <a:ext cx="1270001" cy="1270001"/>
            <a:chOff x="25400" y="50800"/>
            <a:chExt cx="1270000" cy="1270000"/>
          </a:xfrm>
        </p:grpSpPr>
        <p:sp>
          <p:nvSpPr>
            <p:cNvPr id="519" name="Cuadrado"/>
            <p:cNvSpPr/>
            <p:nvPr/>
          </p:nvSpPr>
          <p:spPr>
            <a:xfrm>
              <a:off x="25400" y="50800"/>
              <a:ext cx="1270000" cy="1270000"/>
            </a:xfrm>
            <a:prstGeom prst="rect">
              <a:avLst/>
            </a:prstGeom>
            <a:solidFill>
              <a:srgbClr val="FFFFFF"/>
            </a:solidFill>
            <a:ln w="12700" cap="flat">
              <a:noFill/>
              <a:miter lim="400000"/>
            </a:ln>
            <a:effectLst/>
          </p:spPr>
          <p:txBody>
            <a:bodyPr wrap="square" lIns="71437" tIns="71437" rIns="71437" bIns="71437" numCol="1" anchor="ctr">
              <a:noAutofit/>
            </a:bodyPr>
            <a:lstStyle/>
            <a:p>
              <a:pPr defTabSz="821531">
                <a:defRPr b="0" sz="3200">
                  <a:latin typeface="Helvetica Light"/>
                  <a:ea typeface="Helvetica Light"/>
                  <a:cs typeface="Helvetica Light"/>
                  <a:sym typeface="Helvetica Light"/>
                </a:defRPr>
              </a:pPr>
            </a:p>
          </p:txBody>
        </p:sp>
        <p:sp>
          <p:nvSpPr>
            <p:cNvPr id="520" name="Figura"/>
            <p:cNvSpPr/>
            <p:nvPr/>
          </p:nvSpPr>
          <p:spPr>
            <a:xfrm>
              <a:off x="210529" y="265038"/>
              <a:ext cx="925142" cy="8161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592" y="21600"/>
                  </a:moveTo>
                  <a:cubicBezTo>
                    <a:pt x="1008" y="21600"/>
                    <a:pt x="1008" y="21600"/>
                    <a:pt x="1008" y="21600"/>
                  </a:cubicBezTo>
                  <a:cubicBezTo>
                    <a:pt x="504" y="21600"/>
                    <a:pt x="0" y="21029"/>
                    <a:pt x="0" y="20459"/>
                  </a:cubicBezTo>
                  <a:cubicBezTo>
                    <a:pt x="0" y="1141"/>
                    <a:pt x="0" y="1141"/>
                    <a:pt x="0" y="1141"/>
                  </a:cubicBezTo>
                  <a:cubicBezTo>
                    <a:pt x="0" y="571"/>
                    <a:pt x="504" y="0"/>
                    <a:pt x="1008" y="0"/>
                  </a:cubicBezTo>
                  <a:cubicBezTo>
                    <a:pt x="20592" y="0"/>
                    <a:pt x="20592" y="0"/>
                    <a:pt x="20592" y="0"/>
                  </a:cubicBezTo>
                  <a:cubicBezTo>
                    <a:pt x="21348" y="0"/>
                    <a:pt x="21600" y="571"/>
                    <a:pt x="21600" y="1141"/>
                  </a:cubicBezTo>
                  <a:cubicBezTo>
                    <a:pt x="21600" y="20459"/>
                    <a:pt x="21600" y="20459"/>
                    <a:pt x="21600" y="20459"/>
                  </a:cubicBezTo>
                  <a:cubicBezTo>
                    <a:pt x="21600" y="21029"/>
                    <a:pt x="21348" y="21600"/>
                    <a:pt x="20592" y="21600"/>
                  </a:cubicBezTo>
                  <a:close/>
                  <a:moveTo>
                    <a:pt x="2016" y="1141"/>
                  </a:moveTo>
                  <a:cubicBezTo>
                    <a:pt x="1512" y="1141"/>
                    <a:pt x="1008" y="1752"/>
                    <a:pt x="1008" y="2323"/>
                  </a:cubicBezTo>
                  <a:cubicBezTo>
                    <a:pt x="1008" y="3179"/>
                    <a:pt x="1512" y="3464"/>
                    <a:pt x="2016" y="3464"/>
                  </a:cubicBezTo>
                  <a:cubicBezTo>
                    <a:pt x="2520" y="3464"/>
                    <a:pt x="3024" y="3179"/>
                    <a:pt x="3024" y="2323"/>
                  </a:cubicBezTo>
                  <a:cubicBezTo>
                    <a:pt x="3024" y="1752"/>
                    <a:pt x="2520" y="1141"/>
                    <a:pt x="2016" y="1141"/>
                  </a:cubicBezTo>
                  <a:close/>
                  <a:moveTo>
                    <a:pt x="5076" y="1141"/>
                  </a:moveTo>
                  <a:cubicBezTo>
                    <a:pt x="4572" y="1141"/>
                    <a:pt x="4068" y="1752"/>
                    <a:pt x="4068" y="2323"/>
                  </a:cubicBezTo>
                  <a:cubicBezTo>
                    <a:pt x="4068" y="3179"/>
                    <a:pt x="4572" y="3464"/>
                    <a:pt x="5076" y="3464"/>
                  </a:cubicBezTo>
                  <a:cubicBezTo>
                    <a:pt x="5580" y="3464"/>
                    <a:pt x="6084" y="3179"/>
                    <a:pt x="6084" y="2323"/>
                  </a:cubicBezTo>
                  <a:cubicBezTo>
                    <a:pt x="6084" y="1752"/>
                    <a:pt x="5580" y="1141"/>
                    <a:pt x="5076" y="1141"/>
                  </a:cubicBezTo>
                  <a:close/>
                  <a:moveTo>
                    <a:pt x="8136" y="1141"/>
                  </a:moveTo>
                  <a:cubicBezTo>
                    <a:pt x="7632" y="1141"/>
                    <a:pt x="7092" y="1752"/>
                    <a:pt x="7092" y="2323"/>
                  </a:cubicBezTo>
                  <a:cubicBezTo>
                    <a:pt x="7092" y="3179"/>
                    <a:pt x="7632" y="3464"/>
                    <a:pt x="8136" y="3464"/>
                  </a:cubicBezTo>
                  <a:cubicBezTo>
                    <a:pt x="8640" y="3464"/>
                    <a:pt x="9144" y="3179"/>
                    <a:pt x="9144" y="2323"/>
                  </a:cubicBezTo>
                  <a:cubicBezTo>
                    <a:pt x="9144" y="1752"/>
                    <a:pt x="8640" y="1141"/>
                    <a:pt x="8136" y="1141"/>
                  </a:cubicBezTo>
                  <a:close/>
                  <a:moveTo>
                    <a:pt x="20592" y="4605"/>
                  </a:moveTo>
                  <a:cubicBezTo>
                    <a:pt x="19584" y="4605"/>
                    <a:pt x="19584" y="4605"/>
                    <a:pt x="19584" y="4605"/>
                  </a:cubicBezTo>
                  <a:cubicBezTo>
                    <a:pt x="2016" y="4605"/>
                    <a:pt x="2016" y="4605"/>
                    <a:pt x="2016" y="4605"/>
                  </a:cubicBezTo>
                  <a:cubicBezTo>
                    <a:pt x="1008" y="4605"/>
                    <a:pt x="1008" y="4605"/>
                    <a:pt x="1008" y="4605"/>
                  </a:cubicBezTo>
                  <a:cubicBezTo>
                    <a:pt x="1008" y="20459"/>
                    <a:pt x="1008" y="20459"/>
                    <a:pt x="1008" y="20459"/>
                  </a:cubicBezTo>
                  <a:cubicBezTo>
                    <a:pt x="20592" y="20459"/>
                    <a:pt x="20592" y="20459"/>
                    <a:pt x="20592" y="20459"/>
                  </a:cubicBezTo>
                  <a:lnTo>
                    <a:pt x="20592" y="4605"/>
                  </a:lnTo>
                  <a:close/>
                  <a:moveTo>
                    <a:pt x="7884" y="11534"/>
                  </a:moveTo>
                  <a:cubicBezTo>
                    <a:pt x="8136" y="11534"/>
                    <a:pt x="8388" y="11819"/>
                    <a:pt x="8388" y="12104"/>
                  </a:cubicBezTo>
                  <a:cubicBezTo>
                    <a:pt x="9900" y="13531"/>
                    <a:pt x="9900" y="13531"/>
                    <a:pt x="9900" y="13531"/>
                  </a:cubicBezTo>
                  <a:cubicBezTo>
                    <a:pt x="13212" y="9822"/>
                    <a:pt x="13212" y="9822"/>
                    <a:pt x="13212" y="9822"/>
                  </a:cubicBezTo>
                  <a:cubicBezTo>
                    <a:pt x="13464" y="9537"/>
                    <a:pt x="13716" y="9211"/>
                    <a:pt x="13968" y="9211"/>
                  </a:cubicBezTo>
                  <a:cubicBezTo>
                    <a:pt x="14472" y="9211"/>
                    <a:pt x="15012" y="9822"/>
                    <a:pt x="15012" y="10392"/>
                  </a:cubicBezTo>
                  <a:cubicBezTo>
                    <a:pt x="15012" y="10678"/>
                    <a:pt x="14760" y="10963"/>
                    <a:pt x="14472" y="11248"/>
                  </a:cubicBezTo>
                  <a:cubicBezTo>
                    <a:pt x="10404" y="15854"/>
                    <a:pt x="10404" y="15854"/>
                    <a:pt x="10404" y="15854"/>
                  </a:cubicBezTo>
                  <a:cubicBezTo>
                    <a:pt x="10404" y="16139"/>
                    <a:pt x="10152" y="16139"/>
                    <a:pt x="9900" y="16139"/>
                  </a:cubicBezTo>
                  <a:cubicBezTo>
                    <a:pt x="9648" y="16139"/>
                    <a:pt x="9396" y="16139"/>
                    <a:pt x="9144" y="15854"/>
                  </a:cubicBezTo>
                  <a:cubicBezTo>
                    <a:pt x="7092" y="13531"/>
                    <a:pt x="7092" y="13531"/>
                    <a:pt x="7092" y="13531"/>
                  </a:cubicBezTo>
                  <a:cubicBezTo>
                    <a:pt x="6840" y="13245"/>
                    <a:pt x="6840" y="12960"/>
                    <a:pt x="6840" y="12675"/>
                  </a:cubicBezTo>
                  <a:cubicBezTo>
                    <a:pt x="6840" y="12104"/>
                    <a:pt x="7092" y="11534"/>
                    <a:pt x="7884" y="11534"/>
                  </a:cubicBezTo>
                  <a:close/>
                </a:path>
              </a:pathLst>
            </a:custGeom>
            <a:solidFill>
              <a:srgbClr val="44546A"/>
            </a:solidFill>
            <a:ln w="12700" cap="flat">
              <a:noFill/>
              <a:miter lim="400000"/>
            </a:ln>
            <a:effectLst/>
          </p:spPr>
          <p:txBody>
            <a:bodyPr wrap="square" lIns="45718" tIns="45718" rIns="45718" bIns="45718" numCol="1" anchor="ctr">
              <a:noAutofit/>
            </a:bodyPr>
            <a:lstStyle/>
            <a:p>
              <a:pPr algn="l" defTabSz="1828800">
                <a:defRPr b="0" sz="3600">
                  <a:latin typeface="Lato Light"/>
                  <a:ea typeface="Lato Light"/>
                  <a:cs typeface="Lato Light"/>
                  <a:sym typeface="Lato Light"/>
                </a:defRPr>
              </a:pPr>
            </a:p>
          </p:txBody>
        </p:sp>
      </p:grpSp>
      <p:sp>
        <p:nvSpPr>
          <p:cNvPr id="522" name="Problemáticas"/>
          <p:cNvSpPr txBox="1"/>
          <p:nvPr/>
        </p:nvSpPr>
        <p:spPr>
          <a:xfrm>
            <a:off x="3201409" y="1701424"/>
            <a:ext cx="5788452" cy="3965152"/>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lvl1pPr algn="l" defTabSz="1285875">
              <a:defRPr sz="2900">
                <a:solidFill>
                  <a:srgbClr val="C82506"/>
                </a:solidFill>
                <a:latin typeface="Helvetica"/>
                <a:ea typeface="Helvetica"/>
                <a:cs typeface="Helvetica"/>
                <a:sym typeface="Helvetica"/>
              </a:defRPr>
            </a:lvl1pPr>
          </a:lstStyle>
          <a:p>
            <a:pPr>
              <a:defRPr b="0"/>
            </a:pPr>
            <a:r>
              <a:rPr b="1"/>
              <a:t>Problemáticas</a:t>
            </a:r>
          </a:p>
        </p:txBody>
      </p:sp>
      <p:sp>
        <p:nvSpPr>
          <p:cNvPr id="523" name="Marketing Analítico - análisis de los seguidores actuales para identificar sus intereses y crear un mejor plan de contenidos.…"/>
          <p:cNvSpPr txBox="1"/>
          <p:nvPr/>
        </p:nvSpPr>
        <p:spPr>
          <a:xfrm>
            <a:off x="8932858" y="5303504"/>
            <a:ext cx="9115627" cy="5454651"/>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p>
            <a:pPr marL="228600" indent="-228600" algn="l" defTabSz="1285875">
              <a:buSzPct val="100000"/>
              <a:buChar char="✓"/>
              <a:defRPr sz="2000">
                <a:latin typeface="Helvetica"/>
                <a:ea typeface="Helvetica"/>
                <a:cs typeface="Helvetica"/>
                <a:sym typeface="Helvetica"/>
              </a:defRPr>
            </a:pPr>
            <a:r>
              <a:t>Marketing Analítico - </a:t>
            </a:r>
            <a:r>
              <a:rPr b="0"/>
              <a:t>análisis de los seguidores actuales para identificar sus intereses y crear un mejor plan de contenidos. </a:t>
            </a:r>
            <a:endParaRPr b="0"/>
          </a:p>
          <a:p>
            <a:pPr marL="228600" indent="-228600" algn="l" defTabSz="1285875">
              <a:buSzPct val="100000"/>
              <a:buChar char="✓"/>
              <a:defRPr sz="2400">
                <a:latin typeface="Helvetica"/>
                <a:ea typeface="Helvetica"/>
                <a:cs typeface="Helvetica"/>
                <a:sym typeface="Helvetica"/>
              </a:defRPr>
            </a:pPr>
            <a:r>
              <a:rPr sz="2000"/>
              <a:t>Plan de atención al cliente- </a:t>
            </a:r>
            <a:r>
              <a:rPr b="0" sz="2000"/>
              <a:t>creación de un manual con flujos y tácticas de atención al cliente. Así mismo se le dará formación al equipo para gestionar mejor los clientes a través de RRSS.</a:t>
            </a:r>
            <a:endParaRPr b="0" sz="2000"/>
          </a:p>
          <a:p>
            <a:pPr marL="228600" indent="-228600" algn="l" defTabSz="1285875">
              <a:buSzPct val="100000"/>
              <a:buChar char="✓"/>
              <a:defRPr sz="2400">
                <a:latin typeface="Helvetica"/>
                <a:ea typeface="Helvetica"/>
                <a:cs typeface="Helvetica"/>
                <a:sym typeface="Helvetica"/>
              </a:defRPr>
            </a:pPr>
            <a:r>
              <a:rPr sz="2000"/>
              <a:t>Monitorización</a:t>
            </a:r>
            <a:r>
              <a:rPr b="0" sz="2000"/>
              <a:t> - implementación de estrategias de monitorización para identificar debilidades, potenciar la comunicación con clientes y gestionar mejor las redes sociales.</a:t>
            </a:r>
            <a:endParaRPr b="0" sz="2000"/>
          </a:p>
          <a:p>
            <a:pPr marL="228600" indent="-228600" algn="l" defTabSz="1285875">
              <a:buSzPct val="100000"/>
              <a:buChar char="✓"/>
              <a:defRPr sz="2400">
                <a:latin typeface="Helvetica"/>
                <a:ea typeface="Helvetica"/>
                <a:cs typeface="Helvetica"/>
                <a:sym typeface="Helvetica"/>
              </a:defRPr>
            </a:pPr>
            <a:r>
              <a:rPr sz="2000"/>
              <a:t>Plan de contenidos - </a:t>
            </a:r>
            <a:r>
              <a:rPr b="0" sz="2000"/>
              <a:t> creación de un plan de contenidos para el nuevo blog y redes sociales. Un plan efectivo con las temáticas y palabras claves que se deberán trabajar y la forma de crear y compartir el contenido.</a:t>
            </a:r>
            <a:endParaRPr b="0" sz="2000"/>
          </a:p>
          <a:p>
            <a:pPr marL="228600" indent="-228600" algn="l" defTabSz="1285875">
              <a:buSzPct val="100000"/>
              <a:buChar char="✓"/>
              <a:defRPr sz="2400">
                <a:latin typeface="Helvetica"/>
                <a:ea typeface="Helvetica"/>
                <a:cs typeface="Helvetica"/>
                <a:sym typeface="Helvetica"/>
              </a:defRPr>
            </a:pPr>
            <a:r>
              <a:rPr sz="2000"/>
              <a:t>Optimización cuentas de RRSS</a:t>
            </a:r>
            <a:r>
              <a:rPr b="0" sz="2000"/>
              <a:t> - Propuesta de mejoras para perfiles en redes sociales: desde las cabeceras hasta la forma de publicar contenidos.</a:t>
            </a:r>
            <a:endParaRPr b="0" sz="2000"/>
          </a:p>
          <a:p>
            <a:pPr marL="228600" indent="-228600" algn="l" defTabSz="1285875">
              <a:buSzPct val="100000"/>
              <a:buChar char="✓"/>
              <a:defRPr sz="2400">
                <a:latin typeface="Helvetica"/>
                <a:ea typeface="Helvetica"/>
                <a:cs typeface="Helvetica"/>
                <a:sym typeface="Helvetica"/>
              </a:defRPr>
            </a:pPr>
            <a:r>
              <a:rPr sz="2000"/>
              <a:t>Plan de Publicidad en RRSS-</a:t>
            </a:r>
            <a:r>
              <a:rPr b="0" sz="2000"/>
              <a:t> creación e implementación de un plan para promoción de contenidos y captación de fans y leads cualificados.</a:t>
            </a:r>
            <a:endParaRPr b="0" sz="2000"/>
          </a:p>
          <a:p>
            <a:pPr marL="228600" indent="-228600" algn="l" defTabSz="1285875">
              <a:buSzPct val="100000"/>
              <a:buChar char="✓"/>
              <a:defRPr sz="2400">
                <a:latin typeface="Helvetica"/>
                <a:ea typeface="Helvetica"/>
                <a:cs typeface="Helvetica"/>
                <a:sym typeface="Helvetica"/>
              </a:defRPr>
            </a:pPr>
            <a:r>
              <a:rPr sz="2000"/>
              <a:t>Marketing de influencia -</a:t>
            </a:r>
            <a:r>
              <a:rPr b="0" sz="2000"/>
              <a:t> acciones con profesionales destacados en salud para educar a la audiencia a través de contenidos exclusivos.</a:t>
            </a:r>
          </a:p>
        </p:txBody>
      </p:sp>
      <p:sp>
        <p:nvSpPr>
          <p:cNvPr id="524" name="Línea"/>
          <p:cNvSpPr/>
          <p:nvPr/>
        </p:nvSpPr>
        <p:spPr>
          <a:xfrm flipH="1">
            <a:off x="18182664" y="1742624"/>
            <a:ext cx="1" cy="12450636"/>
          </a:xfrm>
          <a:prstGeom prst="line">
            <a:avLst/>
          </a:prstGeom>
          <a:ln w="25400">
            <a:solidFill>
              <a:srgbClr val="D0CECE"/>
            </a:solidFill>
            <a:miter/>
            <a:headEnd type="oval"/>
            <a:tailEnd type="oval"/>
          </a:ln>
        </p:spPr>
        <p:txBody>
          <a:bodyPr lIns="45718" tIns="45718" rIns="45718" bIns="45718"/>
          <a:lstStyle/>
          <a:p>
            <a:pPr algn="l" defTabSz="1828431">
              <a:defRPr b="0" sz="3600">
                <a:solidFill>
                  <a:srgbClr val="737572"/>
                </a:solidFill>
                <a:latin typeface="Helvetica"/>
                <a:ea typeface="Helvetica"/>
                <a:cs typeface="Helvetica"/>
                <a:sym typeface="Helvetica"/>
              </a:defRPr>
            </a:pPr>
          </a:p>
        </p:txBody>
      </p:sp>
      <p:sp>
        <p:nvSpPr>
          <p:cNvPr id="525" name="Lo que se conseguirá"/>
          <p:cNvSpPr txBox="1"/>
          <p:nvPr/>
        </p:nvSpPr>
        <p:spPr>
          <a:xfrm>
            <a:off x="18293815" y="1717872"/>
            <a:ext cx="6399841" cy="3965152"/>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p>
            <a:pPr algn="l" defTabSz="1285875">
              <a:defRPr b="0" sz="2900">
                <a:solidFill>
                  <a:srgbClr val="00882B"/>
                </a:solidFill>
                <a:latin typeface="Helvetica"/>
                <a:ea typeface="Helvetica"/>
                <a:cs typeface="Helvetica"/>
                <a:sym typeface="Helvetica"/>
              </a:defRPr>
            </a:pPr>
            <a:r>
              <a:rPr b="1"/>
              <a:t>Lo que se conseguirá</a:t>
            </a:r>
            <a:endParaRPr b="1"/>
          </a:p>
          <a:p>
            <a:pPr algn="l" defTabSz="1285875">
              <a:defRPr b="0" sz="1000">
                <a:latin typeface="Helvetica"/>
                <a:ea typeface="Helvetica"/>
                <a:cs typeface="Helvetica"/>
                <a:sym typeface="Helvetica"/>
              </a:defRPr>
            </a:pPr>
          </a:p>
        </p:txBody>
      </p:sp>
      <p:sp>
        <p:nvSpPr>
          <p:cNvPr id="526" name="Línea"/>
          <p:cNvSpPr/>
          <p:nvPr/>
        </p:nvSpPr>
        <p:spPr>
          <a:xfrm flipH="1" flipV="1">
            <a:off x="-244570" y="5353345"/>
            <a:ext cx="25625168" cy="1"/>
          </a:xfrm>
          <a:prstGeom prst="line">
            <a:avLst/>
          </a:prstGeom>
          <a:ln w="25400">
            <a:solidFill>
              <a:srgbClr val="D0CECE"/>
            </a:solidFill>
            <a:miter/>
            <a:headEnd type="oval"/>
            <a:tailEnd type="oval"/>
          </a:ln>
        </p:spPr>
        <p:txBody>
          <a:bodyPr lIns="45718" tIns="45718" rIns="45718" bIns="45718"/>
          <a:lstStyle/>
          <a:p>
            <a:pPr algn="l" defTabSz="1828431">
              <a:defRPr b="0" sz="3600">
                <a:solidFill>
                  <a:srgbClr val="737572"/>
                </a:solidFill>
                <a:latin typeface="Helvetica"/>
                <a:ea typeface="Helvetica"/>
                <a:cs typeface="Helvetica"/>
                <a:sym typeface="Helvetica"/>
              </a:defRPr>
            </a:pPr>
          </a:p>
        </p:txBody>
      </p:sp>
      <p:sp>
        <p:nvSpPr>
          <p:cNvPr id="527" name="Redes Sociales"/>
          <p:cNvSpPr txBox="1"/>
          <p:nvPr/>
        </p:nvSpPr>
        <p:spPr>
          <a:xfrm>
            <a:off x="244076" y="5578383"/>
            <a:ext cx="2710003" cy="53657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1285875">
              <a:defRPr b="0" sz="2600">
                <a:solidFill>
                  <a:srgbClr val="F7BB00"/>
                </a:solidFill>
                <a:latin typeface="Montserrat Black"/>
                <a:ea typeface="Montserrat Black"/>
                <a:cs typeface="Montserrat Black"/>
                <a:sym typeface="Montserrat Black"/>
              </a:defRPr>
            </a:lvl1pPr>
          </a:lstStyle>
          <a:p>
            <a:pPr/>
            <a:r>
              <a:t>Redes Sociales</a:t>
            </a:r>
          </a:p>
        </p:txBody>
      </p:sp>
      <p:sp>
        <p:nvSpPr>
          <p:cNvPr id="528" name="Grupo"/>
          <p:cNvSpPr/>
          <p:nvPr/>
        </p:nvSpPr>
        <p:spPr>
          <a:xfrm>
            <a:off x="162081" y="6373403"/>
            <a:ext cx="1270001" cy="1270001"/>
          </a:xfrm>
          <a:prstGeom prst="rect">
            <a:avLst/>
          </a:prstGeom>
          <a:solidFill>
            <a:srgbClr val="FFFFFF"/>
          </a:solidFill>
          <a:ln w="12700">
            <a:miter lim="400000"/>
          </a:ln>
        </p:spPr>
        <p:txBody>
          <a:bodyPr lIns="71437" tIns="71437" rIns="71437" bIns="71437" anchor="ctr"/>
          <a:lstStyle/>
          <a:p>
            <a:pPr defTabSz="821531">
              <a:defRPr b="0" sz="3200">
                <a:latin typeface="Helvetica Light"/>
                <a:ea typeface="Helvetica Light"/>
                <a:cs typeface="Helvetica Light"/>
                <a:sym typeface="Helvetica Light"/>
              </a:defRPr>
            </a:pPr>
          </a:p>
        </p:txBody>
      </p:sp>
      <p:sp>
        <p:nvSpPr>
          <p:cNvPr id="529" name="Aumento en las interacciones de redes sociales.…"/>
          <p:cNvSpPr txBox="1"/>
          <p:nvPr/>
        </p:nvSpPr>
        <p:spPr>
          <a:xfrm>
            <a:off x="18293815" y="5205624"/>
            <a:ext cx="6399841" cy="3965152"/>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p>
            <a:pPr marL="228600" indent="-228600" algn="l" defTabSz="1285875">
              <a:buSzPct val="100000"/>
              <a:buBlip>
                <a:blip r:embed="rId2"/>
              </a:buBlip>
              <a:defRPr b="0" sz="2000">
                <a:latin typeface="Helvetica"/>
                <a:ea typeface="Helvetica"/>
                <a:cs typeface="Helvetica"/>
                <a:sym typeface="Helvetica"/>
              </a:defRPr>
            </a:pPr>
            <a:r>
              <a:t>Aumento en las interacciones de redes sociales.</a:t>
            </a:r>
          </a:p>
          <a:p>
            <a:pPr marL="228600" indent="-228600" algn="l" defTabSz="1285875">
              <a:buSzPct val="100000"/>
              <a:buBlip>
                <a:blip r:embed="rId2"/>
              </a:buBlip>
              <a:defRPr b="0" sz="2000">
                <a:latin typeface="Helvetica"/>
                <a:ea typeface="Helvetica"/>
                <a:cs typeface="Helvetica"/>
                <a:sym typeface="Helvetica"/>
              </a:defRPr>
            </a:pPr>
            <a:r>
              <a:t>Mayor alcance orgánico en redes sociales.</a:t>
            </a:r>
          </a:p>
          <a:p>
            <a:pPr marL="228600" indent="-228600" algn="l" defTabSz="1285875">
              <a:buSzPct val="100000"/>
              <a:buBlip>
                <a:blip r:embed="rId2"/>
              </a:buBlip>
              <a:defRPr b="0" sz="2000">
                <a:latin typeface="Helvetica"/>
                <a:ea typeface="Helvetica"/>
                <a:cs typeface="Helvetica"/>
                <a:sym typeface="Helvetica"/>
              </a:defRPr>
            </a:pPr>
            <a:r>
              <a:t>Nuevos seguidores en redes sociales.</a:t>
            </a:r>
          </a:p>
          <a:p>
            <a:pPr marL="228600" indent="-228600" algn="l" defTabSz="1285875">
              <a:buSzPct val="100000"/>
              <a:buBlip>
                <a:blip r:embed="rId2"/>
              </a:buBlip>
              <a:defRPr b="0" sz="2000">
                <a:latin typeface="Helvetica"/>
                <a:ea typeface="Helvetica"/>
                <a:cs typeface="Helvetica"/>
                <a:sym typeface="Helvetica"/>
              </a:defRPr>
            </a:pPr>
            <a:r>
              <a:t>Mejora en atención de clientes.</a:t>
            </a:r>
          </a:p>
          <a:p>
            <a:pPr marL="228600" indent="-228600" algn="l" defTabSz="1285875">
              <a:buSzPct val="100000"/>
              <a:buBlip>
                <a:blip r:embed="rId2"/>
              </a:buBlip>
              <a:defRPr b="0" sz="2000">
                <a:latin typeface="Helvetica"/>
                <a:ea typeface="Helvetica"/>
                <a:cs typeface="Helvetica"/>
                <a:sym typeface="Helvetica"/>
              </a:defRPr>
            </a:pPr>
            <a:r>
              <a:t>Más tráfico social a página web y blogs.</a:t>
            </a:r>
          </a:p>
          <a:p>
            <a:pPr marL="228600" indent="-228600" algn="l" defTabSz="1285875">
              <a:buSzPct val="100000"/>
              <a:buBlip>
                <a:blip r:embed="rId2"/>
              </a:buBlip>
              <a:defRPr b="0" sz="2000">
                <a:latin typeface="Helvetica"/>
                <a:ea typeface="Helvetica"/>
                <a:cs typeface="Helvetica"/>
                <a:sym typeface="Helvetica"/>
              </a:defRPr>
            </a:pPr>
            <a:r>
              <a:t>Mejora en la percepción de marca en redes sociales.</a:t>
            </a:r>
          </a:p>
        </p:txBody>
      </p:sp>
      <p:sp>
        <p:nvSpPr>
          <p:cNvPr id="530" name="Páginas webs"/>
          <p:cNvSpPr txBox="1"/>
          <p:nvPr/>
        </p:nvSpPr>
        <p:spPr>
          <a:xfrm>
            <a:off x="338844" y="3511494"/>
            <a:ext cx="2520468" cy="53657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1285875">
              <a:defRPr b="0" sz="2600">
                <a:solidFill>
                  <a:srgbClr val="F7BB00"/>
                </a:solidFill>
                <a:latin typeface="Montserrat Black"/>
                <a:ea typeface="Montserrat Black"/>
                <a:cs typeface="Montserrat Black"/>
                <a:sym typeface="Montserrat Black"/>
              </a:defRPr>
            </a:lvl1pPr>
          </a:lstStyle>
          <a:p>
            <a:pPr/>
            <a:r>
              <a:t>Páginas webs</a:t>
            </a:r>
          </a:p>
        </p:txBody>
      </p:sp>
      <p:sp>
        <p:nvSpPr>
          <p:cNvPr id="531" name="Contenidos duplicados en RRSS.…"/>
          <p:cNvSpPr txBox="1"/>
          <p:nvPr/>
        </p:nvSpPr>
        <p:spPr>
          <a:xfrm>
            <a:off x="3201409" y="5324966"/>
            <a:ext cx="5788452" cy="3965152"/>
          </a:xfrm>
          <a:prstGeom prst="rect">
            <a:avLst/>
          </a:prstGeom>
          <a:ln w="12700">
            <a:miter lim="400000"/>
          </a:ln>
          <a:extLst>
            <a:ext uri="{C572A759-6A51-4108-AA02-DFA0A04FC94B}">
              <ma14:wrappingTextBoxFlag xmlns:ma14="http://schemas.microsoft.com/office/mac/drawingml/2011/main" val="1"/>
            </a:ext>
          </a:extLst>
        </p:spPr>
        <p:txBody>
          <a:bodyPr lIns="128587" tIns="128587" rIns="128587" bIns="128587"/>
          <a:lstStyle/>
          <a:p>
            <a:pPr marL="228600" indent="-228600" algn="l" defTabSz="1285875">
              <a:buSzPct val="100000"/>
              <a:buBlip>
                <a:blip r:embed="rId2"/>
              </a:buBlip>
              <a:defRPr b="0" sz="2000">
                <a:latin typeface="Helvetica"/>
                <a:ea typeface="Helvetica"/>
                <a:cs typeface="Helvetica"/>
                <a:sym typeface="Helvetica"/>
              </a:defRPr>
            </a:pPr>
            <a:r>
              <a:t>Contenidos duplicados en RRSS.</a:t>
            </a:r>
          </a:p>
          <a:p>
            <a:pPr marL="228600" indent="-228600" algn="l" defTabSz="1285875">
              <a:buSzPct val="100000"/>
              <a:buBlip>
                <a:blip r:embed="rId2"/>
              </a:buBlip>
              <a:defRPr b="0" sz="2000">
                <a:latin typeface="Helvetica"/>
                <a:ea typeface="Helvetica"/>
                <a:cs typeface="Helvetica"/>
                <a:sym typeface="Helvetica"/>
              </a:defRPr>
            </a:pPr>
            <a:r>
              <a:t>La gestión actual es básica en RRSS.</a:t>
            </a:r>
          </a:p>
          <a:p>
            <a:pPr marL="228600" indent="-228600" algn="l" defTabSz="1285875">
              <a:buSzPct val="100000"/>
              <a:buBlip>
                <a:blip r:embed="rId2"/>
              </a:buBlip>
              <a:defRPr b="0" sz="2000">
                <a:latin typeface="Helvetica"/>
                <a:ea typeface="Helvetica"/>
                <a:cs typeface="Helvetica"/>
                <a:sym typeface="Helvetica"/>
              </a:defRPr>
            </a:pPr>
            <a:r>
              <a:t>Un plan de contenido regular. Más contenidos informativos que educativos.</a:t>
            </a:r>
          </a:p>
        </p:txBody>
      </p:sp>
      <p:grpSp>
        <p:nvGrpSpPr>
          <p:cNvPr id="534" name="Grupo"/>
          <p:cNvGrpSpPr/>
          <p:nvPr/>
        </p:nvGrpSpPr>
        <p:grpSpPr>
          <a:xfrm>
            <a:off x="332978" y="6152574"/>
            <a:ext cx="928207" cy="928165"/>
            <a:chOff x="0" y="-1"/>
            <a:chExt cx="928205" cy="928164"/>
          </a:xfrm>
        </p:grpSpPr>
        <p:sp>
          <p:nvSpPr>
            <p:cNvPr id="532" name="Figura"/>
            <p:cNvSpPr/>
            <p:nvPr/>
          </p:nvSpPr>
          <p:spPr>
            <a:xfrm>
              <a:off x="0" y="-2"/>
              <a:ext cx="928206" cy="9281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235" y="9811"/>
                  </a:moveTo>
                  <a:cubicBezTo>
                    <a:pt x="20220" y="10144"/>
                    <a:pt x="20081" y="10800"/>
                    <a:pt x="18899" y="10800"/>
                  </a:cubicBezTo>
                  <a:lnTo>
                    <a:pt x="17549" y="10800"/>
                  </a:lnTo>
                  <a:cubicBezTo>
                    <a:pt x="17363" y="10800"/>
                    <a:pt x="17212" y="10951"/>
                    <a:pt x="17212" y="11138"/>
                  </a:cubicBezTo>
                  <a:cubicBezTo>
                    <a:pt x="17212" y="11325"/>
                    <a:pt x="17363" y="11476"/>
                    <a:pt x="17549" y="11476"/>
                  </a:cubicBezTo>
                  <a:lnTo>
                    <a:pt x="18858" y="11476"/>
                  </a:lnTo>
                  <a:cubicBezTo>
                    <a:pt x="19870" y="11476"/>
                    <a:pt x="20003" y="12315"/>
                    <a:pt x="19938" y="12720"/>
                  </a:cubicBezTo>
                  <a:cubicBezTo>
                    <a:pt x="19855" y="13224"/>
                    <a:pt x="19618" y="14176"/>
                    <a:pt x="18478" y="14176"/>
                  </a:cubicBezTo>
                  <a:lnTo>
                    <a:pt x="16874" y="14176"/>
                  </a:lnTo>
                  <a:cubicBezTo>
                    <a:pt x="16688" y="14176"/>
                    <a:pt x="16537" y="14326"/>
                    <a:pt x="16537" y="14513"/>
                  </a:cubicBezTo>
                  <a:cubicBezTo>
                    <a:pt x="16537" y="14700"/>
                    <a:pt x="16688" y="14851"/>
                    <a:pt x="16874" y="14851"/>
                  </a:cubicBezTo>
                  <a:lnTo>
                    <a:pt x="18203" y="14851"/>
                  </a:lnTo>
                  <a:cubicBezTo>
                    <a:pt x="19343" y="14851"/>
                    <a:pt x="19243" y="15719"/>
                    <a:pt x="19079" y="16238"/>
                  </a:cubicBezTo>
                  <a:cubicBezTo>
                    <a:pt x="18864" y="16919"/>
                    <a:pt x="18732" y="17550"/>
                    <a:pt x="17297" y="17550"/>
                  </a:cubicBezTo>
                  <a:lnTo>
                    <a:pt x="16196" y="17550"/>
                  </a:lnTo>
                  <a:cubicBezTo>
                    <a:pt x="16009" y="17550"/>
                    <a:pt x="15859" y="17701"/>
                    <a:pt x="15859" y="17888"/>
                  </a:cubicBezTo>
                  <a:cubicBezTo>
                    <a:pt x="15859" y="18074"/>
                    <a:pt x="16009" y="18226"/>
                    <a:pt x="16196" y="18226"/>
                  </a:cubicBezTo>
                  <a:lnTo>
                    <a:pt x="17255" y="18226"/>
                  </a:lnTo>
                  <a:cubicBezTo>
                    <a:pt x="17993" y="18226"/>
                    <a:pt x="18027" y="18924"/>
                    <a:pt x="17950" y="19175"/>
                  </a:cubicBezTo>
                  <a:cubicBezTo>
                    <a:pt x="17866" y="19449"/>
                    <a:pt x="17767" y="19652"/>
                    <a:pt x="17762" y="19661"/>
                  </a:cubicBezTo>
                  <a:cubicBezTo>
                    <a:pt x="17558" y="20029"/>
                    <a:pt x="17229" y="20250"/>
                    <a:pt x="16534" y="20250"/>
                  </a:cubicBezTo>
                  <a:lnTo>
                    <a:pt x="12844" y="20250"/>
                  </a:lnTo>
                  <a:cubicBezTo>
                    <a:pt x="10990" y="20250"/>
                    <a:pt x="9151" y="19830"/>
                    <a:pt x="9104" y="19819"/>
                  </a:cubicBezTo>
                  <a:cubicBezTo>
                    <a:pt x="6299" y="19173"/>
                    <a:pt x="6152" y="19123"/>
                    <a:pt x="5976" y="19073"/>
                  </a:cubicBezTo>
                  <a:cubicBezTo>
                    <a:pt x="5976" y="19073"/>
                    <a:pt x="5405" y="18977"/>
                    <a:pt x="5405" y="18479"/>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6"/>
                  </a:moveTo>
                  <a:cubicBezTo>
                    <a:pt x="4724" y="19949"/>
                    <a:pt x="4423" y="20250"/>
                    <a:pt x="4049" y="20250"/>
                  </a:cubicBezTo>
                  <a:lnTo>
                    <a:pt x="2024" y="20250"/>
                  </a:lnTo>
                  <a:cubicBezTo>
                    <a:pt x="1652" y="20250"/>
                    <a:pt x="1349" y="19949"/>
                    <a:pt x="1349" y="19576"/>
                  </a:cubicBezTo>
                  <a:lnTo>
                    <a:pt x="1349" y="8774"/>
                  </a:lnTo>
                  <a:cubicBezTo>
                    <a:pt x="1349" y="8401"/>
                    <a:pt x="1652" y="8100"/>
                    <a:pt x="2024" y="8100"/>
                  </a:cubicBezTo>
                  <a:lnTo>
                    <a:pt x="4049" y="8100"/>
                  </a:lnTo>
                  <a:cubicBezTo>
                    <a:pt x="4423" y="8100"/>
                    <a:pt x="4724" y="8401"/>
                    <a:pt x="4724" y="8774"/>
                  </a:cubicBezTo>
                  <a:cubicBezTo>
                    <a:pt x="4724" y="8774"/>
                    <a:pt x="4724" y="19576"/>
                    <a:pt x="4724" y="19576"/>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6"/>
                  </a:lnTo>
                  <a:cubicBezTo>
                    <a:pt x="0" y="20692"/>
                    <a:pt x="908" y="21600"/>
                    <a:pt x="2024" y="21600"/>
                  </a:cubicBezTo>
                  <a:lnTo>
                    <a:pt x="4049" y="21600"/>
                  </a:lnTo>
                  <a:cubicBezTo>
                    <a:pt x="4853" y="21600"/>
                    <a:pt x="5525" y="21115"/>
                    <a:pt x="5850" y="20435"/>
                  </a:cubicBezTo>
                  <a:cubicBezTo>
                    <a:pt x="5859" y="20438"/>
                    <a:pt x="5873" y="20442"/>
                    <a:pt x="5882" y="20443"/>
                  </a:cubicBezTo>
                  <a:cubicBezTo>
                    <a:pt x="5927" y="20455"/>
                    <a:pt x="5979" y="20468"/>
                    <a:pt x="6044" y="20486"/>
                  </a:cubicBezTo>
                  <a:cubicBezTo>
                    <a:pt x="6056" y="20488"/>
                    <a:pt x="6062" y="20489"/>
                    <a:pt x="6074" y="20493"/>
                  </a:cubicBezTo>
                  <a:cubicBezTo>
                    <a:pt x="6464" y="20589"/>
                    <a:pt x="7212" y="20769"/>
                    <a:pt x="8812" y="21136"/>
                  </a:cubicBezTo>
                  <a:cubicBezTo>
                    <a:pt x="9155" y="21214"/>
                    <a:pt x="10966" y="21600"/>
                    <a:pt x="12844" y="21600"/>
                  </a:cubicBezTo>
                  <a:lnTo>
                    <a:pt x="16534" y="21600"/>
                  </a:lnTo>
                  <a:cubicBezTo>
                    <a:pt x="17659" y="21600"/>
                    <a:pt x="18469" y="21168"/>
                    <a:pt x="18952" y="20299"/>
                  </a:cubicBezTo>
                  <a:cubicBezTo>
                    <a:pt x="18958" y="20286"/>
                    <a:pt x="19114" y="19983"/>
                    <a:pt x="19240" y="19573"/>
                  </a:cubicBezTo>
                  <a:cubicBezTo>
                    <a:pt x="19336" y="19264"/>
                    <a:pt x="19371" y="18828"/>
                    <a:pt x="19256" y="18385"/>
                  </a:cubicBezTo>
                  <a:cubicBezTo>
                    <a:pt x="19981" y="17887"/>
                    <a:pt x="20214" y="17134"/>
                    <a:pt x="20366" y="16644"/>
                  </a:cubicBezTo>
                  <a:cubicBezTo>
                    <a:pt x="20620" y="15839"/>
                    <a:pt x="20544" y="15236"/>
                    <a:pt x="20367" y="14804"/>
                  </a:cubicBezTo>
                  <a:cubicBezTo>
                    <a:pt x="20775" y="14419"/>
                    <a:pt x="21122" y="13832"/>
                    <a:pt x="21269" y="12936"/>
                  </a:cubicBezTo>
                  <a:cubicBezTo>
                    <a:pt x="21361" y="12381"/>
                    <a:pt x="21263" y="11810"/>
                    <a:pt x="21007" y="11335"/>
                  </a:cubicBezTo>
                  <a:cubicBezTo>
                    <a:pt x="21389" y="10906"/>
                    <a:pt x="21564" y="10365"/>
                    <a:pt x="21583" y="9865"/>
                  </a:cubicBezTo>
                  <a:lnTo>
                    <a:pt x="21591" y="9724"/>
                  </a:lnTo>
                  <a:cubicBezTo>
                    <a:pt x="21596" y="9635"/>
                    <a:pt x="21600" y="9581"/>
                    <a:pt x="21600" y="9386"/>
                  </a:cubicBezTo>
                  <a:cubicBezTo>
                    <a:pt x="21600" y="8533"/>
                    <a:pt x="21010" y="7446"/>
                    <a:pt x="19686" y="7069"/>
                  </a:cubicBezTo>
                </a:path>
              </a:pathLst>
            </a:custGeom>
            <a:solidFill>
              <a:srgbClr val="44546A"/>
            </a:solidFill>
            <a:ln w="12700" cap="flat">
              <a:noFill/>
              <a:miter lim="400000"/>
            </a:ln>
            <a:effectLst/>
          </p:spPr>
          <p:txBody>
            <a:bodyPr wrap="square" lIns="45718" tIns="45718" rIns="45718" bIns="45718" numCol="1" anchor="ctr">
              <a:noAutofit/>
            </a:bodyPr>
            <a:lstStyle/>
            <a:p>
              <a:pPr defTabSz="457200">
                <a:defRPr b="0">
                  <a:solidFill>
                    <a:srgbClr val="FFFFFF"/>
                  </a:solidFill>
                  <a:effectLst>
                    <a:outerShdw sx="100000" sy="100000" kx="0" ky="0" algn="b" rotWithShape="0" blurRad="38100" dist="38100" dir="2700000">
                      <a:srgbClr val="000000"/>
                    </a:outerShdw>
                  </a:effectLst>
                  <a:latin typeface="Gill Sans"/>
                  <a:ea typeface="Gill Sans"/>
                  <a:cs typeface="Gill Sans"/>
                  <a:sym typeface="Gill Sans"/>
                </a:defRPr>
              </a:pPr>
            </a:p>
          </p:txBody>
        </p:sp>
        <p:sp>
          <p:nvSpPr>
            <p:cNvPr id="533" name="Figura"/>
            <p:cNvSpPr/>
            <p:nvPr/>
          </p:nvSpPr>
          <p:spPr>
            <a:xfrm>
              <a:off x="87266" y="753671"/>
              <a:ext cx="87271" cy="872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14401"/>
                  </a:moveTo>
                  <a:cubicBezTo>
                    <a:pt x="8820" y="14401"/>
                    <a:pt x="7200" y="12783"/>
                    <a:pt x="7200" y="10801"/>
                  </a:cubicBezTo>
                  <a:cubicBezTo>
                    <a:pt x="7200" y="8817"/>
                    <a:pt x="8820" y="7200"/>
                    <a:pt x="10800" y="7200"/>
                  </a:cubicBezTo>
                  <a:cubicBezTo>
                    <a:pt x="12779" y="7200"/>
                    <a:pt x="14400" y="8817"/>
                    <a:pt x="14400" y="10801"/>
                  </a:cubicBezTo>
                  <a:cubicBezTo>
                    <a:pt x="14400" y="12783"/>
                    <a:pt x="12779" y="14401"/>
                    <a:pt x="10800" y="14401"/>
                  </a:cubicBezTo>
                  <a:moveTo>
                    <a:pt x="10800" y="0"/>
                  </a:moveTo>
                  <a:cubicBezTo>
                    <a:pt x="4837" y="0"/>
                    <a:pt x="0" y="4837"/>
                    <a:pt x="0" y="10801"/>
                  </a:cubicBezTo>
                  <a:cubicBezTo>
                    <a:pt x="0" y="16763"/>
                    <a:pt x="4837" y="21600"/>
                    <a:pt x="10800" y="21600"/>
                  </a:cubicBezTo>
                  <a:cubicBezTo>
                    <a:pt x="16762" y="21600"/>
                    <a:pt x="21600" y="16763"/>
                    <a:pt x="21600" y="10801"/>
                  </a:cubicBezTo>
                  <a:cubicBezTo>
                    <a:pt x="21600" y="4837"/>
                    <a:pt x="16762" y="0"/>
                    <a:pt x="10800" y="0"/>
                  </a:cubicBezTo>
                </a:path>
              </a:pathLst>
            </a:custGeom>
            <a:solidFill>
              <a:srgbClr val="44546A"/>
            </a:solidFill>
            <a:ln w="12700" cap="flat">
              <a:noFill/>
              <a:miter lim="400000"/>
            </a:ln>
            <a:effectLst/>
          </p:spPr>
          <p:txBody>
            <a:bodyPr wrap="square" lIns="45718" tIns="45718" rIns="45718" bIns="45718" numCol="1" anchor="ctr">
              <a:noAutofit/>
            </a:bodyPr>
            <a:lstStyle/>
            <a:p>
              <a:pPr defTabSz="457200">
                <a:defRPr b="0">
                  <a:solidFill>
                    <a:srgbClr val="FFFFFF"/>
                  </a:solidFill>
                  <a:effectLst>
                    <a:outerShdw sx="100000" sy="100000" kx="0" ky="0" algn="b" rotWithShape="0" blurRad="38100" dist="38100" dir="2700000">
                      <a:srgbClr val="000000"/>
                    </a:outerShdw>
                  </a:effectLst>
                  <a:latin typeface="Gill Sans"/>
                  <a:ea typeface="Gill Sans"/>
                  <a:cs typeface="Gill Sans"/>
                  <a:sym typeface="Gill Sans"/>
                </a:defRPr>
              </a:pPr>
            </a:p>
          </p:txBody>
        </p:sp>
      </p:grpSp>
      <p:grpSp>
        <p:nvGrpSpPr>
          <p:cNvPr id="541" name="Grupo"/>
          <p:cNvGrpSpPr/>
          <p:nvPr/>
        </p:nvGrpSpPr>
        <p:grpSpPr>
          <a:xfrm>
            <a:off x="-2115960" y="11001139"/>
            <a:ext cx="5344436" cy="1724349"/>
            <a:chOff x="0" y="0"/>
            <a:chExt cx="5344434" cy="1724348"/>
          </a:xfrm>
        </p:grpSpPr>
        <p:grpSp>
          <p:nvGrpSpPr>
            <p:cNvPr id="537" name="Grupo"/>
            <p:cNvGrpSpPr/>
            <p:nvPr/>
          </p:nvGrpSpPr>
          <p:grpSpPr>
            <a:xfrm flipH="1">
              <a:off x="-1" y="477594"/>
              <a:ext cx="5150343" cy="1078941"/>
              <a:chOff x="0" y="0"/>
              <a:chExt cx="5150341" cy="1078940"/>
            </a:xfrm>
          </p:grpSpPr>
          <p:sp>
            <p:nvSpPr>
              <p:cNvPr id="535" name="Figura"/>
              <p:cNvSpPr/>
              <p:nvPr/>
            </p:nvSpPr>
            <p:spPr>
              <a:xfrm>
                <a:off x="-1" y="-1"/>
                <a:ext cx="5150342" cy="10789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927"/>
                    </a:moveTo>
                    <a:lnTo>
                      <a:pt x="2276" y="0"/>
                    </a:lnTo>
                    <a:lnTo>
                      <a:pt x="3340" y="4701"/>
                    </a:lnTo>
                    <a:lnTo>
                      <a:pt x="21600" y="4701"/>
                    </a:lnTo>
                    <a:lnTo>
                      <a:pt x="21600" y="16962"/>
                    </a:lnTo>
                    <a:lnTo>
                      <a:pt x="3340" y="16962"/>
                    </a:lnTo>
                    <a:lnTo>
                      <a:pt x="2276" y="21600"/>
                    </a:lnTo>
                    <a:lnTo>
                      <a:pt x="0" y="10927"/>
                    </a:lnTo>
                    <a:close/>
                  </a:path>
                </a:pathLst>
              </a:custGeom>
              <a:solidFill>
                <a:srgbClr val="4098D4"/>
              </a:solidFill>
              <a:ln w="12700" cap="flat">
                <a:noFill/>
                <a:miter lim="400000"/>
              </a:ln>
              <a:effectLst/>
            </p:spPr>
            <p:txBody>
              <a:bodyPr wrap="square" lIns="45718" tIns="45718" rIns="45718" bIns="45718" numCol="1" anchor="t">
                <a:noAutofit/>
              </a:bodyPr>
              <a:lstStyle/>
              <a:p>
                <a:pPr algn="l" defTabSz="1828800">
                  <a:defRPr b="0" sz="3600">
                    <a:latin typeface="Open Sans"/>
                    <a:ea typeface="Open Sans"/>
                    <a:cs typeface="Open Sans"/>
                    <a:sym typeface="Open Sans"/>
                  </a:defRPr>
                </a:pPr>
              </a:p>
            </p:txBody>
          </p:sp>
          <p:sp>
            <p:nvSpPr>
              <p:cNvPr id="536" name="Figura"/>
              <p:cNvSpPr/>
              <p:nvPr/>
            </p:nvSpPr>
            <p:spPr>
              <a:xfrm>
                <a:off x="307812" y="310987"/>
                <a:ext cx="999606" cy="4664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73"/>
                    </a:moveTo>
                    <a:lnTo>
                      <a:pt x="5074" y="0"/>
                    </a:lnTo>
                    <a:lnTo>
                      <a:pt x="5074" y="9110"/>
                    </a:lnTo>
                    <a:lnTo>
                      <a:pt x="21600" y="9110"/>
                    </a:lnTo>
                    <a:lnTo>
                      <a:pt x="21600" y="12490"/>
                    </a:lnTo>
                    <a:lnTo>
                      <a:pt x="5074" y="12490"/>
                    </a:lnTo>
                    <a:lnTo>
                      <a:pt x="5074" y="21600"/>
                    </a:lnTo>
                    <a:lnTo>
                      <a:pt x="0" y="10873"/>
                    </a:lnTo>
                    <a:close/>
                  </a:path>
                </a:pathLst>
              </a:custGeom>
              <a:solidFill>
                <a:srgbClr val="F2F2F2"/>
              </a:solidFill>
              <a:ln w="12700" cap="flat">
                <a:noFill/>
                <a:miter lim="400000"/>
              </a:ln>
              <a:effectLst/>
            </p:spPr>
            <p:txBody>
              <a:bodyPr wrap="square" lIns="45718" tIns="45718" rIns="45718" bIns="45718" numCol="1" anchor="t">
                <a:noAutofit/>
              </a:bodyPr>
              <a:lstStyle/>
              <a:p>
                <a:pPr algn="l" defTabSz="1828800">
                  <a:defRPr b="0" sz="3600">
                    <a:latin typeface="Open Sans"/>
                    <a:ea typeface="Open Sans"/>
                    <a:cs typeface="Open Sans"/>
                    <a:sym typeface="Open Sans"/>
                  </a:defRPr>
                </a:pPr>
              </a:p>
            </p:txBody>
          </p:sp>
        </p:grpSp>
        <p:sp>
          <p:nvSpPr>
            <p:cNvPr id="538" name="Email Marketing"/>
            <p:cNvSpPr txBox="1"/>
            <p:nvPr/>
          </p:nvSpPr>
          <p:spPr>
            <a:xfrm>
              <a:off x="2360035" y="-1"/>
              <a:ext cx="2984399" cy="53657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7" tIns="71437" rIns="71437" bIns="71437" numCol="1" anchor="ctr">
              <a:spAutoFit/>
            </a:bodyPr>
            <a:lstStyle>
              <a:lvl1pPr algn="l" defTabSz="1285875">
                <a:defRPr b="0" sz="2600">
                  <a:solidFill>
                    <a:srgbClr val="F7BB00"/>
                  </a:solidFill>
                  <a:latin typeface="Montserrat Black"/>
                  <a:ea typeface="Montserrat Black"/>
                  <a:cs typeface="Montserrat Black"/>
                  <a:sym typeface="Montserrat Black"/>
                </a:defRPr>
              </a:lvl1pPr>
            </a:lstStyle>
            <a:p>
              <a:pPr/>
              <a:r>
                <a:t>Email Marketing</a:t>
              </a:r>
            </a:p>
          </p:txBody>
        </p:sp>
        <p:sp>
          <p:nvSpPr>
            <p:cNvPr id="539" name="Grupo"/>
            <p:cNvSpPr/>
            <p:nvPr/>
          </p:nvSpPr>
          <p:spPr>
            <a:xfrm>
              <a:off x="2278040" y="454348"/>
              <a:ext cx="1270001" cy="1270001"/>
            </a:xfrm>
            <a:prstGeom prst="rect">
              <a:avLst/>
            </a:prstGeom>
            <a:solidFill>
              <a:srgbClr val="FFFFFF"/>
            </a:solidFill>
            <a:ln w="12700" cap="flat">
              <a:noFill/>
              <a:miter lim="400000"/>
            </a:ln>
            <a:effectLst/>
          </p:spPr>
          <p:txBody>
            <a:bodyPr wrap="square" lIns="71437" tIns="71437" rIns="71437" bIns="71437" numCol="1" anchor="ctr">
              <a:noAutofit/>
            </a:bodyPr>
            <a:lstStyle/>
            <a:p>
              <a:pPr defTabSz="821531">
                <a:defRPr b="0" sz="3200">
                  <a:latin typeface="Helvetica Light"/>
                  <a:ea typeface="Helvetica Light"/>
                  <a:cs typeface="Helvetica Light"/>
                  <a:sym typeface="Helvetica Light"/>
                </a:defRPr>
              </a:pPr>
            </a:p>
          </p:txBody>
        </p:sp>
        <p:sp>
          <p:nvSpPr>
            <p:cNvPr id="540" name="Figura"/>
            <p:cNvSpPr/>
            <p:nvPr/>
          </p:nvSpPr>
          <p:spPr>
            <a:xfrm>
              <a:off x="2448938" y="712423"/>
              <a:ext cx="928206" cy="6092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rgbClr val="44546A"/>
            </a:solidFill>
            <a:ln w="12700" cap="flat">
              <a:noFill/>
              <a:miter lim="400000"/>
            </a:ln>
            <a:effectLst/>
          </p:spPr>
          <p:txBody>
            <a:bodyPr wrap="square" lIns="45718" tIns="45718" rIns="45718" bIns="45718" numCol="1" anchor="ctr">
              <a:noAutofit/>
            </a:bodyPr>
            <a:lstStyle/>
            <a:p>
              <a:pPr defTabSz="457200">
                <a:defRPr b="0">
                  <a:solidFill>
                    <a:srgbClr val="FFFFFF"/>
                  </a:solidFill>
                  <a:effectLst>
                    <a:outerShdw sx="100000" sy="100000" kx="0" ky="0" algn="b" rotWithShape="0" blurRad="38100" dist="38100" dir="2700000">
                      <a:srgbClr val="000000"/>
                    </a:outerShdw>
                  </a:effectLst>
                  <a:latin typeface="Gill Sans"/>
                  <a:ea typeface="Gill Sans"/>
                  <a:cs typeface="Gill Sans"/>
                  <a:sym typeface="Gill Sans"/>
                </a:defRPr>
              </a:pPr>
            </a:p>
          </p:txBody>
        </p:sp>
      </p:grpSp>
      <p:sp>
        <p:nvSpPr>
          <p:cNvPr id="542" name="Línea"/>
          <p:cNvSpPr/>
          <p:nvPr/>
        </p:nvSpPr>
        <p:spPr>
          <a:xfrm flipH="1" flipV="1">
            <a:off x="-244570" y="10922310"/>
            <a:ext cx="25625168" cy="1"/>
          </a:xfrm>
          <a:prstGeom prst="line">
            <a:avLst/>
          </a:prstGeom>
          <a:ln w="25400">
            <a:solidFill>
              <a:srgbClr val="D0CECE"/>
            </a:solidFill>
            <a:miter/>
            <a:headEnd type="oval"/>
            <a:tailEnd type="oval"/>
          </a:ln>
        </p:spPr>
        <p:txBody>
          <a:bodyPr lIns="45718" tIns="45718" rIns="45718" bIns="45718"/>
          <a:lstStyle/>
          <a:p>
            <a:pPr algn="l" defTabSz="1828431">
              <a:defRPr b="0" sz="3600">
                <a:solidFill>
                  <a:srgbClr val="737572"/>
                </a:solidFill>
                <a:latin typeface="Helvetica"/>
                <a:ea typeface="Helvetica"/>
                <a:cs typeface="Helvetica"/>
                <a:sym typeface="Helvetica"/>
              </a:defRPr>
            </a:pPr>
          </a:p>
        </p:txBody>
      </p:sp>
      <p:sp>
        <p:nvSpPr>
          <p:cNvPr id="543" name="Principales  y relacionadas"/>
          <p:cNvSpPr txBox="1"/>
          <p:nvPr/>
        </p:nvSpPr>
        <p:spPr>
          <a:xfrm>
            <a:off x="338844" y="3913425"/>
            <a:ext cx="2374307" cy="752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1285875">
              <a:defRPr b="0" sz="2000">
                <a:solidFill>
                  <a:srgbClr val="A37512"/>
                </a:solidFill>
                <a:latin typeface="+mj-lt"/>
                <a:ea typeface="+mj-ea"/>
                <a:cs typeface="+mj-cs"/>
                <a:sym typeface="Montserrat"/>
              </a:defRPr>
            </a:lvl1pPr>
          </a:lstStyle>
          <a:p>
            <a:pPr/>
            <a:r>
              <a:t>Principales  y relacionadas</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45" name="Lo que incluye la propuesta estratégica"/>
          <p:cNvSpPr txBox="1"/>
          <p:nvPr>
            <p:ph type="title"/>
          </p:nvPr>
        </p:nvSpPr>
        <p:spPr>
          <a:prstGeom prst="rect">
            <a:avLst/>
          </a:prstGeom>
        </p:spPr>
        <p:txBody>
          <a:bodyPr/>
          <a:lstStyle/>
          <a:p>
            <a:pPr/>
            <a:r>
              <a:t>Lo que incluye la propuesta estratégica</a:t>
            </a:r>
          </a:p>
        </p:txBody>
      </p:sp>
      <p:sp>
        <p:nvSpPr>
          <p:cNvPr id="546" name="Sesiones estratégicas"/>
          <p:cNvSpPr txBox="1"/>
          <p:nvPr/>
        </p:nvSpPr>
        <p:spPr>
          <a:xfrm>
            <a:off x="2075277" y="4117378"/>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Sesiones estratégicas </a:t>
            </a:r>
          </a:p>
        </p:txBody>
      </p:sp>
      <p:sp>
        <p:nvSpPr>
          <p:cNvPr id="547" name="Línea"/>
          <p:cNvSpPr/>
          <p:nvPr/>
        </p:nvSpPr>
        <p:spPr>
          <a:xfrm rot="21240000">
            <a:off x="1196581" y="4236549"/>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48" name="Plan estratégico"/>
          <p:cNvSpPr txBox="1"/>
          <p:nvPr/>
        </p:nvSpPr>
        <p:spPr>
          <a:xfrm>
            <a:off x="2075277" y="6317174"/>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Plan estratégico </a:t>
            </a:r>
          </a:p>
        </p:txBody>
      </p:sp>
      <p:sp>
        <p:nvSpPr>
          <p:cNvPr id="549" name="Línea"/>
          <p:cNvSpPr/>
          <p:nvPr/>
        </p:nvSpPr>
        <p:spPr>
          <a:xfrm rot="21240000">
            <a:off x="1196581" y="6436345"/>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50" name="Auditoria"/>
          <p:cNvSpPr txBox="1"/>
          <p:nvPr/>
        </p:nvSpPr>
        <p:spPr>
          <a:xfrm>
            <a:off x="2075277" y="5184178"/>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Auditoria</a:t>
            </a:r>
          </a:p>
        </p:txBody>
      </p:sp>
      <p:sp>
        <p:nvSpPr>
          <p:cNvPr id="551" name="Línea"/>
          <p:cNvSpPr/>
          <p:nvPr/>
        </p:nvSpPr>
        <p:spPr>
          <a:xfrm rot="21240000">
            <a:off x="1196581" y="5303349"/>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52" name="Creación de entregables (manuales y plantillas)"/>
          <p:cNvSpPr txBox="1"/>
          <p:nvPr/>
        </p:nvSpPr>
        <p:spPr>
          <a:xfrm>
            <a:off x="2075277" y="7450170"/>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Creación de entregables (manuales y plantillas)</a:t>
            </a:r>
          </a:p>
        </p:txBody>
      </p:sp>
      <p:sp>
        <p:nvSpPr>
          <p:cNvPr id="553" name="Línea"/>
          <p:cNvSpPr/>
          <p:nvPr/>
        </p:nvSpPr>
        <p:spPr>
          <a:xfrm rot="21240000">
            <a:off x="1196581" y="7569341"/>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54" name="Formación al equipo"/>
          <p:cNvSpPr txBox="1"/>
          <p:nvPr/>
        </p:nvSpPr>
        <p:spPr>
          <a:xfrm>
            <a:off x="2075277" y="9649966"/>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Formación al equipo</a:t>
            </a:r>
          </a:p>
        </p:txBody>
      </p:sp>
      <p:sp>
        <p:nvSpPr>
          <p:cNvPr id="555" name="Línea"/>
          <p:cNvSpPr/>
          <p:nvPr/>
        </p:nvSpPr>
        <p:spPr>
          <a:xfrm rot="21240000">
            <a:off x="1196581" y="9769138"/>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56" name="Implementaciones principales"/>
          <p:cNvSpPr txBox="1"/>
          <p:nvPr/>
        </p:nvSpPr>
        <p:spPr>
          <a:xfrm>
            <a:off x="2075277" y="8516970"/>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Implementaciones principales</a:t>
            </a:r>
          </a:p>
        </p:txBody>
      </p:sp>
      <p:sp>
        <p:nvSpPr>
          <p:cNvPr id="557" name="Línea"/>
          <p:cNvSpPr/>
          <p:nvPr/>
        </p:nvSpPr>
        <p:spPr>
          <a:xfrm rot="21240000">
            <a:off x="1196581" y="8636142"/>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58" name="Supervisión de implementaciones"/>
          <p:cNvSpPr txBox="1"/>
          <p:nvPr/>
        </p:nvSpPr>
        <p:spPr>
          <a:xfrm>
            <a:off x="2075277" y="10716766"/>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Supervisión de implementaciones</a:t>
            </a:r>
          </a:p>
        </p:txBody>
      </p:sp>
      <p:sp>
        <p:nvSpPr>
          <p:cNvPr id="559" name="Línea"/>
          <p:cNvSpPr/>
          <p:nvPr/>
        </p:nvSpPr>
        <p:spPr>
          <a:xfrm rot="21240000">
            <a:off x="1196581" y="10835938"/>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60" name="Reporte final de la consultoría"/>
          <p:cNvSpPr txBox="1"/>
          <p:nvPr/>
        </p:nvSpPr>
        <p:spPr>
          <a:xfrm>
            <a:off x="2075277" y="11783566"/>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Reporte final de la consultoría</a:t>
            </a:r>
          </a:p>
        </p:txBody>
      </p:sp>
      <p:sp>
        <p:nvSpPr>
          <p:cNvPr id="561" name="Línea"/>
          <p:cNvSpPr/>
          <p:nvPr/>
        </p:nvSpPr>
        <p:spPr>
          <a:xfrm rot="21240000">
            <a:off x="1196581" y="11902738"/>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grpSp>
        <p:nvGrpSpPr>
          <p:cNvPr id="584" name="Horse"/>
          <p:cNvGrpSpPr/>
          <p:nvPr/>
        </p:nvGrpSpPr>
        <p:grpSpPr>
          <a:xfrm>
            <a:off x="16134953" y="2737481"/>
            <a:ext cx="7608054" cy="10466910"/>
            <a:chOff x="0" y="0"/>
            <a:chExt cx="7608053" cy="10466908"/>
          </a:xfrm>
        </p:grpSpPr>
        <p:sp>
          <p:nvSpPr>
            <p:cNvPr id="562" name="Freeform 29"/>
            <p:cNvSpPr/>
            <p:nvPr/>
          </p:nvSpPr>
          <p:spPr>
            <a:xfrm>
              <a:off x="-1" y="0"/>
              <a:ext cx="7608055" cy="104669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180" y="16586"/>
                  </a:moveTo>
                  <a:cubicBezTo>
                    <a:pt x="18355" y="16206"/>
                    <a:pt x="18145" y="15902"/>
                    <a:pt x="17901" y="15751"/>
                  </a:cubicBezTo>
                  <a:cubicBezTo>
                    <a:pt x="18111" y="15599"/>
                    <a:pt x="18215" y="15497"/>
                    <a:pt x="18215" y="15497"/>
                  </a:cubicBezTo>
                  <a:cubicBezTo>
                    <a:pt x="18215" y="15497"/>
                    <a:pt x="18774" y="14940"/>
                    <a:pt x="19053" y="14257"/>
                  </a:cubicBezTo>
                  <a:cubicBezTo>
                    <a:pt x="19332" y="13573"/>
                    <a:pt x="19506" y="12509"/>
                    <a:pt x="19506" y="12509"/>
                  </a:cubicBezTo>
                  <a:cubicBezTo>
                    <a:pt x="19506" y="12509"/>
                    <a:pt x="18774" y="12079"/>
                    <a:pt x="18041" y="11395"/>
                  </a:cubicBezTo>
                  <a:cubicBezTo>
                    <a:pt x="17796" y="10914"/>
                    <a:pt x="17447" y="9977"/>
                    <a:pt x="17413" y="8863"/>
                  </a:cubicBezTo>
                  <a:cubicBezTo>
                    <a:pt x="17378" y="7597"/>
                    <a:pt x="17796" y="6381"/>
                    <a:pt x="17413" y="4507"/>
                  </a:cubicBezTo>
                  <a:cubicBezTo>
                    <a:pt x="17168" y="3292"/>
                    <a:pt x="16226" y="2330"/>
                    <a:pt x="14935" y="1697"/>
                  </a:cubicBezTo>
                  <a:cubicBezTo>
                    <a:pt x="14516" y="1494"/>
                    <a:pt x="13679" y="1140"/>
                    <a:pt x="12667" y="912"/>
                  </a:cubicBezTo>
                  <a:cubicBezTo>
                    <a:pt x="12318" y="430"/>
                    <a:pt x="11899" y="0"/>
                    <a:pt x="11899" y="0"/>
                  </a:cubicBezTo>
                  <a:cubicBezTo>
                    <a:pt x="11899" y="0"/>
                    <a:pt x="11795" y="177"/>
                    <a:pt x="11620" y="734"/>
                  </a:cubicBezTo>
                  <a:cubicBezTo>
                    <a:pt x="10748" y="633"/>
                    <a:pt x="9980" y="709"/>
                    <a:pt x="9317" y="861"/>
                  </a:cubicBezTo>
                  <a:cubicBezTo>
                    <a:pt x="8828" y="532"/>
                    <a:pt x="8200" y="228"/>
                    <a:pt x="8200" y="228"/>
                  </a:cubicBezTo>
                  <a:cubicBezTo>
                    <a:pt x="8200" y="228"/>
                    <a:pt x="8235" y="734"/>
                    <a:pt x="8270" y="1140"/>
                  </a:cubicBezTo>
                  <a:cubicBezTo>
                    <a:pt x="7677" y="1342"/>
                    <a:pt x="7328" y="1545"/>
                    <a:pt x="7328" y="1545"/>
                  </a:cubicBezTo>
                  <a:cubicBezTo>
                    <a:pt x="8375" y="1722"/>
                    <a:pt x="8375" y="1722"/>
                    <a:pt x="8375" y="1722"/>
                  </a:cubicBezTo>
                  <a:cubicBezTo>
                    <a:pt x="8375" y="1722"/>
                    <a:pt x="8375" y="1722"/>
                    <a:pt x="8375" y="1722"/>
                  </a:cubicBezTo>
                  <a:cubicBezTo>
                    <a:pt x="7328" y="1545"/>
                    <a:pt x="7328" y="1545"/>
                    <a:pt x="7328" y="1545"/>
                  </a:cubicBezTo>
                  <a:cubicBezTo>
                    <a:pt x="8445" y="2709"/>
                    <a:pt x="8445" y="2709"/>
                    <a:pt x="8445" y="2709"/>
                  </a:cubicBezTo>
                  <a:cubicBezTo>
                    <a:pt x="8061" y="2887"/>
                    <a:pt x="7677" y="3089"/>
                    <a:pt x="7398" y="3191"/>
                  </a:cubicBezTo>
                  <a:cubicBezTo>
                    <a:pt x="6560" y="3545"/>
                    <a:pt x="5932" y="3773"/>
                    <a:pt x="5932" y="3773"/>
                  </a:cubicBezTo>
                  <a:cubicBezTo>
                    <a:pt x="5932" y="3773"/>
                    <a:pt x="5479" y="5470"/>
                    <a:pt x="4606" y="6331"/>
                  </a:cubicBezTo>
                  <a:cubicBezTo>
                    <a:pt x="3734" y="7192"/>
                    <a:pt x="3036" y="7597"/>
                    <a:pt x="3036" y="7597"/>
                  </a:cubicBezTo>
                  <a:cubicBezTo>
                    <a:pt x="3036" y="7597"/>
                    <a:pt x="2861" y="8280"/>
                    <a:pt x="3420" y="8863"/>
                  </a:cubicBezTo>
                  <a:cubicBezTo>
                    <a:pt x="3978" y="9445"/>
                    <a:pt x="4187" y="9471"/>
                    <a:pt x="4187" y="9471"/>
                  </a:cubicBezTo>
                  <a:cubicBezTo>
                    <a:pt x="5409" y="9673"/>
                    <a:pt x="5409" y="9673"/>
                    <a:pt x="5409" y="9673"/>
                  </a:cubicBezTo>
                  <a:cubicBezTo>
                    <a:pt x="5409" y="9673"/>
                    <a:pt x="7014" y="8762"/>
                    <a:pt x="7886" y="8483"/>
                  </a:cubicBezTo>
                  <a:cubicBezTo>
                    <a:pt x="8096" y="8432"/>
                    <a:pt x="8375" y="8382"/>
                    <a:pt x="8724" y="8331"/>
                  </a:cubicBezTo>
                  <a:cubicBezTo>
                    <a:pt x="8724" y="8331"/>
                    <a:pt x="8724" y="8331"/>
                    <a:pt x="8724" y="8331"/>
                  </a:cubicBezTo>
                  <a:cubicBezTo>
                    <a:pt x="8759" y="9243"/>
                    <a:pt x="8689" y="11091"/>
                    <a:pt x="7468" y="12256"/>
                  </a:cubicBezTo>
                  <a:cubicBezTo>
                    <a:pt x="7049" y="12661"/>
                    <a:pt x="6665" y="13066"/>
                    <a:pt x="6351" y="13446"/>
                  </a:cubicBezTo>
                  <a:cubicBezTo>
                    <a:pt x="5339" y="14586"/>
                    <a:pt x="4781" y="15497"/>
                    <a:pt x="4781" y="15497"/>
                  </a:cubicBezTo>
                  <a:cubicBezTo>
                    <a:pt x="4781" y="15497"/>
                    <a:pt x="4885" y="15801"/>
                    <a:pt x="5025" y="16156"/>
                  </a:cubicBezTo>
                  <a:cubicBezTo>
                    <a:pt x="0" y="17498"/>
                    <a:pt x="0" y="17498"/>
                    <a:pt x="0" y="17498"/>
                  </a:cubicBezTo>
                  <a:cubicBezTo>
                    <a:pt x="0" y="18663"/>
                    <a:pt x="0" y="18663"/>
                    <a:pt x="0" y="18663"/>
                  </a:cubicBezTo>
                  <a:cubicBezTo>
                    <a:pt x="10817" y="21600"/>
                    <a:pt x="10817" y="21600"/>
                    <a:pt x="10817" y="21600"/>
                  </a:cubicBezTo>
                  <a:cubicBezTo>
                    <a:pt x="21600" y="18663"/>
                    <a:pt x="21600" y="18663"/>
                    <a:pt x="21600" y="18663"/>
                  </a:cubicBezTo>
                  <a:cubicBezTo>
                    <a:pt x="21600" y="17498"/>
                    <a:pt x="21600" y="17498"/>
                    <a:pt x="21600" y="17498"/>
                  </a:cubicBezTo>
                  <a:lnTo>
                    <a:pt x="18180" y="16586"/>
                  </a:lnTo>
                  <a:close/>
                </a:path>
              </a:pathLst>
            </a:custGeom>
            <a:solidFill>
              <a:srgbClr val="808080"/>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63" name="Freeform 34"/>
            <p:cNvSpPr/>
            <p:nvPr/>
          </p:nvSpPr>
          <p:spPr>
            <a:xfrm>
              <a:off x="0" y="7069435"/>
              <a:ext cx="7608054" cy="28329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22" y="0"/>
                  </a:moveTo>
                  <a:lnTo>
                    <a:pt x="0" y="10741"/>
                  </a:lnTo>
                  <a:lnTo>
                    <a:pt x="10822" y="21600"/>
                  </a:lnTo>
                  <a:lnTo>
                    <a:pt x="21600" y="10741"/>
                  </a:lnTo>
                  <a:lnTo>
                    <a:pt x="10822" y="0"/>
                  </a:lnTo>
                  <a:close/>
                </a:path>
              </a:pathLst>
            </a:custGeom>
            <a:gradFill flip="none" rotWithShape="1">
              <a:gsLst>
                <a:gs pos="0">
                  <a:srgbClr val="595959"/>
                </a:gs>
                <a:gs pos="100000">
                  <a:srgbClr val="A6A6A6"/>
                </a:gs>
              </a:gsLst>
              <a:lin ang="42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64" name="Freeform 30"/>
            <p:cNvSpPr/>
            <p:nvPr/>
          </p:nvSpPr>
          <p:spPr>
            <a:xfrm>
              <a:off x="1655206" y="2185569"/>
              <a:ext cx="2489722" cy="2501493"/>
            </a:xfrm>
            <a:custGeom>
              <a:avLst/>
              <a:gdLst/>
              <a:ahLst/>
              <a:cxnLst>
                <a:cxn ang="0">
                  <a:pos x="wd2" y="hd2"/>
                </a:cxn>
                <a:cxn ang="5400000">
                  <a:pos x="wd2" y="hd2"/>
                </a:cxn>
                <a:cxn ang="10800000">
                  <a:pos x="wd2" y="hd2"/>
                </a:cxn>
                <a:cxn ang="16200000">
                  <a:pos x="wd2" y="hd2"/>
                </a:cxn>
              </a:cxnLst>
              <a:rect l="0" t="0" r="r" b="b"/>
              <a:pathLst>
                <a:path w="20726" h="21600" fill="norm" stroke="1" extrusionOk="0">
                  <a:moveTo>
                    <a:pt x="20088" y="5506"/>
                  </a:moveTo>
                  <a:cubicBezTo>
                    <a:pt x="18552" y="1059"/>
                    <a:pt x="14457" y="0"/>
                    <a:pt x="14457" y="0"/>
                  </a:cubicBezTo>
                  <a:cubicBezTo>
                    <a:pt x="14457" y="0"/>
                    <a:pt x="11591" y="5188"/>
                    <a:pt x="8315" y="8576"/>
                  </a:cubicBezTo>
                  <a:cubicBezTo>
                    <a:pt x="5039" y="11965"/>
                    <a:pt x="228" y="14824"/>
                    <a:pt x="228" y="14824"/>
                  </a:cubicBezTo>
                  <a:cubicBezTo>
                    <a:pt x="228" y="14824"/>
                    <a:pt x="-284" y="15988"/>
                    <a:pt x="228" y="17682"/>
                  </a:cubicBezTo>
                  <a:cubicBezTo>
                    <a:pt x="740" y="19376"/>
                    <a:pt x="2071" y="21600"/>
                    <a:pt x="2071" y="21600"/>
                  </a:cubicBezTo>
                  <a:cubicBezTo>
                    <a:pt x="2071" y="21600"/>
                    <a:pt x="6780" y="17788"/>
                    <a:pt x="9339" y="16624"/>
                  </a:cubicBezTo>
                  <a:cubicBezTo>
                    <a:pt x="11898" y="15459"/>
                    <a:pt x="20395" y="14824"/>
                    <a:pt x="20395" y="14824"/>
                  </a:cubicBezTo>
                  <a:cubicBezTo>
                    <a:pt x="20395" y="14824"/>
                    <a:pt x="21316" y="9000"/>
                    <a:pt x="20088" y="5506"/>
                  </a:cubicBezTo>
                  <a:close/>
                </a:path>
              </a:pathLst>
            </a:custGeom>
            <a:gradFill flip="none" rotWithShape="1">
              <a:gsLst>
                <a:gs pos="0">
                  <a:srgbClr val="595959"/>
                </a:gs>
                <a:gs pos="100000">
                  <a:srgbClr val="BFBFBF"/>
                </a:gs>
              </a:gsLst>
              <a:lin ang="48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65" name="Freeform 31"/>
            <p:cNvSpPr/>
            <p:nvPr/>
          </p:nvSpPr>
          <p:spPr>
            <a:xfrm>
              <a:off x="3956809" y="1289587"/>
              <a:ext cx="2915816" cy="66861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 y="8442"/>
                  </a:moveTo>
                  <a:cubicBezTo>
                    <a:pt x="1094" y="8442"/>
                    <a:pt x="2278" y="8363"/>
                    <a:pt x="4739" y="6619"/>
                  </a:cubicBezTo>
                  <a:cubicBezTo>
                    <a:pt x="8932" y="3646"/>
                    <a:pt x="5924" y="0"/>
                    <a:pt x="5924" y="0"/>
                  </a:cubicBezTo>
                  <a:cubicBezTo>
                    <a:pt x="5924" y="0"/>
                    <a:pt x="11392" y="1308"/>
                    <a:pt x="12486" y="4161"/>
                  </a:cubicBezTo>
                  <a:cubicBezTo>
                    <a:pt x="13580" y="7055"/>
                    <a:pt x="13853" y="9512"/>
                    <a:pt x="14582" y="10978"/>
                  </a:cubicBezTo>
                  <a:cubicBezTo>
                    <a:pt x="15767" y="13317"/>
                    <a:pt x="21600" y="15417"/>
                    <a:pt x="21600" y="15417"/>
                  </a:cubicBezTo>
                  <a:cubicBezTo>
                    <a:pt x="21600" y="15417"/>
                    <a:pt x="20689" y="16289"/>
                    <a:pt x="16678" y="17795"/>
                  </a:cubicBezTo>
                  <a:cubicBezTo>
                    <a:pt x="12759" y="19301"/>
                    <a:pt x="0" y="21600"/>
                    <a:pt x="0" y="21600"/>
                  </a:cubicBezTo>
                  <a:cubicBezTo>
                    <a:pt x="1732" y="18271"/>
                    <a:pt x="2005" y="18310"/>
                    <a:pt x="2643" y="15061"/>
                  </a:cubicBezTo>
                  <a:cubicBezTo>
                    <a:pt x="3281" y="11890"/>
                    <a:pt x="1094" y="8442"/>
                    <a:pt x="1094" y="8442"/>
                  </a:cubicBezTo>
                  <a:close/>
                </a:path>
              </a:pathLst>
            </a:custGeom>
            <a:gradFill flip="none" rotWithShape="1">
              <a:gsLst>
                <a:gs pos="0">
                  <a:srgbClr val="808080"/>
                </a:gs>
                <a:gs pos="100000">
                  <a:srgbClr val="D9D9D9"/>
                </a:gs>
              </a:gsLst>
              <a:lin ang="60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66" name="Freeform 32"/>
            <p:cNvSpPr/>
            <p:nvPr/>
          </p:nvSpPr>
          <p:spPr>
            <a:xfrm>
              <a:off x="1683196" y="3899841"/>
              <a:ext cx="2648633" cy="4148183"/>
            </a:xfrm>
            <a:custGeom>
              <a:avLst/>
              <a:gdLst/>
              <a:ahLst/>
              <a:cxnLst>
                <a:cxn ang="0">
                  <a:pos x="wd2" y="hd2"/>
                </a:cxn>
                <a:cxn ang="5400000">
                  <a:pos x="wd2" y="hd2"/>
                </a:cxn>
                <a:cxn ang="10800000">
                  <a:pos x="wd2" y="hd2"/>
                </a:cxn>
                <a:cxn ang="16200000">
                  <a:pos x="wd2" y="hd2"/>
                </a:cxn>
              </a:cxnLst>
              <a:rect l="0" t="0" r="r" b="b"/>
              <a:pathLst>
                <a:path w="21041" h="21412" fill="norm" stroke="1" extrusionOk="0">
                  <a:moveTo>
                    <a:pt x="11044" y="697"/>
                  </a:moveTo>
                  <a:cubicBezTo>
                    <a:pt x="11142" y="2977"/>
                    <a:pt x="10947" y="7601"/>
                    <a:pt x="7526" y="10515"/>
                  </a:cubicBezTo>
                  <a:cubicBezTo>
                    <a:pt x="6353" y="11528"/>
                    <a:pt x="5278" y="12542"/>
                    <a:pt x="4398" y="13492"/>
                  </a:cubicBezTo>
                  <a:cubicBezTo>
                    <a:pt x="1564" y="16343"/>
                    <a:pt x="0" y="18623"/>
                    <a:pt x="0" y="18623"/>
                  </a:cubicBezTo>
                  <a:cubicBezTo>
                    <a:pt x="0" y="18623"/>
                    <a:pt x="4985" y="21093"/>
                    <a:pt x="8210" y="21347"/>
                  </a:cubicBezTo>
                  <a:cubicBezTo>
                    <a:pt x="11435" y="21600"/>
                    <a:pt x="18081" y="21030"/>
                    <a:pt x="18081" y="21030"/>
                  </a:cubicBezTo>
                  <a:cubicBezTo>
                    <a:pt x="19938" y="15709"/>
                    <a:pt x="20232" y="15772"/>
                    <a:pt x="20916" y="10578"/>
                  </a:cubicBezTo>
                  <a:cubicBezTo>
                    <a:pt x="21600" y="5511"/>
                    <a:pt x="19254" y="0"/>
                    <a:pt x="19254" y="0"/>
                  </a:cubicBezTo>
                  <a:cubicBezTo>
                    <a:pt x="19254" y="0"/>
                    <a:pt x="14367" y="253"/>
                    <a:pt x="11044" y="697"/>
                  </a:cubicBezTo>
                  <a:close/>
                </a:path>
              </a:pathLst>
            </a:custGeom>
            <a:gradFill flip="none" rotWithShape="1">
              <a:gsLst>
                <a:gs pos="0">
                  <a:srgbClr val="595959"/>
                </a:gs>
                <a:gs pos="100000">
                  <a:srgbClr val="A6A6A6"/>
                </a:gs>
              </a:gsLst>
              <a:lin ang="42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67" name="Freeform 33"/>
            <p:cNvSpPr/>
            <p:nvPr/>
          </p:nvSpPr>
          <p:spPr>
            <a:xfrm>
              <a:off x="2356475" y="7633955"/>
              <a:ext cx="4071007" cy="1700665"/>
            </a:xfrm>
            <a:custGeom>
              <a:avLst/>
              <a:gdLst/>
              <a:ahLst/>
              <a:cxnLst>
                <a:cxn ang="0">
                  <a:pos x="wd2" y="hd2"/>
                </a:cxn>
                <a:cxn ang="5400000">
                  <a:pos x="wd2" y="hd2"/>
                </a:cxn>
                <a:cxn ang="10800000">
                  <a:pos x="wd2" y="hd2"/>
                </a:cxn>
                <a:cxn ang="16200000">
                  <a:pos x="wd2" y="hd2"/>
                </a:cxn>
              </a:cxnLst>
              <a:rect l="0" t="0" r="r" b="b"/>
              <a:pathLst>
                <a:path w="21144" h="20679" fill="norm" stroke="1" extrusionOk="0">
                  <a:moveTo>
                    <a:pt x="14570" y="10577"/>
                  </a:moveTo>
                  <a:cubicBezTo>
                    <a:pt x="9969" y="16982"/>
                    <a:pt x="5751" y="16833"/>
                    <a:pt x="5751" y="16833"/>
                  </a:cubicBezTo>
                  <a:cubicBezTo>
                    <a:pt x="5751" y="16833"/>
                    <a:pt x="3451" y="17727"/>
                    <a:pt x="1598" y="16237"/>
                  </a:cubicBezTo>
                  <a:cubicBezTo>
                    <a:pt x="959" y="15641"/>
                    <a:pt x="447" y="15194"/>
                    <a:pt x="0" y="14599"/>
                  </a:cubicBezTo>
                  <a:cubicBezTo>
                    <a:pt x="383" y="15939"/>
                    <a:pt x="1150" y="18025"/>
                    <a:pt x="2428" y="19366"/>
                  </a:cubicBezTo>
                  <a:cubicBezTo>
                    <a:pt x="3451" y="20557"/>
                    <a:pt x="7860" y="21600"/>
                    <a:pt x="11311" y="19366"/>
                  </a:cubicBezTo>
                  <a:cubicBezTo>
                    <a:pt x="14762" y="17131"/>
                    <a:pt x="20066" y="8193"/>
                    <a:pt x="20578" y="6554"/>
                  </a:cubicBezTo>
                  <a:cubicBezTo>
                    <a:pt x="21600" y="3575"/>
                    <a:pt x="21025" y="1192"/>
                    <a:pt x="20514" y="0"/>
                  </a:cubicBezTo>
                  <a:cubicBezTo>
                    <a:pt x="19683" y="1937"/>
                    <a:pt x="17766" y="6108"/>
                    <a:pt x="14570" y="10577"/>
                  </a:cubicBezTo>
                  <a:close/>
                </a:path>
              </a:pathLst>
            </a:custGeom>
            <a:gradFill flip="none" rotWithShape="1">
              <a:gsLst>
                <a:gs pos="0">
                  <a:srgbClr val="595959"/>
                </a:gs>
                <a:gs pos="100000">
                  <a:srgbClr val="808080"/>
                </a:gs>
              </a:gsLst>
              <a:lin ang="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68" name="Freeform 35"/>
            <p:cNvSpPr/>
            <p:nvPr/>
          </p:nvSpPr>
          <p:spPr>
            <a:xfrm>
              <a:off x="3811796" y="8478143"/>
              <a:ext cx="3796257" cy="19887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6131"/>
                  </a:lnTo>
                  <a:lnTo>
                    <a:pt x="21600" y="0"/>
                  </a:lnTo>
                  <a:lnTo>
                    <a:pt x="0" y="15469"/>
                  </a:lnTo>
                  <a:lnTo>
                    <a:pt x="0" y="21600"/>
                  </a:lnTo>
                  <a:close/>
                </a:path>
              </a:pathLst>
            </a:custGeom>
            <a:gradFill flip="none" rotWithShape="1">
              <a:gsLst>
                <a:gs pos="0">
                  <a:srgbClr val="595959"/>
                </a:gs>
                <a:gs pos="100000">
                  <a:srgbClr val="808080"/>
                </a:gs>
              </a:gsLst>
              <a:lin ang="42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69" name="Freeform 36"/>
            <p:cNvSpPr/>
            <p:nvPr/>
          </p:nvSpPr>
          <p:spPr>
            <a:xfrm>
              <a:off x="0" y="8478143"/>
              <a:ext cx="3811797" cy="19887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6131"/>
                  </a:lnTo>
                  <a:lnTo>
                    <a:pt x="0" y="0"/>
                  </a:lnTo>
                  <a:lnTo>
                    <a:pt x="21600" y="15469"/>
                  </a:lnTo>
                  <a:lnTo>
                    <a:pt x="21600" y="21600"/>
                  </a:lnTo>
                  <a:close/>
                </a:path>
              </a:pathLst>
            </a:custGeom>
            <a:gradFill flip="none" rotWithShape="1">
              <a:gsLst>
                <a:gs pos="0">
                  <a:srgbClr val="595959"/>
                </a:gs>
                <a:gs pos="100000">
                  <a:srgbClr val="808080"/>
                </a:gs>
              </a:gsLst>
              <a:lin ang="42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0" name="Freeform 37"/>
            <p:cNvSpPr/>
            <p:nvPr/>
          </p:nvSpPr>
          <p:spPr>
            <a:xfrm>
              <a:off x="1057332" y="3682320"/>
              <a:ext cx="848566" cy="1004742"/>
            </a:xfrm>
            <a:custGeom>
              <a:avLst/>
              <a:gdLst/>
              <a:ahLst/>
              <a:cxnLst>
                <a:cxn ang="0">
                  <a:pos x="wd2" y="hd2"/>
                </a:cxn>
                <a:cxn ang="5400000">
                  <a:pos x="wd2" y="hd2"/>
                </a:cxn>
                <a:cxn ang="10800000">
                  <a:pos x="wd2" y="hd2"/>
                </a:cxn>
                <a:cxn ang="16200000">
                  <a:pos x="wd2" y="hd2"/>
                </a:cxn>
              </a:cxnLst>
              <a:rect l="0" t="0" r="r" b="b"/>
              <a:pathLst>
                <a:path w="20339" h="21600" fill="norm" stroke="1" extrusionOk="0">
                  <a:moveTo>
                    <a:pt x="20339" y="21600"/>
                  </a:moveTo>
                  <a:cubicBezTo>
                    <a:pt x="9983" y="19493"/>
                    <a:pt x="9983" y="19493"/>
                    <a:pt x="9983" y="19493"/>
                  </a:cubicBezTo>
                  <a:cubicBezTo>
                    <a:pt x="9983" y="19493"/>
                    <a:pt x="8207" y="19229"/>
                    <a:pt x="3473" y="13171"/>
                  </a:cubicBezTo>
                  <a:cubicBezTo>
                    <a:pt x="-1261" y="7112"/>
                    <a:pt x="218" y="0"/>
                    <a:pt x="218" y="0"/>
                  </a:cubicBezTo>
                  <a:cubicBezTo>
                    <a:pt x="15013" y="4741"/>
                    <a:pt x="15013" y="4741"/>
                    <a:pt x="15013" y="4741"/>
                  </a:cubicBezTo>
                  <a:cubicBezTo>
                    <a:pt x="15013" y="4741"/>
                    <a:pt x="13534" y="7639"/>
                    <a:pt x="15013" y="11854"/>
                  </a:cubicBezTo>
                  <a:cubicBezTo>
                    <a:pt x="16492" y="16068"/>
                    <a:pt x="20339" y="21600"/>
                    <a:pt x="20339" y="21600"/>
                  </a:cubicBezTo>
                  <a:close/>
                </a:path>
              </a:pathLst>
            </a:custGeom>
            <a:gradFill flip="none" rotWithShape="1">
              <a:gsLst>
                <a:gs pos="0">
                  <a:srgbClr val="808080"/>
                </a:gs>
                <a:gs pos="100000">
                  <a:srgbClr val="D9D9D9"/>
                </a:gs>
              </a:gsLst>
              <a:lin ang="60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1" name="Freeform 38"/>
            <p:cNvSpPr/>
            <p:nvPr/>
          </p:nvSpPr>
          <p:spPr>
            <a:xfrm>
              <a:off x="1066888" y="1828211"/>
              <a:ext cx="2325402" cy="20716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743" y="14059"/>
                  </a:moveTo>
                  <a:cubicBezTo>
                    <a:pt x="18400" y="9969"/>
                    <a:pt x="21600" y="3707"/>
                    <a:pt x="21600" y="3707"/>
                  </a:cubicBezTo>
                  <a:cubicBezTo>
                    <a:pt x="21600" y="3707"/>
                    <a:pt x="16457" y="2940"/>
                    <a:pt x="13600" y="1789"/>
                  </a:cubicBezTo>
                  <a:cubicBezTo>
                    <a:pt x="10857" y="639"/>
                    <a:pt x="9486" y="0"/>
                    <a:pt x="9486" y="0"/>
                  </a:cubicBezTo>
                  <a:cubicBezTo>
                    <a:pt x="9486" y="0"/>
                    <a:pt x="8000" y="8563"/>
                    <a:pt x="5143" y="12909"/>
                  </a:cubicBezTo>
                  <a:cubicBezTo>
                    <a:pt x="2286" y="17254"/>
                    <a:pt x="0" y="19299"/>
                    <a:pt x="0" y="19299"/>
                  </a:cubicBezTo>
                  <a:cubicBezTo>
                    <a:pt x="5714" y="21600"/>
                    <a:pt x="5714" y="21600"/>
                    <a:pt x="5714" y="21600"/>
                  </a:cubicBezTo>
                  <a:cubicBezTo>
                    <a:pt x="5714" y="21600"/>
                    <a:pt x="11086" y="18149"/>
                    <a:pt x="14743" y="14059"/>
                  </a:cubicBezTo>
                  <a:close/>
                </a:path>
              </a:pathLst>
            </a:custGeom>
            <a:gradFill flip="none" rotWithShape="1">
              <a:gsLst>
                <a:gs pos="0">
                  <a:srgbClr val="808080"/>
                </a:gs>
                <a:gs pos="100000">
                  <a:srgbClr val="D9D9D9"/>
                </a:gs>
              </a:gsLst>
              <a:lin ang="54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2" name="Freeform 39"/>
            <p:cNvSpPr/>
            <p:nvPr/>
          </p:nvSpPr>
          <p:spPr>
            <a:xfrm>
              <a:off x="2087163" y="951921"/>
              <a:ext cx="2667221" cy="1233649"/>
            </a:xfrm>
            <a:custGeom>
              <a:avLst/>
              <a:gdLst/>
              <a:ahLst/>
              <a:cxnLst>
                <a:cxn ang="0">
                  <a:pos x="wd2" y="hd2"/>
                </a:cxn>
                <a:cxn ang="5400000">
                  <a:pos x="wd2" y="hd2"/>
                </a:cxn>
                <a:cxn ang="10800000">
                  <a:pos x="wd2" y="hd2"/>
                </a:cxn>
                <a:cxn ang="16200000">
                  <a:pos x="wd2" y="hd2"/>
                </a:cxn>
              </a:cxnLst>
              <a:rect l="0" t="0" r="r" b="b"/>
              <a:pathLst>
                <a:path w="21600" h="21086" fill="norm" stroke="1" extrusionOk="0">
                  <a:moveTo>
                    <a:pt x="10551" y="21086"/>
                  </a:moveTo>
                  <a:cubicBezTo>
                    <a:pt x="10551" y="21086"/>
                    <a:pt x="12940" y="14375"/>
                    <a:pt x="15528" y="10810"/>
                  </a:cubicBezTo>
                  <a:cubicBezTo>
                    <a:pt x="18614" y="6616"/>
                    <a:pt x="21600" y="5777"/>
                    <a:pt x="21600" y="5777"/>
                  </a:cubicBezTo>
                  <a:cubicBezTo>
                    <a:pt x="21600" y="5777"/>
                    <a:pt x="19808" y="2632"/>
                    <a:pt x="16922" y="1164"/>
                  </a:cubicBezTo>
                  <a:cubicBezTo>
                    <a:pt x="13338" y="-514"/>
                    <a:pt x="11049" y="115"/>
                    <a:pt x="11049" y="115"/>
                  </a:cubicBezTo>
                  <a:cubicBezTo>
                    <a:pt x="11049" y="115"/>
                    <a:pt x="6570" y="7245"/>
                    <a:pt x="4181" y="10181"/>
                  </a:cubicBezTo>
                  <a:cubicBezTo>
                    <a:pt x="1792" y="13117"/>
                    <a:pt x="0" y="15004"/>
                    <a:pt x="0" y="15004"/>
                  </a:cubicBezTo>
                  <a:cubicBezTo>
                    <a:pt x="0" y="15004"/>
                    <a:pt x="1194" y="16053"/>
                    <a:pt x="3583" y="17940"/>
                  </a:cubicBezTo>
                  <a:cubicBezTo>
                    <a:pt x="6072" y="19828"/>
                    <a:pt x="10551" y="21086"/>
                    <a:pt x="10551" y="21086"/>
                  </a:cubicBezTo>
                  <a:close/>
                </a:path>
              </a:pathLst>
            </a:custGeom>
            <a:gradFill flip="none" rotWithShape="1">
              <a:gsLst>
                <a:gs pos="0">
                  <a:srgbClr val="595959"/>
                </a:gs>
                <a:gs pos="100000">
                  <a:srgbClr val="A6A6A6"/>
                </a:gs>
              </a:gsLst>
              <a:lin ang="42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3" name="Freeform 41"/>
            <p:cNvSpPr/>
            <p:nvPr/>
          </p:nvSpPr>
          <p:spPr>
            <a:xfrm>
              <a:off x="3392289" y="1289588"/>
              <a:ext cx="1506289" cy="2610254"/>
            </a:xfrm>
            <a:custGeom>
              <a:avLst/>
              <a:gdLst/>
              <a:ahLst/>
              <a:cxnLst>
                <a:cxn ang="0">
                  <a:pos x="wd2" y="hd2"/>
                </a:cxn>
                <a:cxn ang="5400000">
                  <a:pos x="wd2" y="hd2"/>
                </a:cxn>
                <a:cxn ang="10800000">
                  <a:pos x="wd2" y="hd2"/>
                </a:cxn>
                <a:cxn ang="16200000">
                  <a:pos x="wd2" y="hd2"/>
                </a:cxn>
              </a:cxnLst>
              <a:rect l="0" t="0" r="r" b="b"/>
              <a:pathLst>
                <a:path w="18369" h="21600" fill="norm" stroke="1" extrusionOk="0">
                  <a:moveTo>
                    <a:pt x="8700" y="21600"/>
                  </a:moveTo>
                  <a:cubicBezTo>
                    <a:pt x="8700" y="21600"/>
                    <a:pt x="10650" y="21397"/>
                    <a:pt x="14700" y="16935"/>
                  </a:cubicBezTo>
                  <a:cubicBezTo>
                    <a:pt x="21600" y="9330"/>
                    <a:pt x="16650" y="0"/>
                    <a:pt x="16650" y="0"/>
                  </a:cubicBezTo>
                  <a:cubicBezTo>
                    <a:pt x="16650" y="0"/>
                    <a:pt x="12150" y="406"/>
                    <a:pt x="7500" y="2434"/>
                  </a:cubicBezTo>
                  <a:cubicBezTo>
                    <a:pt x="3600" y="4158"/>
                    <a:pt x="0" y="7403"/>
                    <a:pt x="0" y="7403"/>
                  </a:cubicBezTo>
                  <a:cubicBezTo>
                    <a:pt x="0" y="7403"/>
                    <a:pt x="6000" y="8417"/>
                    <a:pt x="8250" y="12676"/>
                  </a:cubicBezTo>
                  <a:cubicBezTo>
                    <a:pt x="10050" y="16023"/>
                    <a:pt x="8700" y="21600"/>
                    <a:pt x="8700" y="21600"/>
                  </a:cubicBezTo>
                  <a:close/>
                </a:path>
              </a:pathLst>
            </a:custGeom>
            <a:gradFill flip="none" rotWithShape="1">
              <a:gsLst>
                <a:gs pos="0">
                  <a:srgbClr val="595959"/>
                </a:gs>
                <a:gs pos="100000">
                  <a:srgbClr val="A6A6A6"/>
                </a:gs>
              </a:gsLst>
              <a:lin ang="42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4" name="Freeform 42"/>
            <p:cNvSpPr/>
            <p:nvPr/>
          </p:nvSpPr>
          <p:spPr>
            <a:xfrm>
              <a:off x="2889921" y="108759"/>
              <a:ext cx="797578" cy="11393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628" y="21600"/>
                  </a:moveTo>
                  <a:cubicBezTo>
                    <a:pt x="12628" y="21600"/>
                    <a:pt x="8972" y="12542"/>
                    <a:pt x="5982" y="7665"/>
                  </a:cubicBezTo>
                  <a:cubicBezTo>
                    <a:pt x="2658" y="2787"/>
                    <a:pt x="0" y="0"/>
                    <a:pt x="0" y="0"/>
                  </a:cubicBezTo>
                  <a:cubicBezTo>
                    <a:pt x="0" y="0"/>
                    <a:pt x="9969" y="4645"/>
                    <a:pt x="14289" y="8129"/>
                  </a:cubicBezTo>
                  <a:cubicBezTo>
                    <a:pt x="18942" y="11613"/>
                    <a:pt x="21600" y="16955"/>
                    <a:pt x="21600" y="16955"/>
                  </a:cubicBezTo>
                  <a:lnTo>
                    <a:pt x="12628" y="21600"/>
                  </a:lnTo>
                  <a:close/>
                </a:path>
              </a:pathLst>
            </a:custGeom>
            <a:solidFill>
              <a:srgbClr val="7F7F7F"/>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5" name="Freeform 43"/>
            <p:cNvSpPr/>
            <p:nvPr/>
          </p:nvSpPr>
          <p:spPr>
            <a:xfrm>
              <a:off x="2889921" y="108759"/>
              <a:ext cx="466117" cy="11393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958" y="21600"/>
                  </a:moveTo>
                  <a:cubicBezTo>
                    <a:pt x="21600" y="21600"/>
                    <a:pt x="21600" y="21600"/>
                    <a:pt x="21600" y="21600"/>
                  </a:cubicBezTo>
                  <a:cubicBezTo>
                    <a:pt x="21600" y="21600"/>
                    <a:pt x="15347" y="12542"/>
                    <a:pt x="10232" y="7665"/>
                  </a:cubicBezTo>
                  <a:cubicBezTo>
                    <a:pt x="4547" y="2787"/>
                    <a:pt x="0" y="0"/>
                    <a:pt x="0" y="0"/>
                  </a:cubicBezTo>
                  <a:cubicBezTo>
                    <a:pt x="0" y="0"/>
                    <a:pt x="568" y="7665"/>
                    <a:pt x="1705" y="10916"/>
                  </a:cubicBezTo>
                  <a:cubicBezTo>
                    <a:pt x="2842" y="14400"/>
                    <a:pt x="7958" y="21600"/>
                    <a:pt x="7958" y="21600"/>
                  </a:cubicBezTo>
                  <a:close/>
                </a:path>
              </a:pathLst>
            </a:custGeom>
            <a:solidFill>
              <a:srgbClr val="595959"/>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6" name="Freeform 44"/>
            <p:cNvSpPr/>
            <p:nvPr/>
          </p:nvSpPr>
          <p:spPr>
            <a:xfrm>
              <a:off x="2579177" y="329433"/>
              <a:ext cx="2682759" cy="530294"/>
            </a:xfrm>
            <a:custGeom>
              <a:avLst/>
              <a:gdLst/>
              <a:ahLst/>
              <a:cxnLst>
                <a:cxn ang="0">
                  <a:pos x="wd2" y="hd2"/>
                </a:cxn>
                <a:cxn ang="5400000">
                  <a:pos x="wd2" y="hd2"/>
                </a:cxn>
                <a:cxn ang="10800000">
                  <a:pos x="wd2" y="hd2"/>
                </a:cxn>
                <a:cxn ang="16200000">
                  <a:pos x="wd2" y="hd2"/>
                </a:cxn>
              </a:cxnLst>
              <a:rect l="0" t="0" r="r" b="b"/>
              <a:pathLst>
                <a:path w="21600" h="15798" fill="norm" stroke="1" extrusionOk="0">
                  <a:moveTo>
                    <a:pt x="15358" y="5181"/>
                  </a:moveTo>
                  <a:cubicBezTo>
                    <a:pt x="17637" y="7012"/>
                    <a:pt x="19717" y="10306"/>
                    <a:pt x="21600" y="14700"/>
                  </a:cubicBezTo>
                  <a:cubicBezTo>
                    <a:pt x="20312" y="11405"/>
                    <a:pt x="17538" y="5547"/>
                    <a:pt x="14070" y="1886"/>
                  </a:cubicBezTo>
                  <a:cubicBezTo>
                    <a:pt x="6242" y="-5802"/>
                    <a:pt x="0" y="12503"/>
                    <a:pt x="0" y="12503"/>
                  </a:cubicBezTo>
                  <a:cubicBezTo>
                    <a:pt x="3864" y="15798"/>
                    <a:pt x="3864" y="15798"/>
                    <a:pt x="3864" y="15798"/>
                  </a:cubicBezTo>
                  <a:cubicBezTo>
                    <a:pt x="3864" y="15798"/>
                    <a:pt x="8719" y="422"/>
                    <a:pt x="15358" y="5181"/>
                  </a:cubicBezTo>
                  <a:close/>
                </a:path>
              </a:pathLst>
            </a:custGeom>
            <a:gradFill flip="none" rotWithShape="1">
              <a:gsLst>
                <a:gs pos="0">
                  <a:srgbClr val="808080"/>
                </a:gs>
                <a:gs pos="100000">
                  <a:srgbClr val="D9D9D9"/>
                </a:gs>
              </a:gsLst>
              <a:lin ang="54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7" name="Freeform 45"/>
            <p:cNvSpPr/>
            <p:nvPr/>
          </p:nvSpPr>
          <p:spPr>
            <a:xfrm>
              <a:off x="3060829" y="470723"/>
              <a:ext cx="3293889" cy="5050172"/>
            </a:xfrm>
            <a:custGeom>
              <a:avLst/>
              <a:gdLst/>
              <a:ahLst/>
              <a:cxnLst>
                <a:cxn ang="0">
                  <a:pos x="wd2" y="hd2"/>
                </a:cxn>
                <a:cxn ang="5400000">
                  <a:pos x="wd2" y="hd2"/>
                </a:cxn>
                <a:cxn ang="10800000">
                  <a:pos x="wd2" y="hd2"/>
                </a:cxn>
                <a:cxn ang="16200000">
                  <a:pos x="wd2" y="hd2"/>
                </a:cxn>
              </a:cxnLst>
              <a:rect l="0" t="0" r="r" b="b"/>
              <a:pathLst>
                <a:path w="21600" h="21062" fill="norm" stroke="1" extrusionOk="0">
                  <a:moveTo>
                    <a:pt x="7415" y="2840"/>
                  </a:moveTo>
                  <a:cubicBezTo>
                    <a:pt x="9107" y="2687"/>
                    <a:pt x="10075" y="2994"/>
                    <a:pt x="10075" y="2994"/>
                  </a:cubicBezTo>
                  <a:cubicBezTo>
                    <a:pt x="11122" y="3403"/>
                    <a:pt x="11122" y="3403"/>
                    <a:pt x="11122" y="3403"/>
                  </a:cubicBezTo>
                  <a:cubicBezTo>
                    <a:pt x="11122" y="3403"/>
                    <a:pt x="15958" y="5092"/>
                    <a:pt x="16925" y="8778"/>
                  </a:cubicBezTo>
                  <a:cubicBezTo>
                    <a:pt x="17893" y="12514"/>
                    <a:pt x="18134" y="15688"/>
                    <a:pt x="18779" y="17581"/>
                  </a:cubicBezTo>
                  <a:cubicBezTo>
                    <a:pt x="19263" y="18861"/>
                    <a:pt x="20391" y="20089"/>
                    <a:pt x="21600" y="21062"/>
                  </a:cubicBezTo>
                  <a:cubicBezTo>
                    <a:pt x="21036" y="20089"/>
                    <a:pt x="20230" y="18196"/>
                    <a:pt x="20149" y="15944"/>
                  </a:cubicBezTo>
                  <a:cubicBezTo>
                    <a:pt x="20069" y="13384"/>
                    <a:pt x="21036" y="10927"/>
                    <a:pt x="20149" y="7140"/>
                  </a:cubicBezTo>
                  <a:cubicBezTo>
                    <a:pt x="19263" y="3403"/>
                    <a:pt x="14749" y="844"/>
                    <a:pt x="9349" y="127"/>
                  </a:cubicBezTo>
                  <a:cubicBezTo>
                    <a:pt x="3949" y="-538"/>
                    <a:pt x="0" y="1612"/>
                    <a:pt x="0" y="1612"/>
                  </a:cubicBezTo>
                  <a:cubicBezTo>
                    <a:pt x="2901" y="4580"/>
                    <a:pt x="2901" y="4580"/>
                    <a:pt x="2901" y="4580"/>
                  </a:cubicBezTo>
                  <a:cubicBezTo>
                    <a:pt x="2901" y="4580"/>
                    <a:pt x="5722" y="3045"/>
                    <a:pt x="7415" y="2840"/>
                  </a:cubicBezTo>
                  <a:close/>
                </a:path>
              </a:pathLst>
            </a:custGeom>
            <a:gradFill flip="none" rotWithShape="1">
              <a:gsLst>
                <a:gs pos="0">
                  <a:srgbClr val="808080"/>
                </a:gs>
                <a:gs pos="100000">
                  <a:srgbClr val="D9D9D9"/>
                </a:gs>
              </a:gsLst>
              <a:lin ang="60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8" name="Freeform 46"/>
            <p:cNvSpPr/>
            <p:nvPr/>
          </p:nvSpPr>
          <p:spPr>
            <a:xfrm>
              <a:off x="2579177" y="745786"/>
              <a:ext cx="921875" cy="823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135" y="19426"/>
                  </a:moveTo>
                  <a:lnTo>
                    <a:pt x="0" y="0"/>
                  </a:lnTo>
                  <a:lnTo>
                    <a:pt x="11285" y="2989"/>
                  </a:lnTo>
                  <a:lnTo>
                    <a:pt x="21600" y="21600"/>
                  </a:lnTo>
                  <a:lnTo>
                    <a:pt x="12135" y="19426"/>
                  </a:lnTo>
                  <a:close/>
                </a:path>
              </a:pathLst>
            </a:custGeom>
            <a:solidFill>
              <a:srgbClr val="595959"/>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79" name="Freeform 47"/>
            <p:cNvSpPr/>
            <p:nvPr/>
          </p:nvSpPr>
          <p:spPr>
            <a:xfrm>
              <a:off x="4189865" y="0"/>
              <a:ext cx="564518" cy="15692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65" y="18900"/>
                  </a:moveTo>
                  <a:cubicBezTo>
                    <a:pt x="5165" y="18900"/>
                    <a:pt x="7043" y="14850"/>
                    <a:pt x="5165" y="10463"/>
                  </a:cubicBezTo>
                  <a:cubicBezTo>
                    <a:pt x="3757" y="6244"/>
                    <a:pt x="0" y="0"/>
                    <a:pt x="0" y="0"/>
                  </a:cubicBezTo>
                  <a:cubicBezTo>
                    <a:pt x="0" y="0"/>
                    <a:pt x="10800" y="5569"/>
                    <a:pt x="15026" y="9450"/>
                  </a:cubicBezTo>
                  <a:cubicBezTo>
                    <a:pt x="19252" y="13500"/>
                    <a:pt x="21600" y="17719"/>
                    <a:pt x="21600" y="17719"/>
                  </a:cubicBezTo>
                  <a:cubicBezTo>
                    <a:pt x="13617" y="21600"/>
                    <a:pt x="13617" y="21600"/>
                    <a:pt x="13617" y="21600"/>
                  </a:cubicBezTo>
                  <a:lnTo>
                    <a:pt x="5165" y="18900"/>
                  </a:lnTo>
                  <a:close/>
                </a:path>
              </a:pathLst>
            </a:custGeom>
            <a:gradFill flip="none" rotWithShape="1">
              <a:gsLst>
                <a:gs pos="0">
                  <a:srgbClr val="595959"/>
                </a:gs>
                <a:gs pos="100000">
                  <a:srgbClr val="A6A6A6"/>
                </a:gs>
              </a:gsLst>
              <a:lin ang="42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80" name="Freeform 48"/>
            <p:cNvSpPr/>
            <p:nvPr/>
          </p:nvSpPr>
          <p:spPr>
            <a:xfrm>
              <a:off x="3956809" y="0"/>
              <a:ext cx="392086" cy="1372454"/>
            </a:xfrm>
            <a:custGeom>
              <a:avLst/>
              <a:gdLst/>
              <a:ahLst/>
              <a:cxnLst>
                <a:cxn ang="0">
                  <a:pos x="wd2" y="hd2"/>
                </a:cxn>
                <a:cxn ang="5400000">
                  <a:pos x="wd2" y="hd2"/>
                </a:cxn>
                <a:cxn ang="10800000">
                  <a:pos x="wd2" y="hd2"/>
                </a:cxn>
                <a:cxn ang="16200000">
                  <a:pos x="wd2" y="hd2"/>
                </a:cxn>
              </a:cxnLst>
              <a:rect l="0" t="0" r="r" b="b"/>
              <a:pathLst>
                <a:path w="20188" h="21600" fill="norm" stroke="1" extrusionOk="0">
                  <a:moveTo>
                    <a:pt x="19059" y="21600"/>
                  </a:moveTo>
                  <a:cubicBezTo>
                    <a:pt x="19059" y="21600"/>
                    <a:pt x="11435" y="20250"/>
                    <a:pt x="8259" y="20250"/>
                  </a:cubicBezTo>
                  <a:cubicBezTo>
                    <a:pt x="5718" y="20057"/>
                    <a:pt x="0" y="19671"/>
                    <a:pt x="0" y="19671"/>
                  </a:cubicBezTo>
                  <a:cubicBezTo>
                    <a:pt x="0" y="19671"/>
                    <a:pt x="2541" y="10993"/>
                    <a:pt x="6353" y="6364"/>
                  </a:cubicBezTo>
                  <a:cubicBezTo>
                    <a:pt x="10165" y="1543"/>
                    <a:pt x="12071" y="0"/>
                    <a:pt x="12071" y="0"/>
                  </a:cubicBezTo>
                  <a:cubicBezTo>
                    <a:pt x="12071" y="0"/>
                    <a:pt x="17153" y="7136"/>
                    <a:pt x="19059" y="11957"/>
                  </a:cubicBezTo>
                  <a:cubicBezTo>
                    <a:pt x="21600" y="16971"/>
                    <a:pt x="19059" y="21600"/>
                    <a:pt x="19059" y="21600"/>
                  </a:cubicBezTo>
                  <a:close/>
                </a:path>
              </a:pathLst>
            </a:custGeom>
            <a:solidFill>
              <a:srgbClr val="595959"/>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81" name="Freeform 49"/>
            <p:cNvSpPr/>
            <p:nvPr/>
          </p:nvSpPr>
          <p:spPr>
            <a:xfrm>
              <a:off x="1683196" y="7509657"/>
              <a:ext cx="2273611" cy="1533017"/>
            </a:xfrm>
            <a:custGeom>
              <a:avLst/>
              <a:gdLst/>
              <a:ahLst/>
              <a:cxnLst>
                <a:cxn ang="0">
                  <a:pos x="wd2" y="hd2"/>
                </a:cxn>
                <a:cxn ang="5400000">
                  <a:pos x="wd2" y="hd2"/>
                </a:cxn>
                <a:cxn ang="10800000">
                  <a:pos x="wd2" y="hd2"/>
                </a:cxn>
                <a:cxn ang="16200000">
                  <a:pos x="wd2" y="hd2"/>
                </a:cxn>
              </a:cxnLst>
              <a:rect l="0" t="0" r="r" b="b"/>
              <a:pathLst>
                <a:path w="21600" h="20894" fill="norm" stroke="1" extrusionOk="0">
                  <a:moveTo>
                    <a:pt x="21600" y="6363"/>
                  </a:moveTo>
                  <a:cubicBezTo>
                    <a:pt x="21600" y="6363"/>
                    <a:pt x="13661" y="7870"/>
                    <a:pt x="9808" y="7200"/>
                  </a:cubicBezTo>
                  <a:cubicBezTo>
                    <a:pt x="5955" y="6530"/>
                    <a:pt x="0" y="0"/>
                    <a:pt x="0" y="0"/>
                  </a:cubicBezTo>
                  <a:cubicBezTo>
                    <a:pt x="0" y="0"/>
                    <a:pt x="1401" y="7033"/>
                    <a:pt x="2102" y="9879"/>
                  </a:cubicBezTo>
                  <a:cubicBezTo>
                    <a:pt x="2802" y="12726"/>
                    <a:pt x="3853" y="15740"/>
                    <a:pt x="3853" y="15740"/>
                  </a:cubicBezTo>
                  <a:cubicBezTo>
                    <a:pt x="3853" y="15740"/>
                    <a:pt x="5838" y="18251"/>
                    <a:pt x="9341" y="19926"/>
                  </a:cubicBezTo>
                  <a:cubicBezTo>
                    <a:pt x="12726" y="21600"/>
                    <a:pt x="16930" y="20595"/>
                    <a:pt x="16930" y="20595"/>
                  </a:cubicBezTo>
                  <a:cubicBezTo>
                    <a:pt x="16930" y="20595"/>
                    <a:pt x="18915" y="17581"/>
                    <a:pt x="20199" y="13730"/>
                  </a:cubicBezTo>
                  <a:cubicBezTo>
                    <a:pt x="21483" y="9879"/>
                    <a:pt x="21600" y="6363"/>
                    <a:pt x="21600" y="6363"/>
                  </a:cubicBezTo>
                  <a:close/>
                </a:path>
              </a:pathLst>
            </a:custGeom>
            <a:gradFill flip="none" rotWithShape="1">
              <a:gsLst>
                <a:gs pos="0">
                  <a:srgbClr val="595959"/>
                </a:gs>
                <a:gs pos="100000">
                  <a:srgbClr val="A6A6A6"/>
                </a:gs>
              </a:gsLst>
              <a:lin ang="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82" name="Freeform 50"/>
            <p:cNvSpPr/>
            <p:nvPr/>
          </p:nvSpPr>
          <p:spPr>
            <a:xfrm>
              <a:off x="3464796" y="6059517"/>
              <a:ext cx="3407829" cy="2960530"/>
            </a:xfrm>
            <a:custGeom>
              <a:avLst/>
              <a:gdLst/>
              <a:ahLst/>
              <a:cxnLst>
                <a:cxn ang="0">
                  <a:pos x="wd2" y="hd2"/>
                </a:cxn>
                <a:cxn ang="5400000">
                  <a:pos x="wd2" y="hd2"/>
                </a:cxn>
                <a:cxn ang="10800000">
                  <a:pos x="wd2" y="hd2"/>
                </a:cxn>
                <a:cxn ang="16200000">
                  <a:pos x="wd2" y="hd2"/>
                </a:cxn>
              </a:cxnLst>
              <a:rect l="0" t="0" r="r" b="b"/>
              <a:pathLst>
                <a:path w="21600" h="21511" fill="norm" stroke="1" extrusionOk="0">
                  <a:moveTo>
                    <a:pt x="3119" y="13924"/>
                  </a:moveTo>
                  <a:cubicBezTo>
                    <a:pt x="3119" y="13924"/>
                    <a:pt x="3041" y="15798"/>
                    <a:pt x="2183" y="17851"/>
                  </a:cubicBezTo>
                  <a:cubicBezTo>
                    <a:pt x="1326" y="19904"/>
                    <a:pt x="0" y="21511"/>
                    <a:pt x="0" y="21511"/>
                  </a:cubicBezTo>
                  <a:cubicBezTo>
                    <a:pt x="0" y="21511"/>
                    <a:pt x="5147" y="21600"/>
                    <a:pt x="10761" y="17762"/>
                  </a:cubicBezTo>
                  <a:cubicBezTo>
                    <a:pt x="16375" y="13835"/>
                    <a:pt x="18715" y="10532"/>
                    <a:pt x="18715" y="10532"/>
                  </a:cubicBezTo>
                  <a:cubicBezTo>
                    <a:pt x="18715" y="10532"/>
                    <a:pt x="19962" y="8569"/>
                    <a:pt x="20586" y="6159"/>
                  </a:cubicBezTo>
                  <a:cubicBezTo>
                    <a:pt x="21210" y="3749"/>
                    <a:pt x="21600" y="0"/>
                    <a:pt x="21600" y="0"/>
                  </a:cubicBezTo>
                  <a:cubicBezTo>
                    <a:pt x="21600" y="0"/>
                    <a:pt x="20820" y="1964"/>
                    <a:pt x="17389" y="5355"/>
                  </a:cubicBezTo>
                  <a:cubicBezTo>
                    <a:pt x="14036" y="8747"/>
                    <a:pt x="3119" y="13924"/>
                    <a:pt x="3119" y="13924"/>
                  </a:cubicBezTo>
                </a:path>
              </a:pathLst>
            </a:custGeom>
            <a:gradFill flip="none" rotWithShape="1">
              <a:gsLst>
                <a:gs pos="0">
                  <a:srgbClr val="595959"/>
                </a:gs>
                <a:gs pos="100000">
                  <a:srgbClr val="A6A6A6"/>
                </a:gs>
              </a:gsLst>
              <a:lin ang="10800000" scaled="0"/>
            </a:gra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sp>
          <p:nvSpPr>
            <p:cNvPr id="583" name="Freeform 40"/>
            <p:cNvSpPr/>
            <p:nvPr/>
          </p:nvSpPr>
          <p:spPr>
            <a:xfrm>
              <a:off x="3205843" y="2294328"/>
              <a:ext cx="787219" cy="662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21600"/>
                    <a:pt x="4725" y="16000"/>
                    <a:pt x="7088" y="12800"/>
                  </a:cubicBezTo>
                  <a:cubicBezTo>
                    <a:pt x="9450" y="9200"/>
                    <a:pt x="10800" y="4000"/>
                    <a:pt x="12488" y="2400"/>
                  </a:cubicBezTo>
                  <a:cubicBezTo>
                    <a:pt x="14175" y="800"/>
                    <a:pt x="21600" y="0"/>
                    <a:pt x="21600" y="0"/>
                  </a:cubicBezTo>
                  <a:cubicBezTo>
                    <a:pt x="21600" y="0"/>
                    <a:pt x="16875" y="7200"/>
                    <a:pt x="14175" y="11200"/>
                  </a:cubicBezTo>
                  <a:cubicBezTo>
                    <a:pt x="11475" y="14800"/>
                    <a:pt x="0" y="21600"/>
                    <a:pt x="0" y="21600"/>
                  </a:cubicBezTo>
                  <a:close/>
                </a:path>
              </a:pathLst>
            </a:custGeom>
            <a:solidFill>
              <a:srgbClr val="595959"/>
            </a:solidFill>
            <a:ln w="12700" cap="flat">
              <a:noFill/>
              <a:miter lim="400000"/>
            </a:ln>
            <a:effectLst/>
          </p:spPr>
          <p:txBody>
            <a:bodyPr wrap="square" lIns="45719" tIns="45719" rIns="45719" bIns="45719" numCol="1" anchor="t">
              <a:noAutofit/>
            </a:bodyPr>
            <a:lstStyle/>
            <a:p>
              <a:pPr algn="l" defTabSz="914400">
                <a:defRPr b="0" sz="1800">
                  <a:latin typeface="Calibri"/>
                  <a:ea typeface="Calibri"/>
                  <a:cs typeface="Calibri"/>
                  <a:sym typeface="Calibri"/>
                </a:defRPr>
              </a:pPr>
            </a:p>
          </p:txBody>
        </p:sp>
      </p:grpSp>
      <p:sp>
        <p:nvSpPr>
          <p:cNvPr id="585" name="Equipo de consultores"/>
          <p:cNvSpPr txBox="1"/>
          <p:nvPr/>
        </p:nvSpPr>
        <p:spPr>
          <a:xfrm>
            <a:off x="2075277" y="1983777"/>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Equipo de consultores</a:t>
            </a:r>
          </a:p>
        </p:txBody>
      </p:sp>
      <p:sp>
        <p:nvSpPr>
          <p:cNvPr id="586" name="Línea"/>
          <p:cNvSpPr/>
          <p:nvPr/>
        </p:nvSpPr>
        <p:spPr>
          <a:xfrm rot="21240000">
            <a:off x="1196581" y="2102949"/>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587" name="Acceso a formación online"/>
          <p:cNvSpPr txBox="1"/>
          <p:nvPr/>
        </p:nvSpPr>
        <p:spPr>
          <a:xfrm>
            <a:off x="2075277" y="3050577"/>
            <a:ext cx="17174507" cy="6254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Acceso a formación online</a:t>
            </a:r>
          </a:p>
        </p:txBody>
      </p:sp>
      <p:sp>
        <p:nvSpPr>
          <p:cNvPr id="588" name="Línea"/>
          <p:cNvSpPr/>
          <p:nvPr/>
        </p:nvSpPr>
        <p:spPr>
          <a:xfrm rot="21240000">
            <a:off x="1196581" y="3169749"/>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90" name="Cronograma"/>
          <p:cNvSpPr txBox="1"/>
          <p:nvPr>
            <p:ph type="title"/>
          </p:nvPr>
        </p:nvSpPr>
        <p:spPr>
          <a:prstGeom prst="rect">
            <a:avLst/>
          </a:prstGeom>
        </p:spPr>
        <p:txBody>
          <a:bodyPr/>
          <a:lstStyle/>
          <a:p>
            <a:pPr/>
            <a:r>
              <a:t>Cronograma</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92" name="Cronograma de implementaciones"/>
          <p:cNvSpPr txBox="1"/>
          <p:nvPr>
            <p:ph type="title"/>
          </p:nvPr>
        </p:nvSpPr>
        <p:spPr>
          <a:prstGeom prst="rect">
            <a:avLst/>
          </a:prstGeom>
        </p:spPr>
        <p:txBody>
          <a:bodyPr/>
          <a:lstStyle/>
          <a:p>
            <a:pPr/>
            <a:r>
              <a:t>Cronograma de implementaciones</a:t>
            </a:r>
          </a:p>
        </p:txBody>
      </p:sp>
      <p:grpSp>
        <p:nvGrpSpPr>
          <p:cNvPr id="605" name="Grupo"/>
          <p:cNvGrpSpPr/>
          <p:nvPr/>
        </p:nvGrpSpPr>
        <p:grpSpPr>
          <a:xfrm>
            <a:off x="2998787" y="3192462"/>
            <a:ext cx="18370551" cy="7918451"/>
            <a:chOff x="0" y="0"/>
            <a:chExt cx="18370550" cy="7918450"/>
          </a:xfrm>
        </p:grpSpPr>
        <p:sp>
          <p:nvSpPr>
            <p:cNvPr id="593" name="Línea"/>
            <p:cNvSpPr/>
            <p:nvPr/>
          </p:nvSpPr>
          <p:spPr>
            <a:xfrm flipH="1">
              <a:off x="-1" y="0"/>
              <a:ext cx="2"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594" name="Línea"/>
            <p:cNvSpPr/>
            <p:nvPr/>
          </p:nvSpPr>
          <p:spPr>
            <a:xfrm flipH="1">
              <a:off x="16700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595" name="Línea"/>
            <p:cNvSpPr/>
            <p:nvPr/>
          </p:nvSpPr>
          <p:spPr>
            <a:xfrm flipH="1">
              <a:off x="33401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596" name="Línea"/>
            <p:cNvSpPr/>
            <p:nvPr/>
          </p:nvSpPr>
          <p:spPr>
            <a:xfrm flipH="1">
              <a:off x="50101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597" name="Línea"/>
            <p:cNvSpPr/>
            <p:nvPr/>
          </p:nvSpPr>
          <p:spPr>
            <a:xfrm flipH="1">
              <a:off x="66802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598" name="Línea"/>
            <p:cNvSpPr/>
            <p:nvPr/>
          </p:nvSpPr>
          <p:spPr>
            <a:xfrm flipH="1">
              <a:off x="83502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599" name="Línea"/>
            <p:cNvSpPr/>
            <p:nvPr/>
          </p:nvSpPr>
          <p:spPr>
            <a:xfrm flipH="1">
              <a:off x="100203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00" name="Línea"/>
            <p:cNvSpPr/>
            <p:nvPr/>
          </p:nvSpPr>
          <p:spPr>
            <a:xfrm flipH="1">
              <a:off x="116903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01" name="Línea"/>
            <p:cNvSpPr/>
            <p:nvPr/>
          </p:nvSpPr>
          <p:spPr>
            <a:xfrm flipH="1">
              <a:off x="133604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02" name="Línea"/>
            <p:cNvSpPr/>
            <p:nvPr/>
          </p:nvSpPr>
          <p:spPr>
            <a:xfrm flipH="1">
              <a:off x="15030449"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03" name="Línea"/>
            <p:cNvSpPr/>
            <p:nvPr/>
          </p:nvSpPr>
          <p:spPr>
            <a:xfrm flipH="1">
              <a:off x="16700499"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04" name="Línea"/>
            <p:cNvSpPr/>
            <p:nvPr/>
          </p:nvSpPr>
          <p:spPr>
            <a:xfrm flipH="1">
              <a:off x="18370549"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grpSp>
      <p:sp>
        <p:nvSpPr>
          <p:cNvPr id="606" name="Rectángulo redondeado"/>
          <p:cNvSpPr/>
          <p:nvPr/>
        </p:nvSpPr>
        <p:spPr>
          <a:xfrm>
            <a:off x="1838325" y="2581275"/>
            <a:ext cx="20707350" cy="1008063"/>
          </a:xfrm>
          <a:prstGeom prst="roundRect">
            <a:avLst>
              <a:gd name="adj" fmla="val 4009"/>
            </a:avLst>
          </a:prstGeom>
          <a:solidFill>
            <a:srgbClr val="BDBEBD"/>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07" name="01           02           03            04            05           06           07           08           09           10           11           12"/>
          <p:cNvSpPr txBox="1"/>
          <p:nvPr/>
        </p:nvSpPr>
        <p:spPr>
          <a:xfrm>
            <a:off x="2074861" y="2774156"/>
            <a:ext cx="20234278" cy="6223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lvl1pPr defTabSz="914400">
              <a:lnSpc>
                <a:spcPct val="150000"/>
              </a:lnSpc>
              <a:defRPr sz="3200">
                <a:solidFill>
                  <a:srgbClr val="FEFCFF"/>
                </a:solidFill>
                <a:latin typeface="Open Sans Semibold"/>
                <a:ea typeface="Open Sans Semibold"/>
                <a:cs typeface="Open Sans Semibold"/>
                <a:sym typeface="Open Sans Semibold"/>
              </a:defRPr>
            </a:lvl1pPr>
          </a:lstStyle>
          <a:p>
            <a:pPr/>
            <a:r>
              <a:t>01           02           03            04            05           06           07           08           09           10           11           12</a:t>
            </a:r>
          </a:p>
        </p:txBody>
      </p:sp>
      <p:sp>
        <p:nvSpPr>
          <p:cNvPr id="608" name="Rectángulo"/>
          <p:cNvSpPr/>
          <p:nvPr/>
        </p:nvSpPr>
        <p:spPr>
          <a:xfrm>
            <a:off x="2998970" y="4589395"/>
            <a:ext cx="1669868" cy="180122"/>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09" name="Creación plan"/>
          <p:cNvSpPr txBox="1"/>
          <p:nvPr/>
        </p:nvSpPr>
        <p:spPr>
          <a:xfrm>
            <a:off x="2979737" y="4153692"/>
            <a:ext cx="2663826"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Creación plan</a:t>
            </a:r>
          </a:p>
        </p:txBody>
      </p:sp>
      <p:sp>
        <p:nvSpPr>
          <p:cNvPr id="610" name="Implementación plan"/>
          <p:cNvSpPr txBox="1"/>
          <p:nvPr/>
        </p:nvSpPr>
        <p:spPr>
          <a:xfrm>
            <a:off x="6357938" y="5264942"/>
            <a:ext cx="2663826"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Implementación plan</a:t>
            </a:r>
          </a:p>
        </p:txBody>
      </p:sp>
      <p:sp>
        <p:nvSpPr>
          <p:cNvPr id="611" name="Campañas de publicidad"/>
          <p:cNvSpPr txBox="1"/>
          <p:nvPr/>
        </p:nvSpPr>
        <p:spPr>
          <a:xfrm>
            <a:off x="11691938" y="6641306"/>
            <a:ext cx="3447753"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Campañas de publicidad</a:t>
            </a:r>
          </a:p>
        </p:txBody>
      </p:sp>
      <p:sp>
        <p:nvSpPr>
          <p:cNvPr id="612" name="Campañas de influencia"/>
          <p:cNvSpPr txBox="1"/>
          <p:nvPr/>
        </p:nvSpPr>
        <p:spPr>
          <a:xfrm>
            <a:off x="12505855" y="7733441"/>
            <a:ext cx="3447753"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Campañas de influencia</a:t>
            </a:r>
          </a:p>
        </p:txBody>
      </p:sp>
      <p:sp>
        <p:nvSpPr>
          <p:cNvPr id="613" name="Lanzamiento producto X"/>
          <p:cNvSpPr txBox="1"/>
          <p:nvPr/>
        </p:nvSpPr>
        <p:spPr>
          <a:xfrm>
            <a:off x="16378239" y="8568531"/>
            <a:ext cx="3301999"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Lanzamiento producto X</a:t>
            </a:r>
          </a:p>
        </p:txBody>
      </p:sp>
      <p:sp>
        <p:nvSpPr>
          <p:cNvPr id="614" name="Rectángulo"/>
          <p:cNvSpPr/>
          <p:nvPr/>
        </p:nvSpPr>
        <p:spPr>
          <a:xfrm>
            <a:off x="19702462" y="10138671"/>
            <a:ext cx="1663700" cy="179388"/>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15" name="Oferta fin de año"/>
          <p:cNvSpPr txBox="1"/>
          <p:nvPr/>
        </p:nvSpPr>
        <p:spPr>
          <a:xfrm>
            <a:off x="19699287" y="9800429"/>
            <a:ext cx="2663826"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Oferta fin de año</a:t>
            </a:r>
          </a:p>
        </p:txBody>
      </p:sp>
      <p:sp>
        <p:nvSpPr>
          <p:cNvPr id="616" name="Triángulo"/>
          <p:cNvSpPr/>
          <p:nvPr/>
        </p:nvSpPr>
        <p:spPr>
          <a:xfrm rot="10800000">
            <a:off x="3771512" y="1982787"/>
            <a:ext cx="372251" cy="320921"/>
          </a:xfrm>
          <a:prstGeom prst="triangle">
            <a:avLst/>
          </a:prstGeom>
          <a:solidFill>
            <a:srgbClr val="59B8D4"/>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17" name="Línea"/>
          <p:cNvSpPr/>
          <p:nvPr/>
        </p:nvSpPr>
        <p:spPr>
          <a:xfrm>
            <a:off x="1838325" y="11110912"/>
            <a:ext cx="20707350" cy="1"/>
          </a:xfrm>
          <a:prstGeom prst="line">
            <a:avLst/>
          </a:prstGeom>
          <a:ln w="25400">
            <a:solidFill>
              <a:srgbClr val="00C3D2"/>
            </a:solidFill>
            <a:miter lim="400000"/>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618" name="Rectángulo"/>
          <p:cNvSpPr/>
          <p:nvPr/>
        </p:nvSpPr>
        <p:spPr>
          <a:xfrm>
            <a:off x="6338887" y="5699250"/>
            <a:ext cx="2453809" cy="180122"/>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19" name="Rectángulo"/>
          <p:cNvSpPr/>
          <p:nvPr/>
        </p:nvSpPr>
        <p:spPr>
          <a:xfrm>
            <a:off x="6338887" y="7055205"/>
            <a:ext cx="13360403"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20" name="Rectángulo"/>
          <p:cNvSpPr/>
          <p:nvPr/>
        </p:nvSpPr>
        <p:spPr>
          <a:xfrm>
            <a:off x="16378239" y="8928259"/>
            <a:ext cx="3301998"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21" name="Rectángulo"/>
          <p:cNvSpPr/>
          <p:nvPr/>
        </p:nvSpPr>
        <p:spPr>
          <a:xfrm>
            <a:off x="13038140" y="8063412"/>
            <a:ext cx="1663700"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22" name="Campañas de influencia"/>
          <p:cNvSpPr txBox="1"/>
          <p:nvPr/>
        </p:nvSpPr>
        <p:spPr>
          <a:xfrm>
            <a:off x="5834906" y="7733441"/>
            <a:ext cx="3447753"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Campañas de influencia</a:t>
            </a:r>
          </a:p>
        </p:txBody>
      </p:sp>
      <p:sp>
        <p:nvSpPr>
          <p:cNvPr id="623" name="Rectángulo"/>
          <p:cNvSpPr/>
          <p:nvPr/>
        </p:nvSpPr>
        <p:spPr>
          <a:xfrm>
            <a:off x="6367191" y="8063412"/>
            <a:ext cx="1663700"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27" name="Status cronograma de implementaciones"/>
          <p:cNvSpPr txBox="1"/>
          <p:nvPr>
            <p:ph type="title"/>
          </p:nvPr>
        </p:nvSpPr>
        <p:spPr>
          <a:prstGeom prst="rect">
            <a:avLst/>
          </a:prstGeom>
        </p:spPr>
        <p:txBody>
          <a:bodyPr/>
          <a:lstStyle/>
          <a:p>
            <a:pPr/>
            <a:r>
              <a:t>Status cronograma de implementaciones</a:t>
            </a:r>
          </a:p>
        </p:txBody>
      </p:sp>
      <p:grpSp>
        <p:nvGrpSpPr>
          <p:cNvPr id="640" name="Grupo"/>
          <p:cNvGrpSpPr/>
          <p:nvPr/>
        </p:nvGrpSpPr>
        <p:grpSpPr>
          <a:xfrm>
            <a:off x="2998787" y="3192462"/>
            <a:ext cx="18370551" cy="7918451"/>
            <a:chOff x="0" y="0"/>
            <a:chExt cx="18370550" cy="7918450"/>
          </a:xfrm>
        </p:grpSpPr>
        <p:sp>
          <p:nvSpPr>
            <p:cNvPr id="628" name="Línea"/>
            <p:cNvSpPr/>
            <p:nvPr/>
          </p:nvSpPr>
          <p:spPr>
            <a:xfrm flipH="1">
              <a:off x="-1" y="0"/>
              <a:ext cx="2"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29" name="Línea"/>
            <p:cNvSpPr/>
            <p:nvPr/>
          </p:nvSpPr>
          <p:spPr>
            <a:xfrm flipH="1">
              <a:off x="16700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0" name="Línea"/>
            <p:cNvSpPr/>
            <p:nvPr/>
          </p:nvSpPr>
          <p:spPr>
            <a:xfrm flipH="1">
              <a:off x="33401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1" name="Línea"/>
            <p:cNvSpPr/>
            <p:nvPr/>
          </p:nvSpPr>
          <p:spPr>
            <a:xfrm flipH="1">
              <a:off x="50101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2" name="Línea"/>
            <p:cNvSpPr/>
            <p:nvPr/>
          </p:nvSpPr>
          <p:spPr>
            <a:xfrm flipH="1">
              <a:off x="66802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3" name="Línea"/>
            <p:cNvSpPr/>
            <p:nvPr/>
          </p:nvSpPr>
          <p:spPr>
            <a:xfrm flipH="1">
              <a:off x="83502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4" name="Línea"/>
            <p:cNvSpPr/>
            <p:nvPr/>
          </p:nvSpPr>
          <p:spPr>
            <a:xfrm flipH="1">
              <a:off x="100203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5" name="Línea"/>
            <p:cNvSpPr/>
            <p:nvPr/>
          </p:nvSpPr>
          <p:spPr>
            <a:xfrm flipH="1">
              <a:off x="1169035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6" name="Línea"/>
            <p:cNvSpPr/>
            <p:nvPr/>
          </p:nvSpPr>
          <p:spPr>
            <a:xfrm flipH="1">
              <a:off x="13360400"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7" name="Línea"/>
            <p:cNvSpPr/>
            <p:nvPr/>
          </p:nvSpPr>
          <p:spPr>
            <a:xfrm flipH="1">
              <a:off x="15030449"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8" name="Línea"/>
            <p:cNvSpPr/>
            <p:nvPr/>
          </p:nvSpPr>
          <p:spPr>
            <a:xfrm flipH="1">
              <a:off x="16700499"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639" name="Línea"/>
            <p:cNvSpPr/>
            <p:nvPr/>
          </p:nvSpPr>
          <p:spPr>
            <a:xfrm flipH="1">
              <a:off x="18370549" y="0"/>
              <a:ext cx="1" cy="7918450"/>
            </a:xfrm>
            <a:prstGeom prst="line">
              <a:avLst/>
            </a:prstGeom>
            <a:noFill/>
            <a:ln w="12700" cap="flat">
              <a:solidFill>
                <a:srgbClr val="ACAAAD">
                  <a:alpha val="36862"/>
                </a:srgbClr>
              </a:solidFill>
              <a:prstDash val="dash"/>
              <a:miter lim="400000"/>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grpSp>
      <p:sp>
        <p:nvSpPr>
          <p:cNvPr id="641" name="Rectángulo redondeado"/>
          <p:cNvSpPr/>
          <p:nvPr/>
        </p:nvSpPr>
        <p:spPr>
          <a:xfrm>
            <a:off x="1838325" y="2581275"/>
            <a:ext cx="20707350" cy="1008063"/>
          </a:xfrm>
          <a:prstGeom prst="roundRect">
            <a:avLst>
              <a:gd name="adj" fmla="val 4009"/>
            </a:avLst>
          </a:prstGeom>
          <a:solidFill>
            <a:srgbClr val="BDBEBD"/>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42" name="01           02           03            04            05           06           07           08           09           10           11           12"/>
          <p:cNvSpPr txBox="1"/>
          <p:nvPr/>
        </p:nvSpPr>
        <p:spPr>
          <a:xfrm>
            <a:off x="2074861" y="2774156"/>
            <a:ext cx="20234278" cy="6223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lvl1pPr defTabSz="914400">
              <a:lnSpc>
                <a:spcPct val="150000"/>
              </a:lnSpc>
              <a:defRPr sz="3200">
                <a:solidFill>
                  <a:srgbClr val="FEFCFF"/>
                </a:solidFill>
                <a:latin typeface="Open Sans Semibold"/>
                <a:ea typeface="Open Sans Semibold"/>
                <a:cs typeface="Open Sans Semibold"/>
                <a:sym typeface="Open Sans Semibold"/>
              </a:defRPr>
            </a:lvl1pPr>
          </a:lstStyle>
          <a:p>
            <a:pPr/>
            <a:r>
              <a:t>01           02           03            04            05           06           07           08           09           10           11           12</a:t>
            </a:r>
          </a:p>
        </p:txBody>
      </p:sp>
      <p:sp>
        <p:nvSpPr>
          <p:cNvPr id="643" name="Triángulo"/>
          <p:cNvSpPr/>
          <p:nvPr/>
        </p:nvSpPr>
        <p:spPr>
          <a:xfrm rot="10800000">
            <a:off x="3771512" y="1982787"/>
            <a:ext cx="372251" cy="320921"/>
          </a:xfrm>
          <a:prstGeom prst="triangle">
            <a:avLst/>
          </a:prstGeom>
          <a:solidFill>
            <a:srgbClr val="59B8D4"/>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44" name="Línea"/>
          <p:cNvSpPr/>
          <p:nvPr/>
        </p:nvSpPr>
        <p:spPr>
          <a:xfrm>
            <a:off x="1838325" y="11110912"/>
            <a:ext cx="20707350" cy="1"/>
          </a:xfrm>
          <a:prstGeom prst="line">
            <a:avLst/>
          </a:prstGeom>
          <a:ln w="25400">
            <a:solidFill>
              <a:srgbClr val="00C3D2"/>
            </a:solidFill>
            <a:miter lim="400000"/>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645" name="Creación plan"/>
          <p:cNvSpPr txBox="1"/>
          <p:nvPr/>
        </p:nvSpPr>
        <p:spPr>
          <a:xfrm>
            <a:off x="2979737" y="4153692"/>
            <a:ext cx="2663826"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Creación plan</a:t>
            </a:r>
          </a:p>
        </p:txBody>
      </p:sp>
      <p:sp>
        <p:nvSpPr>
          <p:cNvPr id="646" name="Implementación plan"/>
          <p:cNvSpPr txBox="1"/>
          <p:nvPr/>
        </p:nvSpPr>
        <p:spPr>
          <a:xfrm>
            <a:off x="6357938" y="5264942"/>
            <a:ext cx="2663826"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Implementación plan</a:t>
            </a:r>
          </a:p>
        </p:txBody>
      </p:sp>
      <p:sp>
        <p:nvSpPr>
          <p:cNvPr id="647" name="Campañas de publicidad"/>
          <p:cNvSpPr txBox="1"/>
          <p:nvPr/>
        </p:nvSpPr>
        <p:spPr>
          <a:xfrm>
            <a:off x="11691938" y="6641306"/>
            <a:ext cx="3447753"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Campañas de publicidad</a:t>
            </a:r>
          </a:p>
        </p:txBody>
      </p:sp>
      <p:sp>
        <p:nvSpPr>
          <p:cNvPr id="648" name="Campañas de influencia"/>
          <p:cNvSpPr txBox="1"/>
          <p:nvPr/>
        </p:nvSpPr>
        <p:spPr>
          <a:xfrm>
            <a:off x="12505855" y="7733441"/>
            <a:ext cx="3447753"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Campañas de influencia</a:t>
            </a:r>
          </a:p>
        </p:txBody>
      </p:sp>
      <p:sp>
        <p:nvSpPr>
          <p:cNvPr id="649" name="Lanzamiento producto X"/>
          <p:cNvSpPr txBox="1"/>
          <p:nvPr/>
        </p:nvSpPr>
        <p:spPr>
          <a:xfrm>
            <a:off x="16378239" y="8568531"/>
            <a:ext cx="3301999"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Lanzamiento producto X</a:t>
            </a:r>
          </a:p>
        </p:txBody>
      </p:sp>
      <p:sp>
        <p:nvSpPr>
          <p:cNvPr id="650" name="Oferta fin de año"/>
          <p:cNvSpPr txBox="1"/>
          <p:nvPr/>
        </p:nvSpPr>
        <p:spPr>
          <a:xfrm>
            <a:off x="19699287" y="9800429"/>
            <a:ext cx="2663826"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Oferta fin de año</a:t>
            </a:r>
          </a:p>
        </p:txBody>
      </p:sp>
      <p:sp>
        <p:nvSpPr>
          <p:cNvPr id="651" name="Rectángulo"/>
          <p:cNvSpPr/>
          <p:nvPr/>
        </p:nvSpPr>
        <p:spPr>
          <a:xfrm>
            <a:off x="6338887" y="5699250"/>
            <a:ext cx="188071" cy="180122"/>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52" name="Rectángulo"/>
          <p:cNvSpPr/>
          <p:nvPr/>
        </p:nvSpPr>
        <p:spPr>
          <a:xfrm>
            <a:off x="6338887" y="7055205"/>
            <a:ext cx="2701927"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53" name="Campañas de influencia"/>
          <p:cNvSpPr txBox="1"/>
          <p:nvPr/>
        </p:nvSpPr>
        <p:spPr>
          <a:xfrm>
            <a:off x="5834906" y="7733441"/>
            <a:ext cx="3447753" cy="330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lnSpc>
                <a:spcPct val="150000"/>
              </a:lnSpc>
              <a:defRPr sz="1700">
                <a:solidFill>
                  <a:srgbClr val="252D30"/>
                </a:solidFill>
                <a:latin typeface="+mj-lt"/>
                <a:ea typeface="+mj-ea"/>
                <a:cs typeface="+mj-cs"/>
                <a:sym typeface="Montserrat"/>
              </a:defRPr>
            </a:lvl1pPr>
          </a:lstStyle>
          <a:p>
            <a:pPr/>
            <a:r>
              <a:t>Campañas de influencia</a:t>
            </a:r>
          </a:p>
        </p:txBody>
      </p:sp>
      <p:sp>
        <p:nvSpPr>
          <p:cNvPr id="654" name="Rectángulo"/>
          <p:cNvSpPr/>
          <p:nvPr/>
        </p:nvSpPr>
        <p:spPr>
          <a:xfrm>
            <a:off x="6367191" y="8063412"/>
            <a:ext cx="859532"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55" name="Rectángulo"/>
          <p:cNvSpPr/>
          <p:nvPr/>
        </p:nvSpPr>
        <p:spPr>
          <a:xfrm>
            <a:off x="2998970" y="4589395"/>
            <a:ext cx="1665554" cy="180122"/>
          </a:xfrm>
          <a:prstGeom prst="rect">
            <a:avLst/>
          </a:prstGeom>
          <a:solidFill>
            <a:srgbClr val="D0CDD0">
              <a:alpha val="43920"/>
            </a:srgbClr>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56" name="Rectángulo"/>
          <p:cNvSpPr/>
          <p:nvPr/>
        </p:nvSpPr>
        <p:spPr>
          <a:xfrm>
            <a:off x="2998970" y="4589395"/>
            <a:ext cx="1010246" cy="180122"/>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57" name="60%"/>
          <p:cNvSpPr txBox="1"/>
          <p:nvPr/>
        </p:nvSpPr>
        <p:spPr>
          <a:xfrm>
            <a:off x="4705548" y="4539755"/>
            <a:ext cx="487165" cy="2794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914400">
              <a:lnSpc>
                <a:spcPct val="150000"/>
              </a:lnSpc>
              <a:defRPr sz="1300">
                <a:solidFill>
                  <a:srgbClr val="252D30"/>
                </a:solidFill>
                <a:latin typeface="+mj-lt"/>
                <a:ea typeface="+mj-ea"/>
                <a:cs typeface="+mj-cs"/>
                <a:sym typeface="Montserrat"/>
              </a:defRPr>
            </a:lvl1pPr>
          </a:lstStyle>
          <a:p>
            <a:pPr/>
            <a:r>
              <a:t>60%</a:t>
            </a:r>
          </a:p>
        </p:txBody>
      </p:sp>
      <p:sp>
        <p:nvSpPr>
          <p:cNvPr id="658" name="Rectángulo"/>
          <p:cNvSpPr/>
          <p:nvPr/>
        </p:nvSpPr>
        <p:spPr>
          <a:xfrm>
            <a:off x="6531364" y="5699250"/>
            <a:ext cx="1460072" cy="180122"/>
          </a:xfrm>
          <a:prstGeom prst="rect">
            <a:avLst/>
          </a:prstGeom>
          <a:solidFill>
            <a:srgbClr val="D0CDD0">
              <a:alpha val="43920"/>
            </a:srgbClr>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59" name="10%"/>
          <p:cNvSpPr txBox="1"/>
          <p:nvPr/>
        </p:nvSpPr>
        <p:spPr>
          <a:xfrm>
            <a:off x="8058348" y="5649610"/>
            <a:ext cx="487165" cy="2794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914400">
              <a:lnSpc>
                <a:spcPct val="150000"/>
              </a:lnSpc>
              <a:defRPr sz="1300">
                <a:solidFill>
                  <a:srgbClr val="252D30"/>
                </a:solidFill>
                <a:latin typeface="+mj-lt"/>
                <a:ea typeface="+mj-ea"/>
                <a:cs typeface="+mj-cs"/>
                <a:sym typeface="Montserrat"/>
              </a:defRPr>
            </a:lvl1pPr>
          </a:lstStyle>
          <a:p>
            <a:pPr/>
            <a:r>
              <a:t>10%</a:t>
            </a:r>
          </a:p>
        </p:txBody>
      </p:sp>
      <p:sp>
        <p:nvSpPr>
          <p:cNvPr id="660" name="Rectángulo"/>
          <p:cNvSpPr/>
          <p:nvPr/>
        </p:nvSpPr>
        <p:spPr>
          <a:xfrm>
            <a:off x="9042617" y="7061627"/>
            <a:ext cx="8984574" cy="180121"/>
          </a:xfrm>
          <a:prstGeom prst="rect">
            <a:avLst/>
          </a:prstGeom>
          <a:solidFill>
            <a:srgbClr val="D0CDD0">
              <a:alpha val="43920"/>
            </a:srgbClr>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61" name="25%"/>
          <p:cNvSpPr txBox="1"/>
          <p:nvPr/>
        </p:nvSpPr>
        <p:spPr>
          <a:xfrm>
            <a:off x="18078648" y="7011987"/>
            <a:ext cx="487165" cy="2794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914400">
              <a:lnSpc>
                <a:spcPct val="150000"/>
              </a:lnSpc>
              <a:defRPr sz="1300">
                <a:solidFill>
                  <a:srgbClr val="252D30"/>
                </a:solidFill>
                <a:latin typeface="+mj-lt"/>
                <a:ea typeface="+mj-ea"/>
                <a:cs typeface="+mj-cs"/>
                <a:sym typeface="Montserrat"/>
              </a:defRPr>
            </a:lvl1pPr>
          </a:lstStyle>
          <a:p>
            <a:pPr/>
            <a:r>
              <a:t>25%</a:t>
            </a:r>
          </a:p>
        </p:txBody>
      </p:sp>
      <p:sp>
        <p:nvSpPr>
          <p:cNvPr id="662" name="Rectángulo"/>
          <p:cNvSpPr/>
          <p:nvPr/>
        </p:nvSpPr>
        <p:spPr>
          <a:xfrm>
            <a:off x="7211432" y="8063412"/>
            <a:ext cx="798166" cy="180121"/>
          </a:xfrm>
          <a:prstGeom prst="rect">
            <a:avLst/>
          </a:prstGeom>
          <a:solidFill>
            <a:srgbClr val="D0CDD0">
              <a:alpha val="43920"/>
            </a:srgbClr>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63" name="50%"/>
          <p:cNvSpPr txBox="1"/>
          <p:nvPr/>
        </p:nvSpPr>
        <p:spPr>
          <a:xfrm>
            <a:off x="8058348" y="8013772"/>
            <a:ext cx="487165" cy="2794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914400">
              <a:lnSpc>
                <a:spcPct val="150000"/>
              </a:lnSpc>
              <a:defRPr sz="1300">
                <a:solidFill>
                  <a:srgbClr val="252D30"/>
                </a:solidFill>
                <a:latin typeface="+mj-lt"/>
                <a:ea typeface="+mj-ea"/>
                <a:cs typeface="+mj-cs"/>
                <a:sym typeface="Montserrat"/>
              </a:defRPr>
            </a:lvl1pPr>
          </a:lstStyle>
          <a:p>
            <a:pPr/>
            <a:r>
              <a:t>50%</a:t>
            </a:r>
          </a:p>
        </p:txBody>
      </p:sp>
      <p:sp>
        <p:nvSpPr>
          <p:cNvPr id="664" name="Rectángulo"/>
          <p:cNvSpPr/>
          <p:nvPr/>
        </p:nvSpPr>
        <p:spPr>
          <a:xfrm>
            <a:off x="13034691" y="8063412"/>
            <a:ext cx="859532"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65" name="Rectángulo"/>
          <p:cNvSpPr/>
          <p:nvPr/>
        </p:nvSpPr>
        <p:spPr>
          <a:xfrm>
            <a:off x="13878932" y="8063412"/>
            <a:ext cx="798166" cy="180121"/>
          </a:xfrm>
          <a:prstGeom prst="rect">
            <a:avLst/>
          </a:prstGeom>
          <a:solidFill>
            <a:srgbClr val="D0CDD0">
              <a:alpha val="43920"/>
            </a:srgbClr>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66" name="50%"/>
          <p:cNvSpPr txBox="1"/>
          <p:nvPr/>
        </p:nvSpPr>
        <p:spPr>
          <a:xfrm>
            <a:off x="14725848" y="8013772"/>
            <a:ext cx="487165" cy="2794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914400">
              <a:lnSpc>
                <a:spcPct val="150000"/>
              </a:lnSpc>
              <a:defRPr sz="1300">
                <a:solidFill>
                  <a:srgbClr val="252D30"/>
                </a:solidFill>
                <a:latin typeface="+mj-lt"/>
                <a:ea typeface="+mj-ea"/>
                <a:cs typeface="+mj-cs"/>
                <a:sym typeface="Montserrat"/>
              </a:defRPr>
            </a:lvl1pPr>
          </a:lstStyle>
          <a:p>
            <a:pPr/>
            <a:r>
              <a:t>50%</a:t>
            </a:r>
          </a:p>
        </p:txBody>
      </p:sp>
      <p:sp>
        <p:nvSpPr>
          <p:cNvPr id="667" name="Rectángulo"/>
          <p:cNvSpPr/>
          <p:nvPr/>
        </p:nvSpPr>
        <p:spPr>
          <a:xfrm>
            <a:off x="16349391" y="9076708"/>
            <a:ext cx="2570411" cy="180122"/>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68" name="Rectángulo"/>
          <p:cNvSpPr/>
          <p:nvPr/>
        </p:nvSpPr>
        <p:spPr>
          <a:xfrm>
            <a:off x="18908132" y="9076708"/>
            <a:ext cx="798166" cy="180122"/>
          </a:xfrm>
          <a:prstGeom prst="rect">
            <a:avLst/>
          </a:prstGeom>
          <a:solidFill>
            <a:srgbClr val="D0CDD0">
              <a:alpha val="43920"/>
            </a:srgbClr>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69" name="50%"/>
          <p:cNvSpPr txBox="1"/>
          <p:nvPr/>
        </p:nvSpPr>
        <p:spPr>
          <a:xfrm>
            <a:off x="19755048" y="9027069"/>
            <a:ext cx="487165" cy="2794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914400">
              <a:lnSpc>
                <a:spcPct val="150000"/>
              </a:lnSpc>
              <a:defRPr sz="1300">
                <a:solidFill>
                  <a:srgbClr val="252D30"/>
                </a:solidFill>
                <a:latin typeface="+mj-lt"/>
                <a:ea typeface="+mj-ea"/>
                <a:cs typeface="+mj-cs"/>
                <a:sym typeface="Montserrat"/>
              </a:defRPr>
            </a:lvl1pPr>
          </a:lstStyle>
          <a:p>
            <a:pPr/>
            <a:r>
              <a:t>50%</a:t>
            </a:r>
          </a:p>
        </p:txBody>
      </p:sp>
      <p:sp>
        <p:nvSpPr>
          <p:cNvPr id="670" name="Rectángulo"/>
          <p:cNvSpPr/>
          <p:nvPr/>
        </p:nvSpPr>
        <p:spPr>
          <a:xfrm>
            <a:off x="19714891" y="10222412"/>
            <a:ext cx="859532" cy="180121"/>
          </a:xfrm>
          <a:prstGeom prst="rect">
            <a:avLst/>
          </a:prstGeom>
          <a:solidFill>
            <a:srgbClr val="00C3D2"/>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71" name="Rectángulo"/>
          <p:cNvSpPr/>
          <p:nvPr/>
        </p:nvSpPr>
        <p:spPr>
          <a:xfrm>
            <a:off x="20559132" y="10222412"/>
            <a:ext cx="798166" cy="180121"/>
          </a:xfrm>
          <a:prstGeom prst="rect">
            <a:avLst/>
          </a:prstGeom>
          <a:solidFill>
            <a:srgbClr val="D0CDD0">
              <a:alpha val="43920"/>
            </a:srgbClr>
          </a:solidFill>
          <a:ln w="12700">
            <a:miter lim="400000"/>
          </a:ln>
        </p:spPr>
        <p:txBody>
          <a:bodyPr lIns="38100" tIns="38100" rIns="38100" bIns="38100" anchor="ctr"/>
          <a:lstStyle/>
          <a:p>
            <a:pPr algn="just" defTabSz="914400">
              <a:lnSpc>
                <a:spcPct val="150000"/>
              </a:lnSpc>
              <a:defRPr sz="1300">
                <a:solidFill>
                  <a:srgbClr val="FEFCFF"/>
                </a:solidFill>
                <a:latin typeface="Arial"/>
                <a:ea typeface="Arial"/>
                <a:cs typeface="Arial"/>
                <a:sym typeface="Arial"/>
              </a:defRPr>
            </a:pPr>
          </a:p>
        </p:txBody>
      </p:sp>
      <p:sp>
        <p:nvSpPr>
          <p:cNvPr id="672" name="50%"/>
          <p:cNvSpPr txBox="1"/>
          <p:nvPr/>
        </p:nvSpPr>
        <p:spPr>
          <a:xfrm>
            <a:off x="21406048" y="10172772"/>
            <a:ext cx="487165" cy="2794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914400">
              <a:lnSpc>
                <a:spcPct val="150000"/>
              </a:lnSpc>
              <a:defRPr sz="1300">
                <a:solidFill>
                  <a:srgbClr val="252D30"/>
                </a:solidFill>
                <a:latin typeface="+mj-lt"/>
                <a:ea typeface="+mj-ea"/>
                <a:cs typeface="+mj-cs"/>
                <a:sym typeface="Montserrat"/>
              </a:defRPr>
            </a:lvl1pPr>
          </a:lstStyle>
          <a:p>
            <a:pPr/>
            <a:r>
              <a:t>50%</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76" name="Status de implementaciones"/>
          <p:cNvSpPr txBox="1"/>
          <p:nvPr>
            <p:ph type="title"/>
          </p:nvPr>
        </p:nvSpPr>
        <p:spPr>
          <a:prstGeom prst="rect">
            <a:avLst/>
          </a:prstGeom>
        </p:spPr>
        <p:txBody>
          <a:bodyPr/>
          <a:lstStyle/>
          <a:p>
            <a:pPr/>
            <a:r>
              <a:t>Status de implementaciones</a:t>
            </a:r>
          </a:p>
        </p:txBody>
      </p:sp>
      <p:sp>
        <p:nvSpPr>
          <p:cNvPr id="677" name="Rectángulo redondeado"/>
          <p:cNvSpPr/>
          <p:nvPr/>
        </p:nvSpPr>
        <p:spPr>
          <a:xfrm>
            <a:off x="1055687" y="4003675"/>
            <a:ext cx="22021801" cy="1511300"/>
          </a:xfrm>
          <a:prstGeom prst="roundRect">
            <a:avLst>
              <a:gd name="adj" fmla="val 1648"/>
            </a:avLst>
          </a:prstGeom>
          <a:solidFill>
            <a:srgbClr val="EFD8A0"/>
          </a:solidFill>
          <a:ln w="12700">
            <a:miter lim="400000"/>
          </a:ln>
        </p:spPr>
        <p:txBody>
          <a:bodyPr lIns="38100" tIns="38100" rIns="38100" bIns="38100" anchor="ctr"/>
          <a:lstStyle/>
          <a:p>
            <a:pPr>
              <a:defRPr b="0" sz="3200">
                <a:solidFill>
                  <a:srgbClr val="FFFFFF"/>
                </a:solidFill>
                <a:latin typeface="+mn-lt"/>
                <a:ea typeface="+mn-ea"/>
                <a:cs typeface="+mn-cs"/>
                <a:sym typeface="Helvetica Neue Medium"/>
              </a:defRPr>
            </a:pPr>
          </a:p>
        </p:txBody>
      </p:sp>
      <p:sp>
        <p:nvSpPr>
          <p:cNvPr id="678" name="Rectángulo redondeado"/>
          <p:cNvSpPr/>
          <p:nvPr/>
        </p:nvSpPr>
        <p:spPr>
          <a:xfrm>
            <a:off x="1065212" y="5886450"/>
            <a:ext cx="22021801" cy="1512888"/>
          </a:xfrm>
          <a:prstGeom prst="roundRect">
            <a:avLst>
              <a:gd name="adj" fmla="val 1648"/>
            </a:avLst>
          </a:prstGeom>
          <a:solidFill>
            <a:srgbClr val="FBEACE"/>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679" name="Rectángulo redondeado"/>
          <p:cNvSpPr/>
          <p:nvPr/>
        </p:nvSpPr>
        <p:spPr>
          <a:xfrm>
            <a:off x="1055687" y="7745412"/>
            <a:ext cx="22021801" cy="1511301"/>
          </a:xfrm>
          <a:prstGeom prst="roundRect">
            <a:avLst>
              <a:gd name="adj" fmla="val 1648"/>
            </a:avLst>
          </a:prstGeom>
          <a:solidFill>
            <a:srgbClr val="EFD8A0"/>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680" name="Rectángulo redondeado"/>
          <p:cNvSpPr/>
          <p:nvPr/>
        </p:nvSpPr>
        <p:spPr>
          <a:xfrm>
            <a:off x="1065212" y="9628187"/>
            <a:ext cx="22021801" cy="1512888"/>
          </a:xfrm>
          <a:prstGeom prst="roundRect">
            <a:avLst>
              <a:gd name="adj" fmla="val 1648"/>
            </a:avLst>
          </a:prstGeom>
          <a:solidFill>
            <a:srgbClr val="FBEACE"/>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681" name="Página web"/>
          <p:cNvSpPr txBox="1"/>
          <p:nvPr/>
        </p:nvSpPr>
        <p:spPr>
          <a:xfrm>
            <a:off x="1066800" y="4589462"/>
            <a:ext cx="4386263"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lnSpc>
                <a:spcPct val="150000"/>
              </a:lnSpc>
              <a:defRPr sz="1800">
                <a:latin typeface="+mj-lt"/>
                <a:ea typeface="+mj-ea"/>
                <a:cs typeface="+mj-cs"/>
                <a:sym typeface="Montserrat"/>
              </a:defRPr>
            </a:lvl1pPr>
          </a:lstStyle>
          <a:p>
            <a:pPr/>
            <a:r>
              <a:t>Página web</a:t>
            </a:r>
          </a:p>
        </p:txBody>
      </p:sp>
      <p:sp>
        <p:nvSpPr>
          <p:cNvPr id="682" name="Redes Sociales"/>
          <p:cNvSpPr txBox="1"/>
          <p:nvPr/>
        </p:nvSpPr>
        <p:spPr>
          <a:xfrm>
            <a:off x="1047750" y="6458743"/>
            <a:ext cx="4386263"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lnSpc>
                <a:spcPct val="150000"/>
              </a:lnSpc>
              <a:defRPr sz="1800">
                <a:latin typeface="+mj-lt"/>
                <a:ea typeface="+mj-ea"/>
                <a:cs typeface="+mj-cs"/>
                <a:sym typeface="Montserrat"/>
              </a:defRPr>
            </a:lvl1pPr>
          </a:lstStyle>
          <a:p>
            <a:pPr/>
            <a:r>
              <a:t>Redes Sociales</a:t>
            </a:r>
          </a:p>
        </p:txBody>
      </p:sp>
      <p:sp>
        <p:nvSpPr>
          <p:cNvPr id="683" name="Publicidad Online"/>
          <p:cNvSpPr txBox="1"/>
          <p:nvPr/>
        </p:nvSpPr>
        <p:spPr>
          <a:xfrm>
            <a:off x="1089025" y="8362156"/>
            <a:ext cx="4384675"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lnSpc>
                <a:spcPct val="150000"/>
              </a:lnSpc>
              <a:defRPr sz="1800">
                <a:latin typeface="+mj-lt"/>
                <a:ea typeface="+mj-ea"/>
                <a:cs typeface="+mj-cs"/>
                <a:sym typeface="Montserrat"/>
              </a:defRPr>
            </a:lvl1pPr>
          </a:lstStyle>
          <a:p>
            <a:pPr/>
            <a:r>
              <a:t>Publicidad Online</a:t>
            </a:r>
          </a:p>
        </p:txBody>
      </p:sp>
      <p:sp>
        <p:nvSpPr>
          <p:cNvPr id="684" name="Acciones con influyentes"/>
          <p:cNvSpPr txBox="1"/>
          <p:nvPr/>
        </p:nvSpPr>
        <p:spPr>
          <a:xfrm>
            <a:off x="1085850" y="10200481"/>
            <a:ext cx="4384675"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lnSpc>
                <a:spcPct val="150000"/>
              </a:lnSpc>
              <a:defRPr sz="1800">
                <a:latin typeface="+mj-lt"/>
                <a:ea typeface="+mj-ea"/>
                <a:cs typeface="+mj-cs"/>
                <a:sym typeface="Montserrat"/>
              </a:defRPr>
            </a:lvl1pPr>
          </a:lstStyle>
          <a:p>
            <a:pPr/>
            <a:r>
              <a:t>Acciones con influyentes</a:t>
            </a:r>
          </a:p>
        </p:txBody>
      </p:sp>
      <p:sp>
        <p:nvSpPr>
          <p:cNvPr id="685" name="Auditoría"/>
          <p:cNvSpPr txBox="1"/>
          <p:nvPr/>
        </p:nvSpPr>
        <p:spPr>
          <a:xfrm>
            <a:off x="5487987" y="3255168"/>
            <a:ext cx="4386263"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lvl="1" defTabSz="914400">
              <a:lnSpc>
                <a:spcPct val="150000"/>
              </a:lnSpc>
              <a:defRPr sz="1800">
                <a:latin typeface="+mj-lt"/>
                <a:ea typeface="+mj-ea"/>
                <a:cs typeface="+mj-cs"/>
                <a:sym typeface="Montserrat"/>
              </a:defRPr>
            </a:pPr>
            <a:r>
              <a:t>Auditoría</a:t>
            </a:r>
          </a:p>
        </p:txBody>
      </p:sp>
      <p:sp>
        <p:nvSpPr>
          <p:cNvPr id="686" name="Plan"/>
          <p:cNvSpPr txBox="1"/>
          <p:nvPr/>
        </p:nvSpPr>
        <p:spPr>
          <a:xfrm>
            <a:off x="9840912" y="3255168"/>
            <a:ext cx="4386263"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lvl="1" defTabSz="914400">
              <a:lnSpc>
                <a:spcPct val="150000"/>
              </a:lnSpc>
              <a:defRPr sz="1800">
                <a:latin typeface="+mj-lt"/>
                <a:ea typeface="+mj-ea"/>
                <a:cs typeface="+mj-cs"/>
                <a:sym typeface="Montserrat"/>
              </a:defRPr>
            </a:pPr>
            <a:r>
              <a:t>Plan</a:t>
            </a:r>
          </a:p>
        </p:txBody>
      </p:sp>
      <p:sp>
        <p:nvSpPr>
          <p:cNvPr id="687" name="Implementación"/>
          <p:cNvSpPr txBox="1"/>
          <p:nvPr/>
        </p:nvSpPr>
        <p:spPr>
          <a:xfrm>
            <a:off x="14265275" y="3255168"/>
            <a:ext cx="4386263"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lnSpc>
                <a:spcPct val="150000"/>
              </a:lnSpc>
              <a:defRPr sz="1800">
                <a:latin typeface="+mj-lt"/>
                <a:ea typeface="+mj-ea"/>
                <a:cs typeface="+mj-cs"/>
                <a:sym typeface="Montserrat"/>
              </a:defRPr>
            </a:lvl1pPr>
          </a:lstStyle>
          <a:p>
            <a:pPr/>
            <a:r>
              <a:t>Implementación</a:t>
            </a:r>
          </a:p>
        </p:txBody>
      </p:sp>
      <p:sp>
        <p:nvSpPr>
          <p:cNvPr id="688" name="Reporte"/>
          <p:cNvSpPr txBox="1"/>
          <p:nvPr/>
        </p:nvSpPr>
        <p:spPr>
          <a:xfrm>
            <a:off x="18697575" y="3255168"/>
            <a:ext cx="4386263" cy="342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lnSpc>
                <a:spcPct val="150000"/>
              </a:lnSpc>
              <a:defRPr sz="1800">
                <a:latin typeface="+mj-lt"/>
                <a:ea typeface="+mj-ea"/>
                <a:cs typeface="+mj-cs"/>
                <a:sym typeface="Montserrat"/>
              </a:defRPr>
            </a:lvl1pPr>
          </a:lstStyle>
          <a:p>
            <a:pPr/>
            <a:r>
              <a:t>Reporte</a:t>
            </a:r>
          </a:p>
        </p:txBody>
      </p:sp>
      <p:grpSp>
        <p:nvGrpSpPr>
          <p:cNvPr id="691" name="Grupo"/>
          <p:cNvGrpSpPr/>
          <p:nvPr/>
        </p:nvGrpSpPr>
        <p:grpSpPr>
          <a:xfrm>
            <a:off x="7233443" y="4285257"/>
            <a:ext cx="823914" cy="823914"/>
            <a:chOff x="0" y="0"/>
            <a:chExt cx="823912" cy="823912"/>
          </a:xfrm>
        </p:grpSpPr>
        <p:sp>
          <p:nvSpPr>
            <p:cNvPr id="689"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690"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694" name="Grupo"/>
          <p:cNvGrpSpPr/>
          <p:nvPr/>
        </p:nvGrpSpPr>
        <p:grpSpPr>
          <a:xfrm>
            <a:off x="7269162" y="6230937"/>
            <a:ext cx="823913" cy="823913"/>
            <a:chOff x="0" y="0"/>
            <a:chExt cx="823912" cy="823912"/>
          </a:xfrm>
        </p:grpSpPr>
        <p:sp>
          <p:nvSpPr>
            <p:cNvPr id="692"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693"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697" name="Grupo"/>
          <p:cNvGrpSpPr/>
          <p:nvPr/>
        </p:nvGrpSpPr>
        <p:grpSpPr>
          <a:xfrm>
            <a:off x="7233443" y="8089106"/>
            <a:ext cx="823914" cy="823913"/>
            <a:chOff x="0" y="0"/>
            <a:chExt cx="823912" cy="823912"/>
          </a:xfrm>
        </p:grpSpPr>
        <p:sp>
          <p:nvSpPr>
            <p:cNvPr id="695"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696"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00" name="Grupo"/>
          <p:cNvGrpSpPr/>
          <p:nvPr/>
        </p:nvGrpSpPr>
        <p:grpSpPr>
          <a:xfrm>
            <a:off x="7233443" y="9972675"/>
            <a:ext cx="823914" cy="823913"/>
            <a:chOff x="0" y="0"/>
            <a:chExt cx="823912" cy="823912"/>
          </a:xfrm>
        </p:grpSpPr>
        <p:sp>
          <p:nvSpPr>
            <p:cNvPr id="698"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699"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03" name="Grupo"/>
          <p:cNvGrpSpPr/>
          <p:nvPr/>
        </p:nvGrpSpPr>
        <p:grpSpPr>
          <a:xfrm>
            <a:off x="11645900" y="9972675"/>
            <a:ext cx="823913" cy="823913"/>
            <a:chOff x="0" y="0"/>
            <a:chExt cx="823912" cy="823912"/>
          </a:xfrm>
        </p:grpSpPr>
        <p:sp>
          <p:nvSpPr>
            <p:cNvPr id="701"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02"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06" name="Grupo"/>
          <p:cNvGrpSpPr/>
          <p:nvPr/>
        </p:nvGrpSpPr>
        <p:grpSpPr>
          <a:xfrm>
            <a:off x="11662568" y="8131571"/>
            <a:ext cx="823914" cy="823913"/>
            <a:chOff x="0" y="0"/>
            <a:chExt cx="823912" cy="823912"/>
          </a:xfrm>
        </p:grpSpPr>
        <p:sp>
          <p:nvSpPr>
            <p:cNvPr id="704"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05"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09" name="Grupo"/>
          <p:cNvGrpSpPr/>
          <p:nvPr/>
        </p:nvGrpSpPr>
        <p:grpSpPr>
          <a:xfrm>
            <a:off x="11666537" y="6230937"/>
            <a:ext cx="823913" cy="823913"/>
            <a:chOff x="0" y="0"/>
            <a:chExt cx="823912" cy="823912"/>
          </a:xfrm>
        </p:grpSpPr>
        <p:sp>
          <p:nvSpPr>
            <p:cNvPr id="707"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08"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12" name="Grupo"/>
          <p:cNvGrpSpPr/>
          <p:nvPr/>
        </p:nvGrpSpPr>
        <p:grpSpPr>
          <a:xfrm>
            <a:off x="11666537" y="4330303"/>
            <a:ext cx="823913" cy="823913"/>
            <a:chOff x="0" y="0"/>
            <a:chExt cx="823912" cy="823912"/>
          </a:xfrm>
        </p:grpSpPr>
        <p:sp>
          <p:nvSpPr>
            <p:cNvPr id="710"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11"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15" name="Grupo"/>
          <p:cNvGrpSpPr/>
          <p:nvPr/>
        </p:nvGrpSpPr>
        <p:grpSpPr>
          <a:xfrm>
            <a:off x="20468431" y="9927629"/>
            <a:ext cx="823913" cy="823913"/>
            <a:chOff x="0" y="0"/>
            <a:chExt cx="823912" cy="823912"/>
          </a:xfrm>
        </p:grpSpPr>
        <p:sp>
          <p:nvSpPr>
            <p:cNvPr id="713"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14"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18" name="Grupo"/>
          <p:cNvGrpSpPr/>
          <p:nvPr/>
        </p:nvGrpSpPr>
        <p:grpSpPr>
          <a:xfrm>
            <a:off x="20485100" y="8086526"/>
            <a:ext cx="823913" cy="823913"/>
            <a:chOff x="0" y="0"/>
            <a:chExt cx="823912" cy="823912"/>
          </a:xfrm>
        </p:grpSpPr>
        <p:sp>
          <p:nvSpPr>
            <p:cNvPr id="716"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17"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21" name="Grupo"/>
          <p:cNvGrpSpPr/>
          <p:nvPr/>
        </p:nvGrpSpPr>
        <p:grpSpPr>
          <a:xfrm>
            <a:off x="20489068" y="6185891"/>
            <a:ext cx="823914" cy="823913"/>
            <a:chOff x="0" y="0"/>
            <a:chExt cx="823912" cy="823912"/>
          </a:xfrm>
        </p:grpSpPr>
        <p:sp>
          <p:nvSpPr>
            <p:cNvPr id="719"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20"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24" name="Grupo"/>
          <p:cNvGrpSpPr/>
          <p:nvPr/>
        </p:nvGrpSpPr>
        <p:grpSpPr>
          <a:xfrm>
            <a:off x="20489068" y="4285257"/>
            <a:ext cx="823914" cy="823913"/>
            <a:chOff x="0" y="0"/>
            <a:chExt cx="823912" cy="823912"/>
          </a:xfrm>
        </p:grpSpPr>
        <p:sp>
          <p:nvSpPr>
            <p:cNvPr id="722" name="Círculo"/>
            <p:cNvSpPr/>
            <p:nvPr/>
          </p:nvSpPr>
          <p:spPr>
            <a:xfrm>
              <a:off x="0" y="0"/>
              <a:ext cx="823913" cy="823913"/>
            </a:xfrm>
            <a:prstGeom prst="ellipse">
              <a:avLst/>
            </a:prstGeom>
            <a:solidFill>
              <a:schemeClr val="accent5">
                <a:lumOff val="-29866"/>
              </a:schemeClr>
            </a:solidFill>
            <a:ln w="12700" cap="flat">
              <a:noFill/>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23" name="Figura"/>
            <p:cNvSpPr/>
            <p:nvPr/>
          </p:nvSpPr>
          <p:spPr>
            <a:xfrm>
              <a:off x="286034" y="273928"/>
              <a:ext cx="250941" cy="250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89"/>
                  </a:moveTo>
                  <a:lnTo>
                    <a:pt x="19554" y="0"/>
                  </a:lnTo>
                  <a:lnTo>
                    <a:pt x="10657" y="8593"/>
                  </a:lnTo>
                  <a:lnTo>
                    <a:pt x="2093" y="0"/>
                  </a:lnTo>
                  <a:lnTo>
                    <a:pt x="0" y="2089"/>
                  </a:lnTo>
                  <a:lnTo>
                    <a:pt x="8611" y="10634"/>
                  </a:lnTo>
                  <a:lnTo>
                    <a:pt x="0" y="19511"/>
                  </a:lnTo>
                  <a:lnTo>
                    <a:pt x="2093" y="21600"/>
                  </a:lnTo>
                  <a:lnTo>
                    <a:pt x="10657" y="13007"/>
                  </a:lnTo>
                  <a:lnTo>
                    <a:pt x="19554" y="21600"/>
                  </a:lnTo>
                  <a:lnTo>
                    <a:pt x="21600" y="19511"/>
                  </a:lnTo>
                  <a:lnTo>
                    <a:pt x="13036" y="10634"/>
                  </a:lnTo>
                  <a:lnTo>
                    <a:pt x="21600" y="2089"/>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27" name="Grupo"/>
          <p:cNvGrpSpPr/>
          <p:nvPr/>
        </p:nvGrpSpPr>
        <p:grpSpPr>
          <a:xfrm>
            <a:off x="16095662" y="4285257"/>
            <a:ext cx="823913" cy="823914"/>
            <a:chOff x="0" y="0"/>
            <a:chExt cx="823912" cy="823912"/>
          </a:xfrm>
        </p:grpSpPr>
        <p:sp>
          <p:nvSpPr>
            <p:cNvPr id="725"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726"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30" name="Grupo"/>
          <p:cNvGrpSpPr/>
          <p:nvPr/>
        </p:nvGrpSpPr>
        <p:grpSpPr>
          <a:xfrm>
            <a:off x="16131381" y="6230937"/>
            <a:ext cx="823913" cy="823913"/>
            <a:chOff x="0" y="0"/>
            <a:chExt cx="823912" cy="823912"/>
          </a:xfrm>
        </p:grpSpPr>
        <p:sp>
          <p:nvSpPr>
            <p:cNvPr id="728"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729"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33" name="Grupo"/>
          <p:cNvGrpSpPr/>
          <p:nvPr/>
        </p:nvGrpSpPr>
        <p:grpSpPr>
          <a:xfrm>
            <a:off x="16095662" y="8089106"/>
            <a:ext cx="823913" cy="823913"/>
            <a:chOff x="0" y="0"/>
            <a:chExt cx="823912" cy="823912"/>
          </a:xfrm>
        </p:grpSpPr>
        <p:sp>
          <p:nvSpPr>
            <p:cNvPr id="731"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732"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grpSp>
        <p:nvGrpSpPr>
          <p:cNvPr id="736" name="Grupo"/>
          <p:cNvGrpSpPr/>
          <p:nvPr/>
        </p:nvGrpSpPr>
        <p:grpSpPr>
          <a:xfrm>
            <a:off x="16095662" y="9972675"/>
            <a:ext cx="823913" cy="823913"/>
            <a:chOff x="0" y="0"/>
            <a:chExt cx="823912" cy="823912"/>
          </a:xfrm>
        </p:grpSpPr>
        <p:sp>
          <p:nvSpPr>
            <p:cNvPr id="734" name="Círculo"/>
            <p:cNvSpPr/>
            <p:nvPr/>
          </p:nvSpPr>
          <p:spPr>
            <a:xfrm>
              <a:off x="0" y="0"/>
              <a:ext cx="823913" cy="823913"/>
            </a:xfrm>
            <a:prstGeom prst="ellipse">
              <a:avLst/>
            </a:prstGeom>
            <a:solidFill>
              <a:schemeClr val="accent3">
                <a:hueOff val="362282"/>
                <a:satOff val="31803"/>
                <a:lumOff val="-18242"/>
              </a:schemeClr>
            </a:solidFill>
            <a:ln w="12700" cap="flat">
              <a:noFill/>
              <a:miter lim="400000"/>
            </a:ln>
            <a:effectLst/>
          </p:spPr>
          <p:txBody>
            <a:bodyPr wrap="square" lIns="38100" tIns="38100" rIns="38100" bIns="38100" numCol="1" anchor="ctr">
              <a:noAutofit/>
            </a:bodyPr>
            <a:lstStyle/>
            <a:p>
              <a:pPr>
                <a:defRPr b="0" sz="3200">
                  <a:solidFill>
                    <a:srgbClr val="FFFFFF"/>
                  </a:solidFill>
                  <a:latin typeface="+mn-lt"/>
                  <a:ea typeface="+mn-ea"/>
                  <a:cs typeface="+mn-cs"/>
                  <a:sym typeface="Helvetica Neue Medium"/>
                </a:defRPr>
              </a:pPr>
            </a:p>
          </p:txBody>
        </p:sp>
        <p:sp>
          <p:nvSpPr>
            <p:cNvPr id="735" name="Figura"/>
            <p:cNvSpPr/>
            <p:nvPr/>
          </p:nvSpPr>
          <p:spPr>
            <a:xfrm>
              <a:off x="250967" y="293539"/>
              <a:ext cx="321074" cy="243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96" y="16986"/>
                  </a:moveTo>
                  <a:lnTo>
                    <a:pt x="1627" y="10192"/>
                  </a:lnTo>
                  <a:lnTo>
                    <a:pt x="0" y="12666"/>
                  </a:lnTo>
                  <a:lnTo>
                    <a:pt x="6796" y="21600"/>
                  </a:lnTo>
                  <a:lnTo>
                    <a:pt x="21600" y="2181"/>
                  </a:lnTo>
                  <a:lnTo>
                    <a:pt x="19718" y="0"/>
                  </a:lnTo>
                  <a:lnTo>
                    <a:pt x="6796" y="16986"/>
                  </a:lnTo>
                </a:path>
              </a:pathLst>
            </a:custGeom>
            <a:solidFill>
              <a:srgbClr val="FEFCFF"/>
            </a:solidFill>
            <a:ln w="12700" cap="flat">
              <a:noFill/>
              <a:miter lim="400000"/>
            </a:ln>
            <a:effectLst/>
          </p:spPr>
          <p:txBody>
            <a:bodyPr wrap="square" lIns="38100" tIns="38100" rIns="38100" bIns="38100" numCol="1" anchor="ctr">
              <a:noAutofit/>
            </a:bodyPr>
            <a:lstStyle/>
            <a:p>
              <a:pPr algn="just" defTabSz="914400">
                <a:lnSpc>
                  <a:spcPct val="150000"/>
                </a:lnSpc>
                <a:defRPr b="0" sz="2200">
                  <a:solidFill>
                    <a:srgbClr val="74808C"/>
                  </a:solidFill>
                  <a:latin typeface="Helvetica"/>
                  <a:ea typeface="Helvetica"/>
                  <a:cs typeface="Helvetica"/>
                  <a:sym typeface="Helvetica"/>
                </a:defRPr>
              </a:pPr>
            </a:p>
          </p:txBody>
        </p:sp>
      </p:gr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38" name="Presupuesto"/>
          <p:cNvSpPr txBox="1"/>
          <p:nvPr>
            <p:ph type="title"/>
          </p:nvPr>
        </p:nvSpPr>
        <p:spPr>
          <a:prstGeom prst="rect">
            <a:avLst/>
          </a:prstGeom>
        </p:spPr>
        <p:txBody>
          <a:bodyPr/>
          <a:lstStyle/>
          <a:p>
            <a:pPr/>
            <a:r>
              <a:t>Presupuesto</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40" name="Presupuesto"/>
          <p:cNvSpPr txBox="1"/>
          <p:nvPr>
            <p:ph type="title"/>
          </p:nvPr>
        </p:nvSpPr>
        <p:spPr>
          <a:prstGeom prst="rect">
            <a:avLst/>
          </a:prstGeom>
        </p:spPr>
        <p:txBody>
          <a:bodyPr/>
          <a:lstStyle/>
          <a:p>
            <a:pPr/>
            <a:r>
              <a:t>Presupuesto</a:t>
            </a:r>
          </a:p>
        </p:txBody>
      </p:sp>
      <p:grpSp>
        <p:nvGrpSpPr>
          <p:cNvPr id="754" name="Grupo"/>
          <p:cNvGrpSpPr/>
          <p:nvPr/>
        </p:nvGrpSpPr>
        <p:grpSpPr>
          <a:xfrm>
            <a:off x="3406775" y="3279775"/>
            <a:ext cx="17556163" cy="7920038"/>
            <a:chOff x="0" y="0"/>
            <a:chExt cx="17556162" cy="7920037"/>
          </a:xfrm>
        </p:grpSpPr>
        <p:grpSp>
          <p:nvGrpSpPr>
            <p:cNvPr id="746" name="Grupo"/>
            <p:cNvGrpSpPr/>
            <p:nvPr/>
          </p:nvGrpSpPr>
          <p:grpSpPr>
            <a:xfrm>
              <a:off x="11544300" y="0"/>
              <a:ext cx="6011863" cy="7920038"/>
              <a:chOff x="0" y="0"/>
              <a:chExt cx="6011862" cy="7920037"/>
            </a:xfrm>
          </p:grpSpPr>
          <p:sp>
            <p:nvSpPr>
              <p:cNvPr id="741" name="Rectángulo redondeado"/>
              <p:cNvSpPr/>
              <p:nvPr/>
            </p:nvSpPr>
            <p:spPr>
              <a:xfrm>
                <a:off x="0" y="0"/>
                <a:ext cx="6011863" cy="7920038"/>
              </a:xfrm>
              <a:prstGeom prst="roundRect">
                <a:avLst>
                  <a:gd name="adj" fmla="val 829"/>
                </a:avLst>
              </a:prstGeom>
              <a:noFill/>
              <a:ln w="50800" cap="flat">
                <a:solidFill>
                  <a:srgbClr val="BDBEBD"/>
                </a:solidFill>
                <a:prstDash val="solid"/>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42" name="PLAN ELITE"/>
              <p:cNvSpPr txBox="1"/>
              <p:nvPr/>
            </p:nvSpPr>
            <p:spPr>
              <a:xfrm>
                <a:off x="144462" y="546893"/>
                <a:ext cx="5688014"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ctr">
                <a:spAutoFit/>
              </a:bodyPr>
              <a:lstStyle>
                <a:lvl1pPr>
                  <a:spcBef>
                    <a:spcPts val="4500"/>
                  </a:spcBef>
                  <a:defRPr sz="2400">
                    <a:latin typeface="+mj-lt"/>
                    <a:ea typeface="+mj-ea"/>
                    <a:cs typeface="+mj-cs"/>
                    <a:sym typeface="Montserrat"/>
                  </a:defRPr>
                </a:lvl1pPr>
              </a:lstStyle>
              <a:p>
                <a:pPr/>
                <a:r>
                  <a:t>PLAN ELITE</a:t>
                </a:r>
              </a:p>
            </p:txBody>
          </p:sp>
          <p:sp>
            <p:nvSpPr>
              <p:cNvPr id="743" name="Bacon ipsum…"/>
              <p:cNvSpPr txBox="1"/>
              <p:nvPr/>
            </p:nvSpPr>
            <p:spPr>
              <a:xfrm>
                <a:off x="666750" y="2855912"/>
                <a:ext cx="4643438" cy="3901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p:txBody>
          </p:sp>
          <p:sp>
            <p:nvSpPr>
              <p:cNvPr id="744" name="350"/>
              <p:cNvSpPr txBox="1"/>
              <p:nvPr/>
            </p:nvSpPr>
            <p:spPr>
              <a:xfrm>
                <a:off x="790575" y="1233487"/>
                <a:ext cx="4395788" cy="180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spAutoFit/>
              </a:bodyPr>
              <a:lstStyle>
                <a:lvl1pPr defTabSz="914400">
                  <a:lnSpc>
                    <a:spcPct val="150000"/>
                  </a:lnSpc>
                  <a:defRPr sz="10000">
                    <a:solidFill>
                      <a:srgbClr val="252D30"/>
                    </a:solidFill>
                    <a:latin typeface="Open Sans Semibold"/>
                    <a:ea typeface="Open Sans Semibold"/>
                    <a:cs typeface="Open Sans Semibold"/>
                    <a:sym typeface="Open Sans Semibold"/>
                  </a:defRPr>
                </a:lvl1pPr>
              </a:lstStyle>
              <a:p>
                <a:pPr/>
                <a:r>
                  <a:t>350</a:t>
                </a:r>
              </a:p>
            </p:txBody>
          </p:sp>
          <p:sp>
            <p:nvSpPr>
              <p:cNvPr id="745" name="$"/>
              <p:cNvSpPr txBox="1"/>
              <p:nvPr/>
            </p:nvSpPr>
            <p:spPr>
              <a:xfrm>
                <a:off x="4105275" y="1417637"/>
                <a:ext cx="588963" cy="774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spAutoFit/>
              </a:bodyPr>
              <a:lstStyle>
                <a:lvl1pPr algn="just" defTabSz="914400">
                  <a:lnSpc>
                    <a:spcPct val="150000"/>
                  </a:lnSpc>
                  <a:defRPr sz="4000">
                    <a:solidFill>
                      <a:srgbClr val="252D30"/>
                    </a:solidFill>
                    <a:latin typeface="Open Sans Semibold"/>
                    <a:ea typeface="Open Sans Semibold"/>
                    <a:cs typeface="Open Sans Semibold"/>
                    <a:sym typeface="Open Sans Semibold"/>
                  </a:defRPr>
                </a:lvl1pPr>
              </a:lstStyle>
              <a:p>
                <a:pPr/>
                <a:r>
                  <a:t>$</a:t>
                </a:r>
              </a:p>
            </p:txBody>
          </p:sp>
        </p:grpSp>
        <p:grpSp>
          <p:nvGrpSpPr>
            <p:cNvPr id="752" name="Grupo"/>
            <p:cNvGrpSpPr/>
            <p:nvPr/>
          </p:nvGrpSpPr>
          <p:grpSpPr>
            <a:xfrm>
              <a:off x="0" y="0"/>
              <a:ext cx="6011863" cy="7920038"/>
              <a:chOff x="0" y="0"/>
              <a:chExt cx="6011862" cy="7920037"/>
            </a:xfrm>
          </p:grpSpPr>
          <p:sp>
            <p:nvSpPr>
              <p:cNvPr id="747" name="Rectángulo redondeado"/>
              <p:cNvSpPr/>
              <p:nvPr/>
            </p:nvSpPr>
            <p:spPr>
              <a:xfrm>
                <a:off x="0" y="0"/>
                <a:ext cx="6011863" cy="7920038"/>
              </a:xfrm>
              <a:prstGeom prst="roundRect">
                <a:avLst>
                  <a:gd name="adj" fmla="val 829"/>
                </a:avLst>
              </a:prstGeom>
              <a:noFill/>
              <a:ln w="50800" cap="flat">
                <a:solidFill>
                  <a:srgbClr val="BDBEBD"/>
                </a:solidFill>
                <a:prstDash val="solid"/>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48" name="PLAN BÁSICO"/>
              <p:cNvSpPr txBox="1"/>
              <p:nvPr/>
            </p:nvSpPr>
            <p:spPr>
              <a:xfrm>
                <a:off x="144462" y="546893"/>
                <a:ext cx="5688014"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ctr">
                <a:spAutoFit/>
              </a:bodyPr>
              <a:lstStyle>
                <a:lvl1pPr>
                  <a:spcBef>
                    <a:spcPts val="4500"/>
                  </a:spcBef>
                  <a:defRPr sz="2400">
                    <a:latin typeface="+mj-lt"/>
                    <a:ea typeface="+mj-ea"/>
                    <a:cs typeface="+mj-cs"/>
                    <a:sym typeface="Montserrat"/>
                  </a:defRPr>
                </a:lvl1pPr>
              </a:lstStyle>
              <a:p>
                <a:pPr/>
                <a:r>
                  <a:t>PLAN BÁSICO</a:t>
                </a:r>
              </a:p>
            </p:txBody>
          </p:sp>
          <p:sp>
            <p:nvSpPr>
              <p:cNvPr id="749" name="Bacon ipsum…"/>
              <p:cNvSpPr txBox="1"/>
              <p:nvPr/>
            </p:nvSpPr>
            <p:spPr>
              <a:xfrm>
                <a:off x="666750" y="2855912"/>
                <a:ext cx="4643438" cy="3329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p:txBody>
          </p:sp>
          <p:sp>
            <p:nvSpPr>
              <p:cNvPr id="750" name="100"/>
              <p:cNvSpPr txBox="1"/>
              <p:nvPr/>
            </p:nvSpPr>
            <p:spPr>
              <a:xfrm>
                <a:off x="790575" y="1233487"/>
                <a:ext cx="4395788" cy="180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spAutoFit/>
              </a:bodyPr>
              <a:lstStyle>
                <a:lvl1pPr defTabSz="914400">
                  <a:lnSpc>
                    <a:spcPct val="150000"/>
                  </a:lnSpc>
                  <a:defRPr sz="10000">
                    <a:solidFill>
                      <a:srgbClr val="252D30"/>
                    </a:solidFill>
                    <a:latin typeface="Open Sans Semibold"/>
                    <a:ea typeface="Open Sans Semibold"/>
                    <a:cs typeface="Open Sans Semibold"/>
                    <a:sym typeface="Open Sans Semibold"/>
                  </a:defRPr>
                </a:lvl1pPr>
              </a:lstStyle>
              <a:p>
                <a:pPr/>
                <a:r>
                  <a:t>100</a:t>
                </a:r>
              </a:p>
            </p:txBody>
          </p:sp>
          <p:sp>
            <p:nvSpPr>
              <p:cNvPr id="751" name="$"/>
              <p:cNvSpPr txBox="1"/>
              <p:nvPr/>
            </p:nvSpPr>
            <p:spPr>
              <a:xfrm>
                <a:off x="4105275" y="1417637"/>
                <a:ext cx="588963" cy="774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spAutoFit/>
              </a:bodyPr>
              <a:lstStyle>
                <a:lvl1pPr algn="just" defTabSz="914400">
                  <a:lnSpc>
                    <a:spcPct val="150000"/>
                  </a:lnSpc>
                  <a:defRPr sz="4000">
                    <a:solidFill>
                      <a:srgbClr val="252D30"/>
                    </a:solidFill>
                    <a:latin typeface="Open Sans Semibold"/>
                    <a:ea typeface="Open Sans Semibold"/>
                    <a:cs typeface="Open Sans Semibold"/>
                    <a:sym typeface="Open Sans Semibold"/>
                  </a:defRPr>
                </a:lvl1pPr>
              </a:lstStyle>
              <a:p>
                <a:pPr/>
                <a:r>
                  <a:t>$</a:t>
                </a:r>
              </a:p>
            </p:txBody>
          </p:sp>
        </p:grpSp>
        <p:sp>
          <p:nvSpPr>
            <p:cNvPr id="753" name="Bacon ipsum…"/>
            <p:cNvSpPr txBox="1"/>
            <p:nvPr/>
          </p:nvSpPr>
          <p:spPr>
            <a:xfrm>
              <a:off x="7847378" y="2276475"/>
              <a:ext cx="1875694" cy="1054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p:txBody>
        </p:sp>
      </p:grpSp>
      <p:grpSp>
        <p:nvGrpSpPr>
          <p:cNvPr id="761" name="Grupo"/>
          <p:cNvGrpSpPr/>
          <p:nvPr/>
        </p:nvGrpSpPr>
        <p:grpSpPr>
          <a:xfrm>
            <a:off x="9314920" y="2645834"/>
            <a:ext cx="5719844" cy="9187921"/>
            <a:chOff x="0" y="0"/>
            <a:chExt cx="5719842" cy="9187920"/>
          </a:xfrm>
        </p:grpSpPr>
        <p:sp>
          <p:nvSpPr>
            <p:cNvPr id="755" name="Rectángulo redondeado"/>
            <p:cNvSpPr/>
            <p:nvPr/>
          </p:nvSpPr>
          <p:spPr>
            <a:xfrm>
              <a:off x="23269" y="5817"/>
              <a:ext cx="5686527" cy="9182104"/>
            </a:xfrm>
            <a:prstGeom prst="roundRect">
              <a:avLst>
                <a:gd name="adj" fmla="val 1211"/>
              </a:avLst>
            </a:prstGeom>
            <a:solidFill>
              <a:srgbClr val="FFFFFF"/>
            </a:solidFill>
            <a:ln w="50800" cap="flat">
              <a:solidFill>
                <a:srgbClr val="00C3D2"/>
              </a:solidFill>
              <a:prstDash val="solid"/>
              <a:miter lim="400000"/>
            </a:ln>
            <a:effectLst/>
          </p:spPr>
          <p:txBody>
            <a:bodyPr wrap="square" lIns="38100" tIns="38100" rIns="38100" bIns="38100" numCol="1" anchor="ctr">
              <a:noAutofit/>
            </a:bodyPr>
            <a:lstStyle/>
            <a:p>
              <a:pPr algn="just" defTabSz="914400">
                <a:lnSpc>
                  <a:spcPct val="150000"/>
                </a:lnSpc>
                <a:defRPr b="0" sz="1800">
                  <a:solidFill>
                    <a:srgbClr val="FEFCFF"/>
                  </a:solidFill>
                  <a:latin typeface="Arial"/>
                  <a:ea typeface="Arial"/>
                  <a:cs typeface="Arial"/>
                  <a:sym typeface="Arial"/>
                </a:defRPr>
              </a:pPr>
            </a:p>
          </p:txBody>
        </p:sp>
        <p:sp>
          <p:nvSpPr>
            <p:cNvPr id="756" name="500"/>
            <p:cNvSpPr txBox="1"/>
            <p:nvPr/>
          </p:nvSpPr>
          <p:spPr>
            <a:xfrm>
              <a:off x="679548" y="1132757"/>
              <a:ext cx="4394592" cy="18022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noAutofit/>
            </a:bodyPr>
            <a:lstStyle>
              <a:lvl1pPr defTabSz="914400">
                <a:lnSpc>
                  <a:spcPct val="150000"/>
                </a:lnSpc>
                <a:defRPr sz="10000">
                  <a:solidFill>
                    <a:srgbClr val="252D30"/>
                  </a:solidFill>
                  <a:latin typeface="Open Sans Semibold"/>
                  <a:ea typeface="Open Sans Semibold"/>
                  <a:cs typeface="Open Sans Semibold"/>
                  <a:sym typeface="Open Sans Semibold"/>
                </a:defRPr>
              </a:lvl1pPr>
            </a:lstStyle>
            <a:p>
              <a:pPr/>
              <a:r>
                <a:t>500</a:t>
              </a:r>
            </a:p>
          </p:txBody>
        </p:sp>
        <p:sp>
          <p:nvSpPr>
            <p:cNvPr id="757" name="PLAN RECOMENDADO"/>
            <p:cNvSpPr txBox="1"/>
            <p:nvPr/>
          </p:nvSpPr>
          <p:spPr>
            <a:xfrm>
              <a:off x="33845" y="476741"/>
              <a:ext cx="5685998" cy="3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ctr">
              <a:noAutofit/>
            </a:bodyPr>
            <a:lstStyle>
              <a:lvl1pPr>
                <a:spcBef>
                  <a:spcPts val="4500"/>
                </a:spcBef>
                <a:defRPr sz="2400">
                  <a:latin typeface="+mj-lt"/>
                  <a:ea typeface="+mj-ea"/>
                  <a:cs typeface="+mj-cs"/>
                  <a:sym typeface="Montserrat"/>
                </a:defRPr>
              </a:lvl1pPr>
            </a:lstStyle>
            <a:p>
              <a:pPr/>
              <a:r>
                <a:t>PLAN RECOMENDADO</a:t>
              </a:r>
            </a:p>
          </p:txBody>
        </p:sp>
        <p:sp>
          <p:nvSpPr>
            <p:cNvPr id="758" name="Bacon ipsum…"/>
            <p:cNvSpPr txBox="1"/>
            <p:nvPr/>
          </p:nvSpPr>
          <p:spPr>
            <a:xfrm>
              <a:off x="555802" y="3003234"/>
              <a:ext cx="4642085" cy="44701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a:p>
              <a:pPr defTabSz="914400">
                <a:lnSpc>
                  <a:spcPct val="150000"/>
                </a:lnSpc>
                <a:defRPr b="0" sz="2200">
                  <a:solidFill>
                    <a:srgbClr val="9B999C"/>
                  </a:solidFill>
                  <a:latin typeface="Open Sans"/>
                  <a:ea typeface="Open Sans"/>
                  <a:cs typeface="Open Sans"/>
                  <a:sym typeface="Open Sans"/>
                </a:defRPr>
              </a:pPr>
              <a:r>
                <a:t>Bacon ipsum</a:t>
              </a:r>
            </a:p>
          </p:txBody>
        </p:sp>
        <p:sp>
          <p:nvSpPr>
            <p:cNvPr id="759" name="Figura"/>
            <p:cNvSpPr/>
            <p:nvPr/>
          </p:nvSpPr>
          <p:spPr>
            <a:xfrm>
              <a:off x="0" y="0"/>
              <a:ext cx="1115306" cy="11153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93"/>
                  </a:moveTo>
                  <a:lnTo>
                    <a:pt x="8993" y="0"/>
                  </a:lnTo>
                  <a:lnTo>
                    <a:pt x="21600" y="0"/>
                  </a:lnTo>
                  <a:lnTo>
                    <a:pt x="0" y="21600"/>
                  </a:lnTo>
                  <a:lnTo>
                    <a:pt x="0" y="8993"/>
                  </a:lnTo>
                  <a:close/>
                </a:path>
              </a:pathLst>
            </a:custGeom>
            <a:solidFill>
              <a:srgbClr val="00C3D2"/>
            </a:solidFill>
            <a:ln w="12700" cap="flat">
              <a:noFill/>
              <a:miter lim="400000"/>
            </a:ln>
            <a:effectLst/>
          </p:spPr>
          <p:txBody>
            <a:bodyPr wrap="square" lIns="38100" tIns="38100" rIns="38100" bIns="38100" numCol="1" anchor="ctr">
              <a:noAutofit/>
            </a:bodyPr>
            <a:lstStyle/>
            <a:p>
              <a:pPr algn="just" defTabSz="914400">
                <a:lnSpc>
                  <a:spcPct val="150000"/>
                </a:lnSpc>
                <a:defRPr sz="1300">
                  <a:solidFill>
                    <a:srgbClr val="FEFCFF"/>
                  </a:solidFill>
                  <a:latin typeface="Arial"/>
                  <a:ea typeface="Arial"/>
                  <a:cs typeface="Arial"/>
                  <a:sym typeface="Arial"/>
                </a:defRPr>
              </a:pPr>
            </a:p>
          </p:txBody>
        </p:sp>
        <p:sp>
          <p:nvSpPr>
            <p:cNvPr id="760" name="$"/>
            <p:cNvSpPr txBox="1"/>
            <p:nvPr/>
          </p:nvSpPr>
          <p:spPr>
            <a:xfrm>
              <a:off x="3992150" y="1315204"/>
              <a:ext cx="588590" cy="7742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noAutofit/>
            </a:bodyPr>
            <a:lstStyle>
              <a:lvl1pPr algn="just" defTabSz="914400">
                <a:lnSpc>
                  <a:spcPct val="150000"/>
                </a:lnSpc>
                <a:defRPr sz="4000">
                  <a:solidFill>
                    <a:srgbClr val="252D30"/>
                  </a:solidFill>
                  <a:latin typeface="Open Sans Semibold"/>
                  <a:ea typeface="Open Sans Semibold"/>
                  <a:cs typeface="Open Sans Semibold"/>
                  <a:sym typeface="Open Sans Semibold"/>
                </a:defRPr>
              </a:lvl1pPr>
            </a:lstStyle>
            <a:p>
              <a:pPr/>
              <a:r>
                <a:t>$</a:t>
              </a:r>
            </a:p>
          </p:txBody>
        </p:sp>
      </p:grpSp>
      <p:sp>
        <p:nvSpPr>
          <p:cNvPr id="762" name="Letra pequeña"/>
          <p:cNvSpPr txBox="1"/>
          <p:nvPr/>
        </p:nvSpPr>
        <p:spPr>
          <a:xfrm>
            <a:off x="5408485" y="10534650"/>
            <a:ext cx="1603630" cy="368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914400">
              <a:lnSpc>
                <a:spcPct val="150000"/>
              </a:lnSpc>
              <a:defRPr b="0" i="1" sz="1800">
                <a:latin typeface="Raleway Regular"/>
                <a:ea typeface="Raleway Regular"/>
                <a:cs typeface="Raleway Regular"/>
                <a:sym typeface="Raleway Regular"/>
              </a:defRPr>
            </a:lvl1pPr>
          </a:lstStyle>
          <a:p>
            <a:pPr/>
            <a:r>
              <a:t>Letra pequeña</a:t>
            </a:r>
          </a:p>
        </p:txBody>
      </p:sp>
      <p:sp>
        <p:nvSpPr>
          <p:cNvPr id="763" name="Letra pequeña"/>
          <p:cNvSpPr txBox="1"/>
          <p:nvPr/>
        </p:nvSpPr>
        <p:spPr>
          <a:xfrm>
            <a:off x="11383041" y="11258550"/>
            <a:ext cx="1603630" cy="368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914400">
              <a:lnSpc>
                <a:spcPct val="150000"/>
              </a:lnSpc>
              <a:defRPr b="0" i="1" sz="1800">
                <a:latin typeface="Raleway Regular"/>
                <a:ea typeface="Raleway Regular"/>
                <a:cs typeface="Raleway Regular"/>
                <a:sym typeface="Raleway Regular"/>
              </a:defRPr>
            </a:lvl1pPr>
          </a:lstStyle>
          <a:p>
            <a:pPr/>
            <a:r>
              <a:t>Letra pequeña</a:t>
            </a:r>
          </a:p>
        </p:txBody>
      </p:sp>
      <p:sp>
        <p:nvSpPr>
          <p:cNvPr id="764" name="Letra pequeña"/>
          <p:cNvSpPr txBox="1"/>
          <p:nvPr/>
        </p:nvSpPr>
        <p:spPr>
          <a:xfrm>
            <a:off x="17174241" y="10534650"/>
            <a:ext cx="1603630" cy="368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914400">
              <a:lnSpc>
                <a:spcPct val="150000"/>
              </a:lnSpc>
              <a:defRPr b="0" i="1" sz="1800">
                <a:latin typeface="Raleway Regular"/>
                <a:ea typeface="Raleway Regular"/>
                <a:cs typeface="Raleway Regular"/>
                <a:sym typeface="Raleway Regular"/>
              </a:defRPr>
            </a:lvl1pPr>
          </a:lstStyle>
          <a:p>
            <a:pPr/>
            <a:r>
              <a:t>Letra pequeña</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66" name="Estimación de resultados"/>
          <p:cNvSpPr txBox="1"/>
          <p:nvPr>
            <p:ph type="title"/>
          </p:nvPr>
        </p:nvSpPr>
        <p:spPr>
          <a:prstGeom prst="rect">
            <a:avLst/>
          </a:prstGeom>
        </p:spPr>
        <p:txBody>
          <a:bodyPr/>
          <a:lstStyle>
            <a:lvl1pPr defTabSz="817244">
              <a:defRPr sz="9900"/>
            </a:lvl1pPr>
          </a:lstStyle>
          <a:p>
            <a:pPr/>
            <a:r>
              <a:t>Estimación de resultados</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68" name="Línea"/>
          <p:cNvSpPr/>
          <p:nvPr/>
        </p:nvSpPr>
        <p:spPr>
          <a:xfrm flipH="1" flipV="1">
            <a:off x="5093492" y="8465135"/>
            <a:ext cx="1879524" cy="286214"/>
          </a:xfrm>
          <a:prstGeom prst="line">
            <a:avLst/>
          </a:prstGeom>
          <a:ln w="88900">
            <a:solidFill>
              <a:srgbClr val="FFC003"/>
            </a:solidFill>
            <a:miter lim="400000"/>
            <a:headEnd type="triangle" len="sm"/>
            <a:tailEnd type="triangle"/>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769" name="Línea"/>
          <p:cNvSpPr/>
          <p:nvPr/>
        </p:nvSpPr>
        <p:spPr>
          <a:xfrm rot="10800000">
            <a:off x="15597531" y="8593408"/>
            <a:ext cx="3036885" cy="12913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21600" y="0"/>
                </a:lnTo>
                <a:lnTo>
                  <a:pt x="0" y="0"/>
                </a:lnTo>
              </a:path>
            </a:pathLst>
          </a:custGeom>
          <a:ln w="88900">
            <a:solidFill>
              <a:srgbClr val="FFC003"/>
            </a:solidFill>
            <a:miter lim="400000"/>
            <a:headEnd type="triangle" len="sm"/>
            <a:tailEnd type="triangle"/>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770" name="Línea"/>
          <p:cNvSpPr/>
          <p:nvPr/>
        </p:nvSpPr>
        <p:spPr>
          <a:xfrm>
            <a:off x="9789986" y="4281890"/>
            <a:ext cx="3036884" cy="12913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21600" y="0"/>
                </a:lnTo>
                <a:lnTo>
                  <a:pt x="0" y="0"/>
                </a:lnTo>
              </a:path>
            </a:pathLst>
          </a:custGeom>
          <a:ln w="88900">
            <a:solidFill>
              <a:srgbClr val="FFC003"/>
            </a:solidFill>
            <a:miter lim="400000"/>
            <a:headEnd type="triangle" len="sm"/>
            <a:tailEnd type="triangle"/>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771" name="Estimación de resultados"/>
          <p:cNvSpPr txBox="1"/>
          <p:nvPr>
            <p:ph type="title"/>
          </p:nvPr>
        </p:nvSpPr>
        <p:spPr>
          <a:prstGeom prst="rect">
            <a:avLst/>
          </a:prstGeom>
        </p:spPr>
        <p:txBody>
          <a:bodyPr/>
          <a:lstStyle/>
          <a:p>
            <a:pPr/>
            <a:r>
              <a:t>Estimación de resultados</a:t>
            </a:r>
          </a:p>
        </p:txBody>
      </p:sp>
      <p:grpSp>
        <p:nvGrpSpPr>
          <p:cNvPr id="777" name="Grupo"/>
          <p:cNvGrpSpPr/>
          <p:nvPr/>
        </p:nvGrpSpPr>
        <p:grpSpPr>
          <a:xfrm>
            <a:off x="6533245" y="5051734"/>
            <a:ext cx="10239350" cy="5390532"/>
            <a:chOff x="0" y="0"/>
            <a:chExt cx="10239349" cy="5390530"/>
          </a:xfrm>
        </p:grpSpPr>
        <p:sp>
          <p:nvSpPr>
            <p:cNvPr id="772" name="Block Arc 7"/>
            <p:cNvSpPr/>
            <p:nvPr/>
          </p:nvSpPr>
          <p:spPr>
            <a:xfrm>
              <a:off x="0" y="0"/>
              <a:ext cx="10239350" cy="43586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671"/>
                    <a:pt x="4835" y="0"/>
                    <a:pt x="10800" y="0"/>
                  </a:cubicBezTo>
                  <a:cubicBezTo>
                    <a:pt x="16765" y="0"/>
                    <a:pt x="21600" y="9671"/>
                    <a:pt x="21600" y="21600"/>
                  </a:cubicBezTo>
                  <a:lnTo>
                    <a:pt x="17003" y="21600"/>
                  </a:lnTo>
                  <a:cubicBezTo>
                    <a:pt x="17003" y="15635"/>
                    <a:pt x="14226" y="10800"/>
                    <a:pt x="10800" y="10800"/>
                  </a:cubicBezTo>
                  <a:cubicBezTo>
                    <a:pt x="7374" y="10800"/>
                    <a:pt x="4597" y="15635"/>
                    <a:pt x="4597" y="21600"/>
                  </a:cubicBezTo>
                  <a:close/>
                </a:path>
              </a:pathLst>
            </a:custGeom>
            <a:solidFill>
              <a:srgbClr val="0BD0D9"/>
            </a:solidFill>
            <a:ln w="12700" cap="flat">
              <a:noFill/>
              <a:miter lim="400000"/>
            </a:ln>
            <a:effectLst/>
          </p:spPr>
          <p:txBody>
            <a:bodyPr wrap="square" lIns="45719" tIns="45719" rIns="45719" bIns="45719" numCol="1" anchor="ctr">
              <a:noAutofit/>
            </a:bodyPr>
            <a:lstStyle/>
            <a:p>
              <a:pPr defTabSz="914400">
                <a:defRPr b="0" sz="1800">
                  <a:solidFill>
                    <a:srgbClr val="333333"/>
                  </a:solidFill>
                  <a:latin typeface="Roboto"/>
                  <a:ea typeface="Roboto"/>
                  <a:cs typeface="Roboto"/>
                  <a:sym typeface="Roboto"/>
                </a:defRPr>
              </a:pPr>
            </a:p>
          </p:txBody>
        </p:sp>
        <p:sp>
          <p:nvSpPr>
            <p:cNvPr id="773" name="Block Arc 14"/>
            <p:cNvSpPr/>
            <p:nvPr/>
          </p:nvSpPr>
          <p:spPr>
            <a:xfrm>
              <a:off x="0" y="0"/>
              <a:ext cx="9257810" cy="43586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671"/>
                    <a:pt x="5348" y="0"/>
                    <a:pt x="11945" y="0"/>
                  </a:cubicBezTo>
                  <a:cubicBezTo>
                    <a:pt x="15763" y="0"/>
                    <a:pt x="19352" y="3301"/>
                    <a:pt x="21600" y="8882"/>
                  </a:cubicBezTo>
                  <a:lnTo>
                    <a:pt x="17154" y="14738"/>
                  </a:lnTo>
                  <a:cubicBezTo>
                    <a:pt x="14740" y="10223"/>
                    <a:pt x="10450" y="9635"/>
                    <a:pt x="7573" y="13425"/>
                  </a:cubicBezTo>
                  <a:cubicBezTo>
                    <a:pt x="6033" y="15453"/>
                    <a:pt x="5144" y="18445"/>
                    <a:pt x="5144" y="21600"/>
                  </a:cubicBezTo>
                  <a:close/>
                </a:path>
              </a:pathLst>
            </a:custGeom>
            <a:solidFill>
              <a:srgbClr val="6FADDB"/>
            </a:solidFill>
            <a:ln w="12700" cap="flat">
              <a:noFill/>
              <a:miter lim="400000"/>
            </a:ln>
            <a:effectLst/>
          </p:spPr>
          <p:txBody>
            <a:bodyPr wrap="square" lIns="45719" tIns="45719" rIns="45719" bIns="45719" numCol="1" anchor="ctr">
              <a:noAutofit/>
            </a:bodyPr>
            <a:lstStyle/>
            <a:p>
              <a:pPr defTabSz="914400">
                <a:defRPr b="0" sz="1800">
                  <a:solidFill>
                    <a:srgbClr val="333333"/>
                  </a:solidFill>
                  <a:latin typeface="Roboto"/>
                  <a:ea typeface="Roboto"/>
                  <a:cs typeface="Roboto"/>
                  <a:sym typeface="Roboto"/>
                </a:defRPr>
              </a:pPr>
            </a:p>
          </p:txBody>
        </p:sp>
        <p:sp>
          <p:nvSpPr>
            <p:cNvPr id="774" name="Straight Connector 11"/>
            <p:cNvSpPr/>
            <p:nvPr/>
          </p:nvSpPr>
          <p:spPr>
            <a:xfrm flipH="1">
              <a:off x="4994922" y="1"/>
              <a:ext cx="5769" cy="2767397"/>
            </a:xfrm>
            <a:prstGeom prst="line">
              <a:avLst/>
            </a:prstGeom>
            <a:noFill/>
            <a:ln w="19050" cap="flat">
              <a:solidFill>
                <a:srgbClr val="FFFFFF"/>
              </a:solidFill>
              <a:prstDash val="sysDot"/>
              <a:round/>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775" name="Pentagon 23"/>
            <p:cNvSpPr/>
            <p:nvPr/>
          </p:nvSpPr>
          <p:spPr>
            <a:xfrm flipH="1" rot="464683">
              <a:off x="1237899" y="3833469"/>
              <a:ext cx="4428757" cy="8501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6738" y="0"/>
                  </a:lnTo>
                  <a:lnTo>
                    <a:pt x="21600" y="10800"/>
                  </a:lnTo>
                  <a:lnTo>
                    <a:pt x="16738" y="21600"/>
                  </a:lnTo>
                  <a:lnTo>
                    <a:pt x="0" y="21600"/>
                  </a:lnTo>
                  <a:close/>
                </a:path>
              </a:pathLst>
            </a:custGeom>
            <a:solidFill>
              <a:srgbClr val="EEB219"/>
            </a:solidFill>
            <a:ln w="12700" cap="flat">
              <a:noFill/>
              <a:miter lim="400000"/>
            </a:ln>
            <a:effectLst/>
          </p:spPr>
          <p:txBody>
            <a:bodyPr wrap="square" lIns="45719" tIns="45719" rIns="45719" bIns="45719" numCol="1" anchor="ctr">
              <a:noAutofit/>
            </a:bodyPr>
            <a:lstStyle/>
            <a:p>
              <a:pPr defTabSz="914400">
                <a:defRPr b="0" sz="1800">
                  <a:solidFill>
                    <a:srgbClr val="FFFFFF"/>
                  </a:solidFill>
                  <a:latin typeface="Roboto"/>
                  <a:ea typeface="Roboto"/>
                  <a:cs typeface="Roboto"/>
                  <a:sym typeface="Roboto"/>
                </a:defRPr>
              </a:pPr>
            </a:p>
          </p:txBody>
        </p:sp>
        <p:sp>
          <p:nvSpPr>
            <p:cNvPr id="776" name="Oval 25"/>
            <p:cNvSpPr/>
            <p:nvPr/>
          </p:nvSpPr>
          <p:spPr>
            <a:xfrm>
              <a:off x="4259030" y="3597609"/>
              <a:ext cx="1829232" cy="1792922"/>
            </a:xfrm>
            <a:prstGeom prst="ellipse">
              <a:avLst/>
            </a:prstGeom>
            <a:solidFill>
              <a:srgbClr val="6FADDB"/>
            </a:solidFill>
            <a:ln w="12700" cap="flat">
              <a:solidFill>
                <a:srgbClr val="FFFFFF"/>
              </a:solidFill>
              <a:prstDash val="solid"/>
              <a:round/>
            </a:ln>
            <a:effectLst/>
          </p:spPr>
          <p:txBody>
            <a:bodyPr wrap="square" lIns="45719" tIns="45719" rIns="45719" bIns="45719" numCol="1" anchor="ctr">
              <a:noAutofit/>
            </a:bodyPr>
            <a:lstStyle/>
            <a:p>
              <a:pPr defTabSz="914400">
                <a:defRPr b="0" sz="1800">
                  <a:solidFill>
                    <a:srgbClr val="FFFFFF"/>
                  </a:solidFill>
                  <a:latin typeface="Roboto"/>
                  <a:ea typeface="Roboto"/>
                  <a:cs typeface="Roboto"/>
                  <a:sym typeface="Roboto"/>
                </a:defRPr>
              </a:pPr>
            </a:p>
          </p:txBody>
        </p:sp>
      </p:grpSp>
      <p:sp>
        <p:nvSpPr>
          <p:cNvPr id="778" name="SITUACIÓN ACTUAL"/>
          <p:cNvSpPr txBox="1"/>
          <p:nvPr/>
        </p:nvSpPr>
        <p:spPr>
          <a:xfrm>
            <a:off x="1741885" y="8236005"/>
            <a:ext cx="3212144" cy="4191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defRPr sz="2300">
                <a:solidFill>
                  <a:srgbClr val="252D30"/>
                </a:solidFill>
                <a:latin typeface="+mj-lt"/>
                <a:ea typeface="+mj-ea"/>
                <a:cs typeface="+mj-cs"/>
                <a:sym typeface="Montserrat"/>
              </a:defRPr>
            </a:lvl1pPr>
          </a:lstStyle>
          <a:p>
            <a:pPr/>
            <a:r>
              <a:t>SITUACIÓN ACTUAL</a:t>
            </a:r>
          </a:p>
        </p:txBody>
      </p:sp>
      <p:sp>
        <p:nvSpPr>
          <p:cNvPr id="779" name="10,000 visitas/mes…"/>
          <p:cNvSpPr txBox="1"/>
          <p:nvPr/>
        </p:nvSpPr>
        <p:spPr>
          <a:xfrm>
            <a:off x="1885505" y="8826020"/>
            <a:ext cx="3351634" cy="100076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228600" indent="-228600" algn="l" defTabSz="914400">
              <a:lnSpc>
                <a:spcPct val="90000"/>
              </a:lnSpc>
              <a:buSzPct val="100000"/>
              <a:buChar char="•"/>
              <a:defRPr sz="2200">
                <a:solidFill>
                  <a:srgbClr val="252D30"/>
                </a:solidFill>
                <a:latin typeface="+mj-lt"/>
                <a:ea typeface="+mj-ea"/>
                <a:cs typeface="+mj-cs"/>
                <a:sym typeface="Montserrat"/>
              </a:defRPr>
            </a:pPr>
            <a:r>
              <a:t>10,000 visitas/mes</a:t>
            </a:r>
          </a:p>
          <a:p>
            <a:pPr marL="228600" indent="-228600" algn="l" defTabSz="914400">
              <a:lnSpc>
                <a:spcPct val="90000"/>
              </a:lnSpc>
              <a:buSzPct val="100000"/>
              <a:buChar char="•"/>
              <a:defRPr sz="2200">
                <a:solidFill>
                  <a:srgbClr val="252D30"/>
                </a:solidFill>
                <a:latin typeface="+mj-lt"/>
                <a:ea typeface="+mj-ea"/>
                <a:cs typeface="+mj-cs"/>
                <a:sym typeface="Montserrat"/>
              </a:defRPr>
            </a:pPr>
            <a:r>
              <a:t>1500 leads/mes</a:t>
            </a:r>
          </a:p>
          <a:p>
            <a:pPr marL="228600" indent="-228600" algn="l" defTabSz="914400">
              <a:lnSpc>
                <a:spcPct val="90000"/>
              </a:lnSpc>
              <a:buSzPct val="100000"/>
              <a:buChar char="•"/>
              <a:defRPr sz="2200">
                <a:solidFill>
                  <a:srgbClr val="252D30"/>
                </a:solidFill>
                <a:latin typeface="+mj-lt"/>
                <a:ea typeface="+mj-ea"/>
                <a:cs typeface="+mj-cs"/>
                <a:sym typeface="Montserrat"/>
              </a:defRPr>
            </a:pPr>
            <a:r>
              <a:t>50 ventas/mes</a:t>
            </a:r>
          </a:p>
        </p:txBody>
      </p:sp>
      <p:sp>
        <p:nvSpPr>
          <p:cNvPr id="780" name="RESULTADOS ESTIMADOS PARA EL PRIMER MES"/>
          <p:cNvSpPr txBox="1"/>
          <p:nvPr/>
        </p:nvSpPr>
        <p:spPr>
          <a:xfrm>
            <a:off x="5323235" y="3194113"/>
            <a:ext cx="4899047" cy="7620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defRPr sz="2300">
                <a:solidFill>
                  <a:srgbClr val="252D30"/>
                </a:solidFill>
                <a:latin typeface="+mj-lt"/>
                <a:ea typeface="+mj-ea"/>
                <a:cs typeface="+mj-cs"/>
                <a:sym typeface="Montserrat"/>
              </a:defRPr>
            </a:lvl1pPr>
          </a:lstStyle>
          <a:p>
            <a:pPr/>
            <a:r>
              <a:t>RESULTADOS ESTIMADOS PARA EL PRIMER MES</a:t>
            </a:r>
          </a:p>
        </p:txBody>
      </p:sp>
      <p:sp>
        <p:nvSpPr>
          <p:cNvPr id="781" name="12,250 visitas/mes…"/>
          <p:cNvSpPr txBox="1"/>
          <p:nvPr/>
        </p:nvSpPr>
        <p:spPr>
          <a:xfrm>
            <a:off x="6380772" y="4081413"/>
            <a:ext cx="3351634" cy="100076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228600" indent="-228600" algn="l" defTabSz="914400">
              <a:lnSpc>
                <a:spcPct val="90000"/>
              </a:lnSpc>
              <a:buSzPct val="100000"/>
              <a:buChar char="•"/>
              <a:defRPr sz="2200">
                <a:solidFill>
                  <a:srgbClr val="252D30"/>
                </a:solidFill>
                <a:latin typeface="+mj-lt"/>
                <a:ea typeface="+mj-ea"/>
                <a:cs typeface="+mj-cs"/>
                <a:sym typeface="Montserrat"/>
              </a:defRPr>
            </a:pPr>
            <a:r>
              <a:t>12,250 visitas/mes</a:t>
            </a:r>
          </a:p>
          <a:p>
            <a:pPr marL="228600" indent="-228600" algn="l" defTabSz="914400">
              <a:lnSpc>
                <a:spcPct val="90000"/>
              </a:lnSpc>
              <a:buSzPct val="100000"/>
              <a:buChar char="•"/>
              <a:defRPr sz="2200">
                <a:solidFill>
                  <a:srgbClr val="252D30"/>
                </a:solidFill>
                <a:latin typeface="+mj-lt"/>
                <a:ea typeface="+mj-ea"/>
                <a:cs typeface="+mj-cs"/>
                <a:sym typeface="Montserrat"/>
              </a:defRPr>
            </a:pPr>
            <a:r>
              <a:t>2000 leads/mes</a:t>
            </a:r>
          </a:p>
          <a:p>
            <a:pPr marL="228600" indent="-228600" algn="l" defTabSz="914400">
              <a:lnSpc>
                <a:spcPct val="90000"/>
              </a:lnSpc>
              <a:buSzPct val="100000"/>
              <a:buChar char="•"/>
              <a:defRPr sz="2200">
                <a:solidFill>
                  <a:srgbClr val="252D30"/>
                </a:solidFill>
                <a:latin typeface="+mj-lt"/>
                <a:ea typeface="+mj-ea"/>
                <a:cs typeface="+mj-cs"/>
                <a:sym typeface="Montserrat"/>
              </a:defRPr>
            </a:pPr>
            <a:r>
              <a:t>75 ventas/mes</a:t>
            </a:r>
          </a:p>
        </p:txBody>
      </p:sp>
      <p:sp>
        <p:nvSpPr>
          <p:cNvPr id="782" name="RESULTADOS ESTIMADOS PARA EL TERCER Y ÚLTIMO MES"/>
          <p:cNvSpPr txBox="1"/>
          <p:nvPr/>
        </p:nvSpPr>
        <p:spPr>
          <a:xfrm>
            <a:off x="18752777" y="9055588"/>
            <a:ext cx="4899048" cy="7620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914400">
              <a:defRPr sz="2300">
                <a:solidFill>
                  <a:srgbClr val="252D30"/>
                </a:solidFill>
                <a:latin typeface="+mj-lt"/>
                <a:ea typeface="+mj-ea"/>
                <a:cs typeface="+mj-cs"/>
                <a:sym typeface="Montserrat"/>
              </a:defRPr>
            </a:lvl1pPr>
          </a:lstStyle>
          <a:p>
            <a:pPr/>
            <a:r>
              <a:t>RESULTADOS ESTIMADOS PARA EL TERCER Y ÚLTIMO MES</a:t>
            </a:r>
          </a:p>
        </p:txBody>
      </p:sp>
      <p:sp>
        <p:nvSpPr>
          <p:cNvPr id="783" name="17,000 visitas/mes…"/>
          <p:cNvSpPr txBox="1"/>
          <p:nvPr/>
        </p:nvSpPr>
        <p:spPr>
          <a:xfrm>
            <a:off x="19810314" y="9942887"/>
            <a:ext cx="3351635" cy="100076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228600" indent="-228600" algn="l" defTabSz="914400">
              <a:lnSpc>
                <a:spcPct val="90000"/>
              </a:lnSpc>
              <a:buSzPct val="100000"/>
              <a:buChar char="•"/>
              <a:defRPr sz="2200">
                <a:solidFill>
                  <a:srgbClr val="252D30"/>
                </a:solidFill>
                <a:latin typeface="+mj-lt"/>
                <a:ea typeface="+mj-ea"/>
                <a:cs typeface="+mj-cs"/>
                <a:sym typeface="Montserrat"/>
              </a:defRPr>
            </a:pPr>
            <a:r>
              <a:t>17,000 visitas/mes</a:t>
            </a:r>
          </a:p>
          <a:p>
            <a:pPr marL="228600" indent="-228600" algn="l" defTabSz="914400">
              <a:lnSpc>
                <a:spcPct val="90000"/>
              </a:lnSpc>
              <a:buSzPct val="100000"/>
              <a:buChar char="•"/>
              <a:defRPr sz="2200">
                <a:solidFill>
                  <a:srgbClr val="252D30"/>
                </a:solidFill>
                <a:latin typeface="+mj-lt"/>
                <a:ea typeface="+mj-ea"/>
                <a:cs typeface="+mj-cs"/>
                <a:sym typeface="Montserrat"/>
              </a:defRPr>
            </a:pPr>
            <a:r>
              <a:t>3500 leads/mes</a:t>
            </a:r>
          </a:p>
          <a:p>
            <a:pPr marL="228600" indent="-228600" algn="l" defTabSz="914400">
              <a:lnSpc>
                <a:spcPct val="90000"/>
              </a:lnSpc>
              <a:buSzPct val="100000"/>
              <a:buChar char="•"/>
              <a:defRPr sz="2200">
                <a:solidFill>
                  <a:srgbClr val="252D30"/>
                </a:solidFill>
                <a:latin typeface="+mj-lt"/>
                <a:ea typeface="+mj-ea"/>
                <a:cs typeface="+mj-cs"/>
                <a:sym typeface="Montserrat"/>
              </a:defRPr>
            </a:pPr>
            <a:r>
              <a:t>120 ventas/mes</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85" name="KPIS y métricas"/>
          <p:cNvSpPr txBox="1"/>
          <p:nvPr>
            <p:ph type="title"/>
          </p:nvPr>
        </p:nvSpPr>
        <p:spPr>
          <a:prstGeom prst="rect">
            <a:avLst/>
          </a:prstGeom>
        </p:spPr>
        <p:txBody>
          <a:bodyPr/>
          <a:lstStyle/>
          <a:p>
            <a:pPr/>
            <a:r>
              <a:t>KPIS y métricas</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87" name="Indicadores principales"/>
          <p:cNvSpPr txBox="1"/>
          <p:nvPr>
            <p:ph type="title"/>
          </p:nvPr>
        </p:nvSpPr>
        <p:spPr>
          <a:xfrm>
            <a:off x="330200" y="127000"/>
            <a:ext cx="14190348" cy="1522016"/>
          </a:xfrm>
          <a:prstGeom prst="rect">
            <a:avLst/>
          </a:prstGeom>
        </p:spPr>
        <p:txBody>
          <a:bodyPr/>
          <a:lstStyle/>
          <a:p>
            <a:pPr/>
            <a:r>
              <a:t>Indicadores principales</a:t>
            </a:r>
          </a:p>
        </p:txBody>
      </p:sp>
      <p:sp>
        <p:nvSpPr>
          <p:cNvPr id="788" name="Número de diapositiva"/>
          <p:cNvSpPr txBox="1"/>
          <p:nvPr>
            <p:ph type="sldNum" sz="quarter" idx="4294967295"/>
          </p:nvPr>
        </p:nvSpPr>
        <p:spPr>
          <a:xfrm>
            <a:off x="23465471" y="434232"/>
            <a:ext cx="494514" cy="502335"/>
          </a:xfrm>
          <a:prstGeom prst="rect">
            <a:avLst/>
          </a:prstGeom>
          <a:extLst>
            <a:ext uri="{C572A759-6A51-4108-AA02-DFA0A04FC94B}">
              <ma14:wrappingTextBoxFlag xmlns:ma14="http://schemas.microsoft.com/office/mac/drawingml/2011/main" val="1"/>
            </a:ext>
          </a:extLst>
        </p:spPr>
        <p:txBody>
          <a:bodyPr lIns="71437" tIns="71437" rIns="71437" bIns="71437"/>
          <a:lstStyle/>
          <a:p>
            <a:pPr/>
            <a:fld id="{86CB4B4D-7CA3-9044-876B-883B54F8677D}" type="slidenum"/>
          </a:p>
        </p:txBody>
      </p:sp>
      <p:grpSp>
        <p:nvGrpSpPr>
          <p:cNvPr id="799" name="Grupo"/>
          <p:cNvGrpSpPr/>
          <p:nvPr/>
        </p:nvGrpSpPr>
        <p:grpSpPr>
          <a:xfrm>
            <a:off x="-193675" y="-31354"/>
            <a:ext cx="24701500" cy="13916026"/>
            <a:chOff x="0" y="0"/>
            <a:chExt cx="24701500" cy="13916025"/>
          </a:xfrm>
        </p:grpSpPr>
        <p:sp>
          <p:nvSpPr>
            <p:cNvPr id="789" name="Figura"/>
            <p:cNvSpPr/>
            <p:nvPr/>
          </p:nvSpPr>
          <p:spPr>
            <a:xfrm>
              <a:off x="0" y="0"/>
              <a:ext cx="24701500" cy="139160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766" y="0"/>
                  </a:moveTo>
                  <a:lnTo>
                    <a:pt x="19766" y="1"/>
                  </a:lnTo>
                  <a:lnTo>
                    <a:pt x="15567" y="1"/>
                  </a:lnTo>
                  <a:lnTo>
                    <a:pt x="14643" y="1694"/>
                  </a:lnTo>
                  <a:lnTo>
                    <a:pt x="13099" y="2098"/>
                  </a:lnTo>
                  <a:lnTo>
                    <a:pt x="11511" y="7682"/>
                  </a:lnTo>
                  <a:lnTo>
                    <a:pt x="10144" y="8273"/>
                  </a:lnTo>
                  <a:lnTo>
                    <a:pt x="8586" y="13850"/>
                  </a:lnTo>
                  <a:lnTo>
                    <a:pt x="7368" y="13486"/>
                  </a:lnTo>
                  <a:lnTo>
                    <a:pt x="5287" y="18967"/>
                  </a:lnTo>
                  <a:lnTo>
                    <a:pt x="2962" y="17770"/>
                  </a:lnTo>
                  <a:lnTo>
                    <a:pt x="0" y="21427"/>
                  </a:lnTo>
                  <a:lnTo>
                    <a:pt x="20547" y="21600"/>
                  </a:lnTo>
                  <a:lnTo>
                    <a:pt x="20547" y="21387"/>
                  </a:lnTo>
                  <a:lnTo>
                    <a:pt x="21600" y="21387"/>
                  </a:lnTo>
                  <a:lnTo>
                    <a:pt x="21600" y="0"/>
                  </a:lnTo>
                  <a:lnTo>
                    <a:pt x="19766" y="0"/>
                  </a:lnTo>
                  <a:close/>
                </a:path>
              </a:pathLst>
            </a:custGeom>
            <a:solidFill>
              <a:srgbClr val="CECDD2">
                <a:alpha val="36978"/>
              </a:srgbClr>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grpSp>
          <p:nvGrpSpPr>
            <p:cNvPr id="798" name="Grupo"/>
            <p:cNvGrpSpPr/>
            <p:nvPr/>
          </p:nvGrpSpPr>
          <p:grpSpPr>
            <a:xfrm>
              <a:off x="3126295" y="789881"/>
              <a:ext cx="13852403" cy="11680302"/>
              <a:chOff x="0" y="0"/>
              <a:chExt cx="13852401" cy="11680301"/>
            </a:xfrm>
          </p:grpSpPr>
          <p:sp>
            <p:nvSpPr>
              <p:cNvPr id="790" name="Círculo"/>
              <p:cNvSpPr/>
              <p:nvPr/>
            </p:nvSpPr>
            <p:spPr>
              <a:xfrm>
                <a:off x="0" y="10411840"/>
                <a:ext cx="533078" cy="533079"/>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791" name="Círculo"/>
              <p:cNvSpPr/>
              <p:nvPr/>
            </p:nvSpPr>
            <p:spPr>
              <a:xfrm>
                <a:off x="2633538" y="11147223"/>
                <a:ext cx="533079" cy="533079"/>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792" name="Círculo"/>
              <p:cNvSpPr/>
              <p:nvPr/>
            </p:nvSpPr>
            <p:spPr>
              <a:xfrm>
                <a:off x="5072395" y="7779061"/>
                <a:ext cx="533078" cy="533079"/>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793" name="Círculo"/>
              <p:cNvSpPr/>
              <p:nvPr/>
            </p:nvSpPr>
            <p:spPr>
              <a:xfrm>
                <a:off x="6462561" y="7779061"/>
                <a:ext cx="533079" cy="533079"/>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794" name="Círculo"/>
              <p:cNvSpPr/>
              <p:nvPr/>
            </p:nvSpPr>
            <p:spPr>
              <a:xfrm>
                <a:off x="8202507" y="4398185"/>
                <a:ext cx="533079" cy="533079"/>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795" name="Círculo"/>
              <p:cNvSpPr/>
              <p:nvPr/>
            </p:nvSpPr>
            <p:spPr>
              <a:xfrm>
                <a:off x="9760749" y="3853088"/>
                <a:ext cx="533079" cy="533079"/>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796" name="Círculo"/>
              <p:cNvSpPr/>
              <p:nvPr/>
            </p:nvSpPr>
            <p:spPr>
              <a:xfrm>
                <a:off x="11615557" y="295948"/>
                <a:ext cx="533079" cy="533078"/>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797" name="Círculo"/>
              <p:cNvSpPr/>
              <p:nvPr/>
            </p:nvSpPr>
            <p:spPr>
              <a:xfrm>
                <a:off x="13319323" y="0"/>
                <a:ext cx="533079" cy="533078"/>
              </a:xfrm>
              <a:prstGeom prst="ellipse">
                <a:avLst/>
              </a:prstGeom>
              <a:solidFill>
                <a:srgbClr val="CECDD2"/>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grpSp>
      </p:grpSp>
      <p:sp>
        <p:nvSpPr>
          <p:cNvPr id="800" name="Bacon ipsum dolor amet kevin burgdoggen jowl cupim"/>
          <p:cNvSpPr txBox="1"/>
          <p:nvPr/>
        </p:nvSpPr>
        <p:spPr>
          <a:xfrm>
            <a:off x="15689677" y="4073585"/>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801" name="Bacon ipsum dolor amet kevin burgdoggen jowl cupim"/>
          <p:cNvSpPr txBox="1"/>
          <p:nvPr/>
        </p:nvSpPr>
        <p:spPr>
          <a:xfrm>
            <a:off x="15689677" y="6322655"/>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802" name="Bacon ipsum dolor amet kevin burgdoggen jowl cupim"/>
          <p:cNvSpPr txBox="1"/>
          <p:nvPr/>
        </p:nvSpPr>
        <p:spPr>
          <a:xfrm>
            <a:off x="15689677" y="8578996"/>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803" name="Bacon ipsum dolor amet kevin burgdoggen jowl cupim"/>
          <p:cNvSpPr txBox="1"/>
          <p:nvPr/>
        </p:nvSpPr>
        <p:spPr>
          <a:xfrm>
            <a:off x="15689677" y="10828066"/>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804" name="Línea"/>
          <p:cNvSpPr/>
          <p:nvPr/>
        </p:nvSpPr>
        <p:spPr>
          <a:xfrm rot="21240000">
            <a:off x="14760181" y="4265813"/>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805" name="Línea"/>
          <p:cNvSpPr/>
          <p:nvPr/>
        </p:nvSpPr>
        <p:spPr>
          <a:xfrm rot="21240000">
            <a:off x="14760181" y="6527582"/>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806" name="Línea"/>
          <p:cNvSpPr/>
          <p:nvPr/>
        </p:nvSpPr>
        <p:spPr>
          <a:xfrm rot="21240000">
            <a:off x="14760181" y="8789351"/>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807" name="Línea"/>
          <p:cNvSpPr/>
          <p:nvPr/>
        </p:nvSpPr>
        <p:spPr>
          <a:xfrm rot="21240000">
            <a:off x="14760181" y="11051120"/>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808" name="Indicadores secundarios"/>
          <p:cNvSpPr txBox="1"/>
          <p:nvPr/>
        </p:nvSpPr>
        <p:spPr>
          <a:xfrm>
            <a:off x="14388917" y="2100292"/>
            <a:ext cx="14190348" cy="15220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algn="l">
              <a:defRPr sz="5500">
                <a:latin typeface="+mj-lt"/>
                <a:ea typeface="+mj-ea"/>
                <a:cs typeface="+mj-cs"/>
                <a:sym typeface="Montserrat"/>
              </a:defRPr>
            </a:lvl1pPr>
          </a:lstStyle>
          <a:p>
            <a:pPr/>
            <a:r>
              <a:t>Indicadores secundarios</a:t>
            </a:r>
          </a:p>
        </p:txBody>
      </p:sp>
      <p:sp>
        <p:nvSpPr>
          <p:cNvPr id="809" name="Bacon ipsum dolor amet kevin burgdoggen jowl cupim"/>
          <p:cNvSpPr txBox="1"/>
          <p:nvPr/>
        </p:nvSpPr>
        <p:spPr>
          <a:xfrm>
            <a:off x="2082701" y="4150757"/>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810" name="Bacon ipsum dolor amet kevin burgdoggen jowl cupim"/>
          <p:cNvSpPr txBox="1"/>
          <p:nvPr/>
        </p:nvSpPr>
        <p:spPr>
          <a:xfrm>
            <a:off x="2082701" y="6399827"/>
            <a:ext cx="7280810" cy="1108076"/>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spAutoFit/>
          </a:bodyPr>
          <a:lstStyle>
            <a:lvl1pPr algn="l" defTabSz="821531">
              <a:defRPr sz="3200">
                <a:latin typeface="+mj-lt"/>
                <a:ea typeface="+mj-ea"/>
                <a:cs typeface="+mj-cs"/>
                <a:sym typeface="Montserrat"/>
              </a:defRPr>
            </a:lvl1pPr>
          </a:lstStyle>
          <a:p>
            <a:pPr/>
            <a:r>
              <a:t>Bacon ipsum dolor amet kevin burgdoggen jowl cupim</a:t>
            </a:r>
          </a:p>
        </p:txBody>
      </p:sp>
      <p:sp>
        <p:nvSpPr>
          <p:cNvPr id="811" name="Línea"/>
          <p:cNvSpPr/>
          <p:nvPr/>
        </p:nvSpPr>
        <p:spPr>
          <a:xfrm rot="21240000">
            <a:off x="1153205" y="4342985"/>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
        <p:nvSpPr>
          <p:cNvPr id="812" name="Línea"/>
          <p:cNvSpPr/>
          <p:nvPr/>
        </p:nvSpPr>
        <p:spPr>
          <a:xfrm rot="21240000">
            <a:off x="1153205" y="6604754"/>
            <a:ext cx="438095" cy="342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70"/>
                </a:moveTo>
                <a:lnTo>
                  <a:pt x="5482" y="21600"/>
                </a:lnTo>
                <a:lnTo>
                  <a:pt x="21600" y="0"/>
                </a:lnTo>
              </a:path>
            </a:pathLst>
          </a:custGeom>
          <a:ln w="101600">
            <a:solidFill>
              <a:schemeClr val="accent3">
                <a:hueOff val="362282"/>
                <a:satOff val="31803"/>
                <a:lumOff val="-18242"/>
              </a:schemeClr>
            </a:solidFill>
            <a:miter lim="400000"/>
          </a:ln>
        </p:spPr>
        <p:txBody>
          <a:bodyPr lIns="71437" tIns="71437" rIns="71437" bIns="71437" anchor="ctr"/>
          <a:lstStyle/>
          <a:p>
            <a:pPr defTabSz="821531">
              <a:defRPr b="0" sz="3200">
                <a:solidFill>
                  <a:srgbClr val="51A7F9"/>
                </a:solidFill>
                <a:latin typeface="Helvetica Light"/>
                <a:ea typeface="Helvetica Light"/>
                <a:cs typeface="Helvetica Light"/>
                <a:sym typeface="Helvetica Light"/>
              </a:defRPr>
            </a:pP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14" name="Tabla de indicadores"/>
          <p:cNvSpPr txBox="1"/>
          <p:nvPr>
            <p:ph type="title"/>
          </p:nvPr>
        </p:nvSpPr>
        <p:spPr>
          <a:prstGeom prst="rect">
            <a:avLst/>
          </a:prstGeom>
        </p:spPr>
        <p:txBody>
          <a:bodyPr/>
          <a:lstStyle/>
          <a:p>
            <a:pPr/>
            <a:r>
              <a:t>Tabla de indicadores</a:t>
            </a:r>
          </a:p>
        </p:txBody>
      </p:sp>
      <p:graphicFrame>
        <p:nvGraphicFramePr>
          <p:cNvPr id="815" name="Tabla"/>
          <p:cNvGraphicFramePr/>
          <p:nvPr/>
        </p:nvGraphicFramePr>
        <p:xfrm>
          <a:off x="926095" y="2206429"/>
          <a:ext cx="22256887" cy="10557695"/>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2331960"/>
                <a:gridCol w="2269768"/>
                <a:gridCol w="3934923"/>
                <a:gridCol w="4879430"/>
                <a:gridCol w="3291139"/>
                <a:gridCol w="3421603"/>
                <a:gridCol w="2115360"/>
              </a:tblGrid>
              <a:tr h="1103080">
                <a:tc>
                  <a:txBody>
                    <a:bodyPr/>
                    <a:lstStyle/>
                    <a:p>
                      <a:pPr defTabSz="457200">
                        <a:lnSpc>
                          <a:spcPts val="4600"/>
                        </a:lnSpc>
                        <a:defRPr sz="1800"/>
                      </a:pPr>
                      <a:r>
                        <a:rPr b="1" sz="2300">
                          <a:latin typeface="+mj-lt"/>
                          <a:ea typeface="+mj-ea"/>
                          <a:cs typeface="+mj-cs"/>
                          <a:sym typeface="Montserrat"/>
                        </a:rPr>
                        <a:t>Tiempo medio para implementar</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D966"/>
                    </a:solidFill>
                  </a:tcPr>
                </a:tc>
                <a:tc>
                  <a:txBody>
                    <a:bodyPr/>
                    <a:lstStyle/>
                    <a:p>
                      <a:pPr defTabSz="457200">
                        <a:lnSpc>
                          <a:spcPts val="4600"/>
                        </a:lnSpc>
                        <a:defRPr sz="1800"/>
                      </a:pPr>
                      <a:r>
                        <a:rPr b="1" sz="2300">
                          <a:latin typeface="+mj-lt"/>
                          <a:ea typeface="+mj-ea"/>
                          <a:cs typeface="+mj-cs"/>
                          <a:sym typeface="Montserrat"/>
                        </a:rPr>
                        <a:t>Proceso</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D966"/>
                    </a:solidFill>
                  </a:tcPr>
                </a:tc>
                <a:tc>
                  <a:txBody>
                    <a:bodyPr/>
                    <a:lstStyle/>
                    <a:p>
                      <a:pPr defTabSz="457200">
                        <a:lnSpc>
                          <a:spcPts val="4600"/>
                        </a:lnSpc>
                        <a:defRPr sz="1800"/>
                      </a:pPr>
                      <a:r>
                        <a:rPr b="1" sz="2300">
                          <a:latin typeface="+mj-lt"/>
                          <a:ea typeface="+mj-ea"/>
                          <a:cs typeface="+mj-cs"/>
                          <a:sym typeface="Montserrat"/>
                        </a:rPr>
                        <a:t>Objetivos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D966"/>
                    </a:solidFill>
                  </a:tcPr>
                </a:tc>
                <a:tc>
                  <a:txBody>
                    <a:bodyPr/>
                    <a:lstStyle/>
                    <a:p>
                      <a:pPr defTabSz="457200">
                        <a:lnSpc>
                          <a:spcPts val="4600"/>
                        </a:lnSpc>
                        <a:defRPr sz="1800"/>
                      </a:pPr>
                      <a:r>
                        <a:rPr b="1" sz="2300">
                          <a:latin typeface="+mj-lt"/>
                          <a:ea typeface="+mj-ea"/>
                          <a:cs typeface="+mj-cs"/>
                          <a:sym typeface="Montserrat"/>
                        </a:rPr>
                        <a:t>Indicadores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D966"/>
                    </a:solidFill>
                  </a:tcPr>
                </a:tc>
                <a:tc>
                  <a:txBody>
                    <a:bodyPr/>
                    <a:lstStyle/>
                    <a:p>
                      <a:pPr defTabSz="457200">
                        <a:lnSpc>
                          <a:spcPts val="4600"/>
                        </a:lnSpc>
                        <a:defRPr sz="1800"/>
                      </a:pPr>
                      <a:r>
                        <a:rPr b="1" sz="2300">
                          <a:latin typeface="+mj-lt"/>
                          <a:ea typeface="+mj-ea"/>
                          <a:cs typeface="+mj-cs"/>
                          <a:sym typeface="Montserrat"/>
                        </a:rPr>
                        <a:t>Metas principales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D966"/>
                    </a:solidFill>
                  </a:tcPr>
                </a:tc>
                <a:tc>
                  <a:txBody>
                    <a:bodyPr/>
                    <a:lstStyle/>
                    <a:p>
                      <a:pPr defTabSz="457200">
                        <a:lnSpc>
                          <a:spcPts val="4600"/>
                        </a:lnSpc>
                        <a:defRPr sz="1800"/>
                      </a:pPr>
                      <a:r>
                        <a:rPr b="1" sz="2300">
                          <a:latin typeface="+mj-lt"/>
                          <a:ea typeface="+mj-ea"/>
                          <a:cs typeface="+mj-cs"/>
                          <a:sym typeface="Montserrat"/>
                        </a:rPr>
                        <a:t>Situación actual</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D966"/>
                    </a:solidFill>
                  </a:tcPr>
                </a:tc>
                <a:tc>
                  <a:txBody>
                    <a:bodyPr/>
                    <a:lstStyle/>
                    <a:p>
                      <a:pPr defTabSz="457200">
                        <a:lnSpc>
                          <a:spcPts val="4600"/>
                        </a:lnSpc>
                        <a:defRPr sz="1800"/>
                      </a:pPr>
                      <a:r>
                        <a:rPr b="1" sz="2300">
                          <a:latin typeface="+mj-lt"/>
                          <a:ea typeface="+mj-ea"/>
                          <a:cs typeface="+mj-cs"/>
                          <a:sym typeface="Montserrat"/>
                        </a:rPr>
                        <a:t>Tiempo medio para cumplir indicadores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D966"/>
                    </a:solidFill>
                  </a:tcPr>
                </a:tc>
              </a:tr>
              <a:tr h="3657705">
                <a:tc>
                  <a:txBody>
                    <a:bodyPr/>
                    <a:lstStyle/>
                    <a:p>
                      <a:pPr defTabSz="457200">
                        <a:lnSpc>
                          <a:spcPts val="3600"/>
                        </a:lnSpc>
                        <a:defRPr sz="1800"/>
                      </a:pPr>
                      <a:r>
                        <a:rPr sz="1733">
                          <a:latin typeface="+mj-lt"/>
                          <a:ea typeface="+mj-ea"/>
                          <a:cs typeface="+mj-cs"/>
                          <a:sym typeface="Montserrat"/>
                        </a:rPr>
                        <a:t>1-2 semanas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800"/>
                      </a:pPr>
                      <a:r>
                        <a:rPr b="1" sz="1733">
                          <a:latin typeface="+mj-lt"/>
                          <a:ea typeface="+mj-ea"/>
                          <a:cs typeface="+mj-cs"/>
                          <a:sym typeface="Montserrat"/>
                        </a:rPr>
                        <a:t>Crear nueva plantilla propuesta clientes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800"/>
                      </a:pPr>
                      <a:r>
                        <a:rPr sz="1733">
                          <a:latin typeface="+mj-lt"/>
                          <a:ea typeface="+mj-ea"/>
                          <a:cs typeface="+mj-cs"/>
                          <a:sym typeface="Montserrat"/>
                        </a:rPr>
                        <a:t>- Mejorar las auditorías
- Incluir propuesta estratégica 
- Hacer mejores propuestas a clientes grandes
- Cerrar a más clientes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800"/>
                      </a:pPr>
                      <a:r>
                        <a:rPr sz="1733">
                          <a:latin typeface="+mj-lt"/>
                          <a:ea typeface="+mj-ea"/>
                          <a:cs typeface="+mj-cs"/>
                          <a:sym typeface="Montserrat"/>
                        </a:rPr>
                        <a:t>- Aumentar el % de clientes cerrados después de propuestas
- Mejorar el nivel de satisfacción de posibles clientes
- Mejorar las expectativas de los potenciales clientes
- Mejorar el feedback de los potenciales clientes después de la propuesta
- Aumentar los ingresos de nuevos clientes por los upsells realizado fuera del plan base (páginas webs, publicidad, seo, etc..)
- Aumento el número de propuestas cerradas vs las creadas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800"/>
                      </a:pPr>
                      <a:r>
                        <a:rPr sz="1733">
                          <a:latin typeface="+mj-lt"/>
                          <a:ea typeface="+mj-ea"/>
                          <a:cs typeface="+mj-cs"/>
                          <a:sym typeface="Montserrat"/>
                        </a:rPr>
                        <a:t>- Cerrar al 50%-60% de potenciales clientes
- Aumentar entre un 10% y 30% la facturación mensual</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p>
                      <a:pPr marL="229305" indent="-229305" algn="l" defTabSz="457200">
                        <a:lnSpc>
                          <a:spcPts val="3600"/>
                        </a:lnSpc>
                        <a:buSzPct val="125000"/>
                        <a:buChar char="-"/>
                        <a:defRPr sz="1733">
                          <a:latin typeface="+mj-lt"/>
                          <a:ea typeface="+mj-ea"/>
                          <a:cs typeface="+mj-cs"/>
                          <a:sym typeface="Montserrat"/>
                        </a:defRPr>
                      </a:pPr>
                      <a:r>
                        <a:t>La facturación mensual ronda los 35,000 dólares</a:t>
                      </a:r>
                    </a:p>
                    <a:p>
                      <a:pPr marL="229305" indent="-229305" algn="l" defTabSz="457200">
                        <a:lnSpc>
                          <a:spcPts val="3600"/>
                        </a:lnSpc>
                        <a:buSzPct val="125000"/>
                        <a:buChar char="-"/>
                        <a:defRPr sz="1733">
                          <a:latin typeface="+mj-lt"/>
                          <a:ea typeface="+mj-ea"/>
                          <a:cs typeface="+mj-cs"/>
                          <a:sym typeface="Montserrat"/>
                        </a:defRPr>
                      </a:pPr>
                      <a:r>
                        <a:t>Los clientes no piden más detalles sobre las propuestas (sabemos que tenemos que mejorar el formato)</a:t>
                      </a:r>
                    </a:p>
                    <a:p>
                      <a:pPr marL="229305" indent="-229305" algn="l" defTabSz="457200">
                        <a:lnSpc>
                          <a:spcPts val="3600"/>
                        </a:lnSpc>
                        <a:buSzPct val="125000"/>
                        <a:buChar char="-"/>
                        <a:defRPr sz="1733">
                          <a:latin typeface="+mj-lt"/>
                          <a:ea typeface="+mj-ea"/>
                          <a:cs typeface="+mj-cs"/>
                          <a:sym typeface="Montserrat"/>
                        </a:defRPr>
                      </a:pPr>
                      <a:r>
                        <a:t>La tasa de cierre de nuevos clientes es de un 30%</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defTabSz="457200">
                        <a:lnSpc>
                          <a:spcPts val="3600"/>
                        </a:lnSpc>
                        <a:defRPr sz="1800"/>
                      </a:pPr>
                      <a:r>
                        <a:rPr sz="1733">
                          <a:latin typeface="+mj-lt"/>
                          <a:ea typeface="+mj-ea"/>
                          <a:cs typeface="+mj-cs"/>
                          <a:sym typeface="Montserrat"/>
                        </a:rPr>
                        <a:t>1-2 meses</a:t>
                      </a: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r>
              <a:tr h="1928069">
                <a:tc>
                  <a:txBody>
                    <a:bodyPr/>
                    <a:lstStyle/>
                    <a:p>
                      <a:pPr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b="1"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defTabSz="457200">
                        <a:lnSpc>
                          <a:spcPts val="3600"/>
                        </a:lnSpc>
                        <a:defRPr b="1"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r>
              <a:tr h="1928069">
                <a:tc>
                  <a:txBody>
                    <a:bodyPr/>
                    <a:lstStyle/>
                    <a:p>
                      <a:pPr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b="1"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defTabSz="457200">
                        <a:lnSpc>
                          <a:spcPts val="3600"/>
                        </a:lnSpc>
                        <a:defRPr b="1"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r>
              <a:tr h="1928069">
                <a:tc>
                  <a:txBody>
                    <a:bodyPr/>
                    <a:lstStyle/>
                    <a:p>
                      <a:pPr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b="1"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algn="l"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defTabSz="457200">
                        <a:lnSpc>
                          <a:spcPts val="3600"/>
                        </a:lnSpc>
                        <a:defRPr b="1"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defTabSz="457200">
                        <a:lnSpc>
                          <a:spcPts val="3600"/>
                        </a:lnSpc>
                        <a:defRPr sz="1733">
                          <a:latin typeface="+mj-lt"/>
                          <a:ea typeface="+mj-ea"/>
                          <a:cs typeface="+mj-cs"/>
                          <a:sym typeface="Montserrat"/>
                        </a:defRPr>
                      </a:pPr>
                    </a:p>
                  </a:txBody>
                  <a:tcPr marL="38100" marR="38100" marT="25400" marB="254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r>
            </a:tbl>
          </a:graphicData>
        </a:graphic>
      </p:graphicFrame>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19" name="Métricas según objetivos"/>
          <p:cNvSpPr txBox="1"/>
          <p:nvPr>
            <p:ph type="title"/>
          </p:nvPr>
        </p:nvSpPr>
        <p:spPr>
          <a:prstGeom prst="rect">
            <a:avLst/>
          </a:prstGeom>
        </p:spPr>
        <p:txBody>
          <a:bodyPr/>
          <a:lstStyle/>
          <a:p>
            <a:pPr/>
            <a:r>
              <a:t>Métricas según objetivos</a:t>
            </a:r>
          </a:p>
        </p:txBody>
      </p:sp>
      <p:graphicFrame>
        <p:nvGraphicFramePr>
          <p:cNvPr id="820" name="Tabla"/>
          <p:cNvGraphicFramePr/>
          <p:nvPr/>
        </p:nvGraphicFramePr>
        <p:xfrm>
          <a:off x="2599771" y="3311387"/>
          <a:ext cx="18768872" cy="7433290"/>
        </p:xfrm>
        <a:graphic xmlns:a="http://schemas.openxmlformats.org/drawingml/2006/main">
          <a:graphicData uri="http://schemas.openxmlformats.org/drawingml/2006/table">
            <a:tbl>
              <a:tblPr firstCol="0" firstRow="0" lastCol="0" lastRow="0" bandCol="0" bandRow="0" rtl="0">
                <a:tableStyleId>{CF821DB8-F4EB-4A41-A1BA-3FCAFE7338EE}</a:tableStyleId>
              </a:tblPr>
              <a:tblGrid>
                <a:gridCol w="4689043"/>
                <a:gridCol w="4689043"/>
                <a:gridCol w="4689043"/>
                <a:gridCol w="4689043"/>
              </a:tblGrid>
              <a:tr h="645934">
                <a:tc rowSpan="2">
                  <a:txBody>
                    <a:bodyPr/>
                    <a:lstStyle/>
                    <a:p>
                      <a:pPr defTabSz="914400">
                        <a:defRPr sz="1800"/>
                      </a:pPr>
                      <a:r>
                        <a:rPr b="1" sz="3200">
                          <a:latin typeface="+mj-lt"/>
                          <a:ea typeface="+mj-ea"/>
                          <a:cs typeface="+mj-cs"/>
                          <a:sym typeface="Montserrat"/>
                        </a:rPr>
                        <a:t>Qué medimos</a:t>
                      </a:r>
                    </a:p>
                  </a:txBody>
                  <a:tcPr marL="50800" marR="50800" marT="50800" marB="50800" anchor="ctr" anchorCtr="0" horzOverflow="overflow">
                    <a:solidFill>
                      <a:srgbClr val="EDCB36"/>
                    </a:solidFill>
                  </a:tcPr>
                </a:tc>
                <a:tc gridSpan="3">
                  <a:txBody>
                    <a:bodyPr/>
                    <a:lstStyle/>
                    <a:p>
                      <a:pPr defTabSz="914400">
                        <a:defRPr sz="1800"/>
                      </a:pPr>
                      <a:r>
                        <a:rPr b="1" sz="3200">
                          <a:latin typeface="+mj-lt"/>
                          <a:ea typeface="+mj-ea"/>
                          <a:cs typeface="+mj-cs"/>
                          <a:sym typeface="Montserrat"/>
                        </a:rPr>
                        <a:t>Cómo lo medimos</a:t>
                      </a:r>
                    </a:p>
                  </a:txBody>
                  <a:tcPr marL="50800" marR="50800" marT="50800" marB="50800" anchor="ctr" anchorCtr="0" horzOverflow="overflow">
                    <a:solidFill>
                      <a:srgbClr val="EDCB36"/>
                    </a:solidFill>
                  </a:tcPr>
                </a:tc>
                <a:tc hMerge="1">
                  <a:tcPr/>
                </a:tc>
                <a:tc hMerge="1">
                  <a:tcPr/>
                </a:tc>
              </a:tr>
              <a:tr h="585520">
                <a:tc vMerge="1">
                  <a:tcPr/>
                </a:tc>
                <a:tc>
                  <a:txBody>
                    <a:bodyPr/>
                    <a:lstStyle/>
                    <a:p>
                      <a:pPr defTabSz="914400">
                        <a:defRPr sz="1800"/>
                      </a:pPr>
                      <a:r>
                        <a:rPr b="1" sz="2900">
                          <a:latin typeface="+mj-lt"/>
                          <a:ea typeface="+mj-ea"/>
                          <a:cs typeface="+mj-cs"/>
                          <a:sym typeface="Montserrat"/>
                        </a:rPr>
                        <a:t>Alcance</a:t>
                      </a:r>
                    </a:p>
                  </a:txBody>
                  <a:tcPr marL="50800" marR="50800" marT="50800" marB="50800" anchor="ctr" anchorCtr="0" horzOverflow="overflow">
                    <a:solidFill>
                      <a:srgbClr val="EDCB36"/>
                    </a:solidFill>
                  </a:tcPr>
                </a:tc>
                <a:tc>
                  <a:txBody>
                    <a:bodyPr/>
                    <a:lstStyle/>
                    <a:p>
                      <a:pPr defTabSz="914400">
                        <a:defRPr sz="1800"/>
                      </a:pPr>
                      <a:r>
                        <a:rPr b="1" sz="2900">
                          <a:latin typeface="+mj-lt"/>
                          <a:ea typeface="+mj-ea"/>
                          <a:cs typeface="+mj-cs"/>
                          <a:sym typeface="Montserrat"/>
                        </a:rPr>
                        <a:t>Interacción</a:t>
                      </a:r>
                    </a:p>
                  </a:txBody>
                  <a:tcPr marL="50800" marR="50800" marT="50800" marB="50800" anchor="ctr" anchorCtr="0" horzOverflow="overflow">
                    <a:solidFill>
                      <a:srgbClr val="EDCB36"/>
                    </a:solidFill>
                  </a:tcPr>
                </a:tc>
                <a:tc>
                  <a:txBody>
                    <a:bodyPr/>
                    <a:lstStyle/>
                    <a:p>
                      <a:pPr defTabSz="914400">
                        <a:defRPr sz="1800"/>
                      </a:pPr>
                      <a:r>
                        <a:rPr b="1" sz="2900">
                          <a:latin typeface="+mj-lt"/>
                          <a:ea typeface="+mj-ea"/>
                          <a:cs typeface="+mj-cs"/>
                          <a:sym typeface="Montserrat"/>
                        </a:rPr>
                        <a:t>Conversión</a:t>
                      </a:r>
                    </a:p>
                  </a:txBody>
                  <a:tcPr marL="50800" marR="50800" marT="50800" marB="50800" anchor="ctr" anchorCtr="0" horzOverflow="overflow">
                    <a:solidFill>
                      <a:srgbClr val="EDCB36"/>
                    </a:solidFill>
                  </a:tcPr>
                </a:tc>
              </a:tr>
              <a:tr h="1547283">
                <a:tc>
                  <a:txBody>
                    <a:bodyPr/>
                    <a:lstStyle/>
                    <a:p>
                      <a:pPr defTabSz="914400">
                        <a:defRPr sz="1800"/>
                      </a:pPr>
                      <a:r>
                        <a:rPr b="1" sz="3200">
                          <a:latin typeface="+mj-lt"/>
                          <a:ea typeface="+mj-ea"/>
                          <a:cs typeface="+mj-cs"/>
                          <a:sym typeface="Montserrat"/>
                        </a:rPr>
                        <a:t>Branding</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Impresiones</a:t>
                      </a:r>
                    </a:p>
                    <a:p>
                      <a:pPr marL="228600" indent="-228600" algn="l" defTabSz="914400">
                        <a:buSzPct val="100000"/>
                        <a:buChar char="•"/>
                        <a:defRPr sz="2000">
                          <a:latin typeface="+mj-lt"/>
                          <a:ea typeface="+mj-ea"/>
                          <a:cs typeface="+mj-cs"/>
                          <a:sym typeface="Montserrat"/>
                        </a:defRPr>
                      </a:pPr>
                      <a:r>
                        <a:t>Alcance único</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contenidos publicados</a:t>
                      </a:r>
                    </a:p>
                    <a:p>
                      <a:pPr marL="228600" indent="-228600" algn="l" defTabSz="914400">
                        <a:buSzPct val="100000"/>
                        <a:buChar char="•"/>
                        <a:defRPr sz="2000">
                          <a:latin typeface="+mj-lt"/>
                          <a:ea typeface="+mj-ea"/>
                          <a:cs typeface="+mj-cs"/>
                          <a:sym typeface="Montserrat"/>
                        </a:defRPr>
                      </a:pPr>
                      <a:r>
                        <a:t>Número de interacciones</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leads</a:t>
                      </a:r>
                    </a:p>
                    <a:p>
                      <a:pPr marL="228600" indent="-228600" algn="l" defTabSz="914400">
                        <a:buSzPct val="100000"/>
                        <a:buChar char="•"/>
                        <a:defRPr sz="2000">
                          <a:latin typeface="+mj-lt"/>
                          <a:ea typeface="+mj-ea"/>
                          <a:cs typeface="+mj-cs"/>
                          <a:sym typeface="Montserrat"/>
                        </a:defRPr>
                      </a:pPr>
                      <a:r>
                        <a:t>Coste por lead</a:t>
                      </a:r>
                    </a:p>
                    <a:p>
                      <a:pPr marL="228600" indent="-228600" algn="l" defTabSz="914400">
                        <a:buSzPct val="100000"/>
                        <a:buChar char="•"/>
                        <a:defRPr sz="2000">
                          <a:latin typeface="+mj-lt"/>
                          <a:ea typeface="+mj-ea"/>
                          <a:cs typeface="+mj-cs"/>
                          <a:sym typeface="Montserrat"/>
                        </a:defRPr>
                      </a:pPr>
                      <a:r>
                        <a:t>Número de ventas </a:t>
                      </a:r>
                    </a:p>
                    <a:p>
                      <a:pPr marL="228600" indent="-228600" algn="l" defTabSz="914400">
                        <a:buSzPct val="100000"/>
                        <a:buChar char="•"/>
                        <a:defRPr sz="2000">
                          <a:latin typeface="+mj-lt"/>
                          <a:ea typeface="+mj-ea"/>
                          <a:cs typeface="+mj-cs"/>
                          <a:sym typeface="Montserrat"/>
                        </a:defRPr>
                      </a:pPr>
                      <a:r>
                        <a:t>Coste por venta</a:t>
                      </a:r>
                    </a:p>
                  </a:txBody>
                  <a:tcPr marL="50800" marR="50800" marT="50800" marB="50800" anchor="ctr" anchorCtr="0" horzOverflow="overflow"/>
                </a:tc>
              </a:tr>
              <a:tr h="1547283">
                <a:tc>
                  <a:txBody>
                    <a:bodyPr/>
                    <a:lstStyle/>
                    <a:p>
                      <a:pPr defTabSz="914400">
                        <a:defRPr sz="1800"/>
                      </a:pPr>
                      <a:r>
                        <a:rPr b="1" sz="3200">
                          <a:latin typeface="+mj-lt"/>
                          <a:ea typeface="+mj-ea"/>
                          <a:cs typeface="+mj-cs"/>
                          <a:sym typeface="Montserrat"/>
                        </a:rPr>
                        <a:t>Tráfico web</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visitas orgánicas</a:t>
                      </a:r>
                    </a:p>
                    <a:p>
                      <a:pPr marL="228600" indent="-228600" algn="l" defTabSz="914400">
                        <a:buSzPct val="100000"/>
                        <a:buChar char="•"/>
                        <a:defRPr sz="2000">
                          <a:latin typeface="+mj-lt"/>
                          <a:ea typeface="+mj-ea"/>
                          <a:cs typeface="+mj-cs"/>
                          <a:sym typeface="Montserrat"/>
                        </a:defRPr>
                      </a:pPr>
                      <a:r>
                        <a:t>Número de visitas pagadas</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Tiempo medio en página</a:t>
                      </a:r>
                    </a:p>
                    <a:p>
                      <a:pPr marL="228600" indent="-228600" algn="l" defTabSz="914400">
                        <a:buSzPct val="100000"/>
                        <a:buChar char="•"/>
                        <a:defRPr sz="2000">
                          <a:latin typeface="+mj-lt"/>
                          <a:ea typeface="+mj-ea"/>
                          <a:cs typeface="+mj-cs"/>
                          <a:sym typeface="Montserrat"/>
                        </a:defRPr>
                      </a:pPr>
                      <a:r>
                        <a:t>Veces que se comparten contenidos</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leads</a:t>
                      </a:r>
                    </a:p>
                    <a:p>
                      <a:pPr marL="228600" indent="-228600" algn="l" defTabSz="914400">
                        <a:buSzPct val="100000"/>
                        <a:buChar char="•"/>
                        <a:defRPr sz="2000">
                          <a:latin typeface="+mj-lt"/>
                          <a:ea typeface="+mj-ea"/>
                          <a:cs typeface="+mj-cs"/>
                          <a:sym typeface="Montserrat"/>
                        </a:defRPr>
                      </a:pPr>
                      <a:r>
                        <a:t>Coste por lead</a:t>
                      </a:r>
                    </a:p>
                    <a:p>
                      <a:pPr marL="228600" indent="-228600" algn="l" defTabSz="914400">
                        <a:buSzPct val="100000"/>
                        <a:buChar char="•"/>
                        <a:defRPr sz="2000">
                          <a:latin typeface="+mj-lt"/>
                          <a:ea typeface="+mj-ea"/>
                          <a:cs typeface="+mj-cs"/>
                          <a:sym typeface="Montserrat"/>
                        </a:defRPr>
                      </a:pPr>
                      <a:r>
                        <a:t>Número de ventas </a:t>
                      </a:r>
                    </a:p>
                    <a:p>
                      <a:pPr marL="228600" indent="-228600" algn="l" defTabSz="914400">
                        <a:buSzPct val="100000"/>
                        <a:buChar char="•"/>
                        <a:defRPr sz="2000">
                          <a:latin typeface="+mj-lt"/>
                          <a:ea typeface="+mj-ea"/>
                          <a:cs typeface="+mj-cs"/>
                          <a:sym typeface="Montserrat"/>
                        </a:defRPr>
                      </a:pPr>
                      <a:r>
                        <a:t>Coste por venta</a:t>
                      </a:r>
                    </a:p>
                    <a:p>
                      <a:pPr marL="228600" indent="-228600" algn="l" defTabSz="914400">
                        <a:buSzPct val="100000"/>
                        <a:buChar char="•"/>
                        <a:defRPr sz="2000">
                          <a:latin typeface="+mj-lt"/>
                          <a:ea typeface="+mj-ea"/>
                          <a:cs typeface="+mj-cs"/>
                          <a:sym typeface="Montserrat"/>
                        </a:defRPr>
                      </a:pPr>
                      <a:r>
                        <a:t>Número de suscriptores</a:t>
                      </a:r>
                    </a:p>
                  </a:txBody>
                  <a:tcPr marL="50800" marR="50800" marT="50800" marB="50800" anchor="ctr" anchorCtr="0" horzOverflow="overflow"/>
                </a:tc>
              </a:tr>
              <a:tr h="1547283">
                <a:tc>
                  <a:txBody>
                    <a:bodyPr/>
                    <a:lstStyle/>
                    <a:p>
                      <a:pPr defTabSz="914400">
                        <a:defRPr sz="1800"/>
                      </a:pPr>
                      <a:r>
                        <a:rPr b="1" sz="3200">
                          <a:latin typeface="+mj-lt"/>
                          <a:ea typeface="+mj-ea"/>
                          <a:cs typeface="+mj-cs"/>
                          <a:sym typeface="Montserrat"/>
                        </a:rPr>
                        <a:t>Email Marketing</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 de apertura de emails</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clics en emails</a:t>
                      </a:r>
                    </a:p>
                    <a:p>
                      <a:pPr marL="228600" indent="-228600" algn="l" defTabSz="914400">
                        <a:buSzPct val="100000"/>
                        <a:buChar char="•"/>
                        <a:defRPr sz="2000">
                          <a:latin typeface="+mj-lt"/>
                          <a:ea typeface="+mj-ea"/>
                          <a:cs typeface="+mj-cs"/>
                          <a:sym typeface="Montserrat"/>
                        </a:defRPr>
                      </a:pPr>
                      <a:r>
                        <a:t>Número de veces que se comparte el contenido</a:t>
                      </a:r>
                    </a:p>
                    <a:p>
                      <a:pPr marL="228600" indent="-228600" algn="l" defTabSz="914400">
                        <a:buSzPct val="100000"/>
                        <a:buChar char="•"/>
                        <a:defRPr sz="2000">
                          <a:latin typeface="+mj-lt"/>
                          <a:ea typeface="+mj-ea"/>
                          <a:cs typeface="+mj-cs"/>
                          <a:sym typeface="Montserrat"/>
                        </a:defRPr>
                      </a:pPr>
                      <a:r>
                        <a:t>Número de bajas</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leads</a:t>
                      </a:r>
                    </a:p>
                    <a:p>
                      <a:pPr marL="228600" indent="-228600" algn="l" defTabSz="914400">
                        <a:buSzPct val="100000"/>
                        <a:buChar char="•"/>
                        <a:defRPr sz="2000">
                          <a:latin typeface="+mj-lt"/>
                          <a:ea typeface="+mj-ea"/>
                          <a:cs typeface="+mj-cs"/>
                          <a:sym typeface="Montserrat"/>
                        </a:defRPr>
                      </a:pPr>
                      <a:r>
                        <a:t>Coste por lead</a:t>
                      </a:r>
                    </a:p>
                    <a:p>
                      <a:pPr marL="228600" indent="-228600" algn="l" defTabSz="914400">
                        <a:buSzPct val="100000"/>
                        <a:buChar char="•"/>
                        <a:defRPr sz="2000">
                          <a:latin typeface="+mj-lt"/>
                          <a:ea typeface="+mj-ea"/>
                          <a:cs typeface="+mj-cs"/>
                          <a:sym typeface="Montserrat"/>
                        </a:defRPr>
                      </a:pPr>
                      <a:r>
                        <a:t>Número de ventas </a:t>
                      </a:r>
                    </a:p>
                    <a:p>
                      <a:pPr marL="228600" indent="-228600" algn="l" defTabSz="914400">
                        <a:buSzPct val="100000"/>
                        <a:buChar char="•"/>
                        <a:defRPr sz="2000">
                          <a:latin typeface="+mj-lt"/>
                          <a:ea typeface="+mj-ea"/>
                          <a:cs typeface="+mj-cs"/>
                          <a:sym typeface="Montserrat"/>
                        </a:defRPr>
                      </a:pPr>
                      <a:r>
                        <a:t>Coste por venta</a:t>
                      </a:r>
                    </a:p>
                    <a:p>
                      <a:pPr marL="228600" indent="-228600" algn="l" defTabSz="914400">
                        <a:buSzPct val="100000"/>
                        <a:buChar char="•"/>
                        <a:defRPr sz="2000">
                          <a:latin typeface="+mj-lt"/>
                          <a:ea typeface="+mj-ea"/>
                          <a:cs typeface="+mj-cs"/>
                          <a:sym typeface="Montserrat"/>
                        </a:defRPr>
                      </a:pPr>
                      <a:r>
                        <a:t>Número de suscriptores</a:t>
                      </a:r>
                    </a:p>
                  </a:txBody>
                  <a:tcPr marL="50800" marR="50800" marT="50800" marB="50800" anchor="ctr" anchorCtr="0" horzOverflow="overflow"/>
                </a:tc>
              </a:tr>
              <a:tr h="1547283">
                <a:tc>
                  <a:txBody>
                    <a:bodyPr/>
                    <a:lstStyle/>
                    <a:p>
                      <a:pPr defTabSz="914400">
                        <a:defRPr sz="1800"/>
                      </a:pPr>
                      <a:r>
                        <a:rPr b="1" sz="3200">
                          <a:latin typeface="+mj-lt"/>
                          <a:ea typeface="+mj-ea"/>
                          <a:cs typeface="+mj-cs"/>
                          <a:sym typeface="Montserrat"/>
                        </a:rPr>
                        <a:t>Ventas online</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páginas vistas</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clics</a:t>
                      </a:r>
                    </a:p>
                    <a:p>
                      <a:pPr marL="228600" indent="-228600" algn="l" defTabSz="914400">
                        <a:buSzPct val="100000"/>
                        <a:buChar char="•"/>
                        <a:defRPr sz="2000">
                          <a:latin typeface="+mj-lt"/>
                          <a:ea typeface="+mj-ea"/>
                          <a:cs typeface="+mj-cs"/>
                          <a:sym typeface="Montserrat"/>
                        </a:defRPr>
                      </a:pPr>
                      <a:r>
                        <a:t>CTR en páginas</a:t>
                      </a:r>
                    </a:p>
                  </a:txBody>
                  <a:tcPr marL="50800" marR="50800" marT="50800" marB="50800" anchor="ctr" anchorCtr="0" horzOverflow="overflow"/>
                </a:tc>
                <a:tc>
                  <a:txBody>
                    <a:bodyPr/>
                    <a:lstStyle/>
                    <a:p>
                      <a:pPr marL="228600" indent="-228600" algn="l" defTabSz="914400">
                        <a:buSzPct val="100000"/>
                        <a:buChar char="•"/>
                        <a:defRPr sz="2000">
                          <a:latin typeface="+mj-lt"/>
                          <a:ea typeface="+mj-ea"/>
                          <a:cs typeface="+mj-cs"/>
                          <a:sym typeface="Montserrat"/>
                        </a:defRPr>
                      </a:pPr>
                      <a:r>
                        <a:t>Número de ventas </a:t>
                      </a:r>
                    </a:p>
                    <a:p>
                      <a:pPr marL="228600" indent="-228600" algn="l" defTabSz="914400">
                        <a:buSzPct val="100000"/>
                        <a:buChar char="•"/>
                        <a:defRPr sz="2000">
                          <a:latin typeface="+mj-lt"/>
                          <a:ea typeface="+mj-ea"/>
                          <a:cs typeface="+mj-cs"/>
                          <a:sym typeface="Montserrat"/>
                        </a:defRPr>
                      </a:pPr>
                      <a:r>
                        <a:t>Coste por venta</a:t>
                      </a:r>
                    </a:p>
                    <a:p>
                      <a:pPr marL="228600" indent="-228600" algn="l" defTabSz="914400">
                        <a:buSzPct val="100000"/>
                        <a:buChar char="•"/>
                        <a:defRPr sz="2000">
                          <a:latin typeface="+mj-lt"/>
                          <a:ea typeface="+mj-ea"/>
                          <a:cs typeface="+mj-cs"/>
                          <a:sym typeface="Montserrat"/>
                        </a:defRPr>
                      </a:pPr>
                      <a:r>
                        <a:t>Número de ventas repetitivas</a:t>
                      </a:r>
                    </a:p>
                    <a:p>
                      <a:pPr marL="228600" indent="-228600" algn="l" defTabSz="914400">
                        <a:buSzPct val="100000"/>
                        <a:buChar char="•"/>
                        <a:defRPr sz="2000">
                          <a:latin typeface="+mj-lt"/>
                          <a:ea typeface="+mj-ea"/>
                          <a:cs typeface="+mj-cs"/>
                          <a:sym typeface="Montserrat"/>
                        </a:defRPr>
                      </a:pPr>
                      <a:r>
                        <a:t>Life Time Value</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22" name="Estrategias y tácticas"/>
          <p:cNvSpPr txBox="1"/>
          <p:nvPr>
            <p:ph type="title"/>
          </p:nvPr>
        </p:nvSpPr>
        <p:spPr>
          <a:prstGeom prst="rect">
            <a:avLst/>
          </a:prstGeom>
        </p:spPr>
        <p:txBody>
          <a:bodyPr/>
          <a:lstStyle/>
          <a:p>
            <a:pPr/>
            <a:r>
              <a:t>Estrategias y tácticas</a:t>
            </a:r>
          </a:p>
        </p:txBody>
      </p:sp>
      <p:sp>
        <p:nvSpPr>
          <p:cNvPr id="823" name="DIAPOS VACÍAS CON ILUSTRACIONES"/>
          <p:cNvSpPr txBox="1"/>
          <p:nvPr/>
        </p:nvSpPr>
        <p:spPr>
          <a:xfrm>
            <a:off x="1721866" y="9020943"/>
            <a:ext cx="7869632" cy="584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821531">
              <a:defRPr sz="3200">
                <a:latin typeface="+mj-lt"/>
                <a:ea typeface="+mj-ea"/>
                <a:cs typeface="+mj-cs"/>
                <a:sym typeface="Montserrat"/>
              </a:defRPr>
            </a:lvl1pPr>
          </a:lstStyle>
          <a:p>
            <a:pPr/>
            <a:r>
              <a:t>DIAPOS VACÍAS CON ILUSTRACIONES</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25" name="Estrategia de funnels"/>
          <p:cNvSpPr txBox="1"/>
          <p:nvPr>
            <p:ph type="body" idx="13"/>
          </p:nvPr>
        </p:nvSpPr>
        <p:spPr>
          <a:prstGeom prst="rect">
            <a:avLst/>
          </a:prstGeom>
        </p:spPr>
        <p:txBody>
          <a:bodyPr/>
          <a:lstStyle/>
          <a:p>
            <a:pPr/>
            <a:r>
              <a:t>Estrategia de funnels</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27" name="Funnel"/>
          <p:cNvSpPr txBox="1"/>
          <p:nvPr>
            <p:ph type="title"/>
          </p:nvPr>
        </p:nvSpPr>
        <p:spPr>
          <a:prstGeom prst="rect">
            <a:avLst/>
          </a:prstGeom>
        </p:spPr>
        <p:txBody>
          <a:bodyPr/>
          <a:lstStyle/>
          <a:p>
            <a:pPr/>
            <a:r>
              <a:t>Funnel</a:t>
            </a:r>
          </a:p>
        </p:txBody>
      </p:sp>
      <p:grpSp>
        <p:nvGrpSpPr>
          <p:cNvPr id="840" name="Grupo"/>
          <p:cNvGrpSpPr/>
          <p:nvPr/>
        </p:nvGrpSpPr>
        <p:grpSpPr>
          <a:xfrm>
            <a:off x="1294059" y="2849743"/>
            <a:ext cx="7347509" cy="8016514"/>
            <a:chOff x="0" y="1232619"/>
            <a:chExt cx="7347508" cy="8016512"/>
          </a:xfrm>
        </p:grpSpPr>
        <p:sp>
          <p:nvSpPr>
            <p:cNvPr id="828" name="Óvalo"/>
            <p:cNvSpPr/>
            <p:nvPr/>
          </p:nvSpPr>
          <p:spPr>
            <a:xfrm>
              <a:off x="12700" y="1232619"/>
              <a:ext cx="7322109" cy="1270001"/>
            </a:xfrm>
            <a:prstGeom prst="ellipse">
              <a:avLst/>
            </a:prstGeom>
            <a:solidFill>
              <a:srgbClr val="F8E6CD"/>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29" name="Óvalo"/>
            <p:cNvSpPr/>
            <p:nvPr/>
          </p:nvSpPr>
          <p:spPr>
            <a:xfrm>
              <a:off x="3154489" y="8091954"/>
              <a:ext cx="1039968" cy="180380"/>
            </a:xfrm>
            <a:prstGeom prst="ellipse">
              <a:avLst/>
            </a:prstGeom>
            <a:solidFill>
              <a:srgbClr val="D6D6D6"/>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30" name="Figura"/>
            <p:cNvSpPr/>
            <p:nvPr/>
          </p:nvSpPr>
          <p:spPr>
            <a:xfrm>
              <a:off x="0" y="1876704"/>
              <a:ext cx="7347509" cy="63072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9271" y="21600"/>
                  </a:lnTo>
                  <a:lnTo>
                    <a:pt x="12329" y="21600"/>
                  </a:lnTo>
                  <a:lnTo>
                    <a:pt x="21600" y="0"/>
                  </a:lnTo>
                  <a:cubicBezTo>
                    <a:pt x="21491" y="194"/>
                    <a:pt x="21352" y="362"/>
                    <a:pt x="21192" y="496"/>
                  </a:cubicBezTo>
                  <a:cubicBezTo>
                    <a:pt x="21019" y="639"/>
                    <a:pt x="20825" y="741"/>
                    <a:pt x="20629" y="834"/>
                  </a:cubicBezTo>
                  <a:cubicBezTo>
                    <a:pt x="20389" y="947"/>
                    <a:pt x="20145" y="1046"/>
                    <a:pt x="19896" y="1125"/>
                  </a:cubicBezTo>
                  <a:cubicBezTo>
                    <a:pt x="19657" y="1201"/>
                    <a:pt x="19412" y="1258"/>
                    <a:pt x="19169" y="1315"/>
                  </a:cubicBezTo>
                  <a:cubicBezTo>
                    <a:pt x="18722" y="1419"/>
                    <a:pt x="18277" y="1522"/>
                    <a:pt x="17829" y="1604"/>
                  </a:cubicBezTo>
                  <a:cubicBezTo>
                    <a:pt x="17365" y="1690"/>
                    <a:pt x="16897" y="1753"/>
                    <a:pt x="16430" y="1810"/>
                  </a:cubicBezTo>
                  <a:cubicBezTo>
                    <a:pt x="15491" y="1923"/>
                    <a:pt x="14549" y="2008"/>
                    <a:pt x="13604" y="2058"/>
                  </a:cubicBezTo>
                  <a:cubicBezTo>
                    <a:pt x="12657" y="2107"/>
                    <a:pt x="11708" y="2122"/>
                    <a:pt x="10758" y="2125"/>
                  </a:cubicBezTo>
                  <a:cubicBezTo>
                    <a:pt x="9845" y="2129"/>
                    <a:pt x="8932" y="2122"/>
                    <a:pt x="8021" y="2071"/>
                  </a:cubicBezTo>
                  <a:cubicBezTo>
                    <a:pt x="7556" y="2046"/>
                    <a:pt x="7092" y="2008"/>
                    <a:pt x="6628" y="1962"/>
                  </a:cubicBezTo>
                  <a:cubicBezTo>
                    <a:pt x="6172" y="1917"/>
                    <a:pt x="5717" y="1863"/>
                    <a:pt x="5261" y="1812"/>
                  </a:cubicBezTo>
                  <a:cubicBezTo>
                    <a:pt x="4808" y="1761"/>
                    <a:pt x="4354" y="1713"/>
                    <a:pt x="3904" y="1636"/>
                  </a:cubicBezTo>
                  <a:cubicBezTo>
                    <a:pt x="3473" y="1562"/>
                    <a:pt x="3045" y="1463"/>
                    <a:pt x="2618" y="1361"/>
                  </a:cubicBezTo>
                  <a:cubicBezTo>
                    <a:pt x="2359" y="1300"/>
                    <a:pt x="2100" y="1237"/>
                    <a:pt x="1845" y="1160"/>
                  </a:cubicBezTo>
                  <a:cubicBezTo>
                    <a:pt x="1594" y="1084"/>
                    <a:pt x="1346" y="994"/>
                    <a:pt x="1102" y="892"/>
                  </a:cubicBezTo>
                  <a:cubicBezTo>
                    <a:pt x="879" y="799"/>
                    <a:pt x="659" y="697"/>
                    <a:pt x="457" y="553"/>
                  </a:cubicBezTo>
                  <a:cubicBezTo>
                    <a:pt x="363" y="486"/>
                    <a:pt x="274" y="409"/>
                    <a:pt x="196" y="318"/>
                  </a:cubicBezTo>
                  <a:cubicBezTo>
                    <a:pt x="116" y="225"/>
                    <a:pt x="50" y="118"/>
                    <a:pt x="0" y="0"/>
                  </a:cubicBezTo>
                  <a:close/>
                </a:path>
              </a:pathLst>
            </a:custGeom>
            <a:solidFill>
              <a:srgbClr val="FDDB81"/>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31" name="Figura"/>
            <p:cNvSpPr/>
            <p:nvPr/>
          </p:nvSpPr>
          <p:spPr>
            <a:xfrm>
              <a:off x="1814230" y="2406523"/>
              <a:ext cx="3728299" cy="1874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30" y="223"/>
                    <a:pt x="61" y="446"/>
                    <a:pt x="91" y="668"/>
                  </a:cubicBezTo>
                  <a:cubicBezTo>
                    <a:pt x="152" y="1114"/>
                    <a:pt x="213" y="1559"/>
                    <a:pt x="274" y="2005"/>
                  </a:cubicBezTo>
                  <a:cubicBezTo>
                    <a:pt x="395" y="2896"/>
                    <a:pt x="517" y="3787"/>
                    <a:pt x="639" y="4678"/>
                  </a:cubicBezTo>
                  <a:cubicBezTo>
                    <a:pt x="1126" y="8243"/>
                    <a:pt x="1612" y="11807"/>
                    <a:pt x="2099" y="15372"/>
                  </a:cubicBezTo>
                  <a:lnTo>
                    <a:pt x="10843" y="21600"/>
                  </a:lnTo>
                  <a:lnTo>
                    <a:pt x="19471" y="15411"/>
                  </a:lnTo>
                  <a:cubicBezTo>
                    <a:pt x="19965" y="11844"/>
                    <a:pt x="20459" y="8277"/>
                    <a:pt x="20952" y="4709"/>
                  </a:cubicBezTo>
                  <a:cubicBezTo>
                    <a:pt x="21076" y="3817"/>
                    <a:pt x="21199" y="2925"/>
                    <a:pt x="21322" y="2034"/>
                  </a:cubicBezTo>
                  <a:cubicBezTo>
                    <a:pt x="21384" y="1588"/>
                    <a:pt x="21446" y="1142"/>
                    <a:pt x="21507" y="696"/>
                  </a:cubicBezTo>
                  <a:cubicBezTo>
                    <a:pt x="21538" y="473"/>
                    <a:pt x="21569" y="250"/>
                    <a:pt x="21600" y="27"/>
                  </a:cubicBezTo>
                  <a:cubicBezTo>
                    <a:pt x="20711" y="211"/>
                    <a:pt x="19820" y="370"/>
                    <a:pt x="18928" y="503"/>
                  </a:cubicBezTo>
                  <a:cubicBezTo>
                    <a:pt x="18036" y="637"/>
                    <a:pt x="17144" y="745"/>
                    <a:pt x="16251" y="827"/>
                  </a:cubicBezTo>
                  <a:cubicBezTo>
                    <a:pt x="14434" y="994"/>
                    <a:pt x="12615" y="1051"/>
                    <a:pt x="10796" y="1040"/>
                  </a:cubicBezTo>
                  <a:cubicBezTo>
                    <a:pt x="8991" y="1030"/>
                    <a:pt x="7186" y="953"/>
                    <a:pt x="5383" y="810"/>
                  </a:cubicBezTo>
                  <a:cubicBezTo>
                    <a:pt x="4484" y="739"/>
                    <a:pt x="3586" y="651"/>
                    <a:pt x="2688" y="520"/>
                  </a:cubicBezTo>
                  <a:cubicBezTo>
                    <a:pt x="1790" y="390"/>
                    <a:pt x="894" y="216"/>
                    <a:pt x="0" y="0"/>
                  </a:cubicBezTo>
                  <a:close/>
                </a:path>
              </a:pathLst>
            </a:custGeom>
            <a:solidFill>
              <a:srgbClr val="00C3D2"/>
            </a:solidFill>
            <a:ln w="12700" cap="flat">
              <a:noFill/>
              <a:miter lim="400000"/>
            </a:ln>
            <a:effectLst/>
          </p:spPr>
          <p:txBody>
            <a:bodyPr wrap="square" lIns="50800" tIns="50800" rIns="50800" bIns="50800" numCol="1" anchor="ctr">
              <a:noAutofit/>
            </a:bodyPr>
            <a:lstStyle/>
            <a:p>
              <a:pPr>
                <a:defRPr b="0" sz="3200">
                  <a:latin typeface="Helvetica Light"/>
                  <a:ea typeface="Helvetica Light"/>
                  <a:cs typeface="Helvetica Light"/>
                  <a:sym typeface="Helvetica Light"/>
                </a:defRPr>
              </a:pPr>
            </a:p>
          </p:txBody>
        </p:sp>
        <p:sp>
          <p:nvSpPr>
            <p:cNvPr id="832" name="Figura"/>
            <p:cNvSpPr/>
            <p:nvPr/>
          </p:nvSpPr>
          <p:spPr>
            <a:xfrm>
              <a:off x="2168063" y="3720733"/>
              <a:ext cx="3012254" cy="22215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006" y="18080"/>
                  </a:moveTo>
                  <a:lnTo>
                    <a:pt x="21600" y="77"/>
                  </a:lnTo>
                  <a:lnTo>
                    <a:pt x="11002" y="5284"/>
                  </a:lnTo>
                  <a:lnTo>
                    <a:pt x="0" y="0"/>
                  </a:lnTo>
                  <a:lnTo>
                    <a:pt x="3603" y="18108"/>
                  </a:lnTo>
                  <a:lnTo>
                    <a:pt x="10832" y="21600"/>
                  </a:lnTo>
                  <a:lnTo>
                    <a:pt x="18006" y="18080"/>
                  </a:lnTo>
                  <a:close/>
                </a:path>
              </a:pathLst>
            </a:custGeom>
            <a:solidFill>
              <a:srgbClr val="004B75"/>
            </a:solidFill>
            <a:ln w="12700" cap="flat">
              <a:noFill/>
              <a:miter lim="400000"/>
            </a:ln>
            <a:effectLst/>
          </p:spPr>
          <p:txBody>
            <a:bodyPr wrap="square" lIns="50800" tIns="50800" rIns="50800" bIns="50800" numCol="1" anchor="ctr">
              <a:noAutofit/>
            </a:bodyPr>
            <a:lstStyle/>
            <a:p>
              <a:pPr>
                <a:defRPr b="0" sz="3200">
                  <a:latin typeface="Helvetica Light"/>
                  <a:ea typeface="Helvetica Light"/>
                  <a:cs typeface="Helvetica Light"/>
                  <a:sym typeface="Helvetica Light"/>
                </a:defRPr>
              </a:pPr>
            </a:p>
          </p:txBody>
        </p:sp>
        <p:sp>
          <p:nvSpPr>
            <p:cNvPr id="833" name="Figura"/>
            <p:cNvSpPr/>
            <p:nvPr/>
          </p:nvSpPr>
          <p:spPr>
            <a:xfrm>
              <a:off x="2669733" y="5566982"/>
              <a:ext cx="2008664" cy="2058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199" y="19678"/>
                  </a:moveTo>
                  <a:lnTo>
                    <a:pt x="21600" y="0"/>
                  </a:lnTo>
                  <a:lnTo>
                    <a:pt x="10946" y="3732"/>
                  </a:lnTo>
                  <a:lnTo>
                    <a:pt x="0" y="84"/>
                  </a:lnTo>
                  <a:lnTo>
                    <a:pt x="5441" y="19709"/>
                  </a:lnTo>
                  <a:lnTo>
                    <a:pt x="10885" y="21600"/>
                  </a:lnTo>
                  <a:lnTo>
                    <a:pt x="16199" y="19678"/>
                  </a:lnTo>
                  <a:close/>
                </a:path>
              </a:pathLst>
            </a:custGeom>
            <a:solidFill>
              <a:srgbClr val="00C3D2"/>
            </a:solidFill>
            <a:ln w="12700" cap="flat">
              <a:noFill/>
              <a:miter lim="400000"/>
            </a:ln>
            <a:effectLst/>
          </p:spPr>
          <p:txBody>
            <a:bodyPr wrap="square" lIns="50800" tIns="50800" rIns="50800" bIns="50800" numCol="1" anchor="ctr">
              <a:noAutofit/>
            </a:bodyPr>
            <a:lstStyle/>
            <a:p>
              <a:pPr>
                <a:defRPr b="0" sz="3200">
                  <a:latin typeface="Helvetica Light"/>
                  <a:ea typeface="Helvetica Light"/>
                  <a:cs typeface="Helvetica Light"/>
                  <a:sym typeface="Helvetica Light"/>
                </a:defRPr>
              </a:pPr>
            </a:p>
          </p:txBody>
        </p:sp>
        <p:sp>
          <p:nvSpPr>
            <p:cNvPr id="834" name="Figura"/>
            <p:cNvSpPr/>
            <p:nvPr/>
          </p:nvSpPr>
          <p:spPr>
            <a:xfrm>
              <a:off x="3172509" y="7431420"/>
              <a:ext cx="1003868" cy="1401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535" y="21600"/>
                  </a:moveTo>
                  <a:lnTo>
                    <a:pt x="21600" y="19"/>
                  </a:lnTo>
                  <a:lnTo>
                    <a:pt x="11118" y="2692"/>
                  </a:lnTo>
                  <a:lnTo>
                    <a:pt x="0" y="0"/>
                  </a:lnTo>
                  <a:lnTo>
                    <a:pt x="8135" y="21595"/>
                  </a:lnTo>
                  <a:lnTo>
                    <a:pt x="13535" y="21600"/>
                  </a:lnTo>
                  <a:close/>
                </a:path>
              </a:pathLst>
            </a:custGeom>
            <a:solidFill>
              <a:srgbClr val="004B75"/>
            </a:solidFill>
            <a:ln w="12700" cap="flat">
              <a:noFill/>
              <a:miter lim="400000"/>
            </a:ln>
            <a:effectLst/>
          </p:spPr>
          <p:txBody>
            <a:bodyPr wrap="square" lIns="50800" tIns="50800" rIns="50800" bIns="50800" numCol="1" anchor="ctr">
              <a:noAutofit/>
            </a:bodyPr>
            <a:lstStyle/>
            <a:p>
              <a:pPr>
                <a:defRPr b="0" sz="3200">
                  <a:latin typeface="Helvetica Light"/>
                  <a:ea typeface="Helvetica Light"/>
                  <a:cs typeface="Helvetica Light"/>
                  <a:sym typeface="Helvetica Light"/>
                </a:defRPr>
              </a:pPr>
            </a:p>
          </p:txBody>
        </p:sp>
        <p:sp>
          <p:nvSpPr>
            <p:cNvPr id="835" name="Triángulo"/>
            <p:cNvSpPr/>
            <p:nvPr/>
          </p:nvSpPr>
          <p:spPr>
            <a:xfrm rot="10800000">
              <a:off x="3358097" y="8627138"/>
              <a:ext cx="621994" cy="6219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21600" y="21600"/>
                  </a:lnTo>
                  <a:lnTo>
                    <a:pt x="0" y="21600"/>
                  </a:lnTo>
                  <a:close/>
                </a:path>
              </a:pathLst>
            </a:custGeom>
            <a:solidFill>
              <a:srgbClr val="004B7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36" name="4"/>
            <p:cNvSpPr txBox="1"/>
            <p:nvPr/>
          </p:nvSpPr>
          <p:spPr>
            <a:xfrm>
              <a:off x="2209353" y="7596599"/>
              <a:ext cx="2954202" cy="711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4000">
                  <a:solidFill>
                    <a:srgbClr val="FFFFFF"/>
                  </a:solidFill>
                  <a:latin typeface="+mj-lt"/>
                  <a:ea typeface="+mj-ea"/>
                  <a:cs typeface="+mj-cs"/>
                  <a:sym typeface="Montserrat"/>
                </a:defRPr>
              </a:lvl1pPr>
            </a:lstStyle>
            <a:p>
              <a:pPr/>
              <a:r>
                <a:t>4</a:t>
              </a:r>
            </a:p>
          </p:txBody>
        </p:sp>
        <p:sp>
          <p:nvSpPr>
            <p:cNvPr id="837" name="3"/>
            <p:cNvSpPr txBox="1"/>
            <p:nvPr/>
          </p:nvSpPr>
          <p:spPr>
            <a:xfrm>
              <a:off x="2209353" y="6295319"/>
              <a:ext cx="2954202" cy="711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4000">
                  <a:latin typeface="+mj-lt"/>
                  <a:ea typeface="+mj-ea"/>
                  <a:cs typeface="+mj-cs"/>
                  <a:sym typeface="Montserrat"/>
                </a:defRPr>
              </a:lvl1pPr>
            </a:lstStyle>
            <a:p>
              <a:pPr/>
              <a:r>
                <a:t>3</a:t>
              </a:r>
            </a:p>
          </p:txBody>
        </p:sp>
        <p:sp>
          <p:nvSpPr>
            <p:cNvPr id="838" name="2"/>
            <p:cNvSpPr txBox="1"/>
            <p:nvPr/>
          </p:nvSpPr>
          <p:spPr>
            <a:xfrm>
              <a:off x="2209353" y="4622485"/>
              <a:ext cx="2954202" cy="711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4000">
                  <a:solidFill>
                    <a:srgbClr val="FFFFFF"/>
                  </a:solidFill>
                  <a:latin typeface="+mj-lt"/>
                  <a:ea typeface="+mj-ea"/>
                  <a:cs typeface="+mj-cs"/>
                  <a:sym typeface="Montserrat"/>
                </a:defRPr>
              </a:lvl1pPr>
            </a:lstStyle>
            <a:p>
              <a:pPr/>
              <a:r>
                <a:t>2</a:t>
              </a:r>
            </a:p>
          </p:txBody>
        </p:sp>
        <p:sp>
          <p:nvSpPr>
            <p:cNvPr id="839" name="1"/>
            <p:cNvSpPr txBox="1"/>
            <p:nvPr/>
          </p:nvSpPr>
          <p:spPr>
            <a:xfrm>
              <a:off x="2196653" y="2945783"/>
              <a:ext cx="2954202" cy="711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4000">
                  <a:latin typeface="+mj-lt"/>
                  <a:ea typeface="+mj-ea"/>
                  <a:cs typeface="+mj-cs"/>
                  <a:sym typeface="Montserrat"/>
                </a:defRPr>
              </a:lvl1pPr>
            </a:lstStyle>
            <a:p>
              <a:pPr/>
              <a:r>
                <a:t>1</a:t>
              </a:r>
            </a:p>
          </p:txBody>
        </p:sp>
      </p:gr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42" name="Funnel"/>
          <p:cNvSpPr txBox="1"/>
          <p:nvPr>
            <p:ph type="title"/>
          </p:nvPr>
        </p:nvSpPr>
        <p:spPr>
          <a:prstGeom prst="rect">
            <a:avLst/>
          </a:prstGeom>
        </p:spPr>
        <p:txBody>
          <a:bodyPr/>
          <a:lstStyle/>
          <a:p>
            <a:pPr/>
            <a:r>
              <a:t>Funnel</a:t>
            </a:r>
          </a:p>
        </p:txBody>
      </p:sp>
      <p:grpSp>
        <p:nvGrpSpPr>
          <p:cNvPr id="848" name="Grupo"/>
          <p:cNvGrpSpPr/>
          <p:nvPr/>
        </p:nvGrpSpPr>
        <p:grpSpPr>
          <a:xfrm>
            <a:off x="2081652" y="3159280"/>
            <a:ext cx="7023757" cy="7729877"/>
            <a:chOff x="0" y="0"/>
            <a:chExt cx="7023755" cy="7729875"/>
          </a:xfrm>
        </p:grpSpPr>
        <p:sp>
          <p:nvSpPr>
            <p:cNvPr id="843" name="Figura"/>
            <p:cNvSpPr/>
            <p:nvPr/>
          </p:nvSpPr>
          <p:spPr>
            <a:xfrm>
              <a:off x="2482297" y="5684167"/>
              <a:ext cx="2059512" cy="2045709"/>
            </a:xfrm>
            <a:custGeom>
              <a:avLst/>
              <a:gdLst/>
              <a:ahLst/>
              <a:cxnLst>
                <a:cxn ang="0">
                  <a:pos x="wd2" y="hd2"/>
                </a:cxn>
                <a:cxn ang="5400000">
                  <a:pos x="wd2" y="hd2"/>
                </a:cxn>
                <a:cxn ang="10800000">
                  <a:pos x="wd2" y="hd2"/>
                </a:cxn>
                <a:cxn ang="16200000">
                  <a:pos x="wd2" y="hd2"/>
                </a:cxn>
              </a:cxnLst>
              <a:rect l="0" t="0" r="r" b="b"/>
              <a:pathLst>
                <a:path w="21600" h="21369" fill="norm" stroke="1" extrusionOk="0">
                  <a:moveTo>
                    <a:pt x="0" y="0"/>
                  </a:moveTo>
                  <a:cubicBezTo>
                    <a:pt x="719" y="3152"/>
                    <a:pt x="1345" y="6326"/>
                    <a:pt x="1875" y="9515"/>
                  </a:cubicBezTo>
                  <a:cubicBezTo>
                    <a:pt x="2392" y="12630"/>
                    <a:pt x="2813" y="15758"/>
                    <a:pt x="3149" y="18898"/>
                  </a:cubicBezTo>
                  <a:cubicBezTo>
                    <a:pt x="3056" y="19538"/>
                    <a:pt x="3794" y="20189"/>
                    <a:pt x="5377" y="20677"/>
                  </a:cubicBezTo>
                  <a:cubicBezTo>
                    <a:pt x="8369" y="21600"/>
                    <a:pt x="13220" y="21600"/>
                    <a:pt x="16212" y="20677"/>
                  </a:cubicBezTo>
                  <a:cubicBezTo>
                    <a:pt x="17666" y="20229"/>
                    <a:pt x="18406" y="19643"/>
                    <a:pt x="18447" y="19056"/>
                  </a:cubicBezTo>
                  <a:lnTo>
                    <a:pt x="18470" y="19056"/>
                  </a:lnTo>
                  <a:cubicBezTo>
                    <a:pt x="18807" y="15827"/>
                    <a:pt x="19242" y="12608"/>
                    <a:pt x="19770" y="9405"/>
                  </a:cubicBezTo>
                  <a:cubicBezTo>
                    <a:pt x="20289" y="6254"/>
                    <a:pt x="20898" y="3120"/>
                    <a:pt x="21600" y="4"/>
                  </a:cubicBezTo>
                  <a:lnTo>
                    <a:pt x="0" y="0"/>
                  </a:lnTo>
                  <a:close/>
                </a:path>
              </a:pathLst>
            </a:custGeom>
            <a:solidFill>
              <a:srgbClr val="004B7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44" name="Figura"/>
            <p:cNvSpPr/>
            <p:nvPr/>
          </p:nvSpPr>
          <p:spPr>
            <a:xfrm>
              <a:off x="1948897" y="3868708"/>
              <a:ext cx="3131931" cy="2032717"/>
            </a:xfrm>
            <a:custGeom>
              <a:avLst/>
              <a:gdLst/>
              <a:ahLst/>
              <a:cxnLst>
                <a:cxn ang="0">
                  <a:pos x="wd2" y="hd2"/>
                </a:cxn>
                <a:cxn ang="5400000">
                  <a:pos x="wd2" y="hd2"/>
                </a:cxn>
                <a:cxn ang="10800000">
                  <a:pos x="wd2" y="hd2"/>
                </a:cxn>
                <a:cxn ang="16200000">
                  <a:pos x="wd2" y="hd2"/>
                </a:cxn>
              </a:cxnLst>
              <a:rect l="0" t="0" r="r" b="b"/>
              <a:pathLst>
                <a:path w="21600" h="21368" fill="norm" stroke="1" extrusionOk="0">
                  <a:moveTo>
                    <a:pt x="21600" y="0"/>
                  </a:moveTo>
                  <a:lnTo>
                    <a:pt x="0" y="89"/>
                  </a:lnTo>
                  <a:cubicBezTo>
                    <a:pt x="743" y="3205"/>
                    <a:pt x="1424" y="6355"/>
                    <a:pt x="2042" y="9535"/>
                  </a:cubicBezTo>
                  <a:cubicBezTo>
                    <a:pt x="2648" y="12659"/>
                    <a:pt x="3193" y="15807"/>
                    <a:pt x="3676" y="18981"/>
                  </a:cubicBezTo>
                  <a:cubicBezTo>
                    <a:pt x="3668" y="19593"/>
                    <a:pt x="4358" y="20204"/>
                    <a:pt x="5754" y="20671"/>
                  </a:cubicBezTo>
                  <a:cubicBezTo>
                    <a:pt x="8529" y="21600"/>
                    <a:pt x="13025" y="21600"/>
                    <a:pt x="15800" y="20671"/>
                  </a:cubicBezTo>
                  <a:cubicBezTo>
                    <a:pt x="17145" y="20221"/>
                    <a:pt x="17834" y="19637"/>
                    <a:pt x="17875" y="19047"/>
                  </a:cubicBezTo>
                  <a:lnTo>
                    <a:pt x="17883" y="19047"/>
                  </a:lnTo>
                  <a:cubicBezTo>
                    <a:pt x="18391" y="15857"/>
                    <a:pt x="18953" y="12685"/>
                    <a:pt x="19566" y="9538"/>
                  </a:cubicBezTo>
                  <a:cubicBezTo>
                    <a:pt x="20190" y="6332"/>
                    <a:pt x="20869" y="3153"/>
                    <a:pt x="21600" y="0"/>
                  </a:cubicBezTo>
                  <a:close/>
                </a:path>
              </a:pathLst>
            </a:custGeom>
            <a:solidFill>
              <a:srgbClr val="00C3D2"/>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45" name="Figura"/>
            <p:cNvSpPr/>
            <p:nvPr/>
          </p:nvSpPr>
          <p:spPr>
            <a:xfrm>
              <a:off x="1136329" y="2052196"/>
              <a:ext cx="4751448" cy="2039037"/>
            </a:xfrm>
            <a:custGeom>
              <a:avLst/>
              <a:gdLst/>
              <a:ahLst/>
              <a:cxnLst>
                <a:cxn ang="0">
                  <a:pos x="wd2" y="hd2"/>
                </a:cxn>
                <a:cxn ang="5400000">
                  <a:pos x="wd2" y="hd2"/>
                </a:cxn>
                <a:cxn ang="10800000">
                  <a:pos x="wd2" y="hd2"/>
                </a:cxn>
                <a:cxn ang="16200000">
                  <a:pos x="wd2" y="hd2"/>
                </a:cxn>
              </a:cxnLst>
              <a:rect l="0" t="0" r="r" b="b"/>
              <a:pathLst>
                <a:path w="21600" h="21369" fill="norm" stroke="1" extrusionOk="0">
                  <a:moveTo>
                    <a:pt x="21600" y="0"/>
                  </a:moveTo>
                  <a:lnTo>
                    <a:pt x="0" y="7"/>
                  </a:lnTo>
                  <a:cubicBezTo>
                    <a:pt x="708" y="3103"/>
                    <a:pt x="1370" y="6251"/>
                    <a:pt x="1986" y="9450"/>
                  </a:cubicBezTo>
                  <a:cubicBezTo>
                    <a:pt x="2594" y="12610"/>
                    <a:pt x="3156" y="15816"/>
                    <a:pt x="3672" y="19062"/>
                  </a:cubicBezTo>
                  <a:lnTo>
                    <a:pt x="3680" y="19062"/>
                  </a:lnTo>
                  <a:cubicBezTo>
                    <a:pt x="3728" y="19647"/>
                    <a:pt x="4415" y="20228"/>
                    <a:pt x="5756" y="20674"/>
                  </a:cubicBezTo>
                  <a:cubicBezTo>
                    <a:pt x="8540" y="21600"/>
                    <a:pt x="13055" y="21600"/>
                    <a:pt x="15839" y="20674"/>
                  </a:cubicBezTo>
                  <a:cubicBezTo>
                    <a:pt x="17191" y="20224"/>
                    <a:pt x="17880" y="19637"/>
                    <a:pt x="17919" y="19048"/>
                  </a:cubicBezTo>
                  <a:lnTo>
                    <a:pt x="17932" y="19048"/>
                  </a:lnTo>
                  <a:cubicBezTo>
                    <a:pt x="18445" y="15781"/>
                    <a:pt x="19009" y="12556"/>
                    <a:pt x="19621" y="9380"/>
                  </a:cubicBezTo>
                  <a:cubicBezTo>
                    <a:pt x="20233" y="6201"/>
                    <a:pt x="20893" y="3072"/>
                    <a:pt x="21600" y="0"/>
                  </a:cubicBezTo>
                  <a:close/>
                </a:path>
              </a:pathLst>
            </a:custGeom>
            <a:solidFill>
              <a:srgbClr val="004B7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46" name="Figura"/>
            <p:cNvSpPr/>
            <p:nvPr/>
          </p:nvSpPr>
          <p:spPr>
            <a:xfrm>
              <a:off x="2458" y="229714"/>
              <a:ext cx="7021298" cy="2042197"/>
            </a:xfrm>
            <a:custGeom>
              <a:avLst/>
              <a:gdLst/>
              <a:ahLst/>
              <a:cxnLst>
                <a:cxn ang="0">
                  <a:pos x="wd2" y="hd2"/>
                </a:cxn>
                <a:cxn ang="5400000">
                  <a:pos x="wd2" y="hd2"/>
                </a:cxn>
                <a:cxn ang="10800000">
                  <a:pos x="wd2" y="hd2"/>
                </a:cxn>
                <a:cxn ang="16200000">
                  <a:pos x="wd2" y="hd2"/>
                </a:cxn>
              </a:cxnLst>
              <a:rect l="0" t="0" r="r" b="b"/>
              <a:pathLst>
                <a:path w="21600" h="21369" fill="norm" stroke="1" extrusionOk="0">
                  <a:moveTo>
                    <a:pt x="0" y="0"/>
                  </a:moveTo>
                  <a:cubicBezTo>
                    <a:pt x="660" y="3073"/>
                    <a:pt x="1286" y="6230"/>
                    <a:pt x="1876" y="9461"/>
                  </a:cubicBezTo>
                  <a:cubicBezTo>
                    <a:pt x="2449" y="12594"/>
                    <a:pt x="2988" y="15797"/>
                    <a:pt x="3493" y="19063"/>
                  </a:cubicBezTo>
                  <a:cubicBezTo>
                    <a:pt x="3493" y="19063"/>
                    <a:pt x="3494" y="19062"/>
                    <a:pt x="3494" y="19063"/>
                  </a:cubicBezTo>
                  <a:cubicBezTo>
                    <a:pt x="3541" y="19647"/>
                    <a:pt x="4248" y="20229"/>
                    <a:pt x="5626" y="20676"/>
                  </a:cubicBezTo>
                  <a:cubicBezTo>
                    <a:pt x="8481" y="21600"/>
                    <a:pt x="13109" y="21600"/>
                    <a:pt x="15964" y="20676"/>
                  </a:cubicBezTo>
                  <a:cubicBezTo>
                    <a:pt x="17320" y="20236"/>
                    <a:pt x="18026" y="19667"/>
                    <a:pt x="18093" y="19092"/>
                  </a:cubicBezTo>
                  <a:lnTo>
                    <a:pt x="18097" y="19092"/>
                  </a:lnTo>
                  <a:cubicBezTo>
                    <a:pt x="18610" y="15806"/>
                    <a:pt x="19158" y="12582"/>
                    <a:pt x="19737" y="9425"/>
                  </a:cubicBezTo>
                  <a:cubicBezTo>
                    <a:pt x="20325" y="6211"/>
                    <a:pt x="20946" y="3069"/>
                    <a:pt x="21600" y="4"/>
                  </a:cubicBezTo>
                  <a:lnTo>
                    <a:pt x="0" y="0"/>
                  </a:lnTo>
                  <a:close/>
                </a:path>
              </a:pathLst>
            </a:custGeom>
            <a:solidFill>
              <a:srgbClr val="00C3D2"/>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47" name="Óvalo"/>
            <p:cNvSpPr/>
            <p:nvPr/>
          </p:nvSpPr>
          <p:spPr>
            <a:xfrm>
              <a:off x="0" y="0"/>
              <a:ext cx="7023053" cy="452461"/>
            </a:xfrm>
            <a:prstGeom prst="ellipse">
              <a:avLst/>
            </a:prstGeom>
            <a:gradFill flip="none" rotWithShape="1">
              <a:gsLst>
                <a:gs pos="0">
                  <a:srgbClr val="BEBEBE"/>
                </a:gs>
                <a:gs pos="100000">
                  <a:srgbClr val="98979A"/>
                </a:gs>
              </a:gsLst>
              <a:lin ang="5400000" scaled="0"/>
            </a:gra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grpSp>
      <p:sp>
        <p:nvSpPr>
          <p:cNvPr id="849" name="Círculo"/>
          <p:cNvSpPr/>
          <p:nvPr/>
        </p:nvSpPr>
        <p:spPr>
          <a:xfrm>
            <a:off x="5205150" y="4131087"/>
            <a:ext cx="776760" cy="776759"/>
          </a:xfrm>
          <a:prstGeom prst="ellipse">
            <a:avLst/>
          </a:prstGeom>
          <a:solidFill>
            <a:srgbClr val="FFFFFF"/>
          </a:solidFill>
          <a:ln w="12700">
            <a:miter lim="400000"/>
          </a:ln>
        </p:spPr>
        <p:txBody>
          <a:bodyPr lIns="50800" tIns="50800" rIns="50800" bIns="50800" anchor="ctr"/>
          <a:lstStyle/>
          <a:p>
            <a:pPr>
              <a:defRPr b="0" sz="3200">
                <a:solidFill>
                  <a:srgbClr val="FFFFFF"/>
                </a:solidFill>
                <a:latin typeface="Helvetica Light"/>
                <a:ea typeface="Helvetica Light"/>
                <a:cs typeface="Helvetica Light"/>
                <a:sym typeface="Helvetica Light"/>
              </a:defRPr>
            </a:pPr>
          </a:p>
        </p:txBody>
      </p:sp>
      <p:sp>
        <p:nvSpPr>
          <p:cNvPr id="850" name="1"/>
          <p:cNvSpPr/>
          <p:nvPr/>
        </p:nvSpPr>
        <p:spPr>
          <a:xfrm>
            <a:off x="5291337" y="4265466"/>
            <a:ext cx="629786" cy="635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70000"/>
              </a:lnSpc>
              <a:defRPr baseline="47999" sz="2500">
                <a:latin typeface="+mj-lt"/>
                <a:ea typeface="+mj-ea"/>
                <a:cs typeface="+mj-cs"/>
                <a:sym typeface="Montserrat"/>
              </a:defRPr>
            </a:lvl1pPr>
          </a:lstStyle>
          <a:p>
            <a:pPr/>
            <a:r>
              <a:t>1</a:t>
            </a:r>
          </a:p>
        </p:txBody>
      </p:sp>
      <p:sp>
        <p:nvSpPr>
          <p:cNvPr id="851" name="Círculo"/>
          <p:cNvSpPr/>
          <p:nvPr/>
        </p:nvSpPr>
        <p:spPr>
          <a:xfrm>
            <a:off x="5205150" y="5933277"/>
            <a:ext cx="776760" cy="776760"/>
          </a:xfrm>
          <a:prstGeom prst="ellipse">
            <a:avLst/>
          </a:prstGeom>
          <a:solidFill>
            <a:srgbClr val="FFFFFF"/>
          </a:solidFill>
          <a:ln w="12700">
            <a:miter lim="400000"/>
          </a:ln>
        </p:spPr>
        <p:txBody>
          <a:bodyPr lIns="50800" tIns="50800" rIns="50800" bIns="50800" anchor="ctr"/>
          <a:lstStyle/>
          <a:p>
            <a:pPr>
              <a:defRPr b="0" sz="3200">
                <a:solidFill>
                  <a:srgbClr val="FFFFFF"/>
                </a:solidFill>
                <a:latin typeface="Helvetica Light"/>
                <a:ea typeface="Helvetica Light"/>
                <a:cs typeface="Helvetica Light"/>
                <a:sym typeface="Helvetica Light"/>
              </a:defRPr>
            </a:pPr>
          </a:p>
        </p:txBody>
      </p:sp>
      <p:sp>
        <p:nvSpPr>
          <p:cNvPr id="852" name="2"/>
          <p:cNvSpPr/>
          <p:nvPr/>
        </p:nvSpPr>
        <p:spPr>
          <a:xfrm>
            <a:off x="5278637" y="6067657"/>
            <a:ext cx="629786" cy="635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70000"/>
              </a:lnSpc>
              <a:defRPr baseline="47999" sz="2500">
                <a:latin typeface="+mj-lt"/>
                <a:ea typeface="+mj-ea"/>
                <a:cs typeface="+mj-cs"/>
                <a:sym typeface="Montserrat"/>
              </a:defRPr>
            </a:lvl1pPr>
          </a:lstStyle>
          <a:p>
            <a:pPr/>
            <a:r>
              <a:t>2</a:t>
            </a:r>
          </a:p>
        </p:txBody>
      </p:sp>
      <p:sp>
        <p:nvSpPr>
          <p:cNvPr id="853" name="Círculo"/>
          <p:cNvSpPr/>
          <p:nvPr/>
        </p:nvSpPr>
        <p:spPr>
          <a:xfrm>
            <a:off x="5205150" y="7735467"/>
            <a:ext cx="776760" cy="776759"/>
          </a:xfrm>
          <a:prstGeom prst="ellipse">
            <a:avLst/>
          </a:prstGeom>
          <a:solidFill>
            <a:srgbClr val="FFFFFF"/>
          </a:solidFill>
          <a:ln w="12700">
            <a:miter lim="400000"/>
          </a:ln>
        </p:spPr>
        <p:txBody>
          <a:bodyPr lIns="50800" tIns="50800" rIns="50800" bIns="50800" anchor="ctr"/>
          <a:lstStyle/>
          <a:p>
            <a:pPr>
              <a:defRPr b="0" sz="3200">
                <a:solidFill>
                  <a:srgbClr val="FFFFFF"/>
                </a:solidFill>
                <a:latin typeface="Helvetica Light"/>
                <a:ea typeface="Helvetica Light"/>
                <a:cs typeface="Helvetica Light"/>
                <a:sym typeface="Helvetica Light"/>
              </a:defRPr>
            </a:pPr>
          </a:p>
        </p:txBody>
      </p:sp>
      <p:sp>
        <p:nvSpPr>
          <p:cNvPr id="854" name="3"/>
          <p:cNvSpPr/>
          <p:nvPr/>
        </p:nvSpPr>
        <p:spPr>
          <a:xfrm>
            <a:off x="5291337" y="7869846"/>
            <a:ext cx="629786" cy="635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70000"/>
              </a:lnSpc>
              <a:defRPr baseline="47999" sz="2500">
                <a:latin typeface="+mj-lt"/>
                <a:ea typeface="+mj-ea"/>
                <a:cs typeface="+mj-cs"/>
                <a:sym typeface="Montserrat"/>
              </a:defRPr>
            </a:lvl1pPr>
          </a:lstStyle>
          <a:p>
            <a:pPr/>
            <a:r>
              <a:t>3</a:t>
            </a:r>
          </a:p>
        </p:txBody>
      </p:sp>
      <p:sp>
        <p:nvSpPr>
          <p:cNvPr id="855" name="Círculo"/>
          <p:cNvSpPr/>
          <p:nvPr/>
        </p:nvSpPr>
        <p:spPr>
          <a:xfrm>
            <a:off x="5205150" y="9537658"/>
            <a:ext cx="776760" cy="776759"/>
          </a:xfrm>
          <a:prstGeom prst="ellipse">
            <a:avLst/>
          </a:prstGeom>
          <a:solidFill>
            <a:srgbClr val="FFFFFF"/>
          </a:solidFill>
          <a:ln w="12700">
            <a:miter lim="400000"/>
          </a:ln>
        </p:spPr>
        <p:txBody>
          <a:bodyPr lIns="50800" tIns="50800" rIns="50800" bIns="50800" anchor="ctr"/>
          <a:lstStyle/>
          <a:p>
            <a:pPr>
              <a:defRPr b="0" sz="3200">
                <a:solidFill>
                  <a:srgbClr val="FFFFFF"/>
                </a:solidFill>
                <a:latin typeface="Helvetica Light"/>
                <a:ea typeface="Helvetica Light"/>
                <a:cs typeface="Helvetica Light"/>
                <a:sym typeface="Helvetica Light"/>
              </a:defRPr>
            </a:pPr>
          </a:p>
        </p:txBody>
      </p:sp>
      <p:sp>
        <p:nvSpPr>
          <p:cNvPr id="856" name="4"/>
          <p:cNvSpPr/>
          <p:nvPr/>
        </p:nvSpPr>
        <p:spPr>
          <a:xfrm>
            <a:off x="5291337" y="9672037"/>
            <a:ext cx="629786" cy="635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70000"/>
              </a:lnSpc>
              <a:defRPr baseline="47999" sz="2500">
                <a:latin typeface="+mj-lt"/>
                <a:ea typeface="+mj-ea"/>
                <a:cs typeface="+mj-cs"/>
                <a:sym typeface="Montserrat"/>
              </a:defRPr>
            </a:lvl1pPr>
          </a:lstStyle>
          <a:p>
            <a:pPr/>
            <a:r>
              <a:t>4</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58" name="Funnel"/>
          <p:cNvSpPr txBox="1"/>
          <p:nvPr>
            <p:ph type="title"/>
          </p:nvPr>
        </p:nvSpPr>
        <p:spPr>
          <a:prstGeom prst="rect">
            <a:avLst/>
          </a:prstGeom>
        </p:spPr>
        <p:txBody>
          <a:bodyPr/>
          <a:lstStyle/>
          <a:p>
            <a:pPr/>
            <a:r>
              <a:t>Funnel</a:t>
            </a:r>
          </a:p>
        </p:txBody>
      </p:sp>
      <p:grpSp>
        <p:nvGrpSpPr>
          <p:cNvPr id="879" name="Grupo"/>
          <p:cNvGrpSpPr/>
          <p:nvPr/>
        </p:nvGrpSpPr>
        <p:grpSpPr>
          <a:xfrm>
            <a:off x="4980806" y="3441086"/>
            <a:ext cx="18351409" cy="8611827"/>
            <a:chOff x="0" y="0"/>
            <a:chExt cx="18351407" cy="8611825"/>
          </a:xfrm>
        </p:grpSpPr>
        <p:sp>
          <p:nvSpPr>
            <p:cNvPr id="859" name="Línea"/>
            <p:cNvSpPr/>
            <p:nvPr/>
          </p:nvSpPr>
          <p:spPr>
            <a:xfrm>
              <a:off x="1993031" y="202791"/>
              <a:ext cx="3791140" cy="2089101"/>
            </a:xfrm>
            <a:custGeom>
              <a:avLst/>
              <a:gdLst/>
              <a:ahLst/>
              <a:cxnLst>
                <a:cxn ang="0">
                  <a:pos x="wd2" y="hd2"/>
                </a:cxn>
                <a:cxn ang="5400000">
                  <a:pos x="wd2" y="hd2"/>
                </a:cxn>
                <a:cxn ang="10800000">
                  <a:pos x="wd2" y="hd2"/>
                </a:cxn>
                <a:cxn ang="16200000">
                  <a:pos x="wd2" y="hd2"/>
                </a:cxn>
              </a:cxnLst>
              <a:rect l="0" t="0" r="r" b="b"/>
              <a:pathLst>
                <a:path w="21539" h="21600" fill="norm" stroke="1" extrusionOk="0">
                  <a:moveTo>
                    <a:pt x="171" y="21600"/>
                  </a:moveTo>
                  <a:cubicBezTo>
                    <a:pt x="-61" y="19450"/>
                    <a:pt x="-2" y="17177"/>
                    <a:pt x="35" y="14165"/>
                  </a:cubicBezTo>
                  <a:cubicBezTo>
                    <a:pt x="72" y="11228"/>
                    <a:pt x="64" y="9027"/>
                    <a:pt x="340" y="6970"/>
                  </a:cubicBezTo>
                  <a:cubicBezTo>
                    <a:pt x="592" y="5428"/>
                    <a:pt x="1050" y="4053"/>
                    <a:pt x="1656" y="2950"/>
                  </a:cubicBezTo>
                  <a:cubicBezTo>
                    <a:pt x="2263" y="1846"/>
                    <a:pt x="3018" y="1013"/>
                    <a:pt x="3866" y="554"/>
                  </a:cubicBezTo>
                  <a:cubicBezTo>
                    <a:pt x="4425" y="277"/>
                    <a:pt x="5007" y="139"/>
                    <a:pt x="5653" y="69"/>
                  </a:cubicBezTo>
                  <a:cubicBezTo>
                    <a:pt x="6298" y="0"/>
                    <a:pt x="7007" y="0"/>
                    <a:pt x="7819" y="0"/>
                  </a:cubicBezTo>
                  <a:lnTo>
                    <a:pt x="21539" y="263"/>
                  </a:lnTo>
                </a:path>
              </a:pathLst>
            </a:custGeom>
            <a:noFill/>
            <a:ln w="50800" cap="flat">
              <a:solidFill>
                <a:schemeClr val="accent4">
                  <a:hueOff val="-461056"/>
                  <a:satOff val="4338"/>
                  <a:lumOff val="-10225"/>
                </a:schemeClr>
              </a:solidFill>
              <a:prstDash val="solid"/>
              <a:miter lim="400000"/>
              <a:headEnd type="oval" w="med" len="med"/>
              <a:tailEnd type="triangle" w="med" len="med"/>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0" name="Línea"/>
            <p:cNvSpPr/>
            <p:nvPr/>
          </p:nvSpPr>
          <p:spPr>
            <a:xfrm>
              <a:off x="5737774" y="1043962"/>
              <a:ext cx="3791141" cy="2089101"/>
            </a:xfrm>
            <a:custGeom>
              <a:avLst/>
              <a:gdLst/>
              <a:ahLst/>
              <a:cxnLst>
                <a:cxn ang="0">
                  <a:pos x="wd2" y="hd2"/>
                </a:cxn>
                <a:cxn ang="5400000">
                  <a:pos x="wd2" y="hd2"/>
                </a:cxn>
                <a:cxn ang="10800000">
                  <a:pos x="wd2" y="hd2"/>
                </a:cxn>
                <a:cxn ang="16200000">
                  <a:pos x="wd2" y="hd2"/>
                </a:cxn>
              </a:cxnLst>
              <a:rect l="0" t="0" r="r" b="b"/>
              <a:pathLst>
                <a:path w="21539" h="21600" fill="norm" stroke="1" extrusionOk="0">
                  <a:moveTo>
                    <a:pt x="171" y="21600"/>
                  </a:moveTo>
                  <a:cubicBezTo>
                    <a:pt x="-61" y="19450"/>
                    <a:pt x="-2" y="17177"/>
                    <a:pt x="35" y="14165"/>
                  </a:cubicBezTo>
                  <a:cubicBezTo>
                    <a:pt x="72" y="11228"/>
                    <a:pt x="64" y="9027"/>
                    <a:pt x="340" y="6970"/>
                  </a:cubicBezTo>
                  <a:cubicBezTo>
                    <a:pt x="592" y="5428"/>
                    <a:pt x="1050" y="4053"/>
                    <a:pt x="1656" y="2950"/>
                  </a:cubicBezTo>
                  <a:cubicBezTo>
                    <a:pt x="2263" y="1846"/>
                    <a:pt x="3018" y="1013"/>
                    <a:pt x="3866" y="554"/>
                  </a:cubicBezTo>
                  <a:cubicBezTo>
                    <a:pt x="4425" y="277"/>
                    <a:pt x="5007" y="139"/>
                    <a:pt x="5653" y="69"/>
                  </a:cubicBezTo>
                  <a:cubicBezTo>
                    <a:pt x="6298" y="0"/>
                    <a:pt x="7007" y="0"/>
                    <a:pt x="7819" y="0"/>
                  </a:cubicBezTo>
                  <a:lnTo>
                    <a:pt x="21539" y="263"/>
                  </a:lnTo>
                </a:path>
              </a:pathLst>
            </a:custGeom>
            <a:noFill/>
            <a:ln w="50800" cap="flat">
              <a:solidFill>
                <a:schemeClr val="accent4">
                  <a:hueOff val="-461056"/>
                  <a:satOff val="4338"/>
                  <a:lumOff val="-10225"/>
                </a:schemeClr>
              </a:solidFill>
              <a:prstDash val="solid"/>
              <a:miter lim="400000"/>
              <a:headEnd type="oval" w="med" len="med"/>
              <a:tailEnd type="triangle" w="med" len="med"/>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1" name="Línea"/>
            <p:cNvSpPr/>
            <p:nvPr/>
          </p:nvSpPr>
          <p:spPr>
            <a:xfrm>
              <a:off x="9012415" y="1908158"/>
              <a:ext cx="3791141" cy="2089101"/>
            </a:xfrm>
            <a:custGeom>
              <a:avLst/>
              <a:gdLst/>
              <a:ahLst/>
              <a:cxnLst>
                <a:cxn ang="0">
                  <a:pos x="wd2" y="hd2"/>
                </a:cxn>
                <a:cxn ang="5400000">
                  <a:pos x="wd2" y="hd2"/>
                </a:cxn>
                <a:cxn ang="10800000">
                  <a:pos x="wd2" y="hd2"/>
                </a:cxn>
                <a:cxn ang="16200000">
                  <a:pos x="wd2" y="hd2"/>
                </a:cxn>
              </a:cxnLst>
              <a:rect l="0" t="0" r="r" b="b"/>
              <a:pathLst>
                <a:path w="21539" h="21600" fill="norm" stroke="1" extrusionOk="0">
                  <a:moveTo>
                    <a:pt x="171" y="21600"/>
                  </a:moveTo>
                  <a:cubicBezTo>
                    <a:pt x="-61" y="19450"/>
                    <a:pt x="-2" y="17177"/>
                    <a:pt x="35" y="14165"/>
                  </a:cubicBezTo>
                  <a:cubicBezTo>
                    <a:pt x="72" y="11228"/>
                    <a:pt x="64" y="9027"/>
                    <a:pt x="340" y="6970"/>
                  </a:cubicBezTo>
                  <a:cubicBezTo>
                    <a:pt x="592" y="5428"/>
                    <a:pt x="1050" y="4053"/>
                    <a:pt x="1656" y="2950"/>
                  </a:cubicBezTo>
                  <a:cubicBezTo>
                    <a:pt x="2263" y="1846"/>
                    <a:pt x="3018" y="1013"/>
                    <a:pt x="3866" y="554"/>
                  </a:cubicBezTo>
                  <a:cubicBezTo>
                    <a:pt x="4425" y="277"/>
                    <a:pt x="5007" y="139"/>
                    <a:pt x="5653" y="69"/>
                  </a:cubicBezTo>
                  <a:cubicBezTo>
                    <a:pt x="6298" y="0"/>
                    <a:pt x="7007" y="0"/>
                    <a:pt x="7819" y="0"/>
                  </a:cubicBezTo>
                  <a:lnTo>
                    <a:pt x="21539" y="263"/>
                  </a:lnTo>
                </a:path>
              </a:pathLst>
            </a:custGeom>
            <a:noFill/>
            <a:ln w="50800" cap="flat">
              <a:solidFill>
                <a:schemeClr val="accent4">
                  <a:hueOff val="-461056"/>
                  <a:satOff val="4338"/>
                  <a:lumOff val="-10225"/>
                </a:schemeClr>
              </a:solidFill>
              <a:prstDash val="solid"/>
              <a:miter lim="400000"/>
              <a:headEnd type="oval" w="med" len="med"/>
              <a:tailEnd type="triangle" w="med" len="med"/>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2" name="Línea"/>
            <p:cNvSpPr/>
            <p:nvPr/>
          </p:nvSpPr>
          <p:spPr>
            <a:xfrm>
              <a:off x="11765559" y="2759955"/>
              <a:ext cx="3791140" cy="2089102"/>
            </a:xfrm>
            <a:custGeom>
              <a:avLst/>
              <a:gdLst/>
              <a:ahLst/>
              <a:cxnLst>
                <a:cxn ang="0">
                  <a:pos x="wd2" y="hd2"/>
                </a:cxn>
                <a:cxn ang="5400000">
                  <a:pos x="wd2" y="hd2"/>
                </a:cxn>
                <a:cxn ang="10800000">
                  <a:pos x="wd2" y="hd2"/>
                </a:cxn>
                <a:cxn ang="16200000">
                  <a:pos x="wd2" y="hd2"/>
                </a:cxn>
              </a:cxnLst>
              <a:rect l="0" t="0" r="r" b="b"/>
              <a:pathLst>
                <a:path w="21539" h="21600" fill="norm" stroke="1" extrusionOk="0">
                  <a:moveTo>
                    <a:pt x="171" y="21600"/>
                  </a:moveTo>
                  <a:cubicBezTo>
                    <a:pt x="-61" y="19450"/>
                    <a:pt x="-2" y="17177"/>
                    <a:pt x="35" y="14165"/>
                  </a:cubicBezTo>
                  <a:cubicBezTo>
                    <a:pt x="72" y="11228"/>
                    <a:pt x="64" y="9027"/>
                    <a:pt x="340" y="6970"/>
                  </a:cubicBezTo>
                  <a:cubicBezTo>
                    <a:pt x="592" y="5428"/>
                    <a:pt x="1050" y="4053"/>
                    <a:pt x="1656" y="2950"/>
                  </a:cubicBezTo>
                  <a:cubicBezTo>
                    <a:pt x="2263" y="1846"/>
                    <a:pt x="3018" y="1013"/>
                    <a:pt x="3866" y="554"/>
                  </a:cubicBezTo>
                  <a:cubicBezTo>
                    <a:pt x="4425" y="277"/>
                    <a:pt x="5007" y="139"/>
                    <a:pt x="5653" y="69"/>
                  </a:cubicBezTo>
                  <a:cubicBezTo>
                    <a:pt x="6298" y="0"/>
                    <a:pt x="7007" y="0"/>
                    <a:pt x="7819" y="0"/>
                  </a:cubicBezTo>
                  <a:lnTo>
                    <a:pt x="21539" y="263"/>
                  </a:lnTo>
                </a:path>
              </a:pathLst>
            </a:custGeom>
            <a:noFill/>
            <a:ln w="50800" cap="flat">
              <a:solidFill>
                <a:schemeClr val="accent4">
                  <a:hueOff val="-461056"/>
                  <a:satOff val="4338"/>
                  <a:lumOff val="-10225"/>
                </a:schemeClr>
              </a:solidFill>
              <a:prstDash val="solid"/>
              <a:miter lim="400000"/>
              <a:headEnd type="oval" w="med" len="med"/>
              <a:tailEnd type="triangle" w="med" len="med"/>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3" name="Figura"/>
            <p:cNvSpPr/>
            <p:nvPr/>
          </p:nvSpPr>
          <p:spPr>
            <a:xfrm>
              <a:off x="11270561" y="3922679"/>
              <a:ext cx="1357630" cy="12157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13435"/>
                  </a:lnTo>
                  <a:lnTo>
                    <a:pt x="21600" y="8165"/>
                  </a:lnTo>
                  <a:lnTo>
                    <a:pt x="0" y="0"/>
                  </a:lnTo>
                  <a:close/>
                </a:path>
              </a:pathLst>
            </a:custGeom>
            <a:solidFill>
              <a:srgbClr val="004B7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4" name="Óvalo"/>
            <p:cNvSpPr/>
            <p:nvPr/>
          </p:nvSpPr>
          <p:spPr>
            <a:xfrm rot="16200000">
              <a:off x="10657354" y="4461052"/>
              <a:ext cx="1218912" cy="142730"/>
            </a:xfrm>
            <a:prstGeom prst="ellipse">
              <a:avLst/>
            </a:prstGeom>
            <a:solidFill>
              <a:srgbClr val="1883B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5" name="Óvalo"/>
            <p:cNvSpPr/>
            <p:nvPr/>
          </p:nvSpPr>
          <p:spPr>
            <a:xfrm rot="16193785">
              <a:off x="12479884" y="4508132"/>
              <a:ext cx="295668" cy="46432"/>
            </a:xfrm>
            <a:prstGeom prst="ellipse">
              <a:avLst/>
            </a:prstGeom>
            <a:solidFill>
              <a:srgbClr val="1883B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6" name="Figura"/>
            <p:cNvSpPr/>
            <p:nvPr/>
          </p:nvSpPr>
          <p:spPr>
            <a:xfrm>
              <a:off x="8098206" y="2920805"/>
              <a:ext cx="2743400" cy="32198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15550"/>
                  </a:lnTo>
                  <a:lnTo>
                    <a:pt x="21551" y="6035"/>
                  </a:lnTo>
                  <a:lnTo>
                    <a:pt x="0" y="0"/>
                  </a:lnTo>
                  <a:close/>
                </a:path>
              </a:pathLst>
            </a:custGeom>
            <a:solidFill>
              <a:srgbClr val="00C3D2"/>
            </a:solidFill>
            <a:ln w="12700" cap="flat">
              <a:noFill/>
              <a:miter lim="400000"/>
            </a:ln>
            <a:effectLst/>
          </p:spPr>
          <p:txBody>
            <a:bodyPr wrap="square" lIns="50800" tIns="50800" rIns="50800" bIns="50800" numCol="1" anchor="ctr">
              <a:noAutofit/>
            </a:bodyPr>
            <a:lstStyle/>
            <a:p>
              <a:pPr>
                <a:defRPr b="0" sz="3200">
                  <a:latin typeface="Helvetica Light"/>
                  <a:ea typeface="Helvetica Light"/>
                  <a:cs typeface="Helvetica Light"/>
                  <a:sym typeface="Helvetica Light"/>
                </a:defRPr>
              </a:pPr>
            </a:p>
          </p:txBody>
        </p:sp>
        <p:sp>
          <p:nvSpPr>
            <p:cNvPr id="867" name="Óvalo"/>
            <p:cNvSpPr/>
            <p:nvPr/>
          </p:nvSpPr>
          <p:spPr>
            <a:xfrm rot="16200000">
              <a:off x="6481508" y="4302939"/>
              <a:ext cx="3222915" cy="455257"/>
            </a:xfrm>
            <a:prstGeom prst="ellipse">
              <a:avLst/>
            </a:prstGeom>
            <a:solidFill>
              <a:srgbClr val="82D1F1"/>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8" name="Óvalo"/>
            <p:cNvSpPr/>
            <p:nvPr/>
          </p:nvSpPr>
          <p:spPr>
            <a:xfrm rot="16193785">
              <a:off x="10122746" y="4415977"/>
              <a:ext cx="1419579" cy="228553"/>
            </a:xfrm>
            <a:prstGeom prst="ellipse">
              <a:avLst/>
            </a:prstGeom>
            <a:solidFill>
              <a:srgbClr val="82D1F1"/>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69" name="Figura"/>
            <p:cNvSpPr/>
            <p:nvPr/>
          </p:nvSpPr>
          <p:spPr>
            <a:xfrm>
              <a:off x="4616012" y="1799806"/>
              <a:ext cx="2831070" cy="5457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17911"/>
                  </a:lnTo>
                  <a:lnTo>
                    <a:pt x="21600" y="3689"/>
                  </a:lnTo>
                  <a:lnTo>
                    <a:pt x="0" y="0"/>
                  </a:lnTo>
                  <a:close/>
                </a:path>
              </a:pathLst>
            </a:custGeom>
            <a:solidFill>
              <a:srgbClr val="004B75"/>
            </a:solidFill>
            <a:ln w="12700" cap="flat">
              <a:noFill/>
              <a:miter lim="400000"/>
            </a:ln>
            <a:effectLst/>
          </p:spPr>
          <p:txBody>
            <a:bodyPr wrap="square" lIns="50800" tIns="50800" rIns="50800" bIns="50800" numCol="1" anchor="ctr">
              <a:noAutofit/>
            </a:bodyPr>
            <a:lstStyle/>
            <a:p>
              <a:pPr>
                <a:defRPr b="0" sz="3200">
                  <a:latin typeface="Helvetica Light"/>
                  <a:ea typeface="Helvetica Light"/>
                  <a:cs typeface="Helvetica Light"/>
                  <a:sym typeface="Helvetica Light"/>
                </a:defRPr>
              </a:pPr>
            </a:p>
          </p:txBody>
        </p:sp>
        <p:sp>
          <p:nvSpPr>
            <p:cNvPr id="870" name="Óvalo"/>
            <p:cNvSpPr/>
            <p:nvPr/>
          </p:nvSpPr>
          <p:spPr>
            <a:xfrm rot="16200000">
              <a:off x="1884021" y="4143148"/>
              <a:ext cx="5457076" cy="770845"/>
            </a:xfrm>
            <a:prstGeom prst="ellipse">
              <a:avLst/>
            </a:prstGeom>
            <a:solidFill>
              <a:srgbClr val="1883B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71" name="Óvalo"/>
            <p:cNvSpPr/>
            <p:nvPr/>
          </p:nvSpPr>
          <p:spPr>
            <a:xfrm rot="16200000">
              <a:off x="5633470" y="4313825"/>
              <a:ext cx="3601233" cy="431419"/>
            </a:xfrm>
            <a:prstGeom prst="ellipse">
              <a:avLst/>
            </a:prstGeom>
            <a:solidFill>
              <a:srgbClr val="1883B5"/>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72" name="Figura"/>
            <p:cNvSpPr/>
            <p:nvPr/>
          </p:nvSpPr>
          <p:spPr>
            <a:xfrm>
              <a:off x="491105" y="449180"/>
              <a:ext cx="3221556" cy="81626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18780"/>
                  </a:lnTo>
                  <a:lnTo>
                    <a:pt x="21600" y="2820"/>
                  </a:lnTo>
                  <a:lnTo>
                    <a:pt x="0" y="0"/>
                  </a:lnTo>
                  <a:close/>
                </a:path>
              </a:pathLst>
            </a:custGeom>
            <a:solidFill>
              <a:srgbClr val="00C3D2"/>
            </a:solidFill>
            <a:ln w="12700" cap="flat">
              <a:noFill/>
              <a:miter lim="400000"/>
            </a:ln>
            <a:effectLst/>
          </p:spPr>
          <p:txBody>
            <a:bodyPr wrap="square" lIns="50800" tIns="50800" rIns="50800" bIns="50800" numCol="1" anchor="ctr">
              <a:noAutofit/>
            </a:bodyPr>
            <a:lstStyle/>
            <a:p>
              <a:pPr>
                <a:defRPr b="0" sz="3200">
                  <a:latin typeface="Helvetica Light"/>
                  <a:ea typeface="Helvetica Light"/>
                  <a:cs typeface="Helvetica Light"/>
                  <a:sym typeface="Helvetica Light"/>
                </a:defRPr>
              </a:pPr>
            </a:p>
          </p:txBody>
        </p:sp>
        <p:sp>
          <p:nvSpPr>
            <p:cNvPr id="873" name="Óvalo"/>
            <p:cNvSpPr/>
            <p:nvPr/>
          </p:nvSpPr>
          <p:spPr>
            <a:xfrm rot="16200000">
              <a:off x="-3589315" y="4042266"/>
              <a:ext cx="8154456" cy="975826"/>
            </a:xfrm>
            <a:prstGeom prst="ellipse">
              <a:avLst/>
            </a:prstGeom>
            <a:solidFill>
              <a:srgbClr val="82D1F1"/>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74" name="Óvalo"/>
            <p:cNvSpPr/>
            <p:nvPr/>
          </p:nvSpPr>
          <p:spPr>
            <a:xfrm rot="16200000">
              <a:off x="682479" y="4168835"/>
              <a:ext cx="6034823" cy="722957"/>
            </a:xfrm>
            <a:prstGeom prst="ellipse">
              <a:avLst/>
            </a:prstGeom>
            <a:solidFill>
              <a:srgbClr val="82D1F1"/>
            </a:solidFill>
            <a:ln w="12700" cap="flat">
              <a:noFill/>
              <a:miter lim="400000"/>
            </a:ln>
            <a:effectLst/>
          </p:spPr>
          <p:txBody>
            <a:bodyPr wrap="square" lIns="50800" tIns="50800" rIns="50800" bIns="50800" numCol="1" anchor="ctr">
              <a:noAutofit/>
            </a:bodyPr>
            <a:lstStyle/>
            <a:p>
              <a:pPr>
                <a:defRPr b="0" sz="3200">
                  <a:solidFill>
                    <a:srgbClr val="FFFFFF"/>
                  </a:solidFill>
                  <a:latin typeface="Helvetica Light"/>
                  <a:ea typeface="Helvetica Light"/>
                  <a:cs typeface="Helvetica Light"/>
                  <a:sym typeface="Helvetica Light"/>
                </a:defRPr>
              </a:pPr>
            </a:p>
          </p:txBody>
        </p:sp>
        <p:sp>
          <p:nvSpPr>
            <p:cNvPr id="875" name="Captación"/>
            <p:cNvSpPr txBox="1"/>
            <p:nvPr/>
          </p:nvSpPr>
          <p:spPr>
            <a:xfrm>
              <a:off x="6051350" y="-1"/>
              <a:ext cx="2527532" cy="469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spcBef>
                  <a:spcPts val="4500"/>
                </a:spcBef>
                <a:defRPr sz="2400">
                  <a:latin typeface="+mj-lt"/>
                  <a:ea typeface="+mj-ea"/>
                  <a:cs typeface="+mj-cs"/>
                  <a:sym typeface="Montserrat"/>
                </a:defRPr>
              </a:lvl1pPr>
            </a:lstStyle>
            <a:p>
              <a:pPr/>
              <a:r>
                <a:t>Captación</a:t>
              </a:r>
            </a:p>
          </p:txBody>
        </p:sp>
        <p:sp>
          <p:nvSpPr>
            <p:cNvPr id="876" name="Cultivo"/>
            <p:cNvSpPr txBox="1"/>
            <p:nvPr/>
          </p:nvSpPr>
          <p:spPr>
            <a:xfrm>
              <a:off x="9796091" y="841171"/>
              <a:ext cx="2527533" cy="469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spcBef>
                  <a:spcPts val="4500"/>
                </a:spcBef>
                <a:defRPr sz="2400">
                  <a:latin typeface="+mj-lt"/>
                  <a:ea typeface="+mj-ea"/>
                  <a:cs typeface="+mj-cs"/>
                  <a:sym typeface="Montserrat"/>
                </a:defRPr>
              </a:lvl1pPr>
            </a:lstStyle>
            <a:p>
              <a:pPr/>
              <a:r>
                <a:t>Cultivo</a:t>
              </a:r>
            </a:p>
          </p:txBody>
        </p:sp>
        <p:sp>
          <p:nvSpPr>
            <p:cNvPr id="877" name="Conversión"/>
            <p:cNvSpPr txBox="1"/>
            <p:nvPr/>
          </p:nvSpPr>
          <p:spPr>
            <a:xfrm>
              <a:off x="13070733" y="1705367"/>
              <a:ext cx="2527533" cy="469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spcBef>
                  <a:spcPts val="4500"/>
                </a:spcBef>
                <a:defRPr sz="2400">
                  <a:latin typeface="+mj-lt"/>
                  <a:ea typeface="+mj-ea"/>
                  <a:cs typeface="+mj-cs"/>
                  <a:sym typeface="Montserrat"/>
                </a:defRPr>
              </a:lvl1pPr>
            </a:lstStyle>
            <a:p>
              <a:pPr/>
              <a:r>
                <a:t>Conversión</a:t>
              </a:r>
            </a:p>
          </p:txBody>
        </p:sp>
        <p:sp>
          <p:nvSpPr>
            <p:cNvPr id="878" name="Re-conversión"/>
            <p:cNvSpPr txBox="1"/>
            <p:nvPr/>
          </p:nvSpPr>
          <p:spPr>
            <a:xfrm>
              <a:off x="15823875" y="2557164"/>
              <a:ext cx="2527533" cy="469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spcBef>
                  <a:spcPts val="4500"/>
                </a:spcBef>
                <a:defRPr sz="2400">
                  <a:latin typeface="+mj-lt"/>
                  <a:ea typeface="+mj-ea"/>
                  <a:cs typeface="+mj-cs"/>
                  <a:sym typeface="Montserrat"/>
                </a:defRPr>
              </a:lvl1pPr>
            </a:lstStyle>
            <a:p>
              <a:pPr/>
              <a:r>
                <a:t>Re-conversión</a:t>
              </a:r>
            </a:p>
          </p:txBody>
        </p:sp>
      </p:gr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81" name="Automatización de marketing"/>
          <p:cNvSpPr txBox="1"/>
          <p:nvPr>
            <p:ph type="title"/>
          </p:nvPr>
        </p:nvSpPr>
        <p:spPr>
          <a:prstGeom prst="rect">
            <a:avLst/>
          </a:prstGeom>
        </p:spPr>
        <p:txBody>
          <a:bodyPr/>
          <a:lstStyle/>
          <a:p>
            <a:pPr/>
            <a:r>
              <a:t>Automatización de marketing</a:t>
            </a:r>
          </a:p>
        </p:txBody>
      </p:sp>
      <p:sp>
        <p:nvSpPr>
          <p:cNvPr id="882" name="Círculo"/>
          <p:cNvSpPr/>
          <p:nvPr/>
        </p:nvSpPr>
        <p:spPr>
          <a:xfrm>
            <a:off x="2851945" y="5417869"/>
            <a:ext cx="4711392" cy="4711392"/>
          </a:xfrm>
          <a:prstGeom prst="ellipse">
            <a:avLst/>
          </a:prstGeom>
          <a:solidFill>
            <a:srgbClr val="4A65AD"/>
          </a:solidFill>
          <a:ln w="12700">
            <a:miter lim="400000"/>
          </a:ln>
        </p:spPr>
        <p:txBody>
          <a:bodyPr lIns="71437" tIns="71437" rIns="71437" bIns="71437" anchor="ctr"/>
          <a:lstStyle/>
          <a:p>
            <a:pPr algn="l"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883" name="Figura"/>
          <p:cNvSpPr/>
          <p:nvPr/>
        </p:nvSpPr>
        <p:spPr>
          <a:xfrm>
            <a:off x="4756041" y="6803399"/>
            <a:ext cx="902434" cy="1940273"/>
          </a:xfrm>
          <a:custGeom>
            <a:avLst/>
            <a:gdLst/>
            <a:ahLst/>
            <a:cxnLst>
              <a:cxn ang="0">
                <a:pos x="wd2" y="hd2"/>
              </a:cxn>
              <a:cxn ang="5400000">
                <a:pos x="wd2" y="hd2"/>
              </a:cxn>
              <a:cxn ang="10800000">
                <a:pos x="wd2" y="hd2"/>
              </a:cxn>
              <a:cxn ang="16200000">
                <a:pos x="wd2" y="hd2"/>
              </a:cxn>
            </a:cxnLst>
            <a:rect l="0" t="0" r="r" b="b"/>
            <a:pathLst>
              <a:path w="21600" h="21437" fill="norm" stroke="1" extrusionOk="0">
                <a:moveTo>
                  <a:pt x="21600" y="5"/>
                </a:moveTo>
                <a:cubicBezTo>
                  <a:pt x="21600" y="1241"/>
                  <a:pt x="21600" y="3664"/>
                  <a:pt x="21600" y="3664"/>
                </a:cubicBezTo>
                <a:cubicBezTo>
                  <a:pt x="21600" y="3664"/>
                  <a:pt x="15693" y="3516"/>
                  <a:pt x="14816" y="4176"/>
                </a:cubicBezTo>
                <a:cubicBezTo>
                  <a:pt x="14095" y="4718"/>
                  <a:pt x="14328" y="5933"/>
                  <a:pt x="14261" y="7053"/>
                </a:cubicBezTo>
                <a:cubicBezTo>
                  <a:pt x="16662" y="7053"/>
                  <a:pt x="19200" y="7053"/>
                  <a:pt x="21600" y="7053"/>
                </a:cubicBezTo>
                <a:cubicBezTo>
                  <a:pt x="21438" y="8341"/>
                  <a:pt x="21132" y="9564"/>
                  <a:pt x="20769" y="10761"/>
                </a:cubicBezTo>
                <a:cubicBezTo>
                  <a:pt x="18692" y="10761"/>
                  <a:pt x="14538" y="10761"/>
                  <a:pt x="14538" y="10761"/>
                </a:cubicBezTo>
                <a:lnTo>
                  <a:pt x="14538" y="21437"/>
                </a:lnTo>
                <a:cubicBezTo>
                  <a:pt x="14538" y="21437"/>
                  <a:pt x="7938" y="21437"/>
                  <a:pt x="4707" y="21437"/>
                </a:cubicBezTo>
                <a:cubicBezTo>
                  <a:pt x="4709" y="18133"/>
                  <a:pt x="4705" y="14278"/>
                  <a:pt x="4707" y="10761"/>
                </a:cubicBezTo>
                <a:cubicBezTo>
                  <a:pt x="3137" y="10761"/>
                  <a:pt x="1568" y="10761"/>
                  <a:pt x="0" y="10761"/>
                </a:cubicBezTo>
                <a:cubicBezTo>
                  <a:pt x="0" y="9525"/>
                  <a:pt x="0" y="8288"/>
                  <a:pt x="0" y="7053"/>
                </a:cubicBezTo>
                <a:cubicBezTo>
                  <a:pt x="1522" y="7053"/>
                  <a:pt x="3046" y="7053"/>
                  <a:pt x="4569" y="7053"/>
                </a:cubicBezTo>
                <a:cubicBezTo>
                  <a:pt x="4787" y="4587"/>
                  <a:pt x="4552" y="2480"/>
                  <a:pt x="7200" y="1235"/>
                </a:cubicBezTo>
                <a:cubicBezTo>
                  <a:pt x="10176" y="-163"/>
                  <a:pt x="15466" y="8"/>
                  <a:pt x="21600" y="5"/>
                </a:cubicBezTo>
                <a:close/>
              </a:path>
            </a:pathLst>
          </a:custGeom>
          <a:solidFill>
            <a:srgbClr val="FFFFFF"/>
          </a:solidFill>
          <a:ln w="25400">
            <a:solidFill>
              <a:srgbClr val="000000">
                <a:alpha val="0"/>
              </a:srgbClr>
            </a:solidFill>
            <a:miter lim="400000"/>
          </a:ln>
        </p:spPr>
        <p:txBody>
          <a:bodyPr lIns="50800" tIns="50800" rIns="50800" bIns="50800" anchor="ctr"/>
          <a:lstStyle/>
          <a:p>
            <a:pPr defTabSz="584200">
              <a:defRPr b="0" sz="400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884" name="Círculo"/>
          <p:cNvSpPr/>
          <p:nvPr/>
        </p:nvSpPr>
        <p:spPr>
          <a:xfrm>
            <a:off x="7598428" y="6546694"/>
            <a:ext cx="410774" cy="410775"/>
          </a:xfrm>
          <a:prstGeom prst="ellipse">
            <a:avLst/>
          </a:prstGeom>
          <a:solidFill>
            <a:srgbClr val="88A8D8"/>
          </a:solidFill>
          <a:ln w="12700">
            <a:miter lim="400000"/>
          </a:ln>
        </p:spPr>
        <p:txBody>
          <a:bodyPr lIns="71437" tIns="71437" rIns="71437" bIns="71437" anchor="ctr"/>
          <a:lstStyle/>
          <a:p>
            <a:pPr algn="l"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885" name="Círculo"/>
          <p:cNvSpPr/>
          <p:nvPr/>
        </p:nvSpPr>
        <p:spPr>
          <a:xfrm>
            <a:off x="7253342" y="5581043"/>
            <a:ext cx="4711392" cy="4711392"/>
          </a:xfrm>
          <a:prstGeom prst="ellipse">
            <a:avLst/>
          </a:prstGeom>
          <a:solidFill>
            <a:srgbClr val="3E5D91"/>
          </a:solidFill>
          <a:ln w="12700">
            <a:miter lim="400000"/>
          </a:ln>
        </p:spPr>
        <p:txBody>
          <a:bodyPr lIns="71437" tIns="71437" rIns="71437" bIns="71437" anchor="ctr"/>
          <a:lstStyle/>
          <a:p>
            <a:pPr algn="l"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886" name="Círculo"/>
          <p:cNvSpPr/>
          <p:nvPr/>
        </p:nvSpPr>
        <p:spPr>
          <a:xfrm>
            <a:off x="6632141" y="7147015"/>
            <a:ext cx="1541021" cy="1541021"/>
          </a:xfrm>
          <a:prstGeom prst="ellipse">
            <a:avLst/>
          </a:prstGeom>
          <a:gradFill>
            <a:gsLst>
              <a:gs pos="0">
                <a:srgbClr val="6EDE73"/>
              </a:gs>
              <a:gs pos="100000">
                <a:srgbClr val="00C19C"/>
              </a:gs>
            </a:gsLst>
            <a:lin ang="19193896"/>
          </a:gra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887" name="+"/>
          <p:cNvSpPr txBox="1"/>
          <p:nvPr/>
        </p:nvSpPr>
        <p:spPr>
          <a:xfrm>
            <a:off x="7065954" y="7294664"/>
            <a:ext cx="673396" cy="1245723"/>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lstStyle>
            <a:lvl1pPr defTabSz="821531">
              <a:lnSpc>
                <a:spcPct val="90000"/>
              </a:lnSpc>
              <a:defRPr b="0" spc="-144" sz="7200">
                <a:solidFill>
                  <a:srgbClr val="53585F"/>
                </a:solidFill>
                <a:latin typeface="Lato Bold"/>
                <a:ea typeface="Lato Bold"/>
                <a:cs typeface="Lato Bold"/>
                <a:sym typeface="Lato Bold"/>
              </a:defRPr>
            </a:lvl1pPr>
          </a:lstStyle>
          <a:p>
            <a:pPr/>
            <a:r>
              <a:t>+</a:t>
            </a:r>
          </a:p>
        </p:txBody>
      </p:sp>
      <p:pic>
        <p:nvPicPr>
          <p:cNvPr id="888" name="Imagen" descr="Imagen"/>
          <p:cNvPicPr>
            <a:picLocks noChangeAspect="1"/>
          </p:cNvPicPr>
          <p:nvPr/>
        </p:nvPicPr>
        <p:blipFill>
          <a:blip r:embed="rId2">
            <a:extLst/>
          </a:blip>
          <a:stretch>
            <a:fillRect/>
          </a:stretch>
        </p:blipFill>
        <p:spPr>
          <a:xfrm>
            <a:off x="8511679" y="7214828"/>
            <a:ext cx="2745919" cy="1443822"/>
          </a:xfrm>
          <a:prstGeom prst="rect">
            <a:avLst/>
          </a:prstGeom>
          <a:ln w="12700">
            <a:miter lim="400000"/>
          </a:ln>
        </p:spPr>
      </p:pic>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90" name="Estrategia de ventas online"/>
          <p:cNvSpPr txBox="1"/>
          <p:nvPr>
            <p:ph type="body" idx="13"/>
          </p:nvPr>
        </p:nvSpPr>
        <p:spPr>
          <a:prstGeom prst="rect">
            <a:avLst/>
          </a:prstGeom>
        </p:spPr>
        <p:txBody>
          <a:bodyPr/>
          <a:lstStyle/>
          <a:p>
            <a:pPr/>
            <a:r>
              <a:t>Estrategia de ventas online</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92" name="Estrategia de ventas"/>
          <p:cNvSpPr txBox="1"/>
          <p:nvPr>
            <p:ph type="title"/>
          </p:nvPr>
        </p:nvSpPr>
        <p:spPr>
          <a:prstGeom prst="rect">
            <a:avLst/>
          </a:prstGeom>
        </p:spPr>
        <p:txBody>
          <a:bodyPr/>
          <a:lstStyle/>
          <a:p>
            <a:pPr/>
            <a:r>
              <a:t>Estrategia de ventas</a:t>
            </a:r>
          </a:p>
        </p:txBody>
      </p:sp>
      <p:sp>
        <p:nvSpPr>
          <p:cNvPr id="893" name="Círculo"/>
          <p:cNvSpPr/>
          <p:nvPr/>
        </p:nvSpPr>
        <p:spPr>
          <a:xfrm flipH="1" rot="10800000">
            <a:off x="2318910" y="6132502"/>
            <a:ext cx="5518388" cy="5518387"/>
          </a:xfrm>
          <a:prstGeom prst="ellipse">
            <a:avLst/>
          </a:prstGeom>
          <a:solidFill>
            <a:srgbClr val="ABBFD8">
              <a:alpha val="28827"/>
            </a:srgbClr>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894" name="Círculo"/>
          <p:cNvSpPr/>
          <p:nvPr/>
        </p:nvSpPr>
        <p:spPr>
          <a:xfrm flipH="1" rot="10800000">
            <a:off x="5763457" y="6132502"/>
            <a:ext cx="5518388" cy="5518387"/>
          </a:xfrm>
          <a:prstGeom prst="ellipse">
            <a:avLst/>
          </a:prstGeom>
          <a:solidFill>
            <a:srgbClr val="ABBFD8">
              <a:alpha val="28827"/>
            </a:srgbClr>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895" name="Círculo"/>
          <p:cNvSpPr/>
          <p:nvPr/>
        </p:nvSpPr>
        <p:spPr>
          <a:xfrm flipH="1" rot="10800000">
            <a:off x="4041184" y="3275189"/>
            <a:ext cx="5518388" cy="5518388"/>
          </a:xfrm>
          <a:prstGeom prst="ellipse">
            <a:avLst/>
          </a:prstGeom>
          <a:solidFill>
            <a:srgbClr val="ABBFD8">
              <a:alpha val="28827"/>
            </a:srgbClr>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896" name="Figura"/>
          <p:cNvSpPr/>
          <p:nvPr/>
        </p:nvSpPr>
        <p:spPr>
          <a:xfrm flipH="1" rot="10800000">
            <a:off x="5780072" y="6720834"/>
            <a:ext cx="2040614" cy="2056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7130" y="0"/>
                  <a:pt x="3460" y="684"/>
                  <a:pt x="0" y="2048"/>
                </a:cubicBezTo>
                <a:cubicBezTo>
                  <a:pt x="682" y="8405"/>
                  <a:pt x="3469" y="14585"/>
                  <a:pt x="8380" y="19457"/>
                </a:cubicBezTo>
                <a:cubicBezTo>
                  <a:pt x="9155" y="20226"/>
                  <a:pt x="9964" y="20936"/>
                  <a:pt x="10800" y="21600"/>
                </a:cubicBezTo>
                <a:cubicBezTo>
                  <a:pt x="11636" y="20936"/>
                  <a:pt x="12449" y="20226"/>
                  <a:pt x="13224" y="19457"/>
                </a:cubicBezTo>
                <a:cubicBezTo>
                  <a:pt x="18135" y="14585"/>
                  <a:pt x="20918" y="8405"/>
                  <a:pt x="21600" y="2048"/>
                </a:cubicBezTo>
                <a:cubicBezTo>
                  <a:pt x="18140" y="684"/>
                  <a:pt x="14470" y="0"/>
                  <a:pt x="10800" y="0"/>
                </a:cubicBezTo>
                <a:close/>
              </a:path>
            </a:pathLst>
          </a:custGeom>
          <a:solidFill>
            <a:srgbClr val="6FDE73"/>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897" name="Figura"/>
          <p:cNvSpPr/>
          <p:nvPr/>
        </p:nvSpPr>
        <p:spPr>
          <a:xfrm flipH="1" rot="10800000">
            <a:off x="5780072" y="6722184"/>
            <a:ext cx="2040614" cy="2056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7130" y="0"/>
                  <a:pt x="3460" y="684"/>
                  <a:pt x="0" y="2048"/>
                </a:cubicBezTo>
                <a:cubicBezTo>
                  <a:pt x="682" y="8405"/>
                  <a:pt x="3469" y="14585"/>
                  <a:pt x="8380" y="19457"/>
                </a:cubicBezTo>
                <a:cubicBezTo>
                  <a:pt x="9155" y="20226"/>
                  <a:pt x="9964" y="20936"/>
                  <a:pt x="10800" y="21600"/>
                </a:cubicBezTo>
                <a:cubicBezTo>
                  <a:pt x="11636" y="20936"/>
                  <a:pt x="12449" y="20226"/>
                  <a:pt x="13224" y="19457"/>
                </a:cubicBezTo>
                <a:cubicBezTo>
                  <a:pt x="18135" y="14585"/>
                  <a:pt x="20918" y="8405"/>
                  <a:pt x="21600" y="2048"/>
                </a:cubicBezTo>
                <a:cubicBezTo>
                  <a:pt x="18140" y="684"/>
                  <a:pt x="14470" y="0"/>
                  <a:pt x="10800" y="0"/>
                </a:cubicBezTo>
                <a:close/>
              </a:path>
            </a:pathLst>
          </a:custGeom>
          <a:solidFill>
            <a:srgbClr val="00C3D2"/>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898" name="FACEBOOK ADS"/>
          <p:cNvSpPr txBox="1"/>
          <p:nvPr/>
        </p:nvSpPr>
        <p:spPr>
          <a:xfrm>
            <a:off x="2844410" y="8741316"/>
            <a:ext cx="2676448" cy="1263380"/>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lstStyle>
            <a:lvl1pPr defTabSz="821531">
              <a:lnSpc>
                <a:spcPct val="80000"/>
              </a:lnSpc>
              <a:defRPr spc="-64" sz="3200">
                <a:latin typeface="+mj-lt"/>
                <a:ea typeface="+mj-ea"/>
                <a:cs typeface="+mj-cs"/>
                <a:sym typeface="Montserrat"/>
              </a:defRPr>
            </a:lvl1pPr>
          </a:lstStyle>
          <a:p>
            <a:pPr/>
            <a:r>
              <a:t>FACEBOOK ADS</a:t>
            </a:r>
          </a:p>
        </p:txBody>
      </p:sp>
      <p:sp>
        <p:nvSpPr>
          <p:cNvPr id="899" name="AUTOMATIZACIÓN"/>
          <p:cNvSpPr txBox="1"/>
          <p:nvPr/>
        </p:nvSpPr>
        <p:spPr>
          <a:xfrm>
            <a:off x="8202598" y="8741316"/>
            <a:ext cx="2476411" cy="1263380"/>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lstStyle>
            <a:lvl1pPr defTabSz="821531">
              <a:lnSpc>
                <a:spcPct val="80000"/>
              </a:lnSpc>
              <a:defRPr spc="-64" sz="3200">
                <a:latin typeface="+mj-lt"/>
                <a:ea typeface="+mj-ea"/>
                <a:cs typeface="+mj-cs"/>
                <a:sym typeface="Montserrat"/>
              </a:defRPr>
            </a:lvl1pPr>
          </a:lstStyle>
          <a:p>
            <a:pPr/>
            <a:r>
              <a:t>AUTOMATIZACIÓN</a:t>
            </a:r>
          </a:p>
        </p:txBody>
      </p:sp>
      <p:sp>
        <p:nvSpPr>
          <p:cNvPr id="900" name="CONTENIDOS"/>
          <p:cNvSpPr txBox="1"/>
          <p:nvPr/>
        </p:nvSpPr>
        <p:spPr>
          <a:xfrm>
            <a:off x="5252388" y="4836211"/>
            <a:ext cx="3095979" cy="717909"/>
          </a:xfrm>
          <a:prstGeom prst="rect">
            <a:avLst/>
          </a:prstGeom>
          <a:ln w="12700">
            <a:miter lim="400000"/>
          </a:ln>
          <a:extLst>
            <a:ext uri="{C572A759-6A51-4108-AA02-DFA0A04FC94B}">
              <ma14:wrappingTextBoxFlag xmlns:ma14="http://schemas.microsoft.com/office/mac/drawingml/2011/main" val="1"/>
            </a:ext>
          </a:extLst>
        </p:spPr>
        <p:txBody>
          <a:bodyPr lIns="71437" tIns="71437" rIns="71437" bIns="71437" anchor="ctr"/>
          <a:lstStyle>
            <a:lvl1pPr defTabSz="821531">
              <a:lnSpc>
                <a:spcPct val="80000"/>
              </a:lnSpc>
              <a:defRPr spc="-64" sz="3200">
                <a:latin typeface="+mj-lt"/>
                <a:ea typeface="+mj-ea"/>
                <a:cs typeface="+mj-cs"/>
                <a:sym typeface="Montserrat"/>
              </a:defRPr>
            </a:lvl1pPr>
          </a:lstStyle>
          <a:p>
            <a:pPr/>
            <a:r>
              <a:t>CONTENIDOS</a:t>
            </a:r>
          </a:p>
        </p:txBody>
      </p:sp>
      <p:sp>
        <p:nvSpPr>
          <p:cNvPr id="901" name="Figura"/>
          <p:cNvSpPr/>
          <p:nvPr/>
        </p:nvSpPr>
        <p:spPr>
          <a:xfrm>
            <a:off x="6351054" y="7636026"/>
            <a:ext cx="906833" cy="7179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50" y="10800"/>
                </a:moveTo>
                <a:lnTo>
                  <a:pt x="3600" y="8526"/>
                </a:lnTo>
                <a:lnTo>
                  <a:pt x="8550" y="14779"/>
                </a:lnTo>
                <a:lnTo>
                  <a:pt x="18000" y="3411"/>
                </a:lnTo>
                <a:lnTo>
                  <a:pt x="19350" y="5684"/>
                </a:lnTo>
                <a:lnTo>
                  <a:pt x="8550" y="18189"/>
                </a:lnTo>
                <a:cubicBezTo>
                  <a:pt x="8550" y="18189"/>
                  <a:pt x="2250" y="10800"/>
                  <a:pt x="2250" y="10800"/>
                </a:cubicBezTo>
                <a:close/>
                <a:moveTo>
                  <a:pt x="18000" y="0"/>
                </a:moveTo>
                <a:lnTo>
                  <a:pt x="8550" y="11368"/>
                </a:lnTo>
                <a:lnTo>
                  <a:pt x="3600" y="5116"/>
                </a:lnTo>
                <a:lnTo>
                  <a:pt x="0" y="10800"/>
                </a:lnTo>
                <a:lnTo>
                  <a:pt x="8550" y="21600"/>
                </a:lnTo>
                <a:lnTo>
                  <a:pt x="21600" y="5684"/>
                </a:lnTo>
                <a:cubicBezTo>
                  <a:pt x="21600" y="5684"/>
                  <a:pt x="18000" y="0"/>
                  <a:pt x="18000" y="0"/>
                </a:cubicBezTo>
                <a:close/>
              </a:path>
            </a:pathLst>
          </a:custGeom>
          <a:solidFill>
            <a:srgbClr val="FFFFFF"/>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03" name="Estrategia de ventas"/>
          <p:cNvSpPr txBox="1"/>
          <p:nvPr>
            <p:ph type="title"/>
          </p:nvPr>
        </p:nvSpPr>
        <p:spPr>
          <a:prstGeom prst="rect">
            <a:avLst/>
          </a:prstGeom>
        </p:spPr>
        <p:txBody>
          <a:bodyPr/>
          <a:lstStyle/>
          <a:p>
            <a:pPr/>
            <a:r>
              <a:t>Estrategia de ventas</a:t>
            </a:r>
          </a:p>
        </p:txBody>
      </p:sp>
      <p:sp>
        <p:nvSpPr>
          <p:cNvPr id="904" name="Freeform 169"/>
          <p:cNvSpPr/>
          <p:nvPr/>
        </p:nvSpPr>
        <p:spPr>
          <a:xfrm>
            <a:off x="3357634" y="3913679"/>
            <a:ext cx="7787729" cy="9500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0745" y="21600"/>
                </a:lnTo>
                <a:lnTo>
                  <a:pt x="832" y="21600"/>
                </a:lnTo>
                <a:lnTo>
                  <a:pt x="0" y="0"/>
                </a:lnTo>
                <a:lnTo>
                  <a:pt x="21600" y="0"/>
                </a:lnTo>
                <a:close/>
              </a:path>
            </a:pathLst>
          </a:custGeom>
          <a:solidFill>
            <a:srgbClr val="004B75"/>
          </a:solidFill>
          <a:ln w="12700">
            <a:miter lim="400000"/>
          </a:ln>
        </p:spPr>
        <p:txBody>
          <a:bodyPr lIns="45719" rIns="45719"/>
          <a:lstStyle/>
          <a:p>
            <a:pPr algn="l" defTabSz="914400">
              <a:defRPr b="0" sz="1800">
                <a:solidFill>
                  <a:srgbClr val="3F3F3F"/>
                </a:solidFill>
                <a:latin typeface="Roboto Light"/>
                <a:ea typeface="Roboto Light"/>
                <a:cs typeface="Roboto Light"/>
                <a:sym typeface="Roboto Light"/>
              </a:defRPr>
            </a:pPr>
          </a:p>
        </p:txBody>
      </p:sp>
      <p:sp>
        <p:nvSpPr>
          <p:cNvPr id="905" name="Freeform 170"/>
          <p:cNvSpPr/>
          <p:nvPr/>
        </p:nvSpPr>
        <p:spPr>
          <a:xfrm>
            <a:off x="3715981" y="5055379"/>
            <a:ext cx="7062706" cy="9500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0682" y="21600"/>
                </a:lnTo>
                <a:lnTo>
                  <a:pt x="943" y="21600"/>
                </a:lnTo>
                <a:lnTo>
                  <a:pt x="0" y="0"/>
                </a:lnTo>
                <a:lnTo>
                  <a:pt x="21600" y="0"/>
                </a:lnTo>
                <a:close/>
              </a:path>
            </a:pathLst>
          </a:custGeom>
          <a:solidFill>
            <a:srgbClr val="1883B5"/>
          </a:solidFill>
          <a:ln w="12700">
            <a:miter lim="400000"/>
          </a:ln>
        </p:spPr>
        <p:txBody>
          <a:bodyPr lIns="45719" rIns="45719"/>
          <a:lstStyle/>
          <a:p>
            <a:pPr algn="l" defTabSz="914400">
              <a:defRPr b="0" sz="1800">
                <a:solidFill>
                  <a:srgbClr val="3F3F3F"/>
                </a:solidFill>
                <a:latin typeface="Roboto Light"/>
                <a:ea typeface="Roboto Light"/>
                <a:cs typeface="Roboto Light"/>
                <a:sym typeface="Roboto Light"/>
              </a:defRPr>
            </a:pPr>
          </a:p>
        </p:txBody>
      </p:sp>
      <p:sp>
        <p:nvSpPr>
          <p:cNvPr id="906" name="Freeform 171"/>
          <p:cNvSpPr/>
          <p:nvPr/>
        </p:nvSpPr>
        <p:spPr>
          <a:xfrm>
            <a:off x="4082655" y="6197078"/>
            <a:ext cx="6337686" cy="9500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0549" y="21600"/>
                </a:lnTo>
                <a:lnTo>
                  <a:pt x="1022" y="21600"/>
                </a:lnTo>
                <a:lnTo>
                  <a:pt x="0" y="0"/>
                </a:lnTo>
                <a:lnTo>
                  <a:pt x="21600" y="0"/>
                </a:lnTo>
                <a:close/>
              </a:path>
            </a:pathLst>
          </a:custGeom>
          <a:solidFill>
            <a:srgbClr val="6388BF"/>
          </a:solidFill>
          <a:ln w="12700">
            <a:miter lim="400000"/>
          </a:ln>
        </p:spPr>
        <p:txBody>
          <a:bodyPr lIns="45719" rIns="45719"/>
          <a:lstStyle/>
          <a:p>
            <a:pPr algn="l" defTabSz="914400">
              <a:defRPr b="0" sz="1800">
                <a:solidFill>
                  <a:srgbClr val="3F3F3F"/>
                </a:solidFill>
                <a:latin typeface="Roboto Light"/>
                <a:ea typeface="Roboto Light"/>
                <a:cs typeface="Roboto Light"/>
                <a:sym typeface="Roboto Light"/>
              </a:defRPr>
            </a:pPr>
          </a:p>
        </p:txBody>
      </p:sp>
      <p:sp>
        <p:nvSpPr>
          <p:cNvPr id="907" name="Freeform 172"/>
          <p:cNvSpPr/>
          <p:nvPr/>
        </p:nvSpPr>
        <p:spPr>
          <a:xfrm>
            <a:off x="4449333" y="7330444"/>
            <a:ext cx="5604331" cy="866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0540" y="21600"/>
                </a:lnTo>
                <a:lnTo>
                  <a:pt x="1060" y="21600"/>
                </a:lnTo>
                <a:lnTo>
                  <a:pt x="0" y="0"/>
                </a:lnTo>
                <a:lnTo>
                  <a:pt x="21600" y="0"/>
                </a:lnTo>
                <a:close/>
              </a:path>
            </a:pathLst>
          </a:custGeom>
          <a:solidFill>
            <a:srgbClr val="82D1F1"/>
          </a:solidFill>
          <a:ln w="12700">
            <a:miter lim="400000"/>
          </a:ln>
        </p:spPr>
        <p:txBody>
          <a:bodyPr lIns="45719" rIns="45719"/>
          <a:lstStyle/>
          <a:p>
            <a:pPr algn="l" defTabSz="914400">
              <a:defRPr b="0" sz="1800">
                <a:solidFill>
                  <a:srgbClr val="3F3F3F"/>
                </a:solidFill>
                <a:latin typeface="Roboto Light"/>
                <a:ea typeface="Roboto Light"/>
                <a:cs typeface="Roboto Light"/>
                <a:sym typeface="Roboto Light"/>
              </a:defRPr>
            </a:pPr>
          </a:p>
        </p:txBody>
      </p:sp>
      <p:sp>
        <p:nvSpPr>
          <p:cNvPr id="908" name="Freeform 173"/>
          <p:cNvSpPr/>
          <p:nvPr/>
        </p:nvSpPr>
        <p:spPr>
          <a:xfrm>
            <a:off x="1371116" y="3096991"/>
            <a:ext cx="8799217" cy="8091901"/>
          </a:xfrm>
          <a:custGeom>
            <a:avLst/>
            <a:gdLst/>
            <a:ahLst/>
            <a:cxnLst>
              <a:cxn ang="0">
                <a:pos x="wd2" y="hd2"/>
              </a:cxn>
              <a:cxn ang="5400000">
                <a:pos x="wd2" y="hd2"/>
              </a:cxn>
              <a:cxn ang="10800000">
                <a:pos x="wd2" y="hd2"/>
              </a:cxn>
              <a:cxn ang="16200000">
                <a:pos x="wd2" y="hd2"/>
              </a:cxn>
            </a:cxnLst>
            <a:rect l="0" t="0" r="r" b="b"/>
            <a:pathLst>
              <a:path w="21587" h="21600" fill="norm" stroke="1" extrusionOk="0">
                <a:moveTo>
                  <a:pt x="8570" y="18775"/>
                </a:moveTo>
                <a:cubicBezTo>
                  <a:pt x="8222" y="18775"/>
                  <a:pt x="7916" y="19109"/>
                  <a:pt x="7916" y="19487"/>
                </a:cubicBezTo>
                <a:cubicBezTo>
                  <a:pt x="7916" y="19887"/>
                  <a:pt x="8222" y="20221"/>
                  <a:pt x="8570" y="20221"/>
                </a:cubicBezTo>
                <a:cubicBezTo>
                  <a:pt x="8938" y="20221"/>
                  <a:pt x="9244" y="19887"/>
                  <a:pt x="9244" y="19487"/>
                </a:cubicBezTo>
                <a:cubicBezTo>
                  <a:pt x="9244" y="19109"/>
                  <a:pt x="8938" y="18775"/>
                  <a:pt x="8570" y="18775"/>
                </a:cubicBezTo>
                <a:close/>
                <a:moveTo>
                  <a:pt x="8570" y="20043"/>
                </a:moveTo>
                <a:cubicBezTo>
                  <a:pt x="8304" y="20043"/>
                  <a:pt x="8079" y="19798"/>
                  <a:pt x="8079" y="19487"/>
                </a:cubicBezTo>
                <a:cubicBezTo>
                  <a:pt x="8079" y="19198"/>
                  <a:pt x="8304" y="18953"/>
                  <a:pt x="8570" y="18953"/>
                </a:cubicBezTo>
                <a:cubicBezTo>
                  <a:pt x="8856" y="18953"/>
                  <a:pt x="9081" y="19198"/>
                  <a:pt x="9081" y="19487"/>
                </a:cubicBezTo>
                <a:cubicBezTo>
                  <a:pt x="9081" y="19798"/>
                  <a:pt x="8856" y="20043"/>
                  <a:pt x="8570" y="20043"/>
                </a:cubicBezTo>
                <a:close/>
                <a:moveTo>
                  <a:pt x="21178" y="17129"/>
                </a:moveTo>
                <a:cubicBezTo>
                  <a:pt x="6445" y="17129"/>
                  <a:pt x="6445" y="17129"/>
                  <a:pt x="6445" y="17129"/>
                </a:cubicBezTo>
                <a:cubicBezTo>
                  <a:pt x="7834" y="14949"/>
                  <a:pt x="7834" y="14949"/>
                  <a:pt x="7834" y="14949"/>
                </a:cubicBezTo>
                <a:cubicBezTo>
                  <a:pt x="20810" y="14949"/>
                  <a:pt x="20810" y="14949"/>
                  <a:pt x="20810" y="14949"/>
                </a:cubicBezTo>
                <a:cubicBezTo>
                  <a:pt x="21035" y="14949"/>
                  <a:pt x="21219" y="14749"/>
                  <a:pt x="21219" y="14504"/>
                </a:cubicBezTo>
                <a:cubicBezTo>
                  <a:pt x="21219" y="14259"/>
                  <a:pt x="21035" y="14059"/>
                  <a:pt x="20810" y="14059"/>
                </a:cubicBezTo>
                <a:cubicBezTo>
                  <a:pt x="7916" y="14059"/>
                  <a:pt x="7916" y="14059"/>
                  <a:pt x="7916" y="14059"/>
                </a:cubicBezTo>
                <a:cubicBezTo>
                  <a:pt x="4074" y="934"/>
                  <a:pt x="4074" y="934"/>
                  <a:pt x="4074" y="934"/>
                </a:cubicBezTo>
                <a:cubicBezTo>
                  <a:pt x="4033" y="779"/>
                  <a:pt x="3911" y="645"/>
                  <a:pt x="3747" y="623"/>
                </a:cubicBezTo>
                <a:cubicBezTo>
                  <a:pt x="477" y="0"/>
                  <a:pt x="477" y="0"/>
                  <a:pt x="477" y="0"/>
                </a:cubicBezTo>
                <a:cubicBezTo>
                  <a:pt x="457" y="0"/>
                  <a:pt x="437" y="0"/>
                  <a:pt x="416" y="0"/>
                </a:cubicBezTo>
                <a:cubicBezTo>
                  <a:pt x="212" y="0"/>
                  <a:pt x="48" y="156"/>
                  <a:pt x="7" y="378"/>
                </a:cubicBezTo>
                <a:cubicBezTo>
                  <a:pt x="-13" y="489"/>
                  <a:pt x="7" y="601"/>
                  <a:pt x="69" y="712"/>
                </a:cubicBezTo>
                <a:cubicBezTo>
                  <a:pt x="150" y="801"/>
                  <a:pt x="232" y="868"/>
                  <a:pt x="334" y="890"/>
                </a:cubicBezTo>
                <a:cubicBezTo>
                  <a:pt x="3379" y="1446"/>
                  <a:pt x="3379" y="1446"/>
                  <a:pt x="3379" y="1446"/>
                </a:cubicBezTo>
                <a:cubicBezTo>
                  <a:pt x="7160" y="14437"/>
                  <a:pt x="7160" y="14437"/>
                  <a:pt x="7160" y="14437"/>
                </a:cubicBezTo>
                <a:cubicBezTo>
                  <a:pt x="5321" y="17329"/>
                  <a:pt x="5321" y="17329"/>
                  <a:pt x="5321" y="17329"/>
                </a:cubicBezTo>
                <a:cubicBezTo>
                  <a:pt x="5218" y="17462"/>
                  <a:pt x="5218" y="17640"/>
                  <a:pt x="5280" y="17774"/>
                </a:cubicBezTo>
                <a:cubicBezTo>
                  <a:pt x="5361" y="17930"/>
                  <a:pt x="5505" y="18019"/>
                  <a:pt x="5648" y="18019"/>
                </a:cubicBezTo>
                <a:cubicBezTo>
                  <a:pt x="7201" y="18019"/>
                  <a:pt x="7201" y="18019"/>
                  <a:pt x="7201" y="18019"/>
                </a:cubicBezTo>
                <a:cubicBezTo>
                  <a:pt x="6853" y="18397"/>
                  <a:pt x="6628" y="18931"/>
                  <a:pt x="6628" y="19487"/>
                </a:cubicBezTo>
                <a:cubicBezTo>
                  <a:pt x="6628" y="20666"/>
                  <a:pt x="7507" y="21600"/>
                  <a:pt x="8570" y="21600"/>
                </a:cubicBezTo>
                <a:cubicBezTo>
                  <a:pt x="9653" y="21600"/>
                  <a:pt x="10511" y="20666"/>
                  <a:pt x="10511" y="19487"/>
                </a:cubicBezTo>
                <a:cubicBezTo>
                  <a:pt x="10511" y="18931"/>
                  <a:pt x="10307" y="18397"/>
                  <a:pt x="9959" y="18019"/>
                </a:cubicBezTo>
                <a:cubicBezTo>
                  <a:pt x="17459" y="18019"/>
                  <a:pt x="17459" y="18019"/>
                  <a:pt x="17459" y="18019"/>
                </a:cubicBezTo>
                <a:cubicBezTo>
                  <a:pt x="17132" y="18397"/>
                  <a:pt x="16907" y="18931"/>
                  <a:pt x="16907" y="19487"/>
                </a:cubicBezTo>
                <a:cubicBezTo>
                  <a:pt x="16907" y="20666"/>
                  <a:pt x="17786" y="21600"/>
                  <a:pt x="18849" y="21600"/>
                </a:cubicBezTo>
                <a:cubicBezTo>
                  <a:pt x="19932" y="21600"/>
                  <a:pt x="20790" y="20666"/>
                  <a:pt x="20790" y="19487"/>
                </a:cubicBezTo>
                <a:cubicBezTo>
                  <a:pt x="20790" y="18931"/>
                  <a:pt x="20586" y="18397"/>
                  <a:pt x="20238" y="18019"/>
                </a:cubicBezTo>
                <a:cubicBezTo>
                  <a:pt x="21178" y="18019"/>
                  <a:pt x="21178" y="18019"/>
                  <a:pt x="21178" y="18019"/>
                </a:cubicBezTo>
                <a:cubicBezTo>
                  <a:pt x="21403" y="18019"/>
                  <a:pt x="21587" y="17818"/>
                  <a:pt x="21587" y="17574"/>
                </a:cubicBezTo>
                <a:cubicBezTo>
                  <a:pt x="21587" y="17329"/>
                  <a:pt x="21403" y="17129"/>
                  <a:pt x="21178" y="17129"/>
                </a:cubicBezTo>
                <a:close/>
                <a:moveTo>
                  <a:pt x="10102" y="19487"/>
                </a:moveTo>
                <a:cubicBezTo>
                  <a:pt x="10102" y="20421"/>
                  <a:pt x="9428" y="21155"/>
                  <a:pt x="8570" y="21155"/>
                </a:cubicBezTo>
                <a:cubicBezTo>
                  <a:pt x="7732" y="21155"/>
                  <a:pt x="7037" y="20421"/>
                  <a:pt x="7037" y="19487"/>
                </a:cubicBezTo>
                <a:cubicBezTo>
                  <a:pt x="7037" y="18575"/>
                  <a:pt x="7732" y="17818"/>
                  <a:pt x="8570" y="17818"/>
                </a:cubicBezTo>
                <a:cubicBezTo>
                  <a:pt x="9428" y="17818"/>
                  <a:pt x="10102" y="18575"/>
                  <a:pt x="10102" y="19487"/>
                </a:cubicBezTo>
                <a:close/>
                <a:moveTo>
                  <a:pt x="20381" y="19487"/>
                </a:moveTo>
                <a:cubicBezTo>
                  <a:pt x="20381" y="20421"/>
                  <a:pt x="19707" y="21155"/>
                  <a:pt x="18849" y="21155"/>
                </a:cubicBezTo>
                <a:cubicBezTo>
                  <a:pt x="18011" y="21155"/>
                  <a:pt x="17316" y="20421"/>
                  <a:pt x="17316" y="19487"/>
                </a:cubicBezTo>
                <a:cubicBezTo>
                  <a:pt x="17316" y="18575"/>
                  <a:pt x="18011" y="17818"/>
                  <a:pt x="18849" y="17818"/>
                </a:cubicBezTo>
                <a:cubicBezTo>
                  <a:pt x="19707" y="17818"/>
                  <a:pt x="20381" y="18575"/>
                  <a:pt x="20381" y="19487"/>
                </a:cubicBezTo>
                <a:close/>
                <a:moveTo>
                  <a:pt x="18849" y="18775"/>
                </a:moveTo>
                <a:cubicBezTo>
                  <a:pt x="18481" y="18775"/>
                  <a:pt x="18195" y="19109"/>
                  <a:pt x="18195" y="19487"/>
                </a:cubicBezTo>
                <a:cubicBezTo>
                  <a:pt x="18195" y="19887"/>
                  <a:pt x="18481" y="20221"/>
                  <a:pt x="18849" y="20221"/>
                </a:cubicBezTo>
                <a:cubicBezTo>
                  <a:pt x="19217" y="20221"/>
                  <a:pt x="19523" y="19887"/>
                  <a:pt x="19523" y="19487"/>
                </a:cubicBezTo>
                <a:cubicBezTo>
                  <a:pt x="19523" y="19109"/>
                  <a:pt x="19217" y="18775"/>
                  <a:pt x="18849" y="18775"/>
                </a:cubicBezTo>
                <a:close/>
                <a:moveTo>
                  <a:pt x="18849" y="20043"/>
                </a:moveTo>
                <a:cubicBezTo>
                  <a:pt x="18583" y="20043"/>
                  <a:pt x="18358" y="19798"/>
                  <a:pt x="18358" y="19487"/>
                </a:cubicBezTo>
                <a:cubicBezTo>
                  <a:pt x="18358" y="19198"/>
                  <a:pt x="18583" y="18953"/>
                  <a:pt x="18849" y="18953"/>
                </a:cubicBezTo>
                <a:cubicBezTo>
                  <a:pt x="19135" y="18953"/>
                  <a:pt x="19360" y="19198"/>
                  <a:pt x="19360" y="19487"/>
                </a:cubicBezTo>
                <a:cubicBezTo>
                  <a:pt x="19360" y="19798"/>
                  <a:pt x="19135" y="20043"/>
                  <a:pt x="18849" y="20043"/>
                </a:cubicBezTo>
                <a:close/>
              </a:path>
            </a:pathLst>
          </a:custGeom>
          <a:solidFill>
            <a:srgbClr val="B3E6F1"/>
          </a:solidFill>
          <a:ln w="12700">
            <a:miter lim="400000"/>
          </a:ln>
        </p:spPr>
        <p:txBody>
          <a:bodyPr lIns="45719" rIns="45719"/>
          <a:lstStyle/>
          <a:p>
            <a:pPr algn="l" defTabSz="914400">
              <a:defRPr b="0" sz="1800">
                <a:solidFill>
                  <a:srgbClr val="3F3F3F"/>
                </a:solidFill>
                <a:latin typeface="Roboto Light"/>
                <a:ea typeface="Roboto Light"/>
                <a:cs typeface="Roboto Light"/>
                <a:sym typeface="Roboto Light"/>
              </a:defRPr>
            </a:pPr>
          </a:p>
        </p:txBody>
      </p:sp>
      <p:sp>
        <p:nvSpPr>
          <p:cNvPr id="909" name="Línea"/>
          <p:cNvSpPr/>
          <p:nvPr/>
        </p:nvSpPr>
        <p:spPr>
          <a:xfrm>
            <a:off x="11359533" y="4388692"/>
            <a:ext cx="1912936" cy="1"/>
          </a:xfrm>
          <a:prstGeom prst="line">
            <a:avLst/>
          </a:prstGeom>
          <a:ln w="101600">
            <a:solidFill>
              <a:srgbClr val="FFC003"/>
            </a:solidFill>
            <a:miter lim="400000"/>
            <a:headEnd type="triangle" len="sm"/>
            <a:tailEnd type="triangle"/>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910" name="Línea"/>
          <p:cNvSpPr/>
          <p:nvPr/>
        </p:nvSpPr>
        <p:spPr>
          <a:xfrm>
            <a:off x="10889897" y="5530392"/>
            <a:ext cx="2382572" cy="1"/>
          </a:xfrm>
          <a:prstGeom prst="line">
            <a:avLst/>
          </a:prstGeom>
          <a:ln w="101600">
            <a:solidFill>
              <a:srgbClr val="FFC003"/>
            </a:solidFill>
            <a:miter lim="400000"/>
            <a:headEnd type="triangle" len="sm"/>
            <a:tailEnd type="triangle"/>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911" name="Línea"/>
          <p:cNvSpPr/>
          <p:nvPr/>
        </p:nvSpPr>
        <p:spPr>
          <a:xfrm>
            <a:off x="10510154" y="6672091"/>
            <a:ext cx="2762315" cy="1"/>
          </a:xfrm>
          <a:prstGeom prst="line">
            <a:avLst/>
          </a:prstGeom>
          <a:ln w="101600">
            <a:solidFill>
              <a:srgbClr val="FFC003"/>
            </a:solidFill>
            <a:miter lim="400000"/>
            <a:headEnd type="triangle" len="sm"/>
            <a:tailEnd type="triangle"/>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
        <p:nvSpPr>
          <p:cNvPr id="912" name="Línea"/>
          <p:cNvSpPr/>
          <p:nvPr/>
        </p:nvSpPr>
        <p:spPr>
          <a:xfrm>
            <a:off x="10070593" y="7813792"/>
            <a:ext cx="3201876" cy="1"/>
          </a:xfrm>
          <a:prstGeom prst="line">
            <a:avLst/>
          </a:prstGeom>
          <a:ln w="101600">
            <a:solidFill>
              <a:srgbClr val="FFC003"/>
            </a:solidFill>
            <a:miter lim="400000"/>
            <a:headEnd type="triangle" len="sm"/>
            <a:tailEnd type="triangle"/>
          </a:ln>
        </p:spPr>
        <p:txBody>
          <a:bodyPr lIns="45719" rIns="45719"/>
          <a:lstStyle/>
          <a:p>
            <a:pPr algn="just" defTabSz="914400">
              <a:lnSpc>
                <a:spcPct val="150000"/>
              </a:lnSpc>
              <a:defRPr sz="2200">
                <a:solidFill>
                  <a:srgbClr val="9B999C"/>
                </a:solidFill>
                <a:latin typeface="Open Sans"/>
                <a:ea typeface="Open Sans"/>
                <a:cs typeface="Open Sans"/>
                <a:sym typeface="Open Sans"/>
              </a:defRPr>
            </a:pP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14" name="Estrategia de contenidos"/>
          <p:cNvSpPr txBox="1"/>
          <p:nvPr>
            <p:ph type="body" idx="13"/>
          </p:nvPr>
        </p:nvSpPr>
        <p:spPr>
          <a:prstGeom prst="rect">
            <a:avLst/>
          </a:prstGeom>
        </p:spPr>
        <p:txBody>
          <a:bodyPr/>
          <a:lstStyle/>
          <a:p>
            <a:pPr/>
            <a:r>
              <a:t>Estrategia de contenidos</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16" name="Título"/>
          <p:cNvSpPr txBox="1"/>
          <p:nvPr>
            <p:ph type="title"/>
          </p:nvPr>
        </p:nvSpPr>
        <p:spPr>
          <a:prstGeom prst="rect">
            <a:avLst/>
          </a:prstGeom>
        </p:spPr>
        <p:txBody>
          <a:bodyPr/>
          <a:lstStyle/>
          <a:p>
            <a:pPr/>
          </a:p>
        </p:txBody>
      </p:sp>
      <p:sp>
        <p:nvSpPr>
          <p:cNvPr id="917" name="Figura"/>
          <p:cNvSpPr/>
          <p:nvPr/>
        </p:nvSpPr>
        <p:spPr>
          <a:xfrm>
            <a:off x="16629670" y="7087048"/>
            <a:ext cx="2026150" cy="1125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16762"/>
                  <a:pt x="269" y="21600"/>
                  <a:pt x="600" y="21600"/>
                </a:cubicBezTo>
                <a:lnTo>
                  <a:pt x="21000" y="21600"/>
                </a:lnTo>
                <a:cubicBezTo>
                  <a:pt x="21331" y="21600"/>
                  <a:pt x="21600" y="16762"/>
                  <a:pt x="21600" y="10800"/>
                </a:cubicBezTo>
                <a:cubicBezTo>
                  <a:pt x="21600" y="4838"/>
                  <a:pt x="21331" y="0"/>
                  <a:pt x="21000" y="0"/>
                </a:cubicBezTo>
                <a:lnTo>
                  <a:pt x="600" y="0"/>
                </a:lnTo>
                <a:cubicBezTo>
                  <a:pt x="269" y="0"/>
                  <a:pt x="0" y="4838"/>
                  <a:pt x="0" y="10800"/>
                </a:cubicBezTo>
                <a:cubicBezTo>
                  <a:pt x="0" y="10800"/>
                  <a:pt x="0" y="10800"/>
                  <a:pt x="0" y="10800"/>
                </a:cubicBezTo>
                <a:close/>
              </a:path>
            </a:pathLst>
          </a:custGeom>
          <a:solidFill>
            <a:srgbClr val="404040"/>
          </a:solidFill>
          <a:ln w="12700">
            <a:miter lim="400000"/>
          </a:ln>
        </p:spPr>
        <p:txBody>
          <a:bodyPr lIns="38100" tIns="38100" rIns="38100" bIns="38100" anchor="ctr"/>
          <a:lstStyle/>
          <a:p>
            <a:pPr defTabSz="821531">
              <a:defRPr b="0" sz="3200">
                <a:solidFill>
                  <a:srgbClr val="FFFFFF"/>
                </a:solidFill>
                <a:latin typeface="Helvetica Light"/>
                <a:ea typeface="Helvetica Light"/>
                <a:cs typeface="Helvetica Light"/>
                <a:sym typeface="Helvetica Light"/>
              </a:defRPr>
            </a:pPr>
          </a:p>
        </p:txBody>
      </p:sp>
      <p:sp>
        <p:nvSpPr>
          <p:cNvPr id="918" name="Figura"/>
          <p:cNvSpPr/>
          <p:nvPr/>
        </p:nvSpPr>
        <p:spPr>
          <a:xfrm>
            <a:off x="16345408" y="7371312"/>
            <a:ext cx="2476411" cy="1125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16762"/>
                  <a:pt x="220" y="21600"/>
                  <a:pt x="491" y="21600"/>
                </a:cubicBezTo>
                <a:lnTo>
                  <a:pt x="21109" y="21600"/>
                </a:lnTo>
                <a:cubicBezTo>
                  <a:pt x="21380" y="21600"/>
                  <a:pt x="21600" y="16762"/>
                  <a:pt x="21600" y="10800"/>
                </a:cubicBezTo>
                <a:cubicBezTo>
                  <a:pt x="21600" y="4838"/>
                  <a:pt x="21380" y="0"/>
                  <a:pt x="21109" y="0"/>
                </a:cubicBezTo>
                <a:lnTo>
                  <a:pt x="491" y="0"/>
                </a:lnTo>
                <a:cubicBezTo>
                  <a:pt x="220" y="0"/>
                  <a:pt x="0" y="4838"/>
                  <a:pt x="0" y="10800"/>
                </a:cubicBezTo>
                <a:cubicBezTo>
                  <a:pt x="0" y="10800"/>
                  <a:pt x="0" y="10800"/>
                  <a:pt x="0" y="10800"/>
                </a:cubicBezTo>
                <a:close/>
              </a:path>
            </a:pathLst>
          </a:custGeom>
          <a:solidFill>
            <a:srgbClr val="404040"/>
          </a:solidFill>
          <a:ln w="12700">
            <a:miter lim="400000"/>
          </a:ln>
        </p:spPr>
        <p:txBody>
          <a:bodyPr lIns="38100" tIns="38100" rIns="38100" bIns="38100" anchor="ctr"/>
          <a:lstStyle/>
          <a:p>
            <a:pPr defTabSz="821531">
              <a:defRPr b="0" sz="3200">
                <a:solidFill>
                  <a:srgbClr val="FFFFFF"/>
                </a:solidFill>
                <a:latin typeface="Helvetica Light"/>
                <a:ea typeface="Helvetica Light"/>
                <a:cs typeface="Helvetica Light"/>
                <a:sym typeface="Helvetica Light"/>
              </a:defRPr>
            </a:pPr>
          </a:p>
        </p:txBody>
      </p:sp>
      <p:sp>
        <p:nvSpPr>
          <p:cNvPr id="919" name="Figura"/>
          <p:cNvSpPr/>
          <p:nvPr/>
        </p:nvSpPr>
        <p:spPr>
          <a:xfrm>
            <a:off x="16629670" y="7584510"/>
            <a:ext cx="2026150" cy="1125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00" y="0"/>
                </a:moveTo>
                <a:lnTo>
                  <a:pt x="600" y="0"/>
                </a:lnTo>
                <a:cubicBezTo>
                  <a:pt x="269" y="0"/>
                  <a:pt x="0" y="4838"/>
                  <a:pt x="0" y="10800"/>
                </a:cubicBezTo>
                <a:cubicBezTo>
                  <a:pt x="0" y="16762"/>
                  <a:pt x="269" y="21600"/>
                  <a:pt x="600" y="21600"/>
                </a:cubicBezTo>
                <a:lnTo>
                  <a:pt x="21000" y="21600"/>
                </a:lnTo>
                <a:cubicBezTo>
                  <a:pt x="21331" y="21600"/>
                  <a:pt x="21600" y="16762"/>
                  <a:pt x="21600" y="10800"/>
                </a:cubicBezTo>
                <a:cubicBezTo>
                  <a:pt x="21600" y="4838"/>
                  <a:pt x="21331" y="0"/>
                  <a:pt x="21000" y="0"/>
                </a:cubicBezTo>
                <a:cubicBezTo>
                  <a:pt x="21000" y="0"/>
                  <a:pt x="21000" y="0"/>
                  <a:pt x="21000" y="0"/>
                </a:cubicBezTo>
                <a:close/>
              </a:path>
            </a:pathLst>
          </a:custGeom>
          <a:solidFill>
            <a:srgbClr val="404040"/>
          </a:solidFill>
          <a:ln w="12700">
            <a:miter lim="400000"/>
          </a:ln>
        </p:spPr>
        <p:txBody>
          <a:bodyPr lIns="38100" tIns="38100" rIns="38100" bIns="38100" anchor="ctr"/>
          <a:lstStyle/>
          <a:p>
            <a:pPr defTabSz="821531">
              <a:defRPr b="0" sz="3200">
                <a:solidFill>
                  <a:srgbClr val="FFFFFF"/>
                </a:solidFill>
                <a:latin typeface="Helvetica Light"/>
                <a:ea typeface="Helvetica Light"/>
                <a:cs typeface="Helvetica Light"/>
                <a:sym typeface="Helvetica Light"/>
              </a:defRPr>
            </a:pPr>
          </a:p>
        </p:txBody>
      </p:sp>
      <p:sp>
        <p:nvSpPr>
          <p:cNvPr id="920" name="Figura"/>
          <p:cNvSpPr/>
          <p:nvPr/>
        </p:nvSpPr>
        <p:spPr>
          <a:xfrm>
            <a:off x="17056068" y="7797708"/>
            <a:ext cx="1125645" cy="337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40" y="14400"/>
                </a:moveTo>
                <a:lnTo>
                  <a:pt x="2160" y="14400"/>
                </a:lnTo>
                <a:lnTo>
                  <a:pt x="2160" y="7200"/>
                </a:lnTo>
                <a:lnTo>
                  <a:pt x="19440" y="7200"/>
                </a:lnTo>
                <a:cubicBezTo>
                  <a:pt x="19440" y="7200"/>
                  <a:pt x="19440" y="14400"/>
                  <a:pt x="19440" y="14400"/>
                </a:cubicBezTo>
                <a:close/>
                <a:moveTo>
                  <a:pt x="20520" y="0"/>
                </a:moveTo>
                <a:lnTo>
                  <a:pt x="1080" y="0"/>
                </a:lnTo>
                <a:cubicBezTo>
                  <a:pt x="484" y="0"/>
                  <a:pt x="0" y="1613"/>
                  <a:pt x="0" y="3600"/>
                </a:cubicBezTo>
                <a:lnTo>
                  <a:pt x="0" y="18000"/>
                </a:lnTo>
                <a:cubicBezTo>
                  <a:pt x="0" y="19987"/>
                  <a:pt x="484" y="21600"/>
                  <a:pt x="1080" y="21600"/>
                </a:cubicBezTo>
                <a:lnTo>
                  <a:pt x="20520" y="21600"/>
                </a:lnTo>
                <a:cubicBezTo>
                  <a:pt x="21116" y="21600"/>
                  <a:pt x="21600" y="19987"/>
                  <a:pt x="21600" y="18000"/>
                </a:cubicBezTo>
                <a:lnTo>
                  <a:pt x="21600" y="3600"/>
                </a:lnTo>
                <a:cubicBezTo>
                  <a:pt x="21600" y="1613"/>
                  <a:pt x="21116" y="0"/>
                  <a:pt x="20520" y="0"/>
                </a:cubicBezTo>
                <a:cubicBezTo>
                  <a:pt x="20520" y="0"/>
                  <a:pt x="20520" y="0"/>
                  <a:pt x="20520" y="0"/>
                </a:cubicBezTo>
                <a:close/>
              </a:path>
            </a:pathLst>
          </a:custGeom>
          <a:solidFill>
            <a:srgbClr val="404040"/>
          </a:solidFill>
          <a:ln w="12700">
            <a:miter lim="400000"/>
          </a:ln>
        </p:spPr>
        <p:txBody>
          <a:bodyPr lIns="38100" tIns="38100" rIns="38100" bIns="38100" anchor="ctr"/>
          <a:lstStyle/>
          <a:p>
            <a:pPr defTabSz="821531">
              <a:defRPr b="0" sz="3200">
                <a:solidFill>
                  <a:srgbClr val="FFFFFF"/>
                </a:solidFill>
                <a:latin typeface="Helvetica Light"/>
                <a:ea typeface="Helvetica Light"/>
                <a:cs typeface="Helvetica Light"/>
                <a:sym typeface="Helvetica Light"/>
              </a:defRPr>
            </a:pPr>
          </a:p>
        </p:txBody>
      </p:sp>
      <p:sp>
        <p:nvSpPr>
          <p:cNvPr id="921" name="Figura"/>
          <p:cNvSpPr/>
          <p:nvPr/>
        </p:nvSpPr>
        <p:spPr>
          <a:xfrm>
            <a:off x="17340332" y="6058756"/>
            <a:ext cx="595691" cy="608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1" y="6659"/>
                </a:moveTo>
                <a:cubicBezTo>
                  <a:pt x="3169" y="6659"/>
                  <a:pt x="4082" y="5764"/>
                  <a:pt x="4082" y="4661"/>
                </a:cubicBezTo>
                <a:lnTo>
                  <a:pt x="4082" y="3995"/>
                </a:lnTo>
                <a:lnTo>
                  <a:pt x="8704" y="3995"/>
                </a:lnTo>
                <a:lnTo>
                  <a:pt x="8704" y="17605"/>
                </a:lnTo>
                <a:lnTo>
                  <a:pt x="8024" y="17605"/>
                </a:lnTo>
                <a:cubicBezTo>
                  <a:pt x="6897" y="17605"/>
                  <a:pt x="5983" y="18499"/>
                  <a:pt x="5983" y="19602"/>
                </a:cubicBezTo>
                <a:cubicBezTo>
                  <a:pt x="5983" y="20706"/>
                  <a:pt x="6897" y="21600"/>
                  <a:pt x="8024" y="21600"/>
                </a:cubicBezTo>
                <a:lnTo>
                  <a:pt x="13466" y="21600"/>
                </a:lnTo>
                <a:cubicBezTo>
                  <a:pt x="14593" y="21600"/>
                  <a:pt x="15507" y="20706"/>
                  <a:pt x="15507" y="19602"/>
                </a:cubicBezTo>
                <a:cubicBezTo>
                  <a:pt x="15507" y="18499"/>
                  <a:pt x="14593" y="17605"/>
                  <a:pt x="13466" y="17605"/>
                </a:cubicBezTo>
                <a:lnTo>
                  <a:pt x="12786" y="17605"/>
                </a:lnTo>
                <a:lnTo>
                  <a:pt x="12786" y="3995"/>
                </a:lnTo>
                <a:lnTo>
                  <a:pt x="17518" y="3995"/>
                </a:lnTo>
                <a:lnTo>
                  <a:pt x="17518" y="4661"/>
                </a:lnTo>
                <a:cubicBezTo>
                  <a:pt x="17518" y="5764"/>
                  <a:pt x="18433" y="6659"/>
                  <a:pt x="19559" y="6659"/>
                </a:cubicBezTo>
                <a:cubicBezTo>
                  <a:pt x="20687" y="6659"/>
                  <a:pt x="21600" y="5764"/>
                  <a:pt x="21600" y="4661"/>
                </a:cubicBezTo>
                <a:lnTo>
                  <a:pt x="21600" y="1998"/>
                </a:lnTo>
                <a:cubicBezTo>
                  <a:pt x="21600" y="895"/>
                  <a:pt x="20687" y="0"/>
                  <a:pt x="19559" y="0"/>
                </a:cubicBezTo>
                <a:lnTo>
                  <a:pt x="2041" y="0"/>
                </a:lnTo>
                <a:cubicBezTo>
                  <a:pt x="914" y="0"/>
                  <a:pt x="0" y="895"/>
                  <a:pt x="0" y="1998"/>
                </a:cubicBezTo>
                <a:lnTo>
                  <a:pt x="0" y="4661"/>
                </a:lnTo>
                <a:cubicBezTo>
                  <a:pt x="0" y="5764"/>
                  <a:pt x="914" y="6659"/>
                  <a:pt x="2041" y="6659"/>
                </a:cubicBezTo>
                <a:cubicBezTo>
                  <a:pt x="2041" y="6659"/>
                  <a:pt x="2041" y="6659"/>
                  <a:pt x="2041" y="6659"/>
                </a:cubicBezTo>
                <a:close/>
              </a:path>
            </a:pathLst>
          </a:custGeom>
          <a:solidFill>
            <a:srgbClr val="404040"/>
          </a:solidFill>
          <a:ln w="12700">
            <a:miter lim="400000"/>
          </a:ln>
        </p:spPr>
        <p:txBody>
          <a:bodyPr lIns="38100" tIns="38100" rIns="38100" bIns="38100" anchor="ctr"/>
          <a:lstStyle/>
          <a:p>
            <a:pPr defTabSz="821531">
              <a:defRPr b="0" sz="3200">
                <a:solidFill>
                  <a:srgbClr val="FFFFFF"/>
                </a:solidFill>
                <a:latin typeface="Helvetica Light"/>
                <a:ea typeface="Helvetica Light"/>
                <a:cs typeface="Helvetica Light"/>
                <a:sym typeface="Helvetica Light"/>
              </a:defRPr>
            </a:pPr>
          </a:p>
        </p:txBody>
      </p:sp>
      <p:grpSp>
        <p:nvGrpSpPr>
          <p:cNvPr id="989" name="Grupo"/>
          <p:cNvGrpSpPr/>
          <p:nvPr/>
        </p:nvGrpSpPr>
        <p:grpSpPr>
          <a:xfrm>
            <a:off x="1229724" y="2703022"/>
            <a:ext cx="14332891" cy="8309956"/>
            <a:chOff x="0" y="0"/>
            <a:chExt cx="14332889" cy="8309955"/>
          </a:xfrm>
        </p:grpSpPr>
        <p:pic>
          <p:nvPicPr>
            <p:cNvPr id="922" name="Picture 8" descr="Picture 8"/>
            <p:cNvPicPr>
              <a:picLocks noChangeAspect="1"/>
            </p:cNvPicPr>
            <p:nvPr/>
          </p:nvPicPr>
          <p:blipFill>
            <a:blip r:embed="rId2">
              <a:extLst/>
            </a:blip>
            <a:stretch>
              <a:fillRect/>
            </a:stretch>
          </p:blipFill>
          <p:spPr>
            <a:xfrm>
              <a:off x="3958688" y="6644096"/>
              <a:ext cx="5417131" cy="274485"/>
            </a:xfrm>
            <a:prstGeom prst="rect">
              <a:avLst/>
            </a:prstGeom>
            <a:ln w="12700" cap="flat">
              <a:noFill/>
              <a:miter lim="400000"/>
            </a:ln>
            <a:effectLst/>
          </p:spPr>
        </p:pic>
        <p:pic>
          <p:nvPicPr>
            <p:cNvPr id="923" name="Picture 9" descr="Picture 9"/>
            <p:cNvPicPr>
              <a:picLocks noChangeAspect="1"/>
            </p:cNvPicPr>
            <p:nvPr/>
          </p:nvPicPr>
          <p:blipFill>
            <a:blip r:embed="rId2">
              <a:extLst/>
            </a:blip>
            <a:stretch>
              <a:fillRect/>
            </a:stretch>
          </p:blipFill>
          <p:spPr>
            <a:xfrm rot="10800000">
              <a:off x="4034520" y="1040679"/>
              <a:ext cx="5417132" cy="274485"/>
            </a:xfrm>
            <a:prstGeom prst="rect">
              <a:avLst/>
            </a:prstGeom>
            <a:ln w="12700" cap="flat">
              <a:noFill/>
              <a:miter lim="400000"/>
            </a:ln>
            <a:effectLst/>
          </p:spPr>
        </p:pic>
        <p:pic>
          <p:nvPicPr>
            <p:cNvPr id="924" name="Picture 10" descr="Picture 10"/>
            <p:cNvPicPr>
              <a:picLocks noChangeAspect="1"/>
            </p:cNvPicPr>
            <p:nvPr/>
          </p:nvPicPr>
          <p:blipFill>
            <a:blip r:embed="rId3">
              <a:extLst/>
            </a:blip>
            <a:stretch>
              <a:fillRect/>
            </a:stretch>
          </p:blipFill>
          <p:spPr>
            <a:xfrm>
              <a:off x="11682192" y="3264067"/>
              <a:ext cx="365979" cy="1802690"/>
            </a:xfrm>
            <a:prstGeom prst="rect">
              <a:avLst/>
            </a:prstGeom>
            <a:ln w="12700" cap="flat">
              <a:noFill/>
              <a:miter lim="400000"/>
            </a:ln>
            <a:effectLst/>
          </p:spPr>
        </p:pic>
        <p:pic>
          <p:nvPicPr>
            <p:cNvPr id="925" name="Picture 11" descr="Picture 11"/>
            <p:cNvPicPr>
              <a:picLocks noChangeAspect="1"/>
            </p:cNvPicPr>
            <p:nvPr/>
          </p:nvPicPr>
          <p:blipFill>
            <a:blip r:embed="rId3">
              <a:extLst/>
            </a:blip>
            <a:stretch>
              <a:fillRect/>
            </a:stretch>
          </p:blipFill>
          <p:spPr>
            <a:xfrm>
              <a:off x="1551754" y="3335461"/>
              <a:ext cx="365979" cy="1802690"/>
            </a:xfrm>
            <a:prstGeom prst="rect">
              <a:avLst/>
            </a:prstGeom>
            <a:ln w="12700" cap="flat">
              <a:noFill/>
              <a:miter lim="400000"/>
            </a:ln>
            <a:effectLst/>
          </p:spPr>
        </p:pic>
        <p:sp>
          <p:nvSpPr>
            <p:cNvPr id="926" name="TextBox 12"/>
            <p:cNvSpPr txBox="1"/>
            <p:nvPr/>
          </p:nvSpPr>
          <p:spPr>
            <a:xfrm>
              <a:off x="223961" y="2203949"/>
              <a:ext cx="3021571" cy="698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defTabSz="914400">
                <a:defRPr b="0" sz="1200">
                  <a:solidFill>
                    <a:srgbClr val="858585"/>
                  </a:solidFill>
                  <a:latin typeface="Roboto"/>
                  <a:ea typeface="Roboto"/>
                  <a:cs typeface="Roboto"/>
                  <a:sym typeface="Roboto"/>
                </a:defRPr>
              </a:lvl1pPr>
            </a:lstStyle>
            <a:p>
              <a:pPr/>
              <a:r>
                <a:t>Owned Channel</a:t>
              </a:r>
            </a:p>
          </p:txBody>
        </p:sp>
        <p:sp>
          <p:nvSpPr>
            <p:cNvPr id="927" name="TextBox 13"/>
            <p:cNvSpPr txBox="1"/>
            <p:nvPr/>
          </p:nvSpPr>
          <p:spPr>
            <a:xfrm>
              <a:off x="0" y="3836017"/>
              <a:ext cx="1147442" cy="6989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defTabSz="914400">
                <a:defRPr b="0" sz="1200">
                  <a:solidFill>
                    <a:srgbClr val="EEB219"/>
                  </a:solidFill>
                  <a:latin typeface="Roboto"/>
                  <a:ea typeface="Roboto"/>
                  <a:cs typeface="Roboto"/>
                  <a:sym typeface="Roboto"/>
                </a:defRPr>
              </a:lvl1pPr>
            </a:lstStyle>
            <a:p>
              <a:pPr/>
              <a:r>
                <a:t>Seed</a:t>
              </a:r>
            </a:p>
          </p:txBody>
        </p:sp>
        <p:sp>
          <p:nvSpPr>
            <p:cNvPr id="928" name="TextBox 14"/>
            <p:cNvSpPr txBox="1"/>
            <p:nvPr/>
          </p:nvSpPr>
          <p:spPr>
            <a:xfrm>
              <a:off x="221642" y="7610971"/>
              <a:ext cx="3026208" cy="698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defTabSz="914400">
                <a:defRPr b="0" sz="1200">
                  <a:solidFill>
                    <a:srgbClr val="858585"/>
                  </a:solidFill>
                  <a:latin typeface="Roboto"/>
                  <a:ea typeface="Roboto"/>
                  <a:cs typeface="Roboto"/>
                  <a:sym typeface="Roboto"/>
                </a:defRPr>
              </a:lvl1pPr>
            </a:lstStyle>
            <a:p>
              <a:pPr/>
              <a:r>
                <a:t>Earned Channel</a:t>
              </a:r>
            </a:p>
          </p:txBody>
        </p:sp>
        <p:sp>
          <p:nvSpPr>
            <p:cNvPr id="929" name="TextBox 15"/>
            <p:cNvSpPr txBox="1"/>
            <p:nvPr/>
          </p:nvSpPr>
          <p:spPr>
            <a:xfrm>
              <a:off x="10573665" y="2203949"/>
              <a:ext cx="2583032" cy="698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defTabSz="914400">
                <a:defRPr b="0" sz="1200">
                  <a:solidFill>
                    <a:srgbClr val="858585"/>
                  </a:solidFill>
                  <a:latin typeface="Roboto"/>
                  <a:ea typeface="Roboto"/>
                  <a:cs typeface="Roboto"/>
                  <a:sym typeface="Roboto"/>
                </a:defRPr>
              </a:lvl1pPr>
            </a:lstStyle>
            <a:p>
              <a:pPr/>
              <a:r>
                <a:t>Paid Channel</a:t>
              </a:r>
            </a:p>
          </p:txBody>
        </p:sp>
        <p:sp>
          <p:nvSpPr>
            <p:cNvPr id="930" name="TextBox 16"/>
            <p:cNvSpPr txBox="1"/>
            <p:nvPr/>
          </p:nvSpPr>
          <p:spPr>
            <a:xfrm>
              <a:off x="9939135" y="7610971"/>
              <a:ext cx="3852092" cy="698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defTabSz="914400">
                <a:defRPr b="0" sz="1200">
                  <a:solidFill>
                    <a:srgbClr val="858585"/>
                  </a:solidFill>
                  <a:latin typeface="Roboto"/>
                  <a:ea typeface="Roboto"/>
                  <a:cs typeface="Roboto"/>
                  <a:sym typeface="Roboto"/>
                </a:defRPr>
              </a:lvl1pPr>
            </a:lstStyle>
            <a:p>
              <a:pPr/>
              <a:r>
                <a:t>Syndication Channel</a:t>
              </a:r>
            </a:p>
          </p:txBody>
        </p:sp>
        <p:sp>
          <p:nvSpPr>
            <p:cNvPr id="931" name="TextBox 17"/>
            <p:cNvSpPr txBox="1"/>
            <p:nvPr/>
          </p:nvSpPr>
          <p:spPr>
            <a:xfrm>
              <a:off x="12165215" y="3901738"/>
              <a:ext cx="2167675" cy="6989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algn="l" defTabSz="914400">
                <a:defRPr b="0" sz="1200">
                  <a:solidFill>
                    <a:srgbClr val="EEB219"/>
                  </a:solidFill>
                  <a:latin typeface="Roboto"/>
                  <a:ea typeface="Roboto"/>
                  <a:cs typeface="Roboto"/>
                  <a:sym typeface="Roboto"/>
                </a:defRPr>
              </a:lvl1pPr>
            </a:lstStyle>
            <a:p>
              <a:pPr/>
              <a:r>
                <a:t>Integration</a:t>
              </a:r>
            </a:p>
          </p:txBody>
        </p:sp>
        <p:sp>
          <p:nvSpPr>
            <p:cNvPr id="932" name="TextBox 18"/>
            <p:cNvSpPr txBox="1"/>
            <p:nvPr/>
          </p:nvSpPr>
          <p:spPr>
            <a:xfrm>
              <a:off x="5617132" y="7188584"/>
              <a:ext cx="2167675" cy="6989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algn="l" defTabSz="914400">
                <a:defRPr b="0" sz="1200">
                  <a:solidFill>
                    <a:srgbClr val="EEB219"/>
                  </a:solidFill>
                  <a:latin typeface="Roboto"/>
                  <a:ea typeface="Roboto"/>
                  <a:cs typeface="Roboto"/>
                  <a:sym typeface="Roboto"/>
                </a:defRPr>
              </a:lvl1pPr>
            </a:lstStyle>
            <a:p>
              <a:pPr/>
              <a:r>
                <a:t>Integration</a:t>
              </a:r>
            </a:p>
          </p:txBody>
        </p:sp>
        <p:sp>
          <p:nvSpPr>
            <p:cNvPr id="933" name="TextBox 19"/>
            <p:cNvSpPr txBox="1"/>
            <p:nvPr/>
          </p:nvSpPr>
          <p:spPr>
            <a:xfrm>
              <a:off x="4928275" y="4502000"/>
              <a:ext cx="3620458" cy="11605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p>
              <a:pPr defTabSz="914400">
                <a:defRPr b="0" sz="1200">
                  <a:solidFill>
                    <a:srgbClr val="6FADDB"/>
                  </a:solidFill>
                  <a:latin typeface="Roboto"/>
                  <a:ea typeface="Roboto"/>
                  <a:cs typeface="Roboto"/>
                  <a:sym typeface="Roboto"/>
                </a:defRPr>
              </a:pPr>
              <a:r>
                <a:t>Content Marketing</a:t>
              </a:r>
            </a:p>
            <a:p>
              <a:pPr defTabSz="914400">
                <a:defRPr b="0" sz="1200">
                  <a:solidFill>
                    <a:srgbClr val="6FADDB"/>
                  </a:solidFill>
                  <a:latin typeface="Roboto"/>
                  <a:ea typeface="Roboto"/>
                  <a:cs typeface="Roboto"/>
                  <a:sym typeface="Roboto"/>
                </a:defRPr>
              </a:pPr>
              <a:r>
                <a:t>Promotion</a:t>
              </a:r>
            </a:p>
          </p:txBody>
        </p:sp>
        <p:sp>
          <p:nvSpPr>
            <p:cNvPr id="934" name="TextBox 20"/>
            <p:cNvSpPr txBox="1"/>
            <p:nvPr/>
          </p:nvSpPr>
          <p:spPr>
            <a:xfrm>
              <a:off x="5961295" y="192504"/>
              <a:ext cx="1159999" cy="6989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algn="l" defTabSz="914400">
                <a:defRPr b="0" sz="1200">
                  <a:solidFill>
                    <a:srgbClr val="EEB219"/>
                  </a:solidFill>
                  <a:latin typeface="Roboto"/>
                  <a:ea typeface="Roboto"/>
                  <a:cs typeface="Roboto"/>
                  <a:sym typeface="Roboto"/>
                </a:defRPr>
              </a:lvl1pPr>
            </a:lstStyle>
            <a:p>
              <a:pPr/>
              <a:r>
                <a:t>Push</a:t>
              </a:r>
            </a:p>
          </p:txBody>
        </p:sp>
        <p:grpSp>
          <p:nvGrpSpPr>
            <p:cNvPr id="951" name="Group 75"/>
            <p:cNvGrpSpPr/>
            <p:nvPr/>
          </p:nvGrpSpPr>
          <p:grpSpPr>
            <a:xfrm>
              <a:off x="5788940" y="2467501"/>
              <a:ext cx="1899128" cy="1899129"/>
              <a:chOff x="0" y="0"/>
              <a:chExt cx="1899127" cy="1899128"/>
            </a:xfrm>
          </p:grpSpPr>
          <p:sp>
            <p:nvSpPr>
              <p:cNvPr id="935" name="Oval 4"/>
              <p:cNvSpPr/>
              <p:nvPr/>
            </p:nvSpPr>
            <p:spPr>
              <a:xfrm>
                <a:off x="-1" y="-1"/>
                <a:ext cx="1899129" cy="1899130"/>
              </a:xfrm>
              <a:prstGeom prst="ellipse">
                <a:avLst/>
              </a:prstGeom>
              <a:solidFill>
                <a:srgbClr val="EDB21E"/>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grpSp>
            <p:nvGrpSpPr>
              <p:cNvPr id="950" name="Group 74"/>
              <p:cNvGrpSpPr/>
              <p:nvPr/>
            </p:nvGrpSpPr>
            <p:grpSpPr>
              <a:xfrm>
                <a:off x="411819" y="491860"/>
                <a:ext cx="898513" cy="901745"/>
                <a:chOff x="0" y="0"/>
                <a:chExt cx="898512" cy="901744"/>
              </a:xfrm>
            </p:grpSpPr>
            <p:sp>
              <p:nvSpPr>
                <p:cNvPr id="936" name="Freeform 5"/>
                <p:cNvSpPr/>
                <p:nvPr/>
              </p:nvSpPr>
              <p:spPr>
                <a:xfrm>
                  <a:off x="-1" y="0"/>
                  <a:ext cx="898514" cy="9017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282" y="0"/>
                      </a:moveTo>
                      <a:cubicBezTo>
                        <a:pt x="5718" y="0"/>
                        <a:pt x="5718" y="0"/>
                        <a:pt x="5718" y="0"/>
                      </a:cubicBezTo>
                      <a:cubicBezTo>
                        <a:pt x="5559" y="0"/>
                        <a:pt x="5400" y="159"/>
                        <a:pt x="5400" y="318"/>
                      </a:cubicBezTo>
                      <a:cubicBezTo>
                        <a:pt x="5400" y="1747"/>
                        <a:pt x="5400" y="1747"/>
                        <a:pt x="5400" y="1747"/>
                      </a:cubicBezTo>
                      <a:cubicBezTo>
                        <a:pt x="2859" y="1747"/>
                        <a:pt x="2859" y="1747"/>
                        <a:pt x="2859" y="1747"/>
                      </a:cubicBezTo>
                      <a:cubicBezTo>
                        <a:pt x="2700" y="1747"/>
                        <a:pt x="2700" y="1747"/>
                        <a:pt x="2541" y="1906"/>
                      </a:cubicBezTo>
                      <a:cubicBezTo>
                        <a:pt x="2541" y="1906"/>
                        <a:pt x="2541" y="2065"/>
                        <a:pt x="2541" y="2065"/>
                      </a:cubicBezTo>
                      <a:cubicBezTo>
                        <a:pt x="2700" y="3176"/>
                        <a:pt x="2700" y="3176"/>
                        <a:pt x="2700" y="3176"/>
                      </a:cubicBezTo>
                      <a:cubicBezTo>
                        <a:pt x="318" y="3176"/>
                        <a:pt x="318" y="3176"/>
                        <a:pt x="318" y="3176"/>
                      </a:cubicBezTo>
                      <a:cubicBezTo>
                        <a:pt x="159" y="3176"/>
                        <a:pt x="159" y="3176"/>
                        <a:pt x="0" y="3176"/>
                      </a:cubicBezTo>
                      <a:cubicBezTo>
                        <a:pt x="0" y="3335"/>
                        <a:pt x="0" y="3494"/>
                        <a:pt x="0" y="3494"/>
                      </a:cubicBezTo>
                      <a:cubicBezTo>
                        <a:pt x="5241" y="21282"/>
                        <a:pt x="5241" y="21282"/>
                        <a:pt x="5241" y="21282"/>
                      </a:cubicBezTo>
                      <a:cubicBezTo>
                        <a:pt x="5241" y="21441"/>
                        <a:pt x="5400" y="21600"/>
                        <a:pt x="5559" y="21600"/>
                      </a:cubicBezTo>
                      <a:cubicBezTo>
                        <a:pt x="5559" y="21600"/>
                        <a:pt x="21282" y="21600"/>
                        <a:pt x="21282" y="21600"/>
                      </a:cubicBezTo>
                      <a:cubicBezTo>
                        <a:pt x="21441" y="21600"/>
                        <a:pt x="21600" y="21441"/>
                        <a:pt x="21600" y="21282"/>
                      </a:cubicBezTo>
                      <a:cubicBezTo>
                        <a:pt x="21600" y="318"/>
                        <a:pt x="21600" y="318"/>
                        <a:pt x="21600" y="318"/>
                      </a:cubicBezTo>
                      <a:cubicBezTo>
                        <a:pt x="21600" y="159"/>
                        <a:pt x="21441" y="0"/>
                        <a:pt x="21282" y="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37" name="Freeform 6"/>
                <p:cNvSpPr/>
                <p:nvPr/>
              </p:nvSpPr>
              <p:spPr>
                <a:xfrm>
                  <a:off x="129331" y="99056"/>
                  <a:ext cx="95298" cy="6626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1600" y="21600"/>
                      </a:lnTo>
                      <a:lnTo>
                        <a:pt x="0" y="0"/>
                      </a:lnTo>
                      <a:lnTo>
                        <a:pt x="21600" y="0"/>
                      </a:lnTo>
                      <a:close/>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38" name="Freeform 7"/>
                <p:cNvSpPr/>
                <p:nvPr/>
              </p:nvSpPr>
              <p:spPr>
                <a:xfrm>
                  <a:off x="30630" y="160538"/>
                  <a:ext cx="153157" cy="5226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520" y="0"/>
                      </a:moveTo>
                      <a:lnTo>
                        <a:pt x="21600" y="21600"/>
                      </a:lnTo>
                      <a:lnTo>
                        <a:pt x="0" y="0"/>
                      </a:lnTo>
                      <a:lnTo>
                        <a:pt x="11520" y="0"/>
                      </a:lnTo>
                      <a:close/>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39" name="Rectangle 8"/>
                <p:cNvSpPr/>
                <p:nvPr/>
              </p:nvSpPr>
              <p:spPr>
                <a:xfrm>
                  <a:off x="248451" y="34156"/>
                  <a:ext cx="622833" cy="836846"/>
                </a:xfrm>
                <a:prstGeom prst="rect">
                  <a:avLst/>
                </a:prstGeom>
                <a:solidFill>
                  <a:srgbClr val="EDB21E"/>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0" name="Rectangle 9"/>
                <p:cNvSpPr/>
                <p:nvPr/>
              </p:nvSpPr>
              <p:spPr>
                <a:xfrm>
                  <a:off x="275678" y="78562"/>
                  <a:ext cx="224627" cy="6148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1" name="Rectangle 10"/>
                <p:cNvSpPr/>
                <p:nvPr/>
              </p:nvSpPr>
              <p:spPr>
                <a:xfrm>
                  <a:off x="626235" y="78562"/>
                  <a:ext cx="224627" cy="6148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2" name="Oval 11"/>
                <p:cNvSpPr/>
                <p:nvPr/>
              </p:nvSpPr>
              <p:spPr>
                <a:xfrm>
                  <a:off x="513920" y="58067"/>
                  <a:ext cx="91894" cy="102471"/>
                </a:xfrm>
                <a:prstGeom prst="ellipse">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3" name="Rectangle 12"/>
                <p:cNvSpPr/>
                <p:nvPr/>
              </p:nvSpPr>
              <p:spPr>
                <a:xfrm>
                  <a:off x="626235" y="239098"/>
                  <a:ext cx="193998" cy="218604"/>
                </a:xfrm>
                <a:prstGeom prst="rect">
                  <a:avLst/>
                </a:prstGeom>
                <a:solidFill>
                  <a:srgbClr val="F9E3B9"/>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4" name="Rectangle 13"/>
                <p:cNvSpPr/>
                <p:nvPr/>
              </p:nvSpPr>
              <p:spPr>
                <a:xfrm>
                  <a:off x="296099" y="246523"/>
                  <a:ext cx="238241" cy="3297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5" name="Rectangle 14"/>
                <p:cNvSpPr/>
                <p:nvPr/>
              </p:nvSpPr>
              <p:spPr>
                <a:xfrm>
                  <a:off x="296099" y="335331"/>
                  <a:ext cx="238241" cy="3297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6" name="Rectangle 15"/>
                <p:cNvSpPr/>
                <p:nvPr/>
              </p:nvSpPr>
              <p:spPr>
                <a:xfrm>
                  <a:off x="296099" y="427554"/>
                  <a:ext cx="238241" cy="3297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7" name="Rectangle 16"/>
                <p:cNvSpPr/>
                <p:nvPr/>
              </p:nvSpPr>
              <p:spPr>
                <a:xfrm>
                  <a:off x="296099" y="521487"/>
                  <a:ext cx="524133" cy="3297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8" name="Rectangle 17"/>
                <p:cNvSpPr/>
                <p:nvPr/>
              </p:nvSpPr>
              <p:spPr>
                <a:xfrm>
                  <a:off x="296099" y="617126"/>
                  <a:ext cx="524133" cy="3297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49" name="Rectangle 18"/>
                <p:cNvSpPr/>
                <p:nvPr/>
              </p:nvSpPr>
              <p:spPr>
                <a:xfrm>
                  <a:off x="296099" y="711058"/>
                  <a:ext cx="524133" cy="3297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grpSp>
        </p:grpSp>
        <p:grpSp>
          <p:nvGrpSpPr>
            <p:cNvPr id="966" name="Group 27"/>
            <p:cNvGrpSpPr/>
            <p:nvPr/>
          </p:nvGrpSpPr>
          <p:grpSpPr>
            <a:xfrm>
              <a:off x="10837559" y="0"/>
              <a:ext cx="2047706" cy="1958533"/>
              <a:chOff x="0" y="0"/>
              <a:chExt cx="2047705" cy="1958532"/>
            </a:xfrm>
          </p:grpSpPr>
          <p:sp>
            <p:nvSpPr>
              <p:cNvPr id="952" name="Oval 28"/>
              <p:cNvSpPr/>
              <p:nvPr/>
            </p:nvSpPr>
            <p:spPr>
              <a:xfrm>
                <a:off x="0" y="0"/>
                <a:ext cx="2047706" cy="1958533"/>
              </a:xfrm>
              <a:prstGeom prst="ellipse">
                <a:avLst/>
              </a:prstGeom>
              <a:solidFill>
                <a:srgbClr val="83B7D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53" name="Oval 29"/>
              <p:cNvSpPr/>
              <p:nvPr/>
            </p:nvSpPr>
            <p:spPr>
              <a:xfrm>
                <a:off x="0" y="0"/>
                <a:ext cx="2047706" cy="1958533"/>
              </a:xfrm>
              <a:prstGeom prst="ellipse">
                <a:avLst/>
              </a:prstGeom>
              <a:noFill/>
              <a:ln w="3175" cap="flat">
                <a:solidFill>
                  <a:srgbClr val="83B7DF"/>
                </a:solidFill>
                <a:prstDash val="solid"/>
                <a:miter lim="8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54" name="Freeform 30"/>
              <p:cNvSpPr/>
              <p:nvPr/>
            </p:nvSpPr>
            <p:spPr>
              <a:xfrm>
                <a:off x="380880" y="507634"/>
                <a:ext cx="1289714" cy="7740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0" y="0"/>
                    </a:moveTo>
                    <a:cubicBezTo>
                      <a:pt x="1320" y="0"/>
                      <a:pt x="0" y="0"/>
                      <a:pt x="0" y="2294"/>
                    </a:cubicBezTo>
                    <a:cubicBezTo>
                      <a:pt x="0" y="19497"/>
                      <a:pt x="0" y="19497"/>
                      <a:pt x="0" y="19497"/>
                    </a:cubicBezTo>
                    <a:cubicBezTo>
                      <a:pt x="0" y="19497"/>
                      <a:pt x="0" y="21600"/>
                      <a:pt x="1320" y="21600"/>
                    </a:cubicBezTo>
                    <a:cubicBezTo>
                      <a:pt x="20280" y="21600"/>
                      <a:pt x="20280" y="21600"/>
                      <a:pt x="20280" y="21600"/>
                    </a:cubicBezTo>
                    <a:cubicBezTo>
                      <a:pt x="20280" y="21600"/>
                      <a:pt x="21600" y="21600"/>
                      <a:pt x="21600" y="19497"/>
                    </a:cubicBezTo>
                    <a:cubicBezTo>
                      <a:pt x="21600" y="2294"/>
                      <a:pt x="21600" y="2294"/>
                      <a:pt x="21600" y="2294"/>
                    </a:cubicBezTo>
                    <a:cubicBezTo>
                      <a:pt x="21600" y="2294"/>
                      <a:pt x="21600" y="0"/>
                      <a:pt x="20280" y="0"/>
                    </a:cubicBezTo>
                    <a:lnTo>
                      <a:pt x="1320" y="0"/>
                    </a:lnTo>
                    <a:close/>
                  </a:path>
                </a:pathLst>
              </a:custGeom>
              <a:noFill/>
              <a:ln w="19050" cap="flat">
                <a:solidFill>
                  <a:srgbClr val="FFFFFF"/>
                </a:solidFill>
                <a:prstDash val="solid"/>
                <a:miter lim="8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55" name="Line 31"/>
              <p:cNvSpPr/>
              <p:nvPr/>
            </p:nvSpPr>
            <p:spPr>
              <a:xfrm>
                <a:off x="343169" y="1404096"/>
                <a:ext cx="1361364" cy="3598"/>
              </a:xfrm>
              <a:prstGeom prst="line">
                <a:avLst/>
              </a:prstGeom>
              <a:noFill/>
              <a:ln w="19050" cap="rnd">
                <a:solidFill>
                  <a:srgbClr val="FFFFFF"/>
                </a:solidFill>
                <a:prstDash val="solid"/>
                <a:miter lim="8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56" name="Freeform 32"/>
              <p:cNvSpPr/>
              <p:nvPr/>
            </p:nvSpPr>
            <p:spPr>
              <a:xfrm>
                <a:off x="535495" y="1008068"/>
                <a:ext cx="267748" cy="54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1" y="21600"/>
                    </a:moveTo>
                    <a:cubicBezTo>
                      <a:pt x="20432" y="21600"/>
                      <a:pt x="20432" y="21600"/>
                      <a:pt x="20432" y="21600"/>
                    </a:cubicBezTo>
                    <a:cubicBezTo>
                      <a:pt x="21016" y="21600"/>
                      <a:pt x="21600" y="18900"/>
                      <a:pt x="21600" y="16200"/>
                    </a:cubicBezTo>
                    <a:cubicBezTo>
                      <a:pt x="21600" y="5400"/>
                      <a:pt x="21600" y="5400"/>
                      <a:pt x="21600" y="5400"/>
                    </a:cubicBezTo>
                    <a:cubicBezTo>
                      <a:pt x="21600" y="2700"/>
                      <a:pt x="21016" y="0"/>
                      <a:pt x="20432" y="0"/>
                    </a:cubicBezTo>
                    <a:cubicBezTo>
                      <a:pt x="1751" y="0"/>
                      <a:pt x="1751" y="0"/>
                      <a:pt x="1751" y="0"/>
                    </a:cubicBezTo>
                    <a:cubicBezTo>
                      <a:pt x="584" y="0"/>
                      <a:pt x="0" y="2700"/>
                      <a:pt x="0" y="5400"/>
                    </a:cubicBezTo>
                    <a:cubicBezTo>
                      <a:pt x="0" y="16200"/>
                      <a:pt x="0" y="16200"/>
                      <a:pt x="0" y="16200"/>
                    </a:cubicBezTo>
                    <a:cubicBezTo>
                      <a:pt x="0" y="18900"/>
                      <a:pt x="584" y="21600"/>
                      <a:pt x="1751" y="2160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57" name="Freeform 33"/>
              <p:cNvSpPr/>
              <p:nvPr/>
            </p:nvSpPr>
            <p:spPr>
              <a:xfrm>
                <a:off x="535495" y="1076473"/>
                <a:ext cx="267748" cy="54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1" y="21600"/>
                    </a:moveTo>
                    <a:cubicBezTo>
                      <a:pt x="20432" y="21600"/>
                      <a:pt x="20432" y="21600"/>
                      <a:pt x="20432" y="21600"/>
                    </a:cubicBezTo>
                    <a:cubicBezTo>
                      <a:pt x="21016" y="21600"/>
                      <a:pt x="21600" y="21600"/>
                      <a:pt x="21600" y="16200"/>
                    </a:cubicBezTo>
                    <a:cubicBezTo>
                      <a:pt x="21600" y="5400"/>
                      <a:pt x="21600" y="5400"/>
                      <a:pt x="21600" y="5400"/>
                    </a:cubicBezTo>
                    <a:cubicBezTo>
                      <a:pt x="21600" y="2700"/>
                      <a:pt x="21016" y="0"/>
                      <a:pt x="20432" y="0"/>
                    </a:cubicBezTo>
                    <a:cubicBezTo>
                      <a:pt x="1751" y="0"/>
                      <a:pt x="1751" y="0"/>
                      <a:pt x="1751" y="0"/>
                    </a:cubicBezTo>
                    <a:cubicBezTo>
                      <a:pt x="584" y="0"/>
                      <a:pt x="0" y="2700"/>
                      <a:pt x="0" y="5400"/>
                    </a:cubicBezTo>
                    <a:cubicBezTo>
                      <a:pt x="0" y="16200"/>
                      <a:pt x="0" y="16200"/>
                      <a:pt x="0" y="16200"/>
                    </a:cubicBezTo>
                    <a:cubicBezTo>
                      <a:pt x="0" y="21600"/>
                      <a:pt x="584" y="21600"/>
                      <a:pt x="1751" y="2160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58" name="Freeform 34"/>
              <p:cNvSpPr/>
              <p:nvPr/>
            </p:nvSpPr>
            <p:spPr>
              <a:xfrm>
                <a:off x="535495" y="932463"/>
                <a:ext cx="267748" cy="54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1" y="21600"/>
                    </a:moveTo>
                    <a:cubicBezTo>
                      <a:pt x="20432" y="21600"/>
                      <a:pt x="20432" y="21600"/>
                      <a:pt x="20432" y="21600"/>
                    </a:cubicBezTo>
                    <a:cubicBezTo>
                      <a:pt x="21016" y="21600"/>
                      <a:pt x="21600" y="18900"/>
                      <a:pt x="21600" y="16200"/>
                    </a:cubicBezTo>
                    <a:cubicBezTo>
                      <a:pt x="21600" y="5400"/>
                      <a:pt x="21600" y="5400"/>
                      <a:pt x="21600" y="5400"/>
                    </a:cubicBezTo>
                    <a:cubicBezTo>
                      <a:pt x="21600" y="2700"/>
                      <a:pt x="21016" y="0"/>
                      <a:pt x="20432" y="0"/>
                    </a:cubicBezTo>
                    <a:cubicBezTo>
                      <a:pt x="1751" y="0"/>
                      <a:pt x="1751" y="0"/>
                      <a:pt x="1751" y="0"/>
                    </a:cubicBezTo>
                    <a:cubicBezTo>
                      <a:pt x="584" y="0"/>
                      <a:pt x="0" y="2700"/>
                      <a:pt x="0" y="5400"/>
                    </a:cubicBezTo>
                    <a:cubicBezTo>
                      <a:pt x="0" y="16200"/>
                      <a:pt x="0" y="16200"/>
                      <a:pt x="0" y="16200"/>
                    </a:cubicBezTo>
                    <a:cubicBezTo>
                      <a:pt x="0" y="18900"/>
                      <a:pt x="584" y="21600"/>
                      <a:pt x="1751" y="2160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59" name="Freeform 35"/>
              <p:cNvSpPr/>
              <p:nvPr/>
            </p:nvSpPr>
            <p:spPr>
              <a:xfrm>
                <a:off x="708965" y="806455"/>
                <a:ext cx="192326" cy="1728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21600"/>
                    </a:moveTo>
                    <a:cubicBezTo>
                      <a:pt x="15200" y="21600"/>
                      <a:pt x="15200" y="20736"/>
                      <a:pt x="15200" y="20736"/>
                    </a:cubicBezTo>
                    <a:cubicBezTo>
                      <a:pt x="15200" y="17280"/>
                      <a:pt x="15200" y="17280"/>
                      <a:pt x="15200" y="17280"/>
                    </a:cubicBezTo>
                    <a:cubicBezTo>
                      <a:pt x="15200" y="13824"/>
                      <a:pt x="12000" y="11232"/>
                      <a:pt x="8800" y="11232"/>
                    </a:cubicBezTo>
                    <a:cubicBezTo>
                      <a:pt x="0" y="11232"/>
                      <a:pt x="0" y="11232"/>
                      <a:pt x="0" y="11232"/>
                    </a:cubicBezTo>
                    <a:cubicBezTo>
                      <a:pt x="0" y="5184"/>
                      <a:pt x="4800" y="0"/>
                      <a:pt x="10400" y="0"/>
                    </a:cubicBezTo>
                    <a:cubicBezTo>
                      <a:pt x="16800" y="0"/>
                      <a:pt x="21600" y="5184"/>
                      <a:pt x="21600" y="11232"/>
                    </a:cubicBezTo>
                    <a:cubicBezTo>
                      <a:pt x="21600" y="15552"/>
                      <a:pt x="18400" y="19872"/>
                      <a:pt x="14400" y="21600"/>
                    </a:cubicBezTo>
                  </a:path>
                </a:pathLst>
              </a:custGeom>
              <a:solidFill>
                <a:srgbClr val="EDB21E"/>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0" name="Freeform 36"/>
              <p:cNvSpPr/>
              <p:nvPr/>
            </p:nvSpPr>
            <p:spPr>
              <a:xfrm>
                <a:off x="535495" y="730849"/>
                <a:ext cx="531724" cy="3312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1600" y="0"/>
                      <a:pt x="21600" y="0"/>
                      <a:pt x="21600" y="0"/>
                    </a:cubicBezTo>
                    <a:cubicBezTo>
                      <a:pt x="21600" y="21600"/>
                      <a:pt x="21600" y="21600"/>
                      <a:pt x="21600" y="21600"/>
                    </a:cubicBezTo>
                    <a:cubicBezTo>
                      <a:pt x="12259" y="21600"/>
                      <a:pt x="12259" y="21600"/>
                      <a:pt x="12259" y="21600"/>
                    </a:cubicBezTo>
                    <a:cubicBezTo>
                      <a:pt x="12259" y="21150"/>
                      <a:pt x="12551" y="20700"/>
                      <a:pt x="12551" y="20700"/>
                    </a:cubicBezTo>
                    <a:cubicBezTo>
                      <a:pt x="12551" y="18900"/>
                      <a:pt x="12551" y="18900"/>
                      <a:pt x="12551" y="18900"/>
                    </a:cubicBezTo>
                    <a:cubicBezTo>
                      <a:pt x="17222" y="18900"/>
                      <a:pt x="17222" y="18900"/>
                      <a:pt x="17222" y="18900"/>
                    </a:cubicBezTo>
                    <a:cubicBezTo>
                      <a:pt x="17222" y="16650"/>
                      <a:pt x="18389" y="14400"/>
                      <a:pt x="20141" y="14400"/>
                    </a:cubicBezTo>
                    <a:cubicBezTo>
                      <a:pt x="20141" y="7200"/>
                      <a:pt x="20141" y="7200"/>
                      <a:pt x="20141" y="7200"/>
                    </a:cubicBezTo>
                    <a:cubicBezTo>
                      <a:pt x="18389" y="7200"/>
                      <a:pt x="17222" y="4950"/>
                      <a:pt x="17222" y="2250"/>
                    </a:cubicBezTo>
                    <a:cubicBezTo>
                      <a:pt x="4670" y="2250"/>
                      <a:pt x="4670" y="2250"/>
                      <a:pt x="4670" y="2250"/>
                    </a:cubicBezTo>
                    <a:cubicBezTo>
                      <a:pt x="4670" y="4950"/>
                      <a:pt x="3211" y="7200"/>
                      <a:pt x="1459" y="7200"/>
                    </a:cubicBezTo>
                    <a:cubicBezTo>
                      <a:pt x="1459" y="10800"/>
                      <a:pt x="1459" y="10800"/>
                      <a:pt x="1459" y="10800"/>
                    </a:cubicBezTo>
                    <a:cubicBezTo>
                      <a:pt x="876" y="10800"/>
                      <a:pt x="876" y="10800"/>
                      <a:pt x="876" y="10800"/>
                    </a:cubicBezTo>
                    <a:cubicBezTo>
                      <a:pt x="584" y="10800"/>
                      <a:pt x="292" y="10800"/>
                      <a:pt x="0" y="10800"/>
                    </a:cubicBezTo>
                    <a:lnTo>
                      <a:pt x="0" y="0"/>
                    </a:lnTo>
                    <a:close/>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1" name="Freeform 37"/>
              <p:cNvSpPr/>
              <p:nvPr/>
            </p:nvSpPr>
            <p:spPr>
              <a:xfrm>
                <a:off x="573206" y="658844"/>
                <a:ext cx="573206" cy="3600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1600" y="21600"/>
                    </a:lnTo>
                    <a:lnTo>
                      <a:pt x="20179" y="21600"/>
                    </a:lnTo>
                    <a:lnTo>
                      <a:pt x="20179" y="2376"/>
                    </a:lnTo>
                    <a:lnTo>
                      <a:pt x="0" y="2376"/>
                    </a:lnTo>
                    <a:lnTo>
                      <a:pt x="0" y="0"/>
                    </a:lnTo>
                    <a:lnTo>
                      <a:pt x="21600" y="0"/>
                    </a:lnTo>
                    <a:close/>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2" name="Rectangle 38"/>
              <p:cNvSpPr/>
              <p:nvPr/>
            </p:nvSpPr>
            <p:spPr>
              <a:xfrm>
                <a:off x="1218062" y="939378"/>
                <a:ext cx="309230" cy="32972"/>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3" name="Rectangle 39"/>
              <p:cNvSpPr/>
              <p:nvPr/>
            </p:nvSpPr>
            <p:spPr>
              <a:xfrm>
                <a:off x="1218062" y="658844"/>
                <a:ext cx="309230" cy="237616"/>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4" name="Rectangle 40"/>
              <p:cNvSpPr/>
              <p:nvPr/>
            </p:nvSpPr>
            <p:spPr>
              <a:xfrm>
                <a:off x="1218062" y="1087274"/>
                <a:ext cx="309230" cy="36001"/>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5" name="Rectangle 41"/>
              <p:cNvSpPr/>
              <p:nvPr/>
            </p:nvSpPr>
            <p:spPr>
              <a:xfrm>
                <a:off x="1218062" y="1011669"/>
                <a:ext cx="309230" cy="43203"/>
              </a:xfrm>
              <a:prstGeom prst="rect">
                <a:avLst/>
              </a:pr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grpSp>
        <p:grpSp>
          <p:nvGrpSpPr>
            <p:cNvPr id="973" name="Group 44"/>
            <p:cNvGrpSpPr/>
            <p:nvPr/>
          </p:nvGrpSpPr>
          <p:grpSpPr>
            <a:xfrm>
              <a:off x="10888419" y="5565301"/>
              <a:ext cx="1960383" cy="1936576"/>
              <a:chOff x="0" y="0"/>
              <a:chExt cx="1960381" cy="1936574"/>
            </a:xfrm>
          </p:grpSpPr>
          <p:sp>
            <p:nvSpPr>
              <p:cNvPr id="967" name="Oval 45"/>
              <p:cNvSpPr/>
              <p:nvPr/>
            </p:nvSpPr>
            <p:spPr>
              <a:xfrm>
                <a:off x="0" y="0"/>
                <a:ext cx="1960382" cy="1936575"/>
              </a:xfrm>
              <a:prstGeom prst="ellipse">
                <a:avLst/>
              </a:prstGeom>
              <a:solidFill>
                <a:srgbClr val="83B7D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8" name="Freeform 46"/>
              <p:cNvSpPr/>
              <p:nvPr/>
            </p:nvSpPr>
            <p:spPr>
              <a:xfrm>
                <a:off x="856809" y="785463"/>
                <a:ext cx="308452" cy="31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8720" y="21600"/>
                      <a:pt x="18720" y="21600"/>
                      <a:pt x="18720" y="21600"/>
                    </a:cubicBezTo>
                    <a:cubicBezTo>
                      <a:pt x="18720" y="11270"/>
                      <a:pt x="10080" y="2817"/>
                      <a:pt x="0" y="2817"/>
                    </a:cubicBezTo>
                    <a:cubicBezTo>
                      <a:pt x="0" y="0"/>
                      <a:pt x="0" y="0"/>
                      <a:pt x="0" y="0"/>
                    </a:cubicBezTo>
                    <a:cubicBezTo>
                      <a:pt x="12000" y="0"/>
                      <a:pt x="21600" y="9391"/>
                      <a:pt x="21600" y="2160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69" name="Freeform 47"/>
              <p:cNvSpPr/>
              <p:nvPr/>
            </p:nvSpPr>
            <p:spPr>
              <a:xfrm>
                <a:off x="856809" y="859947"/>
                <a:ext cx="233053" cy="2369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320"/>
                      <a:pt x="0" y="4320"/>
                      <a:pt x="0" y="4320"/>
                    </a:cubicBezTo>
                    <a:cubicBezTo>
                      <a:pt x="9529" y="4320"/>
                      <a:pt x="17153" y="11726"/>
                      <a:pt x="17153" y="21600"/>
                    </a:cubicBezTo>
                    <a:cubicBezTo>
                      <a:pt x="21600" y="21600"/>
                      <a:pt x="21600" y="21600"/>
                      <a:pt x="21600" y="21600"/>
                    </a:cubicBezTo>
                    <a:cubicBezTo>
                      <a:pt x="21600" y="9874"/>
                      <a:pt x="12071" y="0"/>
                      <a:pt x="0" y="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0" name="Freeform 48"/>
              <p:cNvSpPr/>
              <p:nvPr/>
            </p:nvSpPr>
            <p:spPr>
              <a:xfrm>
                <a:off x="856809" y="941202"/>
                <a:ext cx="150799" cy="155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6574"/>
                      <a:pt x="0" y="6574"/>
                      <a:pt x="0" y="6574"/>
                    </a:cubicBezTo>
                    <a:cubicBezTo>
                      <a:pt x="7855" y="6574"/>
                      <a:pt x="15709" y="13148"/>
                      <a:pt x="15709" y="21600"/>
                    </a:cubicBezTo>
                    <a:cubicBezTo>
                      <a:pt x="21600" y="21600"/>
                      <a:pt x="21600" y="21600"/>
                      <a:pt x="21600" y="21600"/>
                    </a:cubicBezTo>
                    <a:cubicBezTo>
                      <a:pt x="21600" y="9391"/>
                      <a:pt x="11782" y="0"/>
                      <a:pt x="0" y="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1" name="Freeform 49"/>
              <p:cNvSpPr/>
              <p:nvPr/>
            </p:nvSpPr>
            <p:spPr>
              <a:xfrm>
                <a:off x="849954" y="534927"/>
                <a:ext cx="596340" cy="9615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28" y="0"/>
                    </a:moveTo>
                    <a:cubicBezTo>
                      <a:pt x="11669" y="761"/>
                      <a:pt x="11669" y="761"/>
                      <a:pt x="11669" y="761"/>
                    </a:cubicBezTo>
                    <a:cubicBezTo>
                      <a:pt x="8938" y="2434"/>
                      <a:pt x="8938" y="2434"/>
                      <a:pt x="8938" y="2434"/>
                    </a:cubicBezTo>
                    <a:cubicBezTo>
                      <a:pt x="13903" y="3499"/>
                      <a:pt x="17379" y="6389"/>
                      <a:pt x="17379" y="9735"/>
                    </a:cubicBezTo>
                    <a:cubicBezTo>
                      <a:pt x="17379" y="13994"/>
                      <a:pt x="11669" y="17493"/>
                      <a:pt x="4717" y="17493"/>
                    </a:cubicBezTo>
                    <a:cubicBezTo>
                      <a:pt x="4717" y="17493"/>
                      <a:pt x="4469" y="17493"/>
                      <a:pt x="4469" y="17493"/>
                    </a:cubicBezTo>
                    <a:cubicBezTo>
                      <a:pt x="4469" y="16124"/>
                      <a:pt x="4469" y="16124"/>
                      <a:pt x="4469" y="16124"/>
                    </a:cubicBezTo>
                    <a:cubicBezTo>
                      <a:pt x="0" y="18862"/>
                      <a:pt x="0" y="18862"/>
                      <a:pt x="0" y="18862"/>
                    </a:cubicBezTo>
                    <a:cubicBezTo>
                      <a:pt x="4469" y="21600"/>
                      <a:pt x="4469" y="21600"/>
                      <a:pt x="4469" y="21600"/>
                    </a:cubicBezTo>
                    <a:cubicBezTo>
                      <a:pt x="4469" y="20079"/>
                      <a:pt x="4469" y="20079"/>
                      <a:pt x="4469" y="20079"/>
                    </a:cubicBezTo>
                    <a:cubicBezTo>
                      <a:pt x="4469" y="20079"/>
                      <a:pt x="4717" y="20079"/>
                      <a:pt x="4717" y="20079"/>
                    </a:cubicBezTo>
                    <a:cubicBezTo>
                      <a:pt x="14152" y="20079"/>
                      <a:pt x="21600" y="15515"/>
                      <a:pt x="21600" y="9735"/>
                    </a:cubicBezTo>
                    <a:cubicBezTo>
                      <a:pt x="21600" y="5324"/>
                      <a:pt x="16883" y="1521"/>
                      <a:pt x="10428" y="0"/>
                    </a:cubicBezTo>
                  </a:path>
                </a:pathLst>
              </a:custGeom>
              <a:solidFill>
                <a:srgbClr val="EDB21E"/>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2" name="Freeform 50"/>
              <p:cNvSpPr/>
              <p:nvPr/>
            </p:nvSpPr>
            <p:spPr>
              <a:xfrm>
                <a:off x="514085" y="440130"/>
                <a:ext cx="603195" cy="9615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64" y="19318"/>
                    </a:moveTo>
                    <a:cubicBezTo>
                      <a:pt x="7855" y="18254"/>
                      <a:pt x="4173" y="15363"/>
                      <a:pt x="4173" y="11865"/>
                    </a:cubicBezTo>
                    <a:cubicBezTo>
                      <a:pt x="4173" y="7606"/>
                      <a:pt x="9818" y="4107"/>
                      <a:pt x="16691" y="4107"/>
                    </a:cubicBezTo>
                    <a:cubicBezTo>
                      <a:pt x="16691" y="4107"/>
                      <a:pt x="16936" y="4107"/>
                      <a:pt x="16936" y="4107"/>
                    </a:cubicBezTo>
                    <a:cubicBezTo>
                      <a:pt x="16936" y="5628"/>
                      <a:pt x="16936" y="5628"/>
                      <a:pt x="16936" y="5628"/>
                    </a:cubicBezTo>
                    <a:cubicBezTo>
                      <a:pt x="21600" y="2738"/>
                      <a:pt x="21600" y="2738"/>
                      <a:pt x="21600" y="2738"/>
                    </a:cubicBezTo>
                    <a:cubicBezTo>
                      <a:pt x="16936" y="0"/>
                      <a:pt x="16936" y="0"/>
                      <a:pt x="16936" y="0"/>
                    </a:cubicBezTo>
                    <a:cubicBezTo>
                      <a:pt x="16936" y="1521"/>
                      <a:pt x="16936" y="1521"/>
                      <a:pt x="16936" y="1521"/>
                    </a:cubicBezTo>
                    <a:cubicBezTo>
                      <a:pt x="16936" y="1521"/>
                      <a:pt x="16691" y="1521"/>
                      <a:pt x="16691" y="1521"/>
                    </a:cubicBezTo>
                    <a:cubicBezTo>
                      <a:pt x="7609" y="1521"/>
                      <a:pt x="0" y="6237"/>
                      <a:pt x="0" y="11865"/>
                    </a:cubicBezTo>
                    <a:cubicBezTo>
                      <a:pt x="0" y="16276"/>
                      <a:pt x="4664" y="20079"/>
                      <a:pt x="11045" y="21600"/>
                    </a:cubicBezTo>
                    <a:cubicBezTo>
                      <a:pt x="10064" y="20992"/>
                      <a:pt x="10064" y="20992"/>
                      <a:pt x="10064" y="20992"/>
                    </a:cubicBezTo>
                    <a:lnTo>
                      <a:pt x="12764" y="19318"/>
                    </a:lnTo>
                    <a:close/>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grpSp>
        <p:grpSp>
          <p:nvGrpSpPr>
            <p:cNvPr id="980" name="Group 53"/>
            <p:cNvGrpSpPr/>
            <p:nvPr/>
          </p:nvGrpSpPr>
          <p:grpSpPr>
            <a:xfrm>
              <a:off x="791950" y="5597537"/>
              <a:ext cx="1885588" cy="1872108"/>
              <a:chOff x="0" y="0"/>
              <a:chExt cx="1885586" cy="1872107"/>
            </a:xfrm>
          </p:grpSpPr>
          <p:sp>
            <p:nvSpPr>
              <p:cNvPr id="974" name="Oval 54"/>
              <p:cNvSpPr/>
              <p:nvPr/>
            </p:nvSpPr>
            <p:spPr>
              <a:xfrm>
                <a:off x="0" y="0"/>
                <a:ext cx="1885587" cy="1872108"/>
              </a:xfrm>
              <a:prstGeom prst="ellipse">
                <a:avLst/>
              </a:prstGeom>
              <a:solidFill>
                <a:srgbClr val="83B7D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5" name="Oval 55"/>
              <p:cNvSpPr/>
              <p:nvPr/>
            </p:nvSpPr>
            <p:spPr>
              <a:xfrm>
                <a:off x="0" y="0"/>
                <a:ext cx="1885587" cy="1872108"/>
              </a:xfrm>
              <a:prstGeom prst="ellipse">
                <a:avLst/>
              </a:prstGeom>
              <a:noFill/>
              <a:ln w="3175" cap="flat">
                <a:solidFill>
                  <a:srgbClr val="83B7DF"/>
                </a:solidFill>
                <a:prstDash val="solid"/>
                <a:miter lim="8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6" name="Freeform 56"/>
              <p:cNvSpPr/>
              <p:nvPr/>
            </p:nvSpPr>
            <p:spPr>
              <a:xfrm>
                <a:off x="646583" y="536804"/>
                <a:ext cx="798921" cy="5770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64" y="736"/>
                    </a:moveTo>
                    <a:cubicBezTo>
                      <a:pt x="20707" y="245"/>
                      <a:pt x="20172" y="0"/>
                      <a:pt x="19636" y="0"/>
                    </a:cubicBezTo>
                    <a:cubicBezTo>
                      <a:pt x="1964" y="0"/>
                      <a:pt x="1964" y="0"/>
                      <a:pt x="1964" y="0"/>
                    </a:cubicBezTo>
                    <a:cubicBezTo>
                      <a:pt x="893" y="0"/>
                      <a:pt x="0" y="1227"/>
                      <a:pt x="0" y="2455"/>
                    </a:cubicBezTo>
                    <a:cubicBezTo>
                      <a:pt x="0" y="7364"/>
                      <a:pt x="0" y="7364"/>
                      <a:pt x="0" y="7364"/>
                    </a:cubicBezTo>
                    <a:cubicBezTo>
                      <a:pt x="1785" y="7364"/>
                      <a:pt x="1785" y="7364"/>
                      <a:pt x="1785" y="7364"/>
                    </a:cubicBezTo>
                    <a:cubicBezTo>
                      <a:pt x="1785" y="2455"/>
                      <a:pt x="1785" y="2455"/>
                      <a:pt x="1785" y="2455"/>
                    </a:cubicBezTo>
                    <a:cubicBezTo>
                      <a:pt x="1785" y="2455"/>
                      <a:pt x="1964" y="2455"/>
                      <a:pt x="1964" y="2455"/>
                    </a:cubicBezTo>
                    <a:cubicBezTo>
                      <a:pt x="19636" y="2455"/>
                      <a:pt x="19636" y="2455"/>
                      <a:pt x="19636" y="2455"/>
                    </a:cubicBezTo>
                    <a:cubicBezTo>
                      <a:pt x="19815" y="2455"/>
                      <a:pt x="19815" y="2455"/>
                      <a:pt x="19815" y="2455"/>
                    </a:cubicBezTo>
                    <a:cubicBezTo>
                      <a:pt x="19815" y="19145"/>
                      <a:pt x="19815" y="19145"/>
                      <a:pt x="19815" y="19145"/>
                    </a:cubicBezTo>
                    <a:cubicBezTo>
                      <a:pt x="19815" y="19145"/>
                      <a:pt x="19815" y="19391"/>
                      <a:pt x="19636" y="19391"/>
                    </a:cubicBezTo>
                    <a:cubicBezTo>
                      <a:pt x="17316" y="19391"/>
                      <a:pt x="17316" y="19391"/>
                      <a:pt x="17316" y="19391"/>
                    </a:cubicBezTo>
                    <a:cubicBezTo>
                      <a:pt x="17316" y="21600"/>
                      <a:pt x="17316" y="21600"/>
                      <a:pt x="17316" y="21600"/>
                    </a:cubicBezTo>
                    <a:cubicBezTo>
                      <a:pt x="19636" y="21600"/>
                      <a:pt x="19636" y="21600"/>
                      <a:pt x="19636" y="21600"/>
                    </a:cubicBezTo>
                    <a:cubicBezTo>
                      <a:pt x="20172" y="21600"/>
                      <a:pt x="20707" y="21355"/>
                      <a:pt x="21064" y="20864"/>
                    </a:cubicBezTo>
                    <a:cubicBezTo>
                      <a:pt x="21421" y="20373"/>
                      <a:pt x="21600" y="19882"/>
                      <a:pt x="21600" y="19145"/>
                    </a:cubicBezTo>
                    <a:cubicBezTo>
                      <a:pt x="21600" y="2455"/>
                      <a:pt x="21600" y="2455"/>
                      <a:pt x="21600" y="2455"/>
                    </a:cubicBezTo>
                    <a:cubicBezTo>
                      <a:pt x="21600" y="1718"/>
                      <a:pt x="21421" y="1227"/>
                      <a:pt x="21064" y="736"/>
                    </a:cubicBezTo>
                  </a:path>
                </a:pathLst>
              </a:custGeom>
              <a:solidFill>
                <a:srgbClr val="BED6ED"/>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7" name="Freeform 57"/>
              <p:cNvSpPr/>
              <p:nvPr/>
            </p:nvSpPr>
            <p:spPr>
              <a:xfrm>
                <a:off x="440083" y="798497"/>
                <a:ext cx="798921" cy="6877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815" y="16046"/>
                    </a:moveTo>
                    <a:cubicBezTo>
                      <a:pt x="19815" y="16046"/>
                      <a:pt x="19815" y="16046"/>
                      <a:pt x="19636" y="16046"/>
                    </a:cubicBezTo>
                    <a:cubicBezTo>
                      <a:pt x="15888" y="16046"/>
                      <a:pt x="15888" y="16046"/>
                      <a:pt x="15888" y="16046"/>
                    </a:cubicBezTo>
                    <a:cubicBezTo>
                      <a:pt x="14102" y="16046"/>
                      <a:pt x="14102" y="16046"/>
                      <a:pt x="14102" y="16046"/>
                    </a:cubicBezTo>
                    <a:cubicBezTo>
                      <a:pt x="14102" y="18103"/>
                      <a:pt x="14102" y="18103"/>
                      <a:pt x="14102" y="18103"/>
                    </a:cubicBezTo>
                    <a:cubicBezTo>
                      <a:pt x="14102" y="18514"/>
                      <a:pt x="14102" y="18514"/>
                      <a:pt x="14102" y="18514"/>
                    </a:cubicBezTo>
                    <a:cubicBezTo>
                      <a:pt x="10889" y="16457"/>
                      <a:pt x="10889" y="16457"/>
                      <a:pt x="10889" y="16457"/>
                    </a:cubicBezTo>
                    <a:cubicBezTo>
                      <a:pt x="10354" y="16046"/>
                      <a:pt x="10354" y="16046"/>
                      <a:pt x="10354" y="16046"/>
                    </a:cubicBezTo>
                    <a:cubicBezTo>
                      <a:pt x="9997" y="16046"/>
                      <a:pt x="9997" y="16046"/>
                      <a:pt x="9997" y="16046"/>
                    </a:cubicBezTo>
                    <a:cubicBezTo>
                      <a:pt x="1964" y="16046"/>
                      <a:pt x="1964" y="16046"/>
                      <a:pt x="1964" y="16046"/>
                    </a:cubicBezTo>
                    <a:cubicBezTo>
                      <a:pt x="1785" y="16046"/>
                      <a:pt x="1785" y="16046"/>
                      <a:pt x="1785" y="16046"/>
                    </a:cubicBezTo>
                    <a:cubicBezTo>
                      <a:pt x="1785" y="2057"/>
                      <a:pt x="1785" y="2057"/>
                      <a:pt x="1785" y="2057"/>
                    </a:cubicBezTo>
                    <a:cubicBezTo>
                      <a:pt x="1785" y="2057"/>
                      <a:pt x="1785" y="1851"/>
                      <a:pt x="1964" y="1851"/>
                    </a:cubicBezTo>
                    <a:cubicBezTo>
                      <a:pt x="19636" y="1851"/>
                      <a:pt x="19636" y="1851"/>
                      <a:pt x="19636" y="1851"/>
                    </a:cubicBezTo>
                    <a:cubicBezTo>
                      <a:pt x="19815" y="1851"/>
                      <a:pt x="19815" y="2057"/>
                      <a:pt x="19815" y="2057"/>
                    </a:cubicBezTo>
                    <a:lnTo>
                      <a:pt x="19815" y="16046"/>
                    </a:lnTo>
                    <a:close/>
                    <a:moveTo>
                      <a:pt x="19636" y="0"/>
                    </a:moveTo>
                    <a:cubicBezTo>
                      <a:pt x="1964" y="0"/>
                      <a:pt x="1964" y="0"/>
                      <a:pt x="1964" y="0"/>
                    </a:cubicBezTo>
                    <a:cubicBezTo>
                      <a:pt x="1428" y="0"/>
                      <a:pt x="893" y="206"/>
                      <a:pt x="536" y="617"/>
                    </a:cubicBezTo>
                    <a:cubicBezTo>
                      <a:pt x="179" y="1029"/>
                      <a:pt x="0" y="1440"/>
                      <a:pt x="0" y="2057"/>
                    </a:cubicBezTo>
                    <a:cubicBezTo>
                      <a:pt x="0" y="16046"/>
                      <a:pt x="0" y="16046"/>
                      <a:pt x="0" y="16046"/>
                    </a:cubicBezTo>
                    <a:cubicBezTo>
                      <a:pt x="0" y="16457"/>
                      <a:pt x="179" y="17074"/>
                      <a:pt x="536" y="17486"/>
                    </a:cubicBezTo>
                    <a:cubicBezTo>
                      <a:pt x="893" y="17897"/>
                      <a:pt x="1428" y="18103"/>
                      <a:pt x="1964" y="18103"/>
                    </a:cubicBezTo>
                    <a:cubicBezTo>
                      <a:pt x="9997" y="18103"/>
                      <a:pt x="9997" y="18103"/>
                      <a:pt x="9997" y="18103"/>
                    </a:cubicBezTo>
                    <a:cubicBezTo>
                      <a:pt x="15888" y="21600"/>
                      <a:pt x="15888" y="21600"/>
                      <a:pt x="15888" y="21600"/>
                    </a:cubicBezTo>
                    <a:cubicBezTo>
                      <a:pt x="15888" y="18103"/>
                      <a:pt x="15888" y="18103"/>
                      <a:pt x="15888" y="18103"/>
                    </a:cubicBezTo>
                    <a:cubicBezTo>
                      <a:pt x="19636" y="18103"/>
                      <a:pt x="19636" y="18103"/>
                      <a:pt x="19636" y="18103"/>
                    </a:cubicBezTo>
                    <a:cubicBezTo>
                      <a:pt x="20172" y="18103"/>
                      <a:pt x="20707" y="17897"/>
                      <a:pt x="21064" y="17486"/>
                    </a:cubicBezTo>
                    <a:cubicBezTo>
                      <a:pt x="21421" y="17074"/>
                      <a:pt x="21600" y="16457"/>
                      <a:pt x="21600" y="16046"/>
                    </a:cubicBezTo>
                    <a:cubicBezTo>
                      <a:pt x="21600" y="2057"/>
                      <a:pt x="21600" y="2057"/>
                      <a:pt x="21600" y="2057"/>
                    </a:cubicBezTo>
                    <a:cubicBezTo>
                      <a:pt x="21600" y="1440"/>
                      <a:pt x="21421" y="1029"/>
                      <a:pt x="21064" y="617"/>
                    </a:cubicBezTo>
                    <a:cubicBezTo>
                      <a:pt x="20707" y="206"/>
                      <a:pt x="20172" y="0"/>
                      <a:pt x="19636" y="0"/>
                    </a:cubicBezTo>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8" name="Freeform 58"/>
              <p:cNvSpPr/>
              <p:nvPr/>
            </p:nvSpPr>
            <p:spPr>
              <a:xfrm>
                <a:off x="771838" y="1127290"/>
                <a:ext cx="301288" cy="570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252" y="0"/>
                    </a:moveTo>
                    <a:cubicBezTo>
                      <a:pt x="2348" y="0"/>
                      <a:pt x="2348" y="0"/>
                      <a:pt x="2348" y="0"/>
                    </a:cubicBezTo>
                    <a:cubicBezTo>
                      <a:pt x="1409" y="0"/>
                      <a:pt x="0" y="4800"/>
                      <a:pt x="0" y="9600"/>
                    </a:cubicBezTo>
                    <a:cubicBezTo>
                      <a:pt x="0" y="16800"/>
                      <a:pt x="1409" y="21600"/>
                      <a:pt x="2348" y="21600"/>
                    </a:cubicBezTo>
                    <a:cubicBezTo>
                      <a:pt x="19252" y="21600"/>
                      <a:pt x="19252" y="21600"/>
                      <a:pt x="19252" y="21600"/>
                    </a:cubicBezTo>
                    <a:cubicBezTo>
                      <a:pt x="20661" y="21600"/>
                      <a:pt x="21600" y="16800"/>
                      <a:pt x="21600" y="9600"/>
                    </a:cubicBezTo>
                    <a:cubicBezTo>
                      <a:pt x="21600" y="4800"/>
                      <a:pt x="20661" y="0"/>
                      <a:pt x="19252" y="0"/>
                    </a:cubicBezTo>
                  </a:path>
                </a:pathLst>
              </a:custGeom>
              <a:solidFill>
                <a:srgbClr val="EDB21E"/>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79" name="Freeform 59"/>
              <p:cNvSpPr/>
              <p:nvPr/>
            </p:nvSpPr>
            <p:spPr>
              <a:xfrm>
                <a:off x="605960" y="989733"/>
                <a:ext cx="467166" cy="570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079" y="0"/>
                    </a:moveTo>
                    <a:cubicBezTo>
                      <a:pt x="1521" y="0"/>
                      <a:pt x="1521" y="0"/>
                      <a:pt x="1521" y="0"/>
                    </a:cubicBezTo>
                    <a:cubicBezTo>
                      <a:pt x="608" y="0"/>
                      <a:pt x="0" y="4800"/>
                      <a:pt x="0" y="12000"/>
                    </a:cubicBezTo>
                    <a:cubicBezTo>
                      <a:pt x="0" y="16800"/>
                      <a:pt x="608" y="21600"/>
                      <a:pt x="1521" y="21600"/>
                    </a:cubicBezTo>
                    <a:cubicBezTo>
                      <a:pt x="20079" y="21600"/>
                      <a:pt x="20079" y="21600"/>
                      <a:pt x="20079" y="21600"/>
                    </a:cubicBezTo>
                    <a:cubicBezTo>
                      <a:pt x="20992" y="21600"/>
                      <a:pt x="21600" y="16800"/>
                      <a:pt x="21600" y="12000"/>
                    </a:cubicBezTo>
                    <a:cubicBezTo>
                      <a:pt x="21600" y="4800"/>
                      <a:pt x="20992" y="0"/>
                      <a:pt x="20079" y="0"/>
                    </a:cubicBezTo>
                  </a:path>
                </a:pathLst>
              </a:custGeom>
              <a:solidFill>
                <a:srgbClr val="EDB21E"/>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grpSp>
        <p:grpSp>
          <p:nvGrpSpPr>
            <p:cNvPr id="988" name="Group 73"/>
            <p:cNvGrpSpPr/>
            <p:nvPr/>
          </p:nvGrpSpPr>
          <p:grpSpPr>
            <a:xfrm>
              <a:off x="785179" y="241966"/>
              <a:ext cx="1899129" cy="1899129"/>
              <a:chOff x="0" y="0"/>
              <a:chExt cx="1899127" cy="1899128"/>
            </a:xfrm>
          </p:grpSpPr>
          <p:sp>
            <p:nvSpPr>
              <p:cNvPr id="981" name="Oval 22"/>
              <p:cNvSpPr/>
              <p:nvPr/>
            </p:nvSpPr>
            <p:spPr>
              <a:xfrm>
                <a:off x="-1" y="0"/>
                <a:ext cx="1899129" cy="1899129"/>
              </a:xfrm>
              <a:prstGeom prst="ellipse">
                <a:avLst/>
              </a:prstGeom>
              <a:solidFill>
                <a:srgbClr val="83B7D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grpSp>
            <p:nvGrpSpPr>
              <p:cNvPr id="987" name="Group 72"/>
              <p:cNvGrpSpPr/>
              <p:nvPr/>
            </p:nvGrpSpPr>
            <p:grpSpPr>
              <a:xfrm>
                <a:off x="317083" y="491617"/>
                <a:ext cx="1261587" cy="872120"/>
                <a:chOff x="0" y="0"/>
                <a:chExt cx="1261586" cy="872118"/>
              </a:xfrm>
            </p:grpSpPr>
            <p:sp>
              <p:nvSpPr>
                <p:cNvPr id="982" name="Freeform 23"/>
                <p:cNvSpPr/>
                <p:nvPr/>
              </p:nvSpPr>
              <p:spPr>
                <a:xfrm>
                  <a:off x="33732" y="-1"/>
                  <a:ext cx="1197497" cy="7508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0" y="0"/>
                      </a:moveTo>
                      <a:cubicBezTo>
                        <a:pt x="1320" y="0"/>
                        <a:pt x="0" y="0"/>
                        <a:pt x="0" y="2294"/>
                      </a:cubicBezTo>
                      <a:cubicBezTo>
                        <a:pt x="0" y="19497"/>
                        <a:pt x="0" y="19497"/>
                        <a:pt x="0" y="19497"/>
                      </a:cubicBezTo>
                      <a:cubicBezTo>
                        <a:pt x="0" y="19497"/>
                        <a:pt x="0" y="21600"/>
                        <a:pt x="1320" y="21600"/>
                      </a:cubicBezTo>
                      <a:cubicBezTo>
                        <a:pt x="20280" y="21600"/>
                        <a:pt x="20280" y="21600"/>
                        <a:pt x="20280" y="21600"/>
                      </a:cubicBezTo>
                      <a:cubicBezTo>
                        <a:pt x="20280" y="21600"/>
                        <a:pt x="21600" y="21600"/>
                        <a:pt x="21600" y="19497"/>
                      </a:cubicBezTo>
                      <a:cubicBezTo>
                        <a:pt x="21600" y="2294"/>
                        <a:pt x="21600" y="2294"/>
                        <a:pt x="21600" y="2294"/>
                      </a:cubicBezTo>
                      <a:cubicBezTo>
                        <a:pt x="21600" y="2294"/>
                        <a:pt x="21600" y="0"/>
                        <a:pt x="20280" y="0"/>
                      </a:cubicBezTo>
                      <a:lnTo>
                        <a:pt x="1320" y="0"/>
                      </a:lnTo>
                      <a:close/>
                    </a:path>
                  </a:pathLst>
                </a:custGeom>
                <a:noFill/>
                <a:ln w="19050" cap="flat">
                  <a:solidFill>
                    <a:srgbClr val="FFFFFF"/>
                  </a:solidFill>
                  <a:prstDash val="solid"/>
                  <a:miter lim="8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83" name="Line 24"/>
                <p:cNvSpPr/>
                <p:nvPr/>
              </p:nvSpPr>
              <p:spPr>
                <a:xfrm>
                  <a:off x="0" y="868751"/>
                  <a:ext cx="1261587" cy="3368"/>
                </a:xfrm>
                <a:prstGeom prst="line">
                  <a:avLst/>
                </a:prstGeom>
                <a:noFill/>
                <a:ln w="19050" cap="rnd">
                  <a:solidFill>
                    <a:srgbClr val="FFFFFF"/>
                  </a:solidFill>
                  <a:prstDash val="solid"/>
                  <a:miter lim="8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84" name="Freeform 10"/>
                <p:cNvSpPr/>
                <p:nvPr/>
              </p:nvSpPr>
              <p:spPr>
                <a:xfrm flipH="1">
                  <a:off x="507762" y="139267"/>
                  <a:ext cx="249437" cy="2328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2569" y="113"/>
                      </a:lnTo>
                      <a:lnTo>
                        <a:pt x="14187" y="528"/>
                      </a:lnTo>
                      <a:lnTo>
                        <a:pt x="15730" y="1169"/>
                      </a:lnTo>
                      <a:lnTo>
                        <a:pt x="17160" y="2073"/>
                      </a:lnTo>
                      <a:lnTo>
                        <a:pt x="18439" y="3129"/>
                      </a:lnTo>
                      <a:lnTo>
                        <a:pt x="19493" y="4410"/>
                      </a:lnTo>
                      <a:lnTo>
                        <a:pt x="20396" y="5843"/>
                      </a:lnTo>
                      <a:lnTo>
                        <a:pt x="21036" y="7388"/>
                      </a:lnTo>
                      <a:lnTo>
                        <a:pt x="21449" y="9047"/>
                      </a:lnTo>
                      <a:lnTo>
                        <a:pt x="21600" y="10781"/>
                      </a:lnTo>
                      <a:lnTo>
                        <a:pt x="21449" y="12515"/>
                      </a:lnTo>
                      <a:lnTo>
                        <a:pt x="21036" y="14212"/>
                      </a:lnTo>
                      <a:lnTo>
                        <a:pt x="20396" y="15757"/>
                      </a:lnTo>
                      <a:lnTo>
                        <a:pt x="19493" y="17152"/>
                      </a:lnTo>
                      <a:lnTo>
                        <a:pt x="18439" y="18434"/>
                      </a:lnTo>
                      <a:lnTo>
                        <a:pt x="17160" y="19489"/>
                      </a:lnTo>
                      <a:lnTo>
                        <a:pt x="15730" y="20394"/>
                      </a:lnTo>
                      <a:lnTo>
                        <a:pt x="14187" y="21035"/>
                      </a:lnTo>
                      <a:lnTo>
                        <a:pt x="12569" y="21449"/>
                      </a:lnTo>
                      <a:lnTo>
                        <a:pt x="10800" y="21600"/>
                      </a:lnTo>
                      <a:lnTo>
                        <a:pt x="9069" y="21449"/>
                      </a:lnTo>
                      <a:lnTo>
                        <a:pt x="7413" y="21035"/>
                      </a:lnTo>
                      <a:lnTo>
                        <a:pt x="5833" y="20394"/>
                      </a:lnTo>
                      <a:lnTo>
                        <a:pt x="4440" y="19489"/>
                      </a:lnTo>
                      <a:lnTo>
                        <a:pt x="3161" y="18434"/>
                      </a:lnTo>
                      <a:lnTo>
                        <a:pt x="2107" y="17152"/>
                      </a:lnTo>
                      <a:lnTo>
                        <a:pt x="1204" y="15757"/>
                      </a:lnTo>
                      <a:lnTo>
                        <a:pt x="564" y="14212"/>
                      </a:lnTo>
                      <a:lnTo>
                        <a:pt x="151" y="12515"/>
                      </a:lnTo>
                      <a:lnTo>
                        <a:pt x="0" y="10781"/>
                      </a:lnTo>
                      <a:lnTo>
                        <a:pt x="151" y="9047"/>
                      </a:lnTo>
                      <a:lnTo>
                        <a:pt x="564" y="7388"/>
                      </a:lnTo>
                      <a:lnTo>
                        <a:pt x="1204" y="5843"/>
                      </a:lnTo>
                      <a:lnTo>
                        <a:pt x="2107" y="4410"/>
                      </a:lnTo>
                      <a:lnTo>
                        <a:pt x="3161" y="3129"/>
                      </a:lnTo>
                      <a:lnTo>
                        <a:pt x="4440" y="2073"/>
                      </a:lnTo>
                      <a:lnTo>
                        <a:pt x="5833" y="1169"/>
                      </a:lnTo>
                      <a:lnTo>
                        <a:pt x="7413" y="528"/>
                      </a:lnTo>
                      <a:lnTo>
                        <a:pt x="9069" y="113"/>
                      </a:lnTo>
                      <a:lnTo>
                        <a:pt x="10800" y="0"/>
                      </a:lnTo>
                      <a:close/>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85" name="Freeform 11"/>
                <p:cNvSpPr/>
                <p:nvPr/>
              </p:nvSpPr>
              <p:spPr>
                <a:xfrm flipH="1">
                  <a:off x="389607" y="378283"/>
                  <a:ext cx="485745" cy="2614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443" y="0"/>
                      </a:moveTo>
                      <a:lnTo>
                        <a:pt x="9462" y="0"/>
                      </a:lnTo>
                      <a:lnTo>
                        <a:pt x="10800" y="2411"/>
                      </a:lnTo>
                      <a:lnTo>
                        <a:pt x="12177" y="0"/>
                      </a:lnTo>
                      <a:lnTo>
                        <a:pt x="12875" y="374"/>
                      </a:lnTo>
                      <a:lnTo>
                        <a:pt x="13553" y="883"/>
                      </a:lnTo>
                      <a:lnTo>
                        <a:pt x="14193" y="1562"/>
                      </a:lnTo>
                      <a:lnTo>
                        <a:pt x="14348" y="1664"/>
                      </a:lnTo>
                      <a:lnTo>
                        <a:pt x="14503" y="1800"/>
                      </a:lnTo>
                      <a:lnTo>
                        <a:pt x="14872" y="2208"/>
                      </a:lnTo>
                      <a:lnTo>
                        <a:pt x="15318" y="2717"/>
                      </a:lnTo>
                      <a:lnTo>
                        <a:pt x="15783" y="3226"/>
                      </a:lnTo>
                      <a:lnTo>
                        <a:pt x="16307" y="3872"/>
                      </a:lnTo>
                      <a:lnTo>
                        <a:pt x="16830" y="4551"/>
                      </a:lnTo>
                      <a:lnTo>
                        <a:pt x="17392" y="5332"/>
                      </a:lnTo>
                      <a:lnTo>
                        <a:pt x="17935" y="6215"/>
                      </a:lnTo>
                      <a:lnTo>
                        <a:pt x="18478" y="7166"/>
                      </a:lnTo>
                      <a:lnTo>
                        <a:pt x="19002" y="8185"/>
                      </a:lnTo>
                      <a:lnTo>
                        <a:pt x="19525" y="9306"/>
                      </a:lnTo>
                      <a:lnTo>
                        <a:pt x="19991" y="10494"/>
                      </a:lnTo>
                      <a:lnTo>
                        <a:pt x="20417" y="11819"/>
                      </a:lnTo>
                      <a:lnTo>
                        <a:pt x="20805" y="13177"/>
                      </a:lnTo>
                      <a:lnTo>
                        <a:pt x="21135" y="14672"/>
                      </a:lnTo>
                      <a:lnTo>
                        <a:pt x="21367" y="16234"/>
                      </a:lnTo>
                      <a:lnTo>
                        <a:pt x="21522" y="17932"/>
                      </a:lnTo>
                      <a:lnTo>
                        <a:pt x="21600" y="19698"/>
                      </a:lnTo>
                      <a:lnTo>
                        <a:pt x="21581" y="21600"/>
                      </a:lnTo>
                      <a:lnTo>
                        <a:pt x="17218" y="21600"/>
                      </a:lnTo>
                      <a:lnTo>
                        <a:pt x="17276" y="20072"/>
                      </a:lnTo>
                      <a:lnTo>
                        <a:pt x="17199" y="18645"/>
                      </a:lnTo>
                      <a:lnTo>
                        <a:pt x="17063" y="17321"/>
                      </a:lnTo>
                      <a:lnTo>
                        <a:pt x="16811" y="16098"/>
                      </a:lnTo>
                      <a:lnTo>
                        <a:pt x="16481" y="14943"/>
                      </a:lnTo>
                      <a:lnTo>
                        <a:pt x="16481" y="21600"/>
                      </a:lnTo>
                      <a:lnTo>
                        <a:pt x="10839" y="21600"/>
                      </a:lnTo>
                      <a:lnTo>
                        <a:pt x="12157" y="18475"/>
                      </a:lnTo>
                      <a:lnTo>
                        <a:pt x="10800" y="2785"/>
                      </a:lnTo>
                      <a:lnTo>
                        <a:pt x="10781" y="2785"/>
                      </a:lnTo>
                      <a:lnTo>
                        <a:pt x="9443" y="18475"/>
                      </a:lnTo>
                      <a:lnTo>
                        <a:pt x="10761" y="21600"/>
                      </a:lnTo>
                      <a:lnTo>
                        <a:pt x="5119" y="21600"/>
                      </a:lnTo>
                      <a:lnTo>
                        <a:pt x="5119" y="14943"/>
                      </a:lnTo>
                      <a:lnTo>
                        <a:pt x="4789" y="16098"/>
                      </a:lnTo>
                      <a:lnTo>
                        <a:pt x="4537" y="17287"/>
                      </a:lnTo>
                      <a:lnTo>
                        <a:pt x="4401" y="18645"/>
                      </a:lnTo>
                      <a:lnTo>
                        <a:pt x="4324" y="20038"/>
                      </a:lnTo>
                      <a:lnTo>
                        <a:pt x="4363" y="21600"/>
                      </a:lnTo>
                      <a:lnTo>
                        <a:pt x="19" y="21600"/>
                      </a:lnTo>
                      <a:lnTo>
                        <a:pt x="0" y="19698"/>
                      </a:lnTo>
                      <a:lnTo>
                        <a:pt x="78" y="17932"/>
                      </a:lnTo>
                      <a:lnTo>
                        <a:pt x="233" y="16234"/>
                      </a:lnTo>
                      <a:lnTo>
                        <a:pt x="465" y="14672"/>
                      </a:lnTo>
                      <a:lnTo>
                        <a:pt x="795" y="13177"/>
                      </a:lnTo>
                      <a:lnTo>
                        <a:pt x="1163" y="11819"/>
                      </a:lnTo>
                      <a:lnTo>
                        <a:pt x="1590" y="10494"/>
                      </a:lnTo>
                      <a:lnTo>
                        <a:pt x="2094" y="9306"/>
                      </a:lnTo>
                      <a:lnTo>
                        <a:pt x="2579" y="8185"/>
                      </a:lnTo>
                      <a:lnTo>
                        <a:pt x="3122" y="7166"/>
                      </a:lnTo>
                      <a:lnTo>
                        <a:pt x="3665" y="6215"/>
                      </a:lnTo>
                      <a:lnTo>
                        <a:pt x="4227" y="5332"/>
                      </a:lnTo>
                      <a:lnTo>
                        <a:pt x="4770" y="4551"/>
                      </a:lnTo>
                      <a:lnTo>
                        <a:pt x="5313" y="3872"/>
                      </a:lnTo>
                      <a:lnTo>
                        <a:pt x="5797" y="3226"/>
                      </a:lnTo>
                      <a:lnTo>
                        <a:pt x="6302" y="2717"/>
                      </a:lnTo>
                      <a:lnTo>
                        <a:pt x="6728" y="2208"/>
                      </a:lnTo>
                      <a:lnTo>
                        <a:pt x="7097" y="1800"/>
                      </a:lnTo>
                      <a:lnTo>
                        <a:pt x="7368" y="1562"/>
                      </a:lnTo>
                      <a:lnTo>
                        <a:pt x="8027" y="883"/>
                      </a:lnTo>
                      <a:lnTo>
                        <a:pt x="8725" y="374"/>
                      </a:lnTo>
                      <a:lnTo>
                        <a:pt x="9443" y="0"/>
                      </a:lnTo>
                      <a:close/>
                    </a:path>
                  </a:pathLst>
                </a:custGeom>
                <a:solidFill>
                  <a:srgbClr val="FFFFFF"/>
                </a:solidFill>
                <a:ln w="12700" cap="flat">
                  <a:noFill/>
                  <a:miter lim="400000"/>
                </a:ln>
                <a:effectLst/>
              </p:spPr>
              <p:txBody>
                <a:bodyPr wrap="square" lIns="45719" tIns="45719" rIns="45719" bIns="45719" numCol="1" anchor="t">
                  <a:noAutofit/>
                </a:bodyPr>
                <a:lstStyle/>
                <a:p>
                  <a:pPr algn="l" defTabSz="914400">
                    <a:defRPr b="0" sz="1800">
                      <a:solidFill>
                        <a:srgbClr val="333333"/>
                      </a:solidFill>
                      <a:latin typeface="Roboto"/>
                      <a:ea typeface="Roboto"/>
                      <a:cs typeface="Roboto"/>
                      <a:sym typeface="Roboto"/>
                    </a:defRPr>
                  </a:pPr>
                </a:p>
              </p:txBody>
            </p:sp>
            <p:sp>
              <p:nvSpPr>
                <p:cNvPr id="986" name="Oval 71"/>
                <p:cNvSpPr/>
                <p:nvPr/>
              </p:nvSpPr>
              <p:spPr>
                <a:xfrm>
                  <a:off x="934378" y="154886"/>
                  <a:ext cx="161917" cy="161627"/>
                </a:xfrm>
                <a:prstGeom prst="ellipse">
                  <a:avLst/>
                </a:prstGeom>
                <a:solidFill>
                  <a:srgbClr val="EEB219"/>
                </a:solidFill>
                <a:ln w="25400" cap="flat">
                  <a:solidFill>
                    <a:srgbClr val="FFFFFF"/>
                  </a:solidFill>
                  <a:prstDash val="solid"/>
                  <a:round/>
                </a:ln>
                <a:effectLst/>
              </p:spPr>
              <p:txBody>
                <a:bodyPr wrap="square" lIns="45719" tIns="45719" rIns="45719" bIns="45719" numCol="1" anchor="ctr">
                  <a:noAutofit/>
                </a:bodyPr>
                <a:lstStyle/>
                <a:p>
                  <a:pPr defTabSz="914400">
                    <a:defRPr b="0" sz="1800">
                      <a:solidFill>
                        <a:srgbClr val="FFFFFF"/>
                      </a:solidFill>
                      <a:latin typeface="Roboto"/>
                      <a:ea typeface="Roboto"/>
                      <a:cs typeface="Roboto"/>
                      <a:sym typeface="Roboto"/>
                    </a:defRPr>
                  </a:pPr>
                </a:p>
              </p:txBody>
            </p:sp>
          </p:grpSp>
        </p:grpSp>
      </p:gr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91" name="Estrategia de redes sociales"/>
          <p:cNvSpPr txBox="1"/>
          <p:nvPr>
            <p:ph type="body" idx="13"/>
          </p:nvPr>
        </p:nvSpPr>
        <p:spPr>
          <a:prstGeom prst="rect">
            <a:avLst/>
          </a:prstGeom>
        </p:spPr>
        <p:txBody>
          <a:bodyPr/>
          <a:lstStyle/>
          <a:p>
            <a:pPr/>
            <a:r>
              <a:t>Estrategia de redes sociales</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93" name="Título"/>
          <p:cNvSpPr txBox="1"/>
          <p:nvPr>
            <p:ph type="title"/>
          </p:nvPr>
        </p:nvSpPr>
        <p:spPr>
          <a:prstGeom prst="rect">
            <a:avLst/>
          </a:prstGeom>
        </p:spPr>
        <p:txBody>
          <a:bodyPr/>
          <a:lstStyle/>
          <a:p>
            <a:pPr/>
          </a:p>
        </p:txBody>
      </p:sp>
      <p:grpSp>
        <p:nvGrpSpPr>
          <p:cNvPr id="999" name="Grupo"/>
          <p:cNvGrpSpPr/>
          <p:nvPr/>
        </p:nvGrpSpPr>
        <p:grpSpPr>
          <a:xfrm>
            <a:off x="1295415" y="4498255"/>
            <a:ext cx="4966629" cy="5203189"/>
            <a:chOff x="0" y="0"/>
            <a:chExt cx="4966627" cy="5203188"/>
          </a:xfrm>
        </p:grpSpPr>
        <p:sp>
          <p:nvSpPr>
            <p:cNvPr id="994" name="F"/>
            <p:cNvSpPr txBox="1"/>
            <p:nvPr/>
          </p:nvSpPr>
          <p:spPr>
            <a:xfrm>
              <a:off x="605702" y="368731"/>
              <a:ext cx="1338772" cy="17942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1437" tIns="71437" rIns="71437" bIns="71437" numCol="1" anchor="ctr">
              <a:noAutofit/>
            </a:bodyPr>
            <a:lstStyle>
              <a:lvl1pPr>
                <a:lnSpc>
                  <a:spcPct val="110000"/>
                </a:lnSpc>
                <a:defRPr b="0" spc="3000" sz="12000">
                  <a:solidFill>
                    <a:srgbClr val="FFFFFF"/>
                  </a:solidFill>
                  <a:latin typeface="Modern Pictograms"/>
                  <a:ea typeface="Modern Pictograms"/>
                  <a:cs typeface="Modern Pictograms"/>
                  <a:sym typeface="Modern Pictograms"/>
                </a:defRPr>
              </a:lvl1pPr>
            </a:lstStyle>
            <a:p>
              <a:pPr/>
              <a:r>
                <a:t>F</a:t>
              </a:r>
            </a:p>
          </p:txBody>
        </p:sp>
        <p:sp>
          <p:nvSpPr>
            <p:cNvPr id="995" name="Figura"/>
            <p:cNvSpPr/>
            <p:nvPr/>
          </p:nvSpPr>
          <p:spPr>
            <a:xfrm>
              <a:off x="0" y="0"/>
              <a:ext cx="4434075" cy="24391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312" y="20144"/>
                  </a:moveTo>
                  <a:lnTo>
                    <a:pt x="3030" y="20137"/>
                  </a:lnTo>
                  <a:cubicBezTo>
                    <a:pt x="2997" y="20137"/>
                    <a:pt x="2971" y="20089"/>
                    <a:pt x="2971" y="20030"/>
                  </a:cubicBezTo>
                  <a:lnTo>
                    <a:pt x="2971" y="8420"/>
                  </a:lnTo>
                  <a:cubicBezTo>
                    <a:pt x="2971" y="8144"/>
                    <a:pt x="2885" y="7892"/>
                    <a:pt x="2750" y="7768"/>
                  </a:cubicBezTo>
                  <a:lnTo>
                    <a:pt x="1296" y="6447"/>
                  </a:lnTo>
                  <a:lnTo>
                    <a:pt x="2750" y="5125"/>
                  </a:lnTo>
                  <a:cubicBezTo>
                    <a:pt x="2885" y="5002"/>
                    <a:pt x="2971" y="4750"/>
                    <a:pt x="2971" y="4474"/>
                  </a:cubicBezTo>
                  <a:lnTo>
                    <a:pt x="2971" y="1563"/>
                  </a:lnTo>
                  <a:cubicBezTo>
                    <a:pt x="2971" y="1504"/>
                    <a:pt x="2997" y="1456"/>
                    <a:pt x="3030" y="1456"/>
                  </a:cubicBezTo>
                  <a:lnTo>
                    <a:pt x="20740" y="1456"/>
                  </a:lnTo>
                  <a:cubicBezTo>
                    <a:pt x="20773" y="1456"/>
                    <a:pt x="20799" y="1504"/>
                    <a:pt x="20799" y="1563"/>
                  </a:cubicBezTo>
                  <a:lnTo>
                    <a:pt x="20799" y="17961"/>
                  </a:lnTo>
                  <a:cubicBezTo>
                    <a:pt x="20799" y="18363"/>
                    <a:pt x="20978" y="18689"/>
                    <a:pt x="21200" y="18689"/>
                  </a:cubicBezTo>
                  <a:cubicBezTo>
                    <a:pt x="21421" y="18689"/>
                    <a:pt x="21600" y="18363"/>
                    <a:pt x="21600" y="17961"/>
                  </a:cubicBezTo>
                  <a:lnTo>
                    <a:pt x="21600" y="1563"/>
                  </a:lnTo>
                  <a:cubicBezTo>
                    <a:pt x="21600" y="701"/>
                    <a:pt x="21214" y="0"/>
                    <a:pt x="20740" y="0"/>
                  </a:cubicBezTo>
                  <a:lnTo>
                    <a:pt x="3030" y="0"/>
                  </a:lnTo>
                  <a:cubicBezTo>
                    <a:pt x="2556" y="0"/>
                    <a:pt x="2170" y="701"/>
                    <a:pt x="2170" y="1563"/>
                  </a:cubicBezTo>
                  <a:lnTo>
                    <a:pt x="2170" y="4025"/>
                  </a:lnTo>
                  <a:lnTo>
                    <a:pt x="221" y="5796"/>
                  </a:lnTo>
                  <a:cubicBezTo>
                    <a:pt x="86" y="5919"/>
                    <a:pt x="0" y="6171"/>
                    <a:pt x="0" y="6447"/>
                  </a:cubicBezTo>
                  <a:cubicBezTo>
                    <a:pt x="0" y="6723"/>
                    <a:pt x="85" y="6975"/>
                    <a:pt x="221" y="7098"/>
                  </a:cubicBezTo>
                  <a:lnTo>
                    <a:pt x="2170" y="8869"/>
                  </a:lnTo>
                  <a:lnTo>
                    <a:pt x="2170" y="20030"/>
                  </a:lnTo>
                  <a:cubicBezTo>
                    <a:pt x="2170" y="20892"/>
                    <a:pt x="2556" y="21593"/>
                    <a:pt x="3029" y="21593"/>
                  </a:cubicBezTo>
                  <a:lnTo>
                    <a:pt x="4310" y="21600"/>
                  </a:lnTo>
                  <a:cubicBezTo>
                    <a:pt x="4532" y="21600"/>
                    <a:pt x="4711" y="21275"/>
                    <a:pt x="4712" y="20874"/>
                  </a:cubicBezTo>
                  <a:cubicBezTo>
                    <a:pt x="4712" y="20472"/>
                    <a:pt x="4533" y="20145"/>
                    <a:pt x="4312" y="20144"/>
                  </a:cubicBezTo>
                  <a:cubicBezTo>
                    <a:pt x="4312" y="20144"/>
                    <a:pt x="4312" y="20144"/>
                    <a:pt x="4312" y="20144"/>
                  </a:cubicBezTo>
                  <a:close/>
                </a:path>
              </a:pathLst>
            </a:custGeom>
            <a:solidFill>
              <a:srgbClr val="404040"/>
            </a:solidFill>
            <a:ln w="88900" cap="flat">
              <a:solidFill>
                <a:srgbClr val="FFC003"/>
              </a:solidFill>
              <a:prstDash val="solid"/>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996" name="Figura"/>
            <p:cNvSpPr/>
            <p:nvPr/>
          </p:nvSpPr>
          <p:spPr>
            <a:xfrm>
              <a:off x="1037814" y="726469"/>
              <a:ext cx="3928814" cy="44767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84" y="20807"/>
                  </a:moveTo>
                  <a:lnTo>
                    <a:pt x="904" y="20807"/>
                  </a:lnTo>
                  <a:lnTo>
                    <a:pt x="904" y="8536"/>
                  </a:lnTo>
                  <a:lnTo>
                    <a:pt x="3584" y="8536"/>
                  </a:lnTo>
                  <a:cubicBezTo>
                    <a:pt x="3584" y="8536"/>
                    <a:pt x="3584" y="20807"/>
                    <a:pt x="3584" y="20807"/>
                  </a:cubicBezTo>
                  <a:close/>
                  <a:moveTo>
                    <a:pt x="21600" y="9773"/>
                  </a:moveTo>
                  <a:cubicBezTo>
                    <a:pt x="21600" y="8654"/>
                    <a:pt x="20563" y="7743"/>
                    <a:pt x="19287" y="7743"/>
                  </a:cubicBezTo>
                  <a:lnTo>
                    <a:pt x="13630" y="7743"/>
                  </a:lnTo>
                  <a:cubicBezTo>
                    <a:pt x="14628" y="6133"/>
                    <a:pt x="15171" y="4133"/>
                    <a:pt x="15171" y="2030"/>
                  </a:cubicBezTo>
                  <a:cubicBezTo>
                    <a:pt x="15171" y="910"/>
                    <a:pt x="14134" y="0"/>
                    <a:pt x="12859" y="0"/>
                  </a:cubicBezTo>
                  <a:cubicBezTo>
                    <a:pt x="11584" y="0"/>
                    <a:pt x="10546" y="910"/>
                    <a:pt x="10546" y="2030"/>
                  </a:cubicBezTo>
                  <a:cubicBezTo>
                    <a:pt x="10546" y="5180"/>
                    <a:pt x="7626" y="7743"/>
                    <a:pt x="4036" y="7743"/>
                  </a:cubicBezTo>
                  <a:lnTo>
                    <a:pt x="452" y="7743"/>
                  </a:lnTo>
                  <a:cubicBezTo>
                    <a:pt x="202" y="7743"/>
                    <a:pt x="0" y="7921"/>
                    <a:pt x="0" y="8140"/>
                  </a:cubicBezTo>
                  <a:lnTo>
                    <a:pt x="0" y="21203"/>
                  </a:lnTo>
                  <a:cubicBezTo>
                    <a:pt x="0" y="21423"/>
                    <a:pt x="202" y="21600"/>
                    <a:pt x="452" y="21600"/>
                  </a:cubicBezTo>
                  <a:lnTo>
                    <a:pt x="4036" y="21600"/>
                  </a:lnTo>
                  <a:cubicBezTo>
                    <a:pt x="4285" y="21600"/>
                    <a:pt x="4488" y="21423"/>
                    <a:pt x="4488" y="21203"/>
                  </a:cubicBezTo>
                  <a:lnTo>
                    <a:pt x="4488" y="8524"/>
                  </a:lnTo>
                  <a:cubicBezTo>
                    <a:pt x="8366" y="8318"/>
                    <a:pt x="11450" y="5484"/>
                    <a:pt x="11450" y="2030"/>
                  </a:cubicBezTo>
                  <a:cubicBezTo>
                    <a:pt x="11450" y="1348"/>
                    <a:pt x="12082" y="793"/>
                    <a:pt x="12859" y="793"/>
                  </a:cubicBezTo>
                  <a:cubicBezTo>
                    <a:pt x="13636" y="793"/>
                    <a:pt x="14268" y="1348"/>
                    <a:pt x="14268" y="2030"/>
                  </a:cubicBezTo>
                  <a:cubicBezTo>
                    <a:pt x="14268" y="4257"/>
                    <a:pt x="13625" y="6350"/>
                    <a:pt x="12457" y="7923"/>
                  </a:cubicBezTo>
                  <a:cubicBezTo>
                    <a:pt x="12367" y="8045"/>
                    <a:pt x="12359" y="8201"/>
                    <a:pt x="12438" y="8329"/>
                  </a:cubicBezTo>
                  <a:cubicBezTo>
                    <a:pt x="12517" y="8457"/>
                    <a:pt x="12670" y="8536"/>
                    <a:pt x="12835" y="8536"/>
                  </a:cubicBezTo>
                  <a:lnTo>
                    <a:pt x="19287" y="8536"/>
                  </a:lnTo>
                  <a:cubicBezTo>
                    <a:pt x="20064" y="8536"/>
                    <a:pt x="20696" y="9091"/>
                    <a:pt x="20696" y="9773"/>
                  </a:cubicBezTo>
                  <a:cubicBezTo>
                    <a:pt x="20696" y="10454"/>
                    <a:pt x="20064" y="11009"/>
                    <a:pt x="19287" y="11009"/>
                  </a:cubicBezTo>
                  <a:lnTo>
                    <a:pt x="17001" y="11009"/>
                  </a:lnTo>
                  <a:cubicBezTo>
                    <a:pt x="16751" y="11009"/>
                    <a:pt x="16549" y="11187"/>
                    <a:pt x="16549" y="11406"/>
                  </a:cubicBezTo>
                  <a:cubicBezTo>
                    <a:pt x="16549" y="11625"/>
                    <a:pt x="16751" y="11802"/>
                    <a:pt x="17001" y="11802"/>
                  </a:cubicBezTo>
                  <a:lnTo>
                    <a:pt x="18525" y="11802"/>
                  </a:lnTo>
                  <a:cubicBezTo>
                    <a:pt x="19302" y="11802"/>
                    <a:pt x="19934" y="12357"/>
                    <a:pt x="19934" y="13039"/>
                  </a:cubicBezTo>
                  <a:cubicBezTo>
                    <a:pt x="19934" y="13720"/>
                    <a:pt x="19302" y="14275"/>
                    <a:pt x="18525" y="14275"/>
                  </a:cubicBezTo>
                  <a:lnTo>
                    <a:pt x="17001" y="14275"/>
                  </a:lnTo>
                  <a:cubicBezTo>
                    <a:pt x="16751" y="14275"/>
                    <a:pt x="16549" y="14453"/>
                    <a:pt x="16549" y="14672"/>
                  </a:cubicBezTo>
                  <a:cubicBezTo>
                    <a:pt x="16549" y="14891"/>
                    <a:pt x="16751" y="15068"/>
                    <a:pt x="17001" y="15068"/>
                  </a:cubicBezTo>
                  <a:lnTo>
                    <a:pt x="17763" y="15068"/>
                  </a:lnTo>
                  <a:cubicBezTo>
                    <a:pt x="18540" y="15068"/>
                    <a:pt x="19172" y="15623"/>
                    <a:pt x="19172" y="16305"/>
                  </a:cubicBezTo>
                  <a:cubicBezTo>
                    <a:pt x="19172" y="16987"/>
                    <a:pt x="18540" y="17541"/>
                    <a:pt x="17763" y="17541"/>
                  </a:cubicBezTo>
                  <a:lnTo>
                    <a:pt x="17001" y="17541"/>
                  </a:lnTo>
                  <a:cubicBezTo>
                    <a:pt x="16751" y="17541"/>
                    <a:pt x="16549" y="17718"/>
                    <a:pt x="16549" y="17938"/>
                  </a:cubicBezTo>
                  <a:cubicBezTo>
                    <a:pt x="16549" y="18157"/>
                    <a:pt x="16751" y="18334"/>
                    <a:pt x="17001" y="18334"/>
                  </a:cubicBezTo>
                  <a:cubicBezTo>
                    <a:pt x="17778" y="18334"/>
                    <a:pt x="18410" y="18889"/>
                    <a:pt x="18410" y="19571"/>
                  </a:cubicBezTo>
                  <a:cubicBezTo>
                    <a:pt x="18410" y="20252"/>
                    <a:pt x="17778" y="20807"/>
                    <a:pt x="17001" y="20807"/>
                  </a:cubicBezTo>
                  <a:lnTo>
                    <a:pt x="5843" y="20807"/>
                  </a:lnTo>
                  <a:cubicBezTo>
                    <a:pt x="5594" y="20807"/>
                    <a:pt x="5392" y="20985"/>
                    <a:pt x="5392" y="21203"/>
                  </a:cubicBezTo>
                  <a:cubicBezTo>
                    <a:pt x="5392" y="21423"/>
                    <a:pt x="5594" y="21600"/>
                    <a:pt x="5843" y="21600"/>
                  </a:cubicBezTo>
                  <a:lnTo>
                    <a:pt x="17001" y="21600"/>
                  </a:lnTo>
                  <a:cubicBezTo>
                    <a:pt x="18276" y="21600"/>
                    <a:pt x="19314" y="20690"/>
                    <a:pt x="19314" y="19571"/>
                  </a:cubicBezTo>
                  <a:cubicBezTo>
                    <a:pt x="19314" y="19028"/>
                    <a:pt x="19070" y="18535"/>
                    <a:pt x="18673" y="18170"/>
                  </a:cubicBezTo>
                  <a:cubicBezTo>
                    <a:pt x="19497" y="17859"/>
                    <a:pt x="20076" y="17140"/>
                    <a:pt x="20076" y="16305"/>
                  </a:cubicBezTo>
                  <a:cubicBezTo>
                    <a:pt x="20076" y="15762"/>
                    <a:pt x="19832" y="15269"/>
                    <a:pt x="19436" y="14904"/>
                  </a:cubicBezTo>
                  <a:cubicBezTo>
                    <a:pt x="20259" y="14594"/>
                    <a:pt x="20838" y="13874"/>
                    <a:pt x="20838" y="13039"/>
                  </a:cubicBezTo>
                  <a:cubicBezTo>
                    <a:pt x="20838" y="12496"/>
                    <a:pt x="20594" y="12003"/>
                    <a:pt x="20198" y="11638"/>
                  </a:cubicBezTo>
                  <a:cubicBezTo>
                    <a:pt x="21022" y="11328"/>
                    <a:pt x="21600" y="10608"/>
                    <a:pt x="21600" y="9773"/>
                  </a:cubicBezTo>
                  <a:cubicBezTo>
                    <a:pt x="21600" y="9773"/>
                    <a:pt x="21600" y="9773"/>
                    <a:pt x="21600" y="9773"/>
                  </a:cubicBezTo>
                  <a:close/>
                </a:path>
              </a:pathLst>
            </a:custGeom>
            <a:solidFill>
              <a:srgbClr val="404040"/>
            </a:solidFill>
            <a:ln w="88900" cap="flat">
              <a:solidFill>
                <a:srgbClr val="FFC003"/>
              </a:solidFill>
              <a:prstDash val="solid"/>
              <a:miter lim="400000"/>
            </a:ln>
            <a:effectLst/>
          </p:spPr>
          <p:txBody>
            <a:bodyPr wrap="square" lIns="38100" tIns="38100" rIns="38100" bIns="38100"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997" name="Rectángulo redondeado"/>
            <p:cNvSpPr/>
            <p:nvPr/>
          </p:nvSpPr>
          <p:spPr>
            <a:xfrm>
              <a:off x="874557" y="437280"/>
              <a:ext cx="1326114" cy="1577028"/>
            </a:xfrm>
            <a:prstGeom prst="roundRect">
              <a:avLst>
                <a:gd name="adj" fmla="val 8600"/>
              </a:avLst>
            </a:prstGeom>
            <a:solidFill>
              <a:srgbClr val="F7BB00"/>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998" name=""/>
            <p:cNvSpPr txBox="1"/>
            <p:nvPr/>
          </p:nvSpPr>
          <p:spPr>
            <a:xfrm>
              <a:off x="923714" y="791335"/>
              <a:ext cx="1227802" cy="10585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1437" tIns="71437" rIns="71437" bIns="71437" numCol="1" anchor="ctr">
              <a:noAutofit/>
            </a:bodyPr>
            <a:lstStyle>
              <a:lvl1pPr>
                <a:lnSpc>
                  <a:spcPct val="170000"/>
                </a:lnSpc>
                <a:defRPr b="0" spc="3008" sz="6400">
                  <a:solidFill>
                    <a:srgbClr val="FFFFFF"/>
                  </a:solidFill>
                  <a:latin typeface="FontAwesome"/>
                  <a:ea typeface="FontAwesome"/>
                  <a:cs typeface="FontAwesome"/>
                  <a:sym typeface="FontAwesome"/>
                </a:defRPr>
              </a:lvl1pPr>
            </a:lstStyle>
            <a:p>
              <a:pPr/>
              <a:r>
                <a:t></a:t>
              </a:r>
            </a:p>
          </p:txBody>
        </p:sp>
      </p:gr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01" name="Estrategia de Instagram"/>
          <p:cNvSpPr txBox="1"/>
          <p:nvPr>
            <p:ph type="body" idx="13"/>
          </p:nvPr>
        </p:nvSpPr>
        <p:spPr>
          <a:prstGeom prst="rect">
            <a:avLst/>
          </a:prstGeom>
        </p:spPr>
        <p:txBody>
          <a:bodyPr/>
          <a:lstStyle/>
          <a:p>
            <a:pPr/>
            <a:r>
              <a:t>Estrategia de Instagram</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03" name="Título"/>
          <p:cNvSpPr txBox="1"/>
          <p:nvPr>
            <p:ph type="title"/>
          </p:nvPr>
        </p:nvSpPr>
        <p:spPr>
          <a:prstGeom prst="rect">
            <a:avLst/>
          </a:prstGeom>
        </p:spPr>
        <p:txBody>
          <a:bodyPr/>
          <a:lstStyle/>
          <a:p>
            <a:pPr/>
          </a:p>
        </p:txBody>
      </p:sp>
      <p:grpSp>
        <p:nvGrpSpPr>
          <p:cNvPr id="1006" name="Grupo"/>
          <p:cNvGrpSpPr/>
          <p:nvPr/>
        </p:nvGrpSpPr>
        <p:grpSpPr>
          <a:xfrm>
            <a:off x="2000266" y="2984366"/>
            <a:ext cx="7949370" cy="8756632"/>
            <a:chOff x="0" y="61487"/>
            <a:chExt cx="7949369" cy="8756631"/>
          </a:xfrm>
        </p:grpSpPr>
        <p:sp>
          <p:nvSpPr>
            <p:cNvPr id="1004" name="Rectángulo redondeado"/>
            <p:cNvSpPr/>
            <p:nvPr/>
          </p:nvSpPr>
          <p:spPr>
            <a:xfrm rot="418865">
              <a:off x="457706" y="459436"/>
              <a:ext cx="7033957" cy="7960733"/>
            </a:xfrm>
            <a:prstGeom prst="roundRect">
              <a:avLst>
                <a:gd name="adj" fmla="val 3527"/>
              </a:avLst>
            </a:prstGeom>
            <a:solidFill>
              <a:srgbClr val="FFFFFF"/>
            </a:solidFill>
            <a:ln w="50800" cap="flat">
              <a:solidFill>
                <a:srgbClr val="DCDEE0"/>
              </a:solidFill>
              <a:prstDash val="solid"/>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1005" name="Rectángulo"/>
            <p:cNvSpPr/>
            <p:nvPr/>
          </p:nvSpPr>
          <p:spPr>
            <a:xfrm rot="418865">
              <a:off x="780574" y="980747"/>
              <a:ext cx="6388222" cy="6368139"/>
            </a:xfrm>
            <a:prstGeom prst="rect">
              <a:avLst/>
            </a:prstGeom>
            <a:solidFill>
              <a:srgbClr val="D5D5D5"/>
            </a:solidFill>
            <a:ln w="12700" cap="flat">
              <a:noFill/>
              <a:miter lim="400000"/>
            </a:ln>
            <a:effectLst/>
          </p:spPr>
          <p:txBody>
            <a:bodyPr wrap="square" lIns="50800" tIns="50800" rIns="50800" bIns="50800" numCol="1" anchor="ctr">
              <a:noAutofit/>
            </a:bodyPr>
            <a:lstStyle/>
            <a:p>
              <a:pPr>
                <a:defRPr b="0" sz="3200">
                  <a:solidFill>
                    <a:srgbClr val="FFFFFF"/>
                  </a:solidFill>
                  <a:latin typeface="+mn-lt"/>
                  <a:ea typeface="+mn-ea"/>
                  <a:cs typeface="+mn-cs"/>
                  <a:sym typeface="Helvetica Neue Medium"/>
                </a:defRPr>
              </a:pPr>
            </a:p>
          </p:txBody>
        </p:sp>
      </p:grpSp>
      <p:grpSp>
        <p:nvGrpSpPr>
          <p:cNvPr id="1012" name="Grupo"/>
          <p:cNvGrpSpPr/>
          <p:nvPr/>
        </p:nvGrpSpPr>
        <p:grpSpPr>
          <a:xfrm>
            <a:off x="2152374" y="2681359"/>
            <a:ext cx="7033957" cy="8353283"/>
            <a:chOff x="12153172" y="-71905"/>
            <a:chExt cx="7033956" cy="8353281"/>
          </a:xfrm>
        </p:grpSpPr>
        <p:sp>
          <p:nvSpPr>
            <p:cNvPr id="1007" name="Rectángulo redondeado"/>
            <p:cNvSpPr/>
            <p:nvPr/>
          </p:nvSpPr>
          <p:spPr>
            <a:xfrm>
              <a:off x="12153172" y="320644"/>
              <a:ext cx="7033957" cy="7960733"/>
            </a:xfrm>
            <a:prstGeom prst="roundRect">
              <a:avLst>
                <a:gd name="adj" fmla="val 3527"/>
              </a:avLst>
            </a:prstGeom>
            <a:solidFill>
              <a:srgbClr val="FFFFFF"/>
            </a:solidFill>
            <a:ln w="50800" cap="flat">
              <a:solidFill>
                <a:srgbClr val="DCDEE0"/>
              </a:solidFill>
              <a:prstDash val="solid"/>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1008" name="Rectángulo"/>
            <p:cNvSpPr/>
            <p:nvPr/>
          </p:nvSpPr>
          <p:spPr>
            <a:xfrm>
              <a:off x="12476040" y="841955"/>
              <a:ext cx="6388221" cy="6368139"/>
            </a:xfrm>
            <a:prstGeom prst="rect">
              <a:avLst/>
            </a:prstGeom>
            <a:solidFill>
              <a:srgbClr val="D5D5D5"/>
            </a:solidFill>
            <a:ln w="12700" cap="flat">
              <a:noFill/>
              <a:miter lim="400000"/>
            </a:ln>
            <a:effectLst/>
          </p:spPr>
          <p:txBody>
            <a:bodyPr wrap="square" lIns="50800" tIns="50800" rIns="50800" bIns="50800" numCol="1" anchor="ctr">
              <a:noAutofit/>
            </a:bodyPr>
            <a:lstStyle/>
            <a:p>
              <a:pPr>
                <a:defRPr b="0" sz="3200">
                  <a:solidFill>
                    <a:srgbClr val="FFFFFF"/>
                  </a:solidFill>
                  <a:latin typeface="+mn-lt"/>
                  <a:ea typeface="+mn-ea"/>
                  <a:cs typeface="+mn-cs"/>
                  <a:sym typeface="Helvetica Neue Medium"/>
                </a:defRPr>
              </a:pPr>
            </a:p>
          </p:txBody>
        </p:sp>
        <p:grpSp>
          <p:nvGrpSpPr>
            <p:cNvPr id="1011" name="Grupo"/>
            <p:cNvGrpSpPr/>
            <p:nvPr/>
          </p:nvGrpSpPr>
          <p:grpSpPr>
            <a:xfrm>
              <a:off x="17356477" y="-71906"/>
              <a:ext cx="1181467" cy="1325089"/>
              <a:chOff x="0" y="0"/>
              <a:chExt cx="1181466" cy="1325088"/>
            </a:xfrm>
          </p:grpSpPr>
          <p:sp>
            <p:nvSpPr>
              <p:cNvPr id="1009" name="Figura"/>
              <p:cNvSpPr/>
              <p:nvPr/>
            </p:nvSpPr>
            <p:spPr>
              <a:xfrm>
                <a:off x="0" y="0"/>
                <a:ext cx="1181467" cy="13250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55" y="0"/>
                    </a:moveTo>
                    <a:cubicBezTo>
                      <a:pt x="3529" y="0"/>
                      <a:pt x="2807" y="2"/>
                      <a:pt x="2045" y="217"/>
                    </a:cubicBezTo>
                    <a:cubicBezTo>
                      <a:pt x="1207" y="489"/>
                      <a:pt x="548" y="1076"/>
                      <a:pt x="243" y="1824"/>
                    </a:cubicBezTo>
                    <a:cubicBezTo>
                      <a:pt x="0" y="2506"/>
                      <a:pt x="0" y="3151"/>
                      <a:pt x="0" y="4417"/>
                    </a:cubicBezTo>
                    <a:lnTo>
                      <a:pt x="0" y="14823"/>
                    </a:lnTo>
                    <a:cubicBezTo>
                      <a:pt x="0" y="16109"/>
                      <a:pt x="0" y="16752"/>
                      <a:pt x="243" y="17435"/>
                    </a:cubicBezTo>
                    <a:cubicBezTo>
                      <a:pt x="548" y="18183"/>
                      <a:pt x="1207" y="18770"/>
                      <a:pt x="2045" y="19042"/>
                    </a:cubicBezTo>
                    <a:cubicBezTo>
                      <a:pt x="2811" y="19259"/>
                      <a:pt x="3535" y="19259"/>
                      <a:pt x="4955" y="19259"/>
                    </a:cubicBezTo>
                    <a:lnTo>
                      <a:pt x="8964" y="19259"/>
                    </a:lnTo>
                    <a:lnTo>
                      <a:pt x="10800" y="21600"/>
                    </a:lnTo>
                    <a:lnTo>
                      <a:pt x="12636" y="19259"/>
                    </a:lnTo>
                    <a:lnTo>
                      <a:pt x="16625" y="19259"/>
                    </a:lnTo>
                    <a:cubicBezTo>
                      <a:pt x="18067" y="19259"/>
                      <a:pt x="18789" y="19259"/>
                      <a:pt x="19555" y="19042"/>
                    </a:cubicBezTo>
                    <a:cubicBezTo>
                      <a:pt x="20393" y="18770"/>
                      <a:pt x="21052" y="18183"/>
                      <a:pt x="21357" y="17435"/>
                    </a:cubicBezTo>
                    <a:cubicBezTo>
                      <a:pt x="21600" y="16752"/>
                      <a:pt x="21600" y="16113"/>
                      <a:pt x="21600" y="14847"/>
                    </a:cubicBezTo>
                    <a:lnTo>
                      <a:pt x="21600" y="4436"/>
                    </a:lnTo>
                    <a:cubicBezTo>
                      <a:pt x="21600" y="3150"/>
                      <a:pt x="21600" y="2506"/>
                      <a:pt x="21357" y="1824"/>
                    </a:cubicBezTo>
                    <a:cubicBezTo>
                      <a:pt x="21052" y="1076"/>
                      <a:pt x="20393" y="489"/>
                      <a:pt x="19555" y="217"/>
                    </a:cubicBezTo>
                    <a:cubicBezTo>
                      <a:pt x="18789" y="0"/>
                      <a:pt x="18065" y="0"/>
                      <a:pt x="16645" y="0"/>
                    </a:cubicBezTo>
                    <a:lnTo>
                      <a:pt x="4975" y="0"/>
                    </a:lnTo>
                    <a:lnTo>
                      <a:pt x="4955" y="0"/>
                    </a:lnTo>
                    <a:close/>
                  </a:path>
                </a:pathLst>
              </a:custGeom>
              <a:solidFill>
                <a:srgbClr val="FF345F"/>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1010" name="Figura"/>
              <p:cNvSpPr/>
              <p:nvPr/>
            </p:nvSpPr>
            <p:spPr>
              <a:xfrm>
                <a:off x="316465" y="365468"/>
                <a:ext cx="548537" cy="523263"/>
              </a:xfrm>
              <a:custGeom>
                <a:avLst/>
                <a:gdLst/>
                <a:ahLst/>
                <a:cxnLst>
                  <a:cxn ang="0">
                    <a:pos x="wd2" y="hd2"/>
                  </a:cxn>
                  <a:cxn ang="5400000">
                    <a:pos x="wd2" y="hd2"/>
                  </a:cxn>
                  <a:cxn ang="10800000">
                    <a:pos x="wd2" y="hd2"/>
                  </a:cxn>
                  <a:cxn ang="16200000">
                    <a:pos x="wd2" y="hd2"/>
                  </a:cxn>
                </a:cxnLst>
                <a:rect l="0" t="0" r="r" b="b"/>
                <a:pathLst>
                  <a:path w="20668" h="20628" fill="norm" stroke="1" extrusionOk="0">
                    <a:moveTo>
                      <a:pt x="6286" y="3"/>
                    </a:moveTo>
                    <a:cubicBezTo>
                      <a:pt x="4230" y="-68"/>
                      <a:pt x="2158" y="933"/>
                      <a:pt x="918" y="2935"/>
                    </a:cubicBezTo>
                    <a:cubicBezTo>
                      <a:pt x="-466" y="5170"/>
                      <a:pt x="-270" y="8092"/>
                      <a:pt x="1400" y="10101"/>
                    </a:cubicBezTo>
                    <a:lnTo>
                      <a:pt x="10332" y="20625"/>
                    </a:lnTo>
                    <a:lnTo>
                      <a:pt x="10332" y="20628"/>
                    </a:lnTo>
                    <a:lnTo>
                      <a:pt x="10333" y="20626"/>
                    </a:lnTo>
                    <a:lnTo>
                      <a:pt x="10335" y="20628"/>
                    </a:lnTo>
                    <a:lnTo>
                      <a:pt x="10335" y="20625"/>
                    </a:lnTo>
                    <a:lnTo>
                      <a:pt x="19266" y="10101"/>
                    </a:lnTo>
                    <a:cubicBezTo>
                      <a:pt x="20936" y="8092"/>
                      <a:pt x="21134" y="5170"/>
                      <a:pt x="19750" y="2935"/>
                    </a:cubicBezTo>
                    <a:cubicBezTo>
                      <a:pt x="17630" y="-487"/>
                      <a:pt x="13082" y="-972"/>
                      <a:pt x="10333" y="1807"/>
                    </a:cubicBezTo>
                    <a:cubicBezTo>
                      <a:pt x="9192" y="654"/>
                      <a:pt x="7746" y="54"/>
                      <a:pt x="6286" y="3"/>
                    </a:cubicBezTo>
                    <a:close/>
                  </a:path>
                </a:pathLst>
              </a:custGeom>
              <a:solidFill>
                <a:srgbClr val="FFFFFF"/>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grpSp>
      </p:gr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14" name="Estrategia de Facebook"/>
          <p:cNvSpPr txBox="1"/>
          <p:nvPr>
            <p:ph type="body" idx="13"/>
          </p:nvPr>
        </p:nvSpPr>
        <p:spPr>
          <a:prstGeom prst="rect">
            <a:avLst/>
          </a:prstGeom>
        </p:spPr>
        <p:txBody>
          <a:bodyPr/>
          <a:lstStyle/>
          <a:p>
            <a:pPr/>
            <a:r>
              <a:t>Estrategia de Facebook</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16" name="Facebook Ads"/>
          <p:cNvSpPr txBox="1"/>
          <p:nvPr>
            <p:ph type="title"/>
          </p:nvPr>
        </p:nvSpPr>
        <p:spPr>
          <a:prstGeom prst="rect">
            <a:avLst/>
          </a:prstGeom>
        </p:spPr>
        <p:txBody>
          <a:bodyPr/>
          <a:lstStyle/>
          <a:p>
            <a:pPr/>
            <a:r>
              <a:t>Facebook Ads</a:t>
            </a:r>
          </a:p>
        </p:txBody>
      </p:sp>
      <p:sp>
        <p:nvSpPr>
          <p:cNvPr id="1017" name="Rectángulo redondeado"/>
          <p:cNvSpPr/>
          <p:nvPr/>
        </p:nvSpPr>
        <p:spPr>
          <a:xfrm>
            <a:off x="1669247" y="3043289"/>
            <a:ext cx="8533925" cy="8793448"/>
          </a:xfrm>
          <a:prstGeom prst="roundRect">
            <a:avLst>
              <a:gd name="adj" fmla="val 1660"/>
            </a:avLst>
          </a:prstGeom>
          <a:solidFill>
            <a:srgbClr val="F2F3F5"/>
          </a:solidFill>
          <a:ln w="50800">
            <a:solidFill>
              <a:srgbClr val="DCDEE0"/>
            </a:solidFill>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1018" name="Rectángulo"/>
          <p:cNvSpPr/>
          <p:nvPr/>
        </p:nvSpPr>
        <p:spPr>
          <a:xfrm>
            <a:off x="2062791" y="5654350"/>
            <a:ext cx="7746838" cy="3457973"/>
          </a:xfrm>
          <a:prstGeom prst="rect">
            <a:avLst/>
          </a:prstGeom>
          <a:solidFill>
            <a:schemeClr val="accent4">
              <a:hueOff val="-461056"/>
              <a:satOff val="4338"/>
              <a:lumOff val="-10225"/>
            </a:schemeClr>
          </a:solidFill>
          <a:ln w="12700">
            <a:miter lim="400000"/>
          </a:ln>
        </p:spPr>
        <p:txBody>
          <a:bodyPr lIns="71437" tIns="71437" rIns="71437" bIns="71437" anchor="ctr"/>
          <a:lstStyle/>
          <a:p>
            <a:pPr>
              <a:defRPr b="0" sz="3200">
                <a:solidFill>
                  <a:srgbClr val="FFFFFF"/>
                </a:solidFill>
                <a:latin typeface="+mn-lt"/>
                <a:ea typeface="+mn-ea"/>
                <a:cs typeface="+mn-cs"/>
                <a:sym typeface="Helvetica Neue Medium"/>
              </a:defRPr>
            </a:pPr>
          </a:p>
        </p:txBody>
      </p:sp>
      <p:sp>
        <p:nvSpPr>
          <p:cNvPr id="1019" name="Vilma Nunez"/>
          <p:cNvSpPr txBox="1"/>
          <p:nvPr/>
        </p:nvSpPr>
        <p:spPr>
          <a:xfrm>
            <a:off x="3558793" y="3447601"/>
            <a:ext cx="2385696" cy="63817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lnSpc>
                <a:spcPct val="80000"/>
              </a:lnSpc>
              <a:defRPr b="0" spc="-64" sz="3200">
                <a:solidFill>
                  <a:srgbClr val="395A99"/>
                </a:solidFill>
                <a:latin typeface="Lato Bold"/>
                <a:ea typeface="Lato Bold"/>
                <a:cs typeface="Lato Bold"/>
                <a:sym typeface="Lato Bold"/>
              </a:defRPr>
            </a:lvl1pPr>
          </a:lstStyle>
          <a:p>
            <a:pPr/>
            <a:r>
              <a:t>Vilma Nunez</a:t>
            </a:r>
          </a:p>
        </p:txBody>
      </p:sp>
      <p:sp>
        <p:nvSpPr>
          <p:cNvPr id="1020" name="Ayer"/>
          <p:cNvSpPr txBox="1"/>
          <p:nvPr/>
        </p:nvSpPr>
        <p:spPr>
          <a:xfrm>
            <a:off x="3558793" y="4039288"/>
            <a:ext cx="778740" cy="51117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lnSpc>
                <a:spcPct val="80000"/>
              </a:lnSpc>
              <a:defRPr b="0" spc="-48" sz="2400">
                <a:solidFill>
                  <a:srgbClr val="A6AAA9"/>
                </a:solidFill>
                <a:latin typeface="Lato Bold"/>
                <a:ea typeface="Lato Bold"/>
                <a:cs typeface="Lato Bold"/>
                <a:sym typeface="Lato Bold"/>
              </a:defRPr>
            </a:lvl1pPr>
          </a:lstStyle>
          <a:p>
            <a:pPr/>
            <a:r>
              <a:t>Ayer</a:t>
            </a:r>
          </a:p>
        </p:txBody>
      </p:sp>
      <p:sp>
        <p:nvSpPr>
          <p:cNvPr id="1021" name="Figura"/>
          <p:cNvSpPr/>
          <p:nvPr/>
        </p:nvSpPr>
        <p:spPr>
          <a:xfrm>
            <a:off x="4360028" y="4129775"/>
            <a:ext cx="330201" cy="3302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76" y="0"/>
                </a:moveTo>
                <a:cubicBezTo>
                  <a:pt x="9875" y="1"/>
                  <a:pt x="9783" y="95"/>
                  <a:pt x="9770" y="106"/>
                </a:cubicBezTo>
                <a:cubicBezTo>
                  <a:pt x="4296" y="631"/>
                  <a:pt x="0" y="5188"/>
                  <a:pt x="0" y="10800"/>
                </a:cubicBezTo>
                <a:cubicBezTo>
                  <a:pt x="0" y="16764"/>
                  <a:pt x="4835" y="21600"/>
                  <a:pt x="10800" y="21600"/>
                </a:cubicBezTo>
                <a:cubicBezTo>
                  <a:pt x="10810" y="21600"/>
                  <a:pt x="10820" y="21600"/>
                  <a:pt x="10830" y="21600"/>
                </a:cubicBezTo>
                <a:lnTo>
                  <a:pt x="10876" y="21585"/>
                </a:lnTo>
                <a:cubicBezTo>
                  <a:pt x="16803" y="21543"/>
                  <a:pt x="21600" y="16738"/>
                  <a:pt x="21600" y="10800"/>
                </a:cubicBezTo>
                <a:cubicBezTo>
                  <a:pt x="21600" y="5109"/>
                  <a:pt x="17186" y="492"/>
                  <a:pt x="11603" y="76"/>
                </a:cubicBezTo>
                <a:cubicBezTo>
                  <a:pt x="11594" y="69"/>
                  <a:pt x="11513" y="1"/>
                  <a:pt x="11512" y="0"/>
                </a:cubicBezTo>
                <a:lnTo>
                  <a:pt x="11466" y="61"/>
                </a:lnTo>
                <a:cubicBezTo>
                  <a:pt x="11242" y="47"/>
                  <a:pt x="11028" y="0"/>
                  <a:pt x="10800" y="0"/>
                </a:cubicBezTo>
                <a:cubicBezTo>
                  <a:pt x="10505" y="0"/>
                  <a:pt x="10226" y="68"/>
                  <a:pt x="9937" y="91"/>
                </a:cubicBezTo>
                <a:lnTo>
                  <a:pt x="9876" y="0"/>
                </a:lnTo>
                <a:close/>
                <a:moveTo>
                  <a:pt x="11103" y="697"/>
                </a:moveTo>
                <a:cubicBezTo>
                  <a:pt x="11170" y="699"/>
                  <a:pt x="11234" y="709"/>
                  <a:pt x="11300" y="712"/>
                </a:cubicBezTo>
                <a:cubicBezTo>
                  <a:pt x="11606" y="974"/>
                  <a:pt x="12515" y="1784"/>
                  <a:pt x="13496" y="3302"/>
                </a:cubicBezTo>
                <a:cubicBezTo>
                  <a:pt x="14059" y="4173"/>
                  <a:pt x="14601" y="5246"/>
                  <a:pt x="15011" y="6498"/>
                </a:cubicBezTo>
                <a:cubicBezTo>
                  <a:pt x="13990" y="6866"/>
                  <a:pt x="12755" y="7141"/>
                  <a:pt x="11103" y="7180"/>
                </a:cubicBezTo>
                <a:lnTo>
                  <a:pt x="11103" y="697"/>
                </a:lnTo>
                <a:close/>
                <a:moveTo>
                  <a:pt x="10421" y="712"/>
                </a:moveTo>
                <a:lnTo>
                  <a:pt x="10421" y="7195"/>
                </a:lnTo>
                <a:cubicBezTo>
                  <a:pt x="8712" y="7162"/>
                  <a:pt x="7450" y="6864"/>
                  <a:pt x="6407" y="6483"/>
                </a:cubicBezTo>
                <a:cubicBezTo>
                  <a:pt x="6843" y="5161"/>
                  <a:pt x="7417" y="4030"/>
                  <a:pt x="8013" y="3135"/>
                </a:cubicBezTo>
                <a:cubicBezTo>
                  <a:pt x="8588" y="2273"/>
                  <a:pt x="9159" y="1621"/>
                  <a:pt x="9588" y="1181"/>
                </a:cubicBezTo>
                <a:cubicBezTo>
                  <a:pt x="9774" y="991"/>
                  <a:pt x="9923" y="850"/>
                  <a:pt x="10043" y="742"/>
                </a:cubicBezTo>
                <a:cubicBezTo>
                  <a:pt x="10169" y="733"/>
                  <a:pt x="10293" y="717"/>
                  <a:pt x="10421" y="712"/>
                </a:cubicBezTo>
                <a:close/>
                <a:moveTo>
                  <a:pt x="12375" y="833"/>
                </a:moveTo>
                <a:cubicBezTo>
                  <a:pt x="14538" y="1172"/>
                  <a:pt x="16485" y="2155"/>
                  <a:pt x="17965" y="3635"/>
                </a:cubicBezTo>
                <a:cubicBezTo>
                  <a:pt x="18127" y="3798"/>
                  <a:pt x="18252" y="3992"/>
                  <a:pt x="18404" y="4165"/>
                </a:cubicBezTo>
                <a:cubicBezTo>
                  <a:pt x="18300" y="4343"/>
                  <a:pt x="17933" y="4950"/>
                  <a:pt x="16919" y="5635"/>
                </a:cubicBezTo>
                <a:cubicBezTo>
                  <a:pt x="16602" y="5849"/>
                  <a:pt x="16069" y="6027"/>
                  <a:pt x="15632" y="6226"/>
                </a:cubicBezTo>
                <a:cubicBezTo>
                  <a:pt x="15176" y="4858"/>
                  <a:pt x="14552" y="3697"/>
                  <a:pt x="13935" y="2772"/>
                </a:cubicBezTo>
                <a:cubicBezTo>
                  <a:pt x="13368" y="1921"/>
                  <a:pt x="12818" y="1295"/>
                  <a:pt x="12375" y="833"/>
                </a:cubicBezTo>
                <a:close/>
                <a:moveTo>
                  <a:pt x="8997" y="848"/>
                </a:moveTo>
                <a:cubicBezTo>
                  <a:pt x="8557" y="1309"/>
                  <a:pt x="8013" y="1931"/>
                  <a:pt x="7452" y="2772"/>
                </a:cubicBezTo>
                <a:cubicBezTo>
                  <a:pt x="6840" y="3690"/>
                  <a:pt x="6241" y="4841"/>
                  <a:pt x="5786" y="6195"/>
                </a:cubicBezTo>
                <a:cubicBezTo>
                  <a:pt x="5342" y="5990"/>
                  <a:pt x="4802" y="5809"/>
                  <a:pt x="4484" y="5589"/>
                </a:cubicBezTo>
                <a:cubicBezTo>
                  <a:pt x="3902" y="5189"/>
                  <a:pt x="3526" y="4792"/>
                  <a:pt x="3287" y="4499"/>
                </a:cubicBezTo>
                <a:cubicBezTo>
                  <a:pt x="3209" y="4403"/>
                  <a:pt x="3169" y="4341"/>
                  <a:pt x="3120" y="4272"/>
                </a:cubicBezTo>
                <a:cubicBezTo>
                  <a:pt x="3298" y="4063"/>
                  <a:pt x="3442" y="3829"/>
                  <a:pt x="3635" y="3635"/>
                </a:cubicBezTo>
                <a:cubicBezTo>
                  <a:pt x="5065" y="2206"/>
                  <a:pt x="6925" y="1221"/>
                  <a:pt x="8997" y="848"/>
                </a:cubicBezTo>
                <a:close/>
                <a:moveTo>
                  <a:pt x="18843" y="4711"/>
                </a:moveTo>
                <a:cubicBezTo>
                  <a:pt x="20058" y="6313"/>
                  <a:pt x="20807" y="8275"/>
                  <a:pt x="20888" y="10421"/>
                </a:cubicBezTo>
                <a:lnTo>
                  <a:pt x="16329" y="10421"/>
                </a:lnTo>
                <a:cubicBezTo>
                  <a:pt x="16304" y="9148"/>
                  <a:pt x="16104" y="8004"/>
                  <a:pt x="15814" y="6953"/>
                </a:cubicBezTo>
                <a:cubicBezTo>
                  <a:pt x="16408" y="6701"/>
                  <a:pt x="16932" y="6434"/>
                  <a:pt x="17344" y="6150"/>
                </a:cubicBezTo>
                <a:cubicBezTo>
                  <a:pt x="18213" y="5550"/>
                  <a:pt x="18615" y="5047"/>
                  <a:pt x="18843" y="4711"/>
                </a:cubicBezTo>
                <a:close/>
                <a:moveTo>
                  <a:pt x="2681" y="4802"/>
                </a:moveTo>
                <a:cubicBezTo>
                  <a:pt x="2938" y="5151"/>
                  <a:pt x="3338" y="5621"/>
                  <a:pt x="4105" y="6150"/>
                </a:cubicBezTo>
                <a:cubicBezTo>
                  <a:pt x="4503" y="6425"/>
                  <a:pt x="5021" y="6677"/>
                  <a:pt x="5589" y="6922"/>
                </a:cubicBezTo>
                <a:cubicBezTo>
                  <a:pt x="5295" y="7981"/>
                  <a:pt x="5099" y="9137"/>
                  <a:pt x="5074" y="10421"/>
                </a:cubicBezTo>
                <a:lnTo>
                  <a:pt x="712" y="10421"/>
                </a:lnTo>
                <a:cubicBezTo>
                  <a:pt x="791" y="8317"/>
                  <a:pt x="1509" y="6387"/>
                  <a:pt x="2681" y="4802"/>
                </a:cubicBezTo>
                <a:close/>
                <a:moveTo>
                  <a:pt x="6226" y="7165"/>
                </a:moveTo>
                <a:cubicBezTo>
                  <a:pt x="7329" y="7554"/>
                  <a:pt x="8693" y="7846"/>
                  <a:pt x="10421" y="7877"/>
                </a:cubicBezTo>
                <a:lnTo>
                  <a:pt x="10421" y="10421"/>
                </a:lnTo>
                <a:lnTo>
                  <a:pt x="5756" y="10421"/>
                </a:lnTo>
                <a:cubicBezTo>
                  <a:pt x="5780" y="9229"/>
                  <a:pt x="5956" y="8151"/>
                  <a:pt x="6226" y="7165"/>
                </a:cubicBezTo>
                <a:close/>
                <a:moveTo>
                  <a:pt x="15178" y="7195"/>
                </a:moveTo>
                <a:cubicBezTo>
                  <a:pt x="15442" y="8175"/>
                  <a:pt x="15638" y="9240"/>
                  <a:pt x="15662" y="10421"/>
                </a:cubicBezTo>
                <a:lnTo>
                  <a:pt x="11103" y="10421"/>
                </a:lnTo>
                <a:lnTo>
                  <a:pt x="11103" y="7861"/>
                </a:lnTo>
                <a:cubicBezTo>
                  <a:pt x="12760" y="7824"/>
                  <a:pt x="14103" y="7566"/>
                  <a:pt x="15178" y="7195"/>
                </a:cubicBezTo>
                <a:close/>
                <a:moveTo>
                  <a:pt x="712" y="11103"/>
                </a:moveTo>
                <a:lnTo>
                  <a:pt x="5074" y="11103"/>
                </a:lnTo>
                <a:cubicBezTo>
                  <a:pt x="5114" y="12436"/>
                  <a:pt x="5340" y="13638"/>
                  <a:pt x="5665" y="14723"/>
                </a:cubicBezTo>
                <a:cubicBezTo>
                  <a:pt x="5065" y="14977"/>
                  <a:pt x="4520" y="15239"/>
                  <a:pt x="4105" y="15526"/>
                </a:cubicBezTo>
                <a:cubicBezTo>
                  <a:pt x="3386" y="16022"/>
                  <a:pt x="2978" y="16481"/>
                  <a:pt x="2711" y="16829"/>
                </a:cubicBezTo>
                <a:cubicBezTo>
                  <a:pt x="1509" y="15218"/>
                  <a:pt x="776" y="13252"/>
                  <a:pt x="712" y="11103"/>
                </a:cubicBezTo>
                <a:close/>
                <a:moveTo>
                  <a:pt x="5756" y="11103"/>
                </a:moveTo>
                <a:lnTo>
                  <a:pt x="10421" y="11103"/>
                </a:lnTo>
                <a:lnTo>
                  <a:pt x="10421" y="13799"/>
                </a:lnTo>
                <a:cubicBezTo>
                  <a:pt x="8727" y="13829"/>
                  <a:pt x="7378" y="14104"/>
                  <a:pt x="6286" y="14481"/>
                </a:cubicBezTo>
                <a:cubicBezTo>
                  <a:pt x="5986" y="13464"/>
                  <a:pt x="5794" y="12347"/>
                  <a:pt x="5756" y="11103"/>
                </a:cubicBezTo>
                <a:close/>
                <a:moveTo>
                  <a:pt x="11103" y="11103"/>
                </a:moveTo>
                <a:lnTo>
                  <a:pt x="15647" y="11103"/>
                </a:lnTo>
                <a:cubicBezTo>
                  <a:pt x="15609" y="12335"/>
                  <a:pt x="15413" y="13441"/>
                  <a:pt x="15117" y="14450"/>
                </a:cubicBezTo>
                <a:cubicBezTo>
                  <a:pt x="14054" y="14092"/>
                  <a:pt x="12726" y="13851"/>
                  <a:pt x="11103" y="13814"/>
                </a:cubicBezTo>
                <a:lnTo>
                  <a:pt x="11103" y="11103"/>
                </a:lnTo>
                <a:close/>
                <a:moveTo>
                  <a:pt x="16314" y="11103"/>
                </a:moveTo>
                <a:lnTo>
                  <a:pt x="20903" y="11103"/>
                </a:lnTo>
                <a:cubicBezTo>
                  <a:pt x="20837" y="13295"/>
                  <a:pt x="20057" y="15292"/>
                  <a:pt x="18813" y="16919"/>
                </a:cubicBezTo>
                <a:cubicBezTo>
                  <a:pt x="18570" y="16575"/>
                  <a:pt x="18168" y="16094"/>
                  <a:pt x="17344" y="15526"/>
                </a:cubicBezTo>
                <a:cubicBezTo>
                  <a:pt x="16918" y="15232"/>
                  <a:pt x="16374" y="14951"/>
                  <a:pt x="15753" y="14693"/>
                </a:cubicBezTo>
                <a:cubicBezTo>
                  <a:pt x="16073" y="13615"/>
                  <a:pt x="16275" y="12423"/>
                  <a:pt x="16314" y="11103"/>
                </a:cubicBezTo>
                <a:close/>
                <a:moveTo>
                  <a:pt x="10421" y="14481"/>
                </a:moveTo>
                <a:lnTo>
                  <a:pt x="10421" y="20888"/>
                </a:lnTo>
                <a:cubicBezTo>
                  <a:pt x="10370" y="20886"/>
                  <a:pt x="10321" y="20876"/>
                  <a:pt x="10270" y="20873"/>
                </a:cubicBezTo>
                <a:lnTo>
                  <a:pt x="10285" y="20843"/>
                </a:lnTo>
                <a:cubicBezTo>
                  <a:pt x="10166" y="20747"/>
                  <a:pt x="9019" y="19792"/>
                  <a:pt x="7907" y="18071"/>
                </a:cubicBezTo>
                <a:cubicBezTo>
                  <a:pt x="7387" y="17267"/>
                  <a:pt x="6881" y="16276"/>
                  <a:pt x="6483" y="15147"/>
                </a:cubicBezTo>
                <a:cubicBezTo>
                  <a:pt x="7515" y="14780"/>
                  <a:pt x="8751" y="14513"/>
                  <a:pt x="10421" y="14481"/>
                </a:cubicBezTo>
                <a:close/>
                <a:moveTo>
                  <a:pt x="11103" y="14496"/>
                </a:moveTo>
                <a:cubicBezTo>
                  <a:pt x="12707" y="14534"/>
                  <a:pt x="13928" y="14780"/>
                  <a:pt x="14935" y="15132"/>
                </a:cubicBezTo>
                <a:cubicBezTo>
                  <a:pt x="14508" y="16351"/>
                  <a:pt x="13936" y="17396"/>
                  <a:pt x="13375" y="18237"/>
                </a:cubicBezTo>
                <a:cubicBezTo>
                  <a:pt x="12800" y="19099"/>
                  <a:pt x="12229" y="19752"/>
                  <a:pt x="11800" y="20191"/>
                </a:cubicBezTo>
                <a:cubicBezTo>
                  <a:pt x="11585" y="20411"/>
                  <a:pt x="11408" y="20581"/>
                  <a:pt x="11285" y="20691"/>
                </a:cubicBezTo>
                <a:cubicBezTo>
                  <a:pt x="11223" y="20746"/>
                  <a:pt x="11180" y="20786"/>
                  <a:pt x="11148" y="20812"/>
                </a:cubicBezTo>
                <a:lnTo>
                  <a:pt x="11103" y="20843"/>
                </a:lnTo>
                <a:lnTo>
                  <a:pt x="11133" y="20888"/>
                </a:lnTo>
                <a:cubicBezTo>
                  <a:pt x="11123" y="20888"/>
                  <a:pt x="11113" y="20888"/>
                  <a:pt x="11103" y="20888"/>
                </a:cubicBezTo>
                <a:lnTo>
                  <a:pt x="11103" y="20843"/>
                </a:lnTo>
                <a:lnTo>
                  <a:pt x="11103" y="14496"/>
                </a:lnTo>
                <a:close/>
                <a:moveTo>
                  <a:pt x="15541" y="15420"/>
                </a:moveTo>
                <a:cubicBezTo>
                  <a:pt x="16039" y="15640"/>
                  <a:pt x="16617" y="15847"/>
                  <a:pt x="16965" y="16086"/>
                </a:cubicBezTo>
                <a:cubicBezTo>
                  <a:pt x="17545" y="16487"/>
                  <a:pt x="17937" y="16884"/>
                  <a:pt x="18177" y="17177"/>
                </a:cubicBezTo>
                <a:cubicBezTo>
                  <a:pt x="18272" y="17294"/>
                  <a:pt x="18337" y="17372"/>
                  <a:pt x="18389" y="17450"/>
                </a:cubicBezTo>
                <a:cubicBezTo>
                  <a:pt x="18242" y="17618"/>
                  <a:pt x="18122" y="17807"/>
                  <a:pt x="17965" y="17965"/>
                </a:cubicBezTo>
                <a:cubicBezTo>
                  <a:pt x="16434" y="19495"/>
                  <a:pt x="14400" y="20480"/>
                  <a:pt x="12148" y="20782"/>
                </a:cubicBezTo>
                <a:cubicBezTo>
                  <a:pt x="12615" y="20329"/>
                  <a:pt x="13229" y="19676"/>
                  <a:pt x="13935" y="18616"/>
                </a:cubicBezTo>
                <a:cubicBezTo>
                  <a:pt x="14513" y="17750"/>
                  <a:pt x="15096" y="16674"/>
                  <a:pt x="15541" y="15420"/>
                </a:cubicBezTo>
                <a:close/>
                <a:moveTo>
                  <a:pt x="5877" y="15435"/>
                </a:moveTo>
                <a:cubicBezTo>
                  <a:pt x="6321" y="16680"/>
                  <a:pt x="6878" y="17755"/>
                  <a:pt x="7452" y="18616"/>
                </a:cubicBezTo>
                <a:cubicBezTo>
                  <a:pt x="8148" y="19659"/>
                  <a:pt x="8773" y="20311"/>
                  <a:pt x="9240" y="20767"/>
                </a:cubicBezTo>
                <a:cubicBezTo>
                  <a:pt x="7071" y="20430"/>
                  <a:pt x="5118" y="19448"/>
                  <a:pt x="3635" y="17965"/>
                </a:cubicBezTo>
                <a:cubicBezTo>
                  <a:pt x="3455" y="17784"/>
                  <a:pt x="3317" y="17568"/>
                  <a:pt x="3151" y="17374"/>
                </a:cubicBezTo>
                <a:cubicBezTo>
                  <a:pt x="3330" y="17103"/>
                  <a:pt x="3683" y="16623"/>
                  <a:pt x="4544" y="16041"/>
                </a:cubicBezTo>
                <a:cubicBezTo>
                  <a:pt x="4871" y="15820"/>
                  <a:pt x="5422" y="15639"/>
                  <a:pt x="5877" y="15435"/>
                </a:cubicBezTo>
                <a:close/>
              </a:path>
            </a:pathLst>
          </a:custGeom>
          <a:solidFill>
            <a:srgbClr val="A6AAA9"/>
          </a:solidFill>
          <a:ln w="12700">
            <a:miter lim="400000"/>
          </a:ln>
        </p:spPr>
        <p:txBody>
          <a:bodyPr lIns="71437" tIns="71437" rIns="71437" bIns="71437" anchor="ctr"/>
          <a:lstStyle/>
          <a:p>
            <a:pPr algn="l" defTabSz="457200">
              <a:defRPr b="0">
                <a:solidFill>
                  <a:srgbClr val="FFFFFF"/>
                </a:solidFill>
                <a:effectLst>
                  <a:outerShdw sx="100000" sy="100000" kx="0" ky="0" algn="b" rotWithShape="0" blurRad="38100" dist="12700" dir="5400000">
                    <a:srgbClr val="000000">
                      <a:alpha val="50000"/>
                    </a:srgbClr>
                  </a:outerShdw>
                </a:effectLst>
                <a:latin typeface="Gill Sans"/>
                <a:ea typeface="Gill Sans"/>
                <a:cs typeface="Gill Sans"/>
                <a:sym typeface="Gill Sans"/>
              </a:defRPr>
            </a:pPr>
          </a:p>
        </p:txBody>
      </p:sp>
      <p:sp>
        <p:nvSpPr>
          <p:cNvPr id="1022" name="Texto publicación"/>
          <p:cNvSpPr txBox="1"/>
          <p:nvPr/>
        </p:nvSpPr>
        <p:spPr>
          <a:xfrm>
            <a:off x="2019081" y="4874647"/>
            <a:ext cx="3194432" cy="63817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lnSpc>
                <a:spcPct val="80000"/>
              </a:lnSpc>
              <a:defRPr b="0" spc="-64" sz="3200">
                <a:latin typeface="Lato Bold"/>
                <a:ea typeface="Lato Bold"/>
                <a:cs typeface="Lato Bold"/>
                <a:sym typeface="Lato Bold"/>
              </a:defRPr>
            </a:lvl1pPr>
          </a:lstStyle>
          <a:p>
            <a:pPr/>
            <a:r>
              <a:t>Texto publicación</a:t>
            </a:r>
          </a:p>
        </p:txBody>
      </p:sp>
      <p:sp>
        <p:nvSpPr>
          <p:cNvPr id="1023" name="Figura"/>
          <p:cNvSpPr/>
          <p:nvPr/>
        </p:nvSpPr>
        <p:spPr>
          <a:xfrm>
            <a:off x="2101980" y="9291949"/>
            <a:ext cx="589120" cy="561976"/>
          </a:xfrm>
          <a:custGeom>
            <a:avLst/>
            <a:gdLst/>
            <a:ahLst/>
            <a:cxnLst>
              <a:cxn ang="0">
                <a:pos x="wd2" y="hd2"/>
              </a:cxn>
              <a:cxn ang="5400000">
                <a:pos x="wd2" y="hd2"/>
              </a:cxn>
              <a:cxn ang="10800000">
                <a:pos x="wd2" y="hd2"/>
              </a:cxn>
              <a:cxn ang="16200000">
                <a:pos x="wd2" y="hd2"/>
              </a:cxn>
            </a:cxnLst>
            <a:rect l="0" t="0" r="r" b="b"/>
            <a:pathLst>
              <a:path w="20668" h="20628" fill="norm" stroke="1" extrusionOk="0">
                <a:moveTo>
                  <a:pt x="6286" y="3"/>
                </a:moveTo>
                <a:cubicBezTo>
                  <a:pt x="4230" y="-68"/>
                  <a:pt x="2158" y="933"/>
                  <a:pt x="918" y="2935"/>
                </a:cubicBezTo>
                <a:cubicBezTo>
                  <a:pt x="-466" y="5170"/>
                  <a:pt x="-270" y="8092"/>
                  <a:pt x="1400" y="10101"/>
                </a:cubicBezTo>
                <a:lnTo>
                  <a:pt x="10332" y="20625"/>
                </a:lnTo>
                <a:lnTo>
                  <a:pt x="10332" y="20628"/>
                </a:lnTo>
                <a:lnTo>
                  <a:pt x="10333" y="20626"/>
                </a:lnTo>
                <a:lnTo>
                  <a:pt x="10335" y="20628"/>
                </a:lnTo>
                <a:lnTo>
                  <a:pt x="10335" y="20625"/>
                </a:lnTo>
                <a:lnTo>
                  <a:pt x="19266" y="10101"/>
                </a:lnTo>
                <a:cubicBezTo>
                  <a:pt x="20936" y="8092"/>
                  <a:pt x="21134" y="5170"/>
                  <a:pt x="19750" y="2935"/>
                </a:cubicBezTo>
                <a:cubicBezTo>
                  <a:pt x="17630" y="-487"/>
                  <a:pt x="13082" y="-972"/>
                  <a:pt x="10333" y="1807"/>
                </a:cubicBezTo>
                <a:cubicBezTo>
                  <a:pt x="9192" y="654"/>
                  <a:pt x="7746" y="54"/>
                  <a:pt x="6286" y="3"/>
                </a:cubicBezTo>
                <a:close/>
              </a:path>
            </a:pathLst>
          </a:custGeom>
          <a:solidFill>
            <a:srgbClr val="FF345F"/>
          </a:solidFill>
          <a:ln w="12700">
            <a:miter lim="400000"/>
          </a:ln>
        </p:spPr>
        <p:txBody>
          <a:bodyPr lIns="71437" tIns="71437" rIns="71437" bIns="71437" anchor="ctr"/>
          <a:lstStyle/>
          <a:p>
            <a:pPr defTabSz="821531">
              <a:defRPr b="0" sz="3200">
                <a:solidFill>
                  <a:srgbClr val="FFFFFF"/>
                </a:solidFill>
                <a:latin typeface="Helvetica Light"/>
                <a:ea typeface="Helvetica Light"/>
                <a:cs typeface="Helvetica Light"/>
                <a:sym typeface="Helvetica Light"/>
              </a:defRPr>
            </a:pPr>
          </a:p>
        </p:txBody>
      </p:sp>
      <p:sp>
        <p:nvSpPr>
          <p:cNvPr id="1024" name="120 me gusta"/>
          <p:cNvSpPr txBox="1"/>
          <p:nvPr/>
        </p:nvSpPr>
        <p:spPr>
          <a:xfrm>
            <a:off x="2826426" y="9253849"/>
            <a:ext cx="2436293" cy="63817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lnSpc>
                <a:spcPct val="120000"/>
              </a:lnSpc>
              <a:defRPr b="0" spc="-64" sz="3200">
                <a:solidFill>
                  <a:srgbClr val="53585F"/>
                </a:solidFill>
                <a:latin typeface="Lato Regular"/>
                <a:ea typeface="Lato Regular"/>
                <a:cs typeface="Lato Regular"/>
                <a:sym typeface="Lato Regular"/>
              </a:defRPr>
            </a:lvl1pPr>
          </a:lstStyle>
          <a:p>
            <a:pPr/>
            <a:r>
              <a:t>120 me gusta</a:t>
            </a:r>
          </a:p>
        </p:txBody>
      </p:sp>
      <p:sp>
        <p:nvSpPr>
          <p:cNvPr id="1025" name="210 Compartir"/>
          <p:cNvSpPr txBox="1"/>
          <p:nvPr/>
        </p:nvSpPr>
        <p:spPr>
          <a:xfrm>
            <a:off x="7011027" y="9243134"/>
            <a:ext cx="2687041" cy="638176"/>
          </a:xfrm>
          <a:prstGeom prst="rect">
            <a:avLst/>
          </a:prstGeom>
          <a:ln w="12700">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lgn="l" defTabSz="821531">
              <a:lnSpc>
                <a:spcPct val="120000"/>
              </a:lnSpc>
              <a:defRPr b="0" spc="-64" sz="3200">
                <a:solidFill>
                  <a:srgbClr val="51A7F9"/>
                </a:solidFill>
                <a:latin typeface="Lato Regular"/>
                <a:ea typeface="Lato Regular"/>
                <a:cs typeface="Lato Regular"/>
                <a:sym typeface="Lato Regular"/>
              </a:defRPr>
            </a:lvl1pPr>
          </a:lstStyle>
          <a:p>
            <a:pPr/>
            <a:r>
              <a:t>210 Compartir</a:t>
            </a:r>
          </a:p>
        </p:txBody>
      </p:sp>
      <p:pic>
        <p:nvPicPr>
          <p:cNvPr id="1026" name="Imagen" descr="Imagen"/>
          <p:cNvPicPr>
            <a:picLocks noChangeAspect="1"/>
          </p:cNvPicPr>
          <p:nvPr/>
        </p:nvPicPr>
        <p:blipFill>
          <a:blip r:embed="rId2">
            <a:extLst/>
          </a:blip>
          <a:stretch>
            <a:fillRect/>
          </a:stretch>
        </p:blipFill>
        <p:spPr>
          <a:xfrm>
            <a:off x="2003329" y="3491380"/>
            <a:ext cx="1377203" cy="1241741"/>
          </a:xfrm>
          <a:prstGeom prst="rect">
            <a:avLst/>
          </a:prstGeom>
          <a:ln w="12700">
            <a:miter lim="400000"/>
          </a:ln>
        </p:spPr>
      </p:pic>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28" name="Facebook Ads"/>
          <p:cNvSpPr txBox="1"/>
          <p:nvPr>
            <p:ph type="title"/>
          </p:nvPr>
        </p:nvSpPr>
        <p:spPr>
          <a:prstGeom prst="rect">
            <a:avLst/>
          </a:prstGeom>
        </p:spPr>
        <p:txBody>
          <a:bodyPr/>
          <a:lstStyle/>
          <a:p>
            <a:pPr/>
            <a:r>
              <a:t>Facebook Ads</a:t>
            </a:r>
          </a:p>
        </p:txBody>
      </p:sp>
      <p:grpSp>
        <p:nvGrpSpPr>
          <p:cNvPr id="1035" name="Group 14"/>
          <p:cNvGrpSpPr/>
          <p:nvPr/>
        </p:nvGrpSpPr>
        <p:grpSpPr>
          <a:xfrm>
            <a:off x="1105802" y="3559024"/>
            <a:ext cx="8746874" cy="6597952"/>
            <a:chOff x="0" y="0"/>
            <a:chExt cx="8746873" cy="6597950"/>
          </a:xfrm>
        </p:grpSpPr>
        <p:sp>
          <p:nvSpPr>
            <p:cNvPr id="1029" name="Rounded Rectangle 15"/>
            <p:cNvSpPr/>
            <p:nvPr/>
          </p:nvSpPr>
          <p:spPr>
            <a:xfrm>
              <a:off x="0" y="0"/>
              <a:ext cx="8746874" cy="6597951"/>
            </a:xfrm>
            <a:prstGeom prst="roundRect">
              <a:avLst>
                <a:gd name="adj" fmla="val 1482"/>
              </a:avLst>
            </a:prstGeom>
            <a:solidFill>
              <a:srgbClr val="FFFFFF"/>
            </a:solidFill>
            <a:ln w="76200" cap="flat">
              <a:solidFill>
                <a:srgbClr val="FFC003"/>
              </a:solidFill>
              <a:prstDash val="solid"/>
              <a:round/>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1030" name="Rectangle 16"/>
            <p:cNvSpPr/>
            <p:nvPr/>
          </p:nvSpPr>
          <p:spPr>
            <a:xfrm>
              <a:off x="592320" y="527835"/>
              <a:ext cx="575451" cy="575451"/>
            </a:xfrm>
            <a:prstGeom prst="rect">
              <a:avLst/>
            </a:prstGeom>
            <a:solidFill>
              <a:srgbClr val="4A65AD"/>
            </a:solidFill>
            <a:ln w="12700" cap="flat">
              <a:noFill/>
              <a:miter lim="400000"/>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1031" name="Rectangle 17"/>
            <p:cNvSpPr/>
            <p:nvPr/>
          </p:nvSpPr>
          <p:spPr>
            <a:xfrm>
              <a:off x="1282862" y="527835"/>
              <a:ext cx="805634" cy="230182"/>
            </a:xfrm>
            <a:prstGeom prst="rect">
              <a:avLst/>
            </a:prstGeom>
            <a:solidFill>
              <a:srgbClr val="4A65AD"/>
            </a:solidFill>
            <a:ln w="12700" cap="flat">
              <a:noFill/>
              <a:miter lim="400000"/>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1032" name="Rectangle 18"/>
            <p:cNvSpPr/>
            <p:nvPr/>
          </p:nvSpPr>
          <p:spPr>
            <a:xfrm>
              <a:off x="1282862" y="865914"/>
              <a:ext cx="1841448" cy="230182"/>
            </a:xfrm>
            <a:prstGeom prst="rect">
              <a:avLst/>
            </a:prstGeom>
            <a:solidFill>
              <a:srgbClr val="4A65AD"/>
            </a:solidFill>
            <a:ln w="12700" cap="flat">
              <a:noFill/>
              <a:miter lim="400000"/>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1033" name="Rectangle 19"/>
            <p:cNvSpPr/>
            <p:nvPr/>
          </p:nvSpPr>
          <p:spPr>
            <a:xfrm>
              <a:off x="592320" y="1430255"/>
              <a:ext cx="7711060" cy="4629677"/>
            </a:xfrm>
            <a:prstGeom prst="rect">
              <a:avLst/>
            </a:prstGeom>
            <a:solidFill>
              <a:srgbClr val="4A65AD"/>
            </a:solidFill>
            <a:ln w="12700" cap="flat">
              <a:noFill/>
              <a:miter lim="400000"/>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sp>
          <p:nvSpPr>
            <p:cNvPr id="1034" name="L-Shape 20"/>
            <p:cNvSpPr/>
            <p:nvPr/>
          </p:nvSpPr>
          <p:spPr>
            <a:xfrm rot="18900000">
              <a:off x="7997952" y="668807"/>
              <a:ext cx="192377" cy="1923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4725" y="0"/>
                  </a:lnTo>
                  <a:lnTo>
                    <a:pt x="4725" y="16833"/>
                  </a:lnTo>
                  <a:lnTo>
                    <a:pt x="21600" y="16833"/>
                  </a:lnTo>
                  <a:lnTo>
                    <a:pt x="21600" y="21600"/>
                  </a:lnTo>
                  <a:lnTo>
                    <a:pt x="0" y="21600"/>
                  </a:lnTo>
                  <a:close/>
                </a:path>
              </a:pathLst>
            </a:custGeom>
            <a:solidFill>
              <a:srgbClr val="CDD4F1"/>
            </a:solidFill>
            <a:ln w="12700" cap="flat">
              <a:noFill/>
              <a:miter lim="400000"/>
            </a:ln>
            <a:effectLst/>
          </p:spPr>
          <p:txBody>
            <a:bodyPr wrap="square" lIns="45719" tIns="45719" rIns="45719" bIns="45719" numCol="1" anchor="ctr">
              <a:noAutofit/>
            </a:bodyPr>
            <a:lstStyle/>
            <a:p>
              <a:pPr defTabSz="914400">
                <a:defRPr b="0" sz="1800">
                  <a:solidFill>
                    <a:srgbClr val="FFFFFF"/>
                  </a:solidFill>
                  <a:latin typeface="Open Sans"/>
                  <a:ea typeface="Open Sans"/>
                  <a:cs typeface="Open Sans"/>
                  <a:sym typeface="Open Sans"/>
                </a:defRPr>
              </a:pPr>
            </a:p>
          </p:txBody>
        </p:sp>
      </p:gr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37" name="Facebook"/>
          <p:cNvSpPr txBox="1"/>
          <p:nvPr>
            <p:ph type="title"/>
          </p:nvPr>
        </p:nvSpPr>
        <p:spPr>
          <a:prstGeom prst="rect">
            <a:avLst/>
          </a:prstGeom>
        </p:spPr>
        <p:txBody>
          <a:bodyPr/>
          <a:lstStyle/>
          <a:p>
            <a:pPr/>
            <a:r>
              <a:t>Facebook</a:t>
            </a:r>
          </a:p>
        </p:txBody>
      </p:sp>
      <p:grpSp>
        <p:nvGrpSpPr>
          <p:cNvPr id="1044" name="Grupo"/>
          <p:cNvGrpSpPr/>
          <p:nvPr/>
        </p:nvGrpSpPr>
        <p:grpSpPr>
          <a:xfrm>
            <a:off x="6290992" y="1434664"/>
            <a:ext cx="11802016" cy="10846672"/>
            <a:chOff x="0" y="0"/>
            <a:chExt cx="11802015" cy="10846671"/>
          </a:xfrm>
        </p:grpSpPr>
        <p:sp>
          <p:nvSpPr>
            <p:cNvPr id="1038" name="Línea"/>
            <p:cNvSpPr/>
            <p:nvPr/>
          </p:nvSpPr>
          <p:spPr>
            <a:xfrm flipH="1" flipV="1">
              <a:off x="3198929" y="-1"/>
              <a:ext cx="999237" cy="2306964"/>
            </a:xfrm>
            <a:prstGeom prst="line">
              <a:avLst/>
            </a:prstGeom>
            <a:noFill/>
            <a:ln w="101600" cap="flat">
              <a:solidFill>
                <a:srgbClr val="FFC003"/>
              </a:solidFill>
              <a:prstDash val="solid"/>
              <a:miter lim="400000"/>
              <a:headEnd type="triangle" w="med" len="sm"/>
              <a:tailEnd type="triangle" w="med" len="med"/>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1039" name="Línea"/>
            <p:cNvSpPr/>
            <p:nvPr/>
          </p:nvSpPr>
          <p:spPr>
            <a:xfrm>
              <a:off x="6833657" y="8714004"/>
              <a:ext cx="1025388" cy="2132668"/>
            </a:xfrm>
            <a:prstGeom prst="line">
              <a:avLst/>
            </a:prstGeom>
            <a:noFill/>
            <a:ln w="101600" cap="flat">
              <a:solidFill>
                <a:srgbClr val="FFC003"/>
              </a:solidFill>
              <a:prstDash val="solid"/>
              <a:miter lim="400000"/>
              <a:headEnd type="triangle" w="med" len="sm"/>
              <a:tailEnd type="triangle" w="med" len="med"/>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1040" name="Línea"/>
            <p:cNvSpPr/>
            <p:nvPr/>
          </p:nvSpPr>
          <p:spPr>
            <a:xfrm flipH="1">
              <a:off x="-1" y="7068141"/>
              <a:ext cx="2652461" cy="1078642"/>
            </a:xfrm>
            <a:prstGeom prst="line">
              <a:avLst/>
            </a:prstGeom>
            <a:noFill/>
            <a:ln w="101600" cap="flat">
              <a:solidFill>
                <a:srgbClr val="FFC003"/>
              </a:solidFill>
              <a:prstDash val="solid"/>
              <a:miter lim="400000"/>
              <a:headEnd type="triangle" w="med" len="sm"/>
              <a:tailEnd type="triangle" w="med" len="med"/>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sp>
          <p:nvSpPr>
            <p:cNvPr id="1041" name="Línea"/>
            <p:cNvSpPr/>
            <p:nvPr/>
          </p:nvSpPr>
          <p:spPr>
            <a:xfrm flipV="1">
              <a:off x="8558228" y="3426867"/>
              <a:ext cx="3243788" cy="1313186"/>
            </a:xfrm>
            <a:prstGeom prst="line">
              <a:avLst/>
            </a:prstGeom>
            <a:noFill/>
            <a:ln w="101600" cap="flat">
              <a:solidFill>
                <a:srgbClr val="FFC003"/>
              </a:solidFill>
              <a:prstDash val="solid"/>
              <a:miter lim="400000"/>
              <a:headEnd type="triangle" w="med" len="sm"/>
              <a:tailEnd type="triangle" w="med" len="med"/>
            </a:ln>
            <a:effectLst/>
          </p:spPr>
          <p:txBody>
            <a:bodyPr wrap="square" lIns="45719" tIns="45719" rIns="45719" bIns="45719" numCol="1" anchor="t">
              <a:noAutofit/>
            </a:bodyPr>
            <a:lstStyle/>
            <a:p>
              <a:pPr algn="just" defTabSz="914400">
                <a:lnSpc>
                  <a:spcPct val="150000"/>
                </a:lnSpc>
                <a:defRPr sz="2200">
                  <a:solidFill>
                    <a:srgbClr val="9B999C"/>
                  </a:solidFill>
                  <a:latin typeface="Open Sans"/>
                  <a:ea typeface="Open Sans"/>
                  <a:cs typeface="Open Sans"/>
                  <a:sym typeface="Open Sans"/>
                </a:defRPr>
              </a:pPr>
            </a:p>
          </p:txBody>
        </p:sp>
        <p:graphicFrame>
          <p:nvGraphicFramePr>
            <p:cNvPr id="1042" name="Chart 18"/>
            <p:cNvGraphicFramePr/>
            <p:nvPr/>
          </p:nvGraphicFramePr>
          <p:xfrm>
            <a:off x="1666243" y="1391890"/>
            <a:ext cx="7874001" cy="7874001"/>
          </p:xfrm>
          <a:graphic xmlns:a="http://schemas.openxmlformats.org/drawingml/2006/main">
            <a:graphicData uri="http://schemas.openxmlformats.org/drawingml/2006/chart">
              <c:chart xmlns:c="http://schemas.openxmlformats.org/drawingml/2006/chart" r:id="rId2"/>
            </a:graphicData>
          </a:graphic>
        </p:graphicFrame>
        <p:sp>
          <p:nvSpPr>
            <p:cNvPr id="1043" name="Freeform 24"/>
            <p:cNvSpPr/>
            <p:nvPr/>
          </p:nvSpPr>
          <p:spPr>
            <a:xfrm>
              <a:off x="4734247" y="3248156"/>
              <a:ext cx="1737993" cy="41614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937"/>
                  </a:moveTo>
                  <a:cubicBezTo>
                    <a:pt x="14400" y="6937"/>
                    <a:pt x="14400" y="6937"/>
                    <a:pt x="14400" y="6937"/>
                  </a:cubicBezTo>
                  <a:cubicBezTo>
                    <a:pt x="14400" y="4730"/>
                    <a:pt x="14400" y="4730"/>
                    <a:pt x="14400" y="4730"/>
                  </a:cubicBezTo>
                  <a:cubicBezTo>
                    <a:pt x="14400" y="3942"/>
                    <a:pt x="15429" y="3784"/>
                    <a:pt x="16457" y="3784"/>
                  </a:cubicBezTo>
                  <a:cubicBezTo>
                    <a:pt x="17143" y="3784"/>
                    <a:pt x="21600" y="3784"/>
                    <a:pt x="21600" y="3784"/>
                  </a:cubicBezTo>
                  <a:cubicBezTo>
                    <a:pt x="21600" y="0"/>
                    <a:pt x="21600" y="0"/>
                    <a:pt x="21600" y="0"/>
                  </a:cubicBezTo>
                  <a:cubicBezTo>
                    <a:pt x="14400" y="0"/>
                    <a:pt x="14400" y="0"/>
                    <a:pt x="14400" y="0"/>
                  </a:cubicBezTo>
                  <a:cubicBezTo>
                    <a:pt x="6514" y="0"/>
                    <a:pt x="4457" y="2838"/>
                    <a:pt x="4457" y="4572"/>
                  </a:cubicBezTo>
                  <a:cubicBezTo>
                    <a:pt x="4457" y="6937"/>
                    <a:pt x="4457" y="6937"/>
                    <a:pt x="4457" y="6937"/>
                  </a:cubicBezTo>
                  <a:cubicBezTo>
                    <a:pt x="0" y="6937"/>
                    <a:pt x="0" y="6937"/>
                    <a:pt x="0" y="6937"/>
                  </a:cubicBezTo>
                  <a:cubicBezTo>
                    <a:pt x="0" y="10721"/>
                    <a:pt x="0" y="10721"/>
                    <a:pt x="0" y="10721"/>
                  </a:cubicBezTo>
                  <a:cubicBezTo>
                    <a:pt x="4457" y="10721"/>
                    <a:pt x="4457" y="10721"/>
                    <a:pt x="4457" y="10721"/>
                  </a:cubicBezTo>
                  <a:cubicBezTo>
                    <a:pt x="4457" y="15609"/>
                    <a:pt x="4457" y="21600"/>
                    <a:pt x="4457" y="21600"/>
                  </a:cubicBezTo>
                  <a:cubicBezTo>
                    <a:pt x="14400" y="21600"/>
                    <a:pt x="14400" y="21600"/>
                    <a:pt x="14400" y="21600"/>
                  </a:cubicBezTo>
                  <a:cubicBezTo>
                    <a:pt x="14400" y="21600"/>
                    <a:pt x="14400" y="15609"/>
                    <a:pt x="14400" y="10721"/>
                  </a:cubicBezTo>
                  <a:cubicBezTo>
                    <a:pt x="20914" y="10721"/>
                    <a:pt x="20914" y="10721"/>
                    <a:pt x="20914" y="10721"/>
                  </a:cubicBezTo>
                  <a:lnTo>
                    <a:pt x="21600" y="6937"/>
                  </a:lnTo>
                  <a:close/>
                </a:path>
              </a:pathLst>
            </a:custGeom>
            <a:solidFill>
              <a:srgbClr val="FFFFFF"/>
            </a:solidFill>
            <a:ln w="114300" cap="flat">
              <a:solidFill>
                <a:srgbClr val="4A65AD"/>
              </a:solidFill>
              <a:prstDash val="solid"/>
              <a:miter lim="400000"/>
            </a:ln>
            <a:effectLst/>
          </p:spPr>
          <p:txBody>
            <a:bodyPr wrap="square" lIns="91439" tIns="91439" rIns="91439" bIns="91439" numCol="1" anchor="t">
              <a:noAutofit/>
            </a:bodyPr>
            <a:lstStyle/>
            <a:p>
              <a:pPr algn="l" defTabSz="1828800">
                <a:defRPr b="0" sz="3600">
                  <a:solidFill>
                    <a:srgbClr val="FFFFFF"/>
                  </a:solidFill>
                  <a:latin typeface="Open Sans"/>
                  <a:ea typeface="Open Sans"/>
                  <a:cs typeface="Open Sans"/>
                  <a:sym typeface="Open Sans"/>
                </a:defRPr>
              </a:pPr>
            </a:p>
          </p:txBody>
        </p:sp>
      </p:grpSp>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46" name="Título"/>
          <p:cNvSpPr txBox="1"/>
          <p:nvPr>
            <p:ph type="title"/>
          </p:nvPr>
        </p:nvSpPr>
        <p:spPr>
          <a:prstGeom prst="rect">
            <a:avLst/>
          </a:prstGeom>
        </p:spPr>
        <p:txBody>
          <a:bodyPr/>
          <a:lstStyle/>
          <a:p>
            <a:pPr/>
          </a:p>
        </p:txBody>
      </p:sp>
      <p:grpSp>
        <p:nvGrpSpPr>
          <p:cNvPr id="1058" name="Grupo"/>
          <p:cNvGrpSpPr/>
          <p:nvPr/>
        </p:nvGrpSpPr>
        <p:grpSpPr>
          <a:xfrm>
            <a:off x="14260932" y="1182999"/>
            <a:ext cx="16090222" cy="12500492"/>
            <a:chOff x="0" y="0"/>
            <a:chExt cx="16090220" cy="12500490"/>
          </a:xfrm>
        </p:grpSpPr>
        <p:grpSp>
          <p:nvGrpSpPr>
            <p:cNvPr id="1054" name="Grupo"/>
            <p:cNvGrpSpPr/>
            <p:nvPr/>
          </p:nvGrpSpPr>
          <p:grpSpPr>
            <a:xfrm>
              <a:off x="0" y="0"/>
              <a:ext cx="16090221" cy="12500491"/>
              <a:chOff x="0" y="0"/>
              <a:chExt cx="16090220" cy="12500490"/>
            </a:xfrm>
          </p:grpSpPr>
          <p:sp>
            <p:nvSpPr>
              <p:cNvPr id="1047" name="Rectángulo redondeado"/>
              <p:cNvSpPr/>
              <p:nvPr/>
            </p:nvSpPr>
            <p:spPr>
              <a:xfrm>
                <a:off x="0" y="0"/>
                <a:ext cx="16090221" cy="12500491"/>
              </a:xfrm>
              <a:prstGeom prst="roundRect">
                <a:avLst>
                  <a:gd name="adj" fmla="val 2077"/>
                </a:avLst>
              </a:prstGeom>
              <a:solidFill>
                <a:srgbClr val="CECDD2">
                  <a:alpha val="80258"/>
                </a:srgbClr>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grpSp>
            <p:nvGrpSpPr>
              <p:cNvPr id="1051" name="Grupo"/>
              <p:cNvGrpSpPr/>
              <p:nvPr/>
            </p:nvGrpSpPr>
            <p:grpSpPr>
              <a:xfrm>
                <a:off x="244924" y="344015"/>
                <a:ext cx="1361106" cy="325321"/>
                <a:chOff x="0" y="0"/>
                <a:chExt cx="1361105" cy="325319"/>
              </a:xfrm>
            </p:grpSpPr>
            <p:sp>
              <p:nvSpPr>
                <p:cNvPr id="1048" name="Círculo"/>
                <p:cNvSpPr/>
                <p:nvPr/>
              </p:nvSpPr>
              <p:spPr>
                <a:xfrm>
                  <a:off x="517893" y="0"/>
                  <a:ext cx="325321" cy="325320"/>
                </a:xfrm>
                <a:prstGeom prst="ellipse">
                  <a:avLst/>
                </a:prstGeom>
                <a:solidFill>
                  <a:srgbClr val="437FAB"/>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1049" name="Círculo"/>
                <p:cNvSpPr/>
                <p:nvPr/>
              </p:nvSpPr>
              <p:spPr>
                <a:xfrm>
                  <a:off x="0" y="0"/>
                  <a:ext cx="325320" cy="325320"/>
                </a:xfrm>
                <a:prstGeom prst="ellipse">
                  <a:avLst/>
                </a:prstGeom>
                <a:solidFill>
                  <a:srgbClr val="70A2D0"/>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1050" name="Círculo"/>
                <p:cNvSpPr/>
                <p:nvPr/>
              </p:nvSpPr>
              <p:spPr>
                <a:xfrm>
                  <a:off x="1035785" y="0"/>
                  <a:ext cx="325321" cy="325320"/>
                </a:xfrm>
                <a:prstGeom prst="ellipse">
                  <a:avLst/>
                </a:prstGeom>
                <a:solidFill>
                  <a:srgbClr val="339CC5"/>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grpSp>
          <p:sp>
            <p:nvSpPr>
              <p:cNvPr id="1052" name="Rectángulo"/>
              <p:cNvSpPr/>
              <p:nvPr/>
            </p:nvSpPr>
            <p:spPr>
              <a:xfrm>
                <a:off x="209400" y="837603"/>
                <a:ext cx="15671420" cy="624465"/>
              </a:xfrm>
              <a:prstGeom prst="rect">
                <a:avLst/>
              </a:prstGeom>
              <a:solidFill>
                <a:srgbClr val="FFFFFF"/>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1053" name="HTTP:// FACEBOOK.COM"/>
              <p:cNvSpPr txBox="1"/>
              <p:nvPr/>
            </p:nvSpPr>
            <p:spPr>
              <a:xfrm>
                <a:off x="371488" y="821800"/>
                <a:ext cx="14585469" cy="6625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1437" tIns="71437" rIns="71437" bIns="71437" numCol="1" anchor="ctr">
                <a:noAutofit/>
              </a:bodyPr>
              <a:lstStyle/>
              <a:p>
                <a:pPr algn="l" defTabSz="821531">
                  <a:defRPr baseline="7999" sz="2500">
                    <a:solidFill>
                      <a:srgbClr val="888C8A"/>
                    </a:solidFill>
                    <a:latin typeface="Helvetica"/>
                    <a:ea typeface="Helvetica"/>
                    <a:cs typeface="Helvetica"/>
                    <a:sym typeface="Helvetica"/>
                  </a:defRPr>
                </a:pPr>
                <a:r>
                  <a:t>HTTP:// </a:t>
                </a:r>
                <a:r>
                  <a:rPr>
                    <a:hlinkClick r:id="rId2" invalidUrl="" action="" tgtFrame="" tooltip="" history="1" highlightClick="0" endSnd="0"/>
                  </a:rPr>
                  <a:t>FACEBOOK.COM</a:t>
                </a:r>
              </a:p>
            </p:txBody>
          </p:sp>
        </p:grpSp>
        <p:sp>
          <p:nvSpPr>
            <p:cNvPr id="1055" name="Rectángulo"/>
            <p:cNvSpPr/>
            <p:nvPr/>
          </p:nvSpPr>
          <p:spPr>
            <a:xfrm>
              <a:off x="207737" y="1620038"/>
              <a:ext cx="15674747" cy="10666518"/>
            </a:xfrm>
            <a:prstGeom prst="rect">
              <a:avLst/>
            </a:prstGeom>
            <a:solidFill>
              <a:srgbClr val="395A99"/>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sp>
          <p:nvSpPr>
            <p:cNvPr id="1056" name="facebook"/>
            <p:cNvSpPr txBox="1"/>
            <p:nvPr/>
          </p:nvSpPr>
          <p:spPr>
            <a:xfrm>
              <a:off x="1152314" y="2157550"/>
              <a:ext cx="3974923" cy="110807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7" tIns="71437" rIns="71437" bIns="71437" numCol="1" anchor="ctr">
              <a:spAutoFit/>
            </a:bodyPr>
            <a:lstStyle>
              <a:lvl1pPr algn="l" defTabSz="821531">
                <a:defRPr sz="6400">
                  <a:solidFill>
                    <a:srgbClr val="FFFFFF"/>
                  </a:solidFill>
                  <a:latin typeface="+mj-lt"/>
                  <a:ea typeface="+mj-ea"/>
                  <a:cs typeface="+mj-cs"/>
                  <a:sym typeface="Montserrat"/>
                </a:defRPr>
              </a:lvl1pPr>
            </a:lstStyle>
            <a:p>
              <a:pPr/>
              <a:r>
                <a:t>facebook</a:t>
              </a:r>
            </a:p>
          </p:txBody>
        </p:sp>
        <p:sp>
          <p:nvSpPr>
            <p:cNvPr id="1057" name="Rectángulo"/>
            <p:cNvSpPr/>
            <p:nvPr/>
          </p:nvSpPr>
          <p:spPr>
            <a:xfrm>
              <a:off x="207737" y="3791332"/>
              <a:ext cx="15674747" cy="8507648"/>
            </a:xfrm>
            <a:prstGeom prst="rect">
              <a:avLst/>
            </a:prstGeom>
            <a:solidFill>
              <a:srgbClr val="FFFFFF"/>
            </a:solidFill>
            <a:ln w="12700" cap="flat">
              <a:noFill/>
              <a:miter lim="400000"/>
            </a:ln>
            <a:effectLst/>
          </p:spPr>
          <p:txBody>
            <a:bodyPr wrap="square" lIns="71437" tIns="71437" rIns="71437" bIns="71437" numCol="1" anchor="ctr">
              <a:noAutofit/>
            </a:bodyPr>
            <a:lstStyle/>
            <a:p>
              <a:pPr defTabSz="821531">
                <a:defRPr b="0" sz="3200">
                  <a:solidFill>
                    <a:srgbClr val="FFFFFF"/>
                  </a:solidFill>
                  <a:latin typeface="Helvetica Light"/>
                  <a:ea typeface="Helvetica Light"/>
                  <a:cs typeface="Helvetica Light"/>
                  <a:sym typeface="Helvetica Light"/>
                </a:defRPr>
              </a:pPr>
            </a:p>
          </p:txBody>
        </p:sp>
      </p:grpSp>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60" name="Estrategia de Twitter"/>
          <p:cNvSpPr txBox="1"/>
          <p:nvPr>
            <p:ph type="body" idx="13"/>
          </p:nvPr>
        </p:nvSpPr>
        <p:spPr>
          <a:prstGeom prst="rect">
            <a:avLst/>
          </a:prstGeom>
        </p:spPr>
        <p:txBody>
          <a:bodyPr/>
          <a:lstStyle/>
          <a:p>
            <a:pPr/>
            <a:r>
              <a:t>Estrategia de Twitter</a:t>
            </a:r>
          </a:p>
        </p:txBody>
      </p:sp>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62" name="Twitter"/>
          <p:cNvSpPr txBox="1"/>
          <p:nvPr>
            <p:ph type="title"/>
          </p:nvPr>
        </p:nvSpPr>
        <p:spPr>
          <a:prstGeom prst="rect">
            <a:avLst/>
          </a:prstGeom>
        </p:spPr>
        <p:txBody>
          <a:bodyPr/>
          <a:lstStyle/>
          <a:p>
            <a:pPr/>
            <a:r>
              <a:t>Twitter</a:t>
            </a:r>
          </a:p>
        </p:txBody>
      </p:sp>
      <p:grpSp>
        <p:nvGrpSpPr>
          <p:cNvPr id="1066" name="Grupo"/>
          <p:cNvGrpSpPr/>
          <p:nvPr/>
        </p:nvGrpSpPr>
        <p:grpSpPr>
          <a:xfrm>
            <a:off x="1360012" y="3527017"/>
            <a:ext cx="7006133" cy="6158149"/>
            <a:chOff x="0" y="0"/>
            <a:chExt cx="7006132" cy="6158148"/>
          </a:xfrm>
        </p:grpSpPr>
        <p:sp>
          <p:nvSpPr>
            <p:cNvPr id="1063" name="Freeform 5"/>
            <p:cNvSpPr/>
            <p:nvPr/>
          </p:nvSpPr>
          <p:spPr>
            <a:xfrm>
              <a:off x="434250" y="571023"/>
              <a:ext cx="6264146" cy="50742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432"/>
                  </a:moveTo>
                  <a:cubicBezTo>
                    <a:pt x="20886" y="2956"/>
                    <a:pt x="20036" y="3123"/>
                    <a:pt x="19052" y="3314"/>
                  </a:cubicBezTo>
                  <a:cubicBezTo>
                    <a:pt x="20036" y="2623"/>
                    <a:pt x="20751" y="1574"/>
                    <a:pt x="21040" y="358"/>
                  </a:cubicBezTo>
                  <a:cubicBezTo>
                    <a:pt x="20191" y="858"/>
                    <a:pt x="19206" y="1383"/>
                    <a:pt x="18203" y="1574"/>
                  </a:cubicBezTo>
                  <a:cubicBezTo>
                    <a:pt x="17508" y="525"/>
                    <a:pt x="16234" y="0"/>
                    <a:pt x="14960" y="0"/>
                  </a:cubicBezTo>
                  <a:cubicBezTo>
                    <a:pt x="12566" y="0"/>
                    <a:pt x="10578" y="2432"/>
                    <a:pt x="10578" y="5388"/>
                  </a:cubicBezTo>
                  <a:cubicBezTo>
                    <a:pt x="10578" y="5746"/>
                    <a:pt x="10578" y="6270"/>
                    <a:pt x="10732" y="6628"/>
                  </a:cubicBezTo>
                  <a:cubicBezTo>
                    <a:pt x="7046" y="6437"/>
                    <a:pt x="3668" y="4172"/>
                    <a:pt x="1544" y="858"/>
                  </a:cubicBezTo>
                  <a:cubicBezTo>
                    <a:pt x="1120" y="1740"/>
                    <a:pt x="984" y="2623"/>
                    <a:pt x="984" y="3648"/>
                  </a:cubicBezTo>
                  <a:cubicBezTo>
                    <a:pt x="984" y="5579"/>
                    <a:pt x="1679" y="7319"/>
                    <a:pt x="2953" y="8177"/>
                  </a:cubicBezTo>
                  <a:cubicBezTo>
                    <a:pt x="2258" y="8177"/>
                    <a:pt x="1544" y="8011"/>
                    <a:pt x="830" y="7486"/>
                  </a:cubicBezTo>
                  <a:cubicBezTo>
                    <a:pt x="830" y="7653"/>
                    <a:pt x="830" y="7653"/>
                    <a:pt x="830" y="7653"/>
                  </a:cubicBezTo>
                  <a:cubicBezTo>
                    <a:pt x="830" y="10275"/>
                    <a:pt x="2394" y="12540"/>
                    <a:pt x="4517" y="12898"/>
                  </a:cubicBezTo>
                  <a:cubicBezTo>
                    <a:pt x="4092" y="13065"/>
                    <a:pt x="3668" y="13232"/>
                    <a:pt x="3243" y="13232"/>
                  </a:cubicBezTo>
                  <a:cubicBezTo>
                    <a:pt x="2953" y="13232"/>
                    <a:pt x="2683" y="13065"/>
                    <a:pt x="2394" y="13065"/>
                  </a:cubicBezTo>
                  <a:cubicBezTo>
                    <a:pt x="2953" y="15163"/>
                    <a:pt x="4652" y="16903"/>
                    <a:pt x="6621" y="16903"/>
                  </a:cubicBezTo>
                  <a:cubicBezTo>
                    <a:pt x="5077" y="18286"/>
                    <a:pt x="3243" y="19168"/>
                    <a:pt x="1120" y="19168"/>
                  </a:cubicBezTo>
                  <a:cubicBezTo>
                    <a:pt x="695" y="19168"/>
                    <a:pt x="425" y="19168"/>
                    <a:pt x="0" y="19168"/>
                  </a:cubicBezTo>
                  <a:cubicBezTo>
                    <a:pt x="1969" y="20718"/>
                    <a:pt x="4362" y="21600"/>
                    <a:pt x="6775" y="21600"/>
                  </a:cubicBezTo>
                  <a:cubicBezTo>
                    <a:pt x="14960" y="21600"/>
                    <a:pt x="19477" y="13232"/>
                    <a:pt x="19477" y="6103"/>
                  </a:cubicBezTo>
                  <a:cubicBezTo>
                    <a:pt x="19477" y="5746"/>
                    <a:pt x="19477" y="5579"/>
                    <a:pt x="19477" y="5388"/>
                  </a:cubicBezTo>
                  <a:cubicBezTo>
                    <a:pt x="20326" y="4530"/>
                    <a:pt x="21040" y="3648"/>
                    <a:pt x="21600" y="2432"/>
                  </a:cubicBezTo>
                  <a:close/>
                </a:path>
              </a:pathLst>
            </a:custGeom>
            <a:solidFill>
              <a:srgbClr val="AAE1F6"/>
            </a:solidFill>
            <a:ln w="12700" cap="flat">
              <a:noFill/>
              <a:miter lim="400000"/>
            </a:ln>
            <a:effectLst/>
          </p:spPr>
          <p:txBody>
            <a:bodyPr wrap="square" lIns="91439" tIns="91439" rIns="91439" bIns="91439" numCol="1" anchor="t">
              <a:noAutofit/>
            </a:bodyPr>
            <a:lstStyle/>
            <a:p>
              <a:pPr algn="l" defTabSz="1828800">
                <a:defRPr b="0" sz="3600">
                  <a:solidFill>
                    <a:srgbClr val="3F3F3F"/>
                  </a:solidFill>
                  <a:latin typeface="Open Sans"/>
                  <a:ea typeface="Open Sans"/>
                  <a:cs typeface="Open Sans"/>
                  <a:sym typeface="Open Sans"/>
                </a:defRPr>
              </a:pPr>
            </a:p>
          </p:txBody>
        </p:sp>
        <p:sp>
          <p:nvSpPr>
            <p:cNvPr id="1064" name="Rectangle 6"/>
            <p:cNvSpPr/>
            <p:nvPr/>
          </p:nvSpPr>
          <p:spPr>
            <a:xfrm>
              <a:off x="91999" y="2026778"/>
              <a:ext cx="6537689" cy="3772884"/>
            </a:xfrm>
            <a:prstGeom prst="rect">
              <a:avLst/>
            </a:prstGeom>
            <a:solidFill>
              <a:srgbClr val="1EB2EE"/>
            </a:solidFill>
            <a:ln w="12700" cap="flat">
              <a:noFill/>
              <a:miter lim="400000"/>
            </a:ln>
            <a:effectLst/>
          </p:spPr>
          <p:txBody>
            <a:bodyPr wrap="square" lIns="91439" tIns="91439" rIns="91439" bIns="91439" numCol="1" anchor="t">
              <a:noAutofit/>
            </a:bodyPr>
            <a:lstStyle/>
            <a:p>
              <a:pPr algn="l" defTabSz="1828800">
                <a:defRPr b="0" sz="3600">
                  <a:solidFill>
                    <a:srgbClr val="3F3F3F"/>
                  </a:solidFill>
                  <a:latin typeface="Open Sans"/>
                  <a:ea typeface="Open Sans"/>
                  <a:cs typeface="Open Sans"/>
                  <a:sym typeface="Open Sans"/>
                </a:defRPr>
              </a:pPr>
            </a:p>
          </p:txBody>
        </p:sp>
        <p:sp>
          <p:nvSpPr>
            <p:cNvPr id="1065" name="Freeform 7"/>
            <p:cNvSpPr/>
            <p:nvPr/>
          </p:nvSpPr>
          <p:spPr>
            <a:xfrm>
              <a:off x="0" y="0"/>
              <a:ext cx="7006133" cy="6158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21600"/>
                    <a:pt x="0" y="21600"/>
                    <a:pt x="0" y="21600"/>
                  </a:cubicBezTo>
                  <a:cubicBezTo>
                    <a:pt x="21600" y="21600"/>
                    <a:pt x="21600" y="21600"/>
                    <a:pt x="21600" y="21600"/>
                  </a:cubicBezTo>
                  <a:cubicBezTo>
                    <a:pt x="21600" y="0"/>
                    <a:pt x="21600" y="0"/>
                    <a:pt x="21600" y="0"/>
                  </a:cubicBezTo>
                  <a:lnTo>
                    <a:pt x="0" y="0"/>
                  </a:lnTo>
                  <a:close/>
                  <a:moveTo>
                    <a:pt x="18753" y="6441"/>
                  </a:moveTo>
                  <a:cubicBezTo>
                    <a:pt x="18753" y="6598"/>
                    <a:pt x="18753" y="6735"/>
                    <a:pt x="18753" y="7030"/>
                  </a:cubicBezTo>
                  <a:cubicBezTo>
                    <a:pt x="18753" y="12901"/>
                    <a:pt x="14716" y="19793"/>
                    <a:pt x="7401" y="19793"/>
                  </a:cubicBezTo>
                  <a:cubicBezTo>
                    <a:pt x="5245" y="19793"/>
                    <a:pt x="3105" y="19067"/>
                    <a:pt x="1346" y="17791"/>
                  </a:cubicBezTo>
                  <a:cubicBezTo>
                    <a:pt x="1725" y="17791"/>
                    <a:pt x="1967" y="17791"/>
                    <a:pt x="2346" y="17791"/>
                  </a:cubicBezTo>
                  <a:cubicBezTo>
                    <a:pt x="4244" y="17791"/>
                    <a:pt x="5883" y="17064"/>
                    <a:pt x="7263" y="15925"/>
                  </a:cubicBezTo>
                  <a:cubicBezTo>
                    <a:pt x="5504" y="15925"/>
                    <a:pt x="3985" y="14492"/>
                    <a:pt x="3485" y="12764"/>
                  </a:cubicBezTo>
                  <a:cubicBezTo>
                    <a:pt x="3744" y="12764"/>
                    <a:pt x="3985" y="12901"/>
                    <a:pt x="4244" y="12901"/>
                  </a:cubicBezTo>
                  <a:cubicBezTo>
                    <a:pt x="4624" y="12901"/>
                    <a:pt x="5003" y="12764"/>
                    <a:pt x="5383" y="12626"/>
                  </a:cubicBezTo>
                  <a:cubicBezTo>
                    <a:pt x="3485" y="12332"/>
                    <a:pt x="2088" y="10466"/>
                    <a:pt x="2088" y="8306"/>
                  </a:cubicBezTo>
                  <a:cubicBezTo>
                    <a:pt x="2088" y="8169"/>
                    <a:pt x="2088" y="8169"/>
                    <a:pt x="2088" y="8169"/>
                  </a:cubicBezTo>
                  <a:cubicBezTo>
                    <a:pt x="2726" y="8601"/>
                    <a:pt x="3364" y="8738"/>
                    <a:pt x="3985" y="8738"/>
                  </a:cubicBezTo>
                  <a:cubicBezTo>
                    <a:pt x="2847" y="8031"/>
                    <a:pt x="2226" y="6598"/>
                    <a:pt x="2226" y="5007"/>
                  </a:cubicBezTo>
                  <a:cubicBezTo>
                    <a:pt x="2226" y="4163"/>
                    <a:pt x="2346" y="3436"/>
                    <a:pt x="2726" y="2710"/>
                  </a:cubicBezTo>
                  <a:cubicBezTo>
                    <a:pt x="4624" y="5439"/>
                    <a:pt x="7643" y="7305"/>
                    <a:pt x="10938" y="7462"/>
                  </a:cubicBezTo>
                  <a:cubicBezTo>
                    <a:pt x="10800" y="7167"/>
                    <a:pt x="10800" y="6735"/>
                    <a:pt x="10800" y="6441"/>
                  </a:cubicBezTo>
                  <a:cubicBezTo>
                    <a:pt x="10800" y="4006"/>
                    <a:pt x="12577" y="2003"/>
                    <a:pt x="14716" y="2003"/>
                  </a:cubicBezTo>
                  <a:cubicBezTo>
                    <a:pt x="15855" y="2003"/>
                    <a:pt x="16994" y="2435"/>
                    <a:pt x="17615" y="3299"/>
                  </a:cubicBezTo>
                  <a:cubicBezTo>
                    <a:pt x="18512" y="3142"/>
                    <a:pt x="19392" y="2710"/>
                    <a:pt x="20151" y="2297"/>
                  </a:cubicBezTo>
                  <a:cubicBezTo>
                    <a:pt x="19892" y="3299"/>
                    <a:pt x="19254" y="4163"/>
                    <a:pt x="18374" y="4732"/>
                  </a:cubicBezTo>
                  <a:cubicBezTo>
                    <a:pt x="19254" y="4575"/>
                    <a:pt x="20013" y="4438"/>
                    <a:pt x="20651" y="4006"/>
                  </a:cubicBezTo>
                  <a:cubicBezTo>
                    <a:pt x="20151" y="5007"/>
                    <a:pt x="19512" y="5734"/>
                    <a:pt x="18753" y="6441"/>
                  </a:cubicBezTo>
                  <a:close/>
                </a:path>
              </a:pathLst>
            </a:custGeom>
            <a:solidFill>
              <a:srgbClr val="FFFFFF"/>
            </a:solidFill>
            <a:ln w="12700" cap="flat">
              <a:noFill/>
              <a:miter lim="400000"/>
            </a:ln>
            <a:effectLst/>
          </p:spPr>
          <p:txBody>
            <a:bodyPr wrap="square" lIns="91439" tIns="91439" rIns="91439" bIns="91439" numCol="1" anchor="t">
              <a:noAutofit/>
            </a:bodyPr>
            <a:lstStyle/>
            <a:p>
              <a:pPr algn="l" defTabSz="1828800">
                <a:defRPr b="0" sz="3600">
                  <a:solidFill>
                    <a:srgbClr val="3F3F3F"/>
                  </a:solidFill>
                  <a:latin typeface="Open Sans"/>
                  <a:ea typeface="Open Sans"/>
                  <a:cs typeface="Open Sans"/>
                  <a:sym typeface="Open Sans"/>
                </a:defRPr>
              </a:pPr>
            </a:p>
          </p:txBody>
        </p:sp>
      </p:grpSp>
      <p:grpSp>
        <p:nvGrpSpPr>
          <p:cNvPr id="1070" name="Grupo"/>
          <p:cNvGrpSpPr/>
          <p:nvPr/>
        </p:nvGrpSpPr>
        <p:grpSpPr>
          <a:xfrm>
            <a:off x="11463919" y="3778925"/>
            <a:ext cx="7006133" cy="6158150"/>
            <a:chOff x="0" y="0"/>
            <a:chExt cx="7006132" cy="6158148"/>
          </a:xfrm>
        </p:grpSpPr>
        <p:sp>
          <p:nvSpPr>
            <p:cNvPr id="1067" name="Freeform 5"/>
            <p:cNvSpPr/>
            <p:nvPr/>
          </p:nvSpPr>
          <p:spPr>
            <a:xfrm>
              <a:off x="434250" y="571023"/>
              <a:ext cx="6264146" cy="50742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432"/>
                  </a:moveTo>
                  <a:cubicBezTo>
                    <a:pt x="20886" y="2956"/>
                    <a:pt x="20036" y="3123"/>
                    <a:pt x="19052" y="3314"/>
                  </a:cubicBezTo>
                  <a:cubicBezTo>
                    <a:pt x="20036" y="2623"/>
                    <a:pt x="20751" y="1574"/>
                    <a:pt x="21040" y="358"/>
                  </a:cubicBezTo>
                  <a:cubicBezTo>
                    <a:pt x="20191" y="858"/>
                    <a:pt x="19206" y="1383"/>
                    <a:pt x="18203" y="1574"/>
                  </a:cubicBezTo>
                  <a:cubicBezTo>
                    <a:pt x="17508" y="525"/>
                    <a:pt x="16234" y="0"/>
                    <a:pt x="14960" y="0"/>
                  </a:cubicBezTo>
                  <a:cubicBezTo>
                    <a:pt x="12566" y="0"/>
                    <a:pt x="10578" y="2432"/>
                    <a:pt x="10578" y="5388"/>
                  </a:cubicBezTo>
                  <a:cubicBezTo>
                    <a:pt x="10578" y="5746"/>
                    <a:pt x="10578" y="6270"/>
                    <a:pt x="10732" y="6628"/>
                  </a:cubicBezTo>
                  <a:cubicBezTo>
                    <a:pt x="7046" y="6437"/>
                    <a:pt x="3668" y="4172"/>
                    <a:pt x="1544" y="858"/>
                  </a:cubicBezTo>
                  <a:cubicBezTo>
                    <a:pt x="1120" y="1740"/>
                    <a:pt x="984" y="2623"/>
                    <a:pt x="984" y="3648"/>
                  </a:cubicBezTo>
                  <a:cubicBezTo>
                    <a:pt x="984" y="5579"/>
                    <a:pt x="1679" y="7319"/>
                    <a:pt x="2953" y="8177"/>
                  </a:cubicBezTo>
                  <a:cubicBezTo>
                    <a:pt x="2258" y="8177"/>
                    <a:pt x="1544" y="8011"/>
                    <a:pt x="830" y="7486"/>
                  </a:cubicBezTo>
                  <a:cubicBezTo>
                    <a:pt x="830" y="7653"/>
                    <a:pt x="830" y="7653"/>
                    <a:pt x="830" y="7653"/>
                  </a:cubicBezTo>
                  <a:cubicBezTo>
                    <a:pt x="830" y="10275"/>
                    <a:pt x="2394" y="12540"/>
                    <a:pt x="4517" y="12898"/>
                  </a:cubicBezTo>
                  <a:cubicBezTo>
                    <a:pt x="4092" y="13065"/>
                    <a:pt x="3668" y="13232"/>
                    <a:pt x="3243" y="13232"/>
                  </a:cubicBezTo>
                  <a:cubicBezTo>
                    <a:pt x="2953" y="13232"/>
                    <a:pt x="2683" y="13065"/>
                    <a:pt x="2394" y="13065"/>
                  </a:cubicBezTo>
                  <a:cubicBezTo>
                    <a:pt x="2953" y="15163"/>
                    <a:pt x="4652" y="16903"/>
                    <a:pt x="6621" y="16903"/>
                  </a:cubicBezTo>
                  <a:cubicBezTo>
                    <a:pt x="5077" y="18286"/>
                    <a:pt x="3243" y="19168"/>
                    <a:pt x="1120" y="19168"/>
                  </a:cubicBezTo>
                  <a:cubicBezTo>
                    <a:pt x="695" y="19168"/>
                    <a:pt x="425" y="19168"/>
                    <a:pt x="0" y="19168"/>
                  </a:cubicBezTo>
                  <a:cubicBezTo>
                    <a:pt x="1969" y="20718"/>
                    <a:pt x="4362" y="21600"/>
                    <a:pt x="6775" y="21600"/>
                  </a:cubicBezTo>
                  <a:cubicBezTo>
                    <a:pt x="14960" y="21600"/>
                    <a:pt x="19477" y="13232"/>
                    <a:pt x="19477" y="6103"/>
                  </a:cubicBezTo>
                  <a:cubicBezTo>
                    <a:pt x="19477" y="5746"/>
                    <a:pt x="19477" y="5579"/>
                    <a:pt x="19477" y="5388"/>
                  </a:cubicBezTo>
                  <a:cubicBezTo>
                    <a:pt x="20326" y="4530"/>
                    <a:pt x="21040" y="3648"/>
                    <a:pt x="21600" y="2432"/>
                  </a:cubicBezTo>
                  <a:close/>
                </a:path>
              </a:pathLst>
            </a:custGeom>
            <a:solidFill>
              <a:srgbClr val="AAE1F6"/>
            </a:solidFill>
            <a:ln w="12700" cap="flat">
              <a:noFill/>
              <a:miter lim="400000"/>
            </a:ln>
            <a:effectLst/>
          </p:spPr>
          <p:txBody>
            <a:bodyPr wrap="square" lIns="91439" tIns="91439" rIns="91439" bIns="91439" numCol="1" anchor="t">
              <a:noAutofit/>
            </a:bodyPr>
            <a:lstStyle/>
            <a:p>
              <a:pPr algn="l" defTabSz="1828800">
                <a:defRPr b="0" sz="3600">
                  <a:solidFill>
                    <a:srgbClr val="3F3F3F"/>
                  </a:solidFill>
                  <a:latin typeface="Open Sans"/>
                  <a:ea typeface="Open Sans"/>
                  <a:cs typeface="Open Sans"/>
                  <a:sym typeface="Open Sans"/>
                </a:defRPr>
              </a:pPr>
            </a:p>
          </p:txBody>
        </p:sp>
        <p:sp>
          <p:nvSpPr>
            <p:cNvPr id="1068" name="Rectangle 6"/>
            <p:cNvSpPr/>
            <p:nvPr/>
          </p:nvSpPr>
          <p:spPr>
            <a:xfrm>
              <a:off x="91999" y="4203188"/>
              <a:ext cx="6537689" cy="1596474"/>
            </a:xfrm>
            <a:prstGeom prst="rect">
              <a:avLst/>
            </a:prstGeom>
            <a:solidFill>
              <a:srgbClr val="1EB2EE"/>
            </a:solidFill>
            <a:ln w="12700" cap="flat">
              <a:noFill/>
              <a:miter lim="400000"/>
            </a:ln>
            <a:effectLst/>
          </p:spPr>
          <p:txBody>
            <a:bodyPr wrap="square" lIns="91439" tIns="91439" rIns="91439" bIns="91439" numCol="1" anchor="t">
              <a:noAutofit/>
            </a:bodyPr>
            <a:lstStyle/>
            <a:p>
              <a:pPr algn="l" defTabSz="1828800">
                <a:defRPr b="0" sz="3600">
                  <a:solidFill>
                    <a:srgbClr val="3F3F3F"/>
                  </a:solidFill>
                  <a:latin typeface="Open Sans"/>
                  <a:ea typeface="Open Sans"/>
                  <a:cs typeface="Open Sans"/>
                  <a:sym typeface="Open Sans"/>
                </a:defRPr>
              </a:pPr>
            </a:p>
          </p:txBody>
        </p:sp>
        <p:sp>
          <p:nvSpPr>
            <p:cNvPr id="1069" name="Freeform 7"/>
            <p:cNvSpPr/>
            <p:nvPr/>
          </p:nvSpPr>
          <p:spPr>
            <a:xfrm>
              <a:off x="0" y="0"/>
              <a:ext cx="7006133" cy="6158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21600"/>
                    <a:pt x="0" y="21600"/>
                    <a:pt x="0" y="21600"/>
                  </a:cubicBezTo>
                  <a:cubicBezTo>
                    <a:pt x="21600" y="21600"/>
                    <a:pt x="21600" y="21600"/>
                    <a:pt x="21600" y="21600"/>
                  </a:cubicBezTo>
                  <a:cubicBezTo>
                    <a:pt x="21600" y="0"/>
                    <a:pt x="21600" y="0"/>
                    <a:pt x="21600" y="0"/>
                  </a:cubicBezTo>
                  <a:lnTo>
                    <a:pt x="0" y="0"/>
                  </a:lnTo>
                  <a:close/>
                  <a:moveTo>
                    <a:pt x="18753" y="6441"/>
                  </a:moveTo>
                  <a:cubicBezTo>
                    <a:pt x="18753" y="6598"/>
                    <a:pt x="18753" y="6735"/>
                    <a:pt x="18753" y="7030"/>
                  </a:cubicBezTo>
                  <a:cubicBezTo>
                    <a:pt x="18753" y="12901"/>
                    <a:pt x="14716" y="19793"/>
                    <a:pt x="7401" y="19793"/>
                  </a:cubicBezTo>
                  <a:cubicBezTo>
                    <a:pt x="5245" y="19793"/>
                    <a:pt x="3105" y="19067"/>
                    <a:pt x="1346" y="17791"/>
                  </a:cubicBezTo>
                  <a:cubicBezTo>
                    <a:pt x="1725" y="17791"/>
                    <a:pt x="1967" y="17791"/>
                    <a:pt x="2346" y="17791"/>
                  </a:cubicBezTo>
                  <a:cubicBezTo>
                    <a:pt x="4244" y="17791"/>
                    <a:pt x="5883" y="17064"/>
                    <a:pt x="7263" y="15925"/>
                  </a:cubicBezTo>
                  <a:cubicBezTo>
                    <a:pt x="5504" y="15925"/>
                    <a:pt x="3985" y="14492"/>
                    <a:pt x="3485" y="12764"/>
                  </a:cubicBezTo>
                  <a:cubicBezTo>
                    <a:pt x="3744" y="12764"/>
                    <a:pt x="3985" y="12901"/>
                    <a:pt x="4244" y="12901"/>
                  </a:cubicBezTo>
                  <a:cubicBezTo>
                    <a:pt x="4624" y="12901"/>
                    <a:pt x="5003" y="12764"/>
                    <a:pt x="5383" y="12626"/>
                  </a:cubicBezTo>
                  <a:cubicBezTo>
                    <a:pt x="3485" y="12332"/>
                    <a:pt x="2088" y="10466"/>
                    <a:pt x="2088" y="8306"/>
                  </a:cubicBezTo>
                  <a:cubicBezTo>
                    <a:pt x="2088" y="8169"/>
                    <a:pt x="2088" y="8169"/>
                    <a:pt x="2088" y="8169"/>
                  </a:cubicBezTo>
                  <a:cubicBezTo>
                    <a:pt x="2726" y="8601"/>
                    <a:pt x="3364" y="8738"/>
                    <a:pt x="3985" y="8738"/>
                  </a:cubicBezTo>
                  <a:cubicBezTo>
                    <a:pt x="2847" y="8031"/>
                    <a:pt x="2226" y="6598"/>
                    <a:pt x="2226" y="5007"/>
                  </a:cubicBezTo>
                  <a:cubicBezTo>
                    <a:pt x="2226" y="4163"/>
                    <a:pt x="2346" y="3436"/>
                    <a:pt x="2726" y="2710"/>
                  </a:cubicBezTo>
                  <a:cubicBezTo>
                    <a:pt x="4624" y="5439"/>
                    <a:pt x="7643" y="7305"/>
                    <a:pt x="10938" y="7462"/>
                  </a:cubicBezTo>
                  <a:cubicBezTo>
                    <a:pt x="10800" y="7167"/>
                    <a:pt x="10800" y="6735"/>
                    <a:pt x="10800" y="6441"/>
                  </a:cubicBezTo>
                  <a:cubicBezTo>
                    <a:pt x="10800" y="4006"/>
                    <a:pt x="12577" y="2003"/>
                    <a:pt x="14716" y="2003"/>
                  </a:cubicBezTo>
                  <a:cubicBezTo>
                    <a:pt x="15855" y="2003"/>
                    <a:pt x="16994" y="2435"/>
                    <a:pt x="17615" y="3299"/>
                  </a:cubicBezTo>
                  <a:cubicBezTo>
                    <a:pt x="18512" y="3142"/>
                    <a:pt x="19392" y="2710"/>
                    <a:pt x="20151" y="2297"/>
                  </a:cubicBezTo>
                  <a:cubicBezTo>
                    <a:pt x="19892" y="3299"/>
                    <a:pt x="19254" y="4163"/>
                    <a:pt x="18374" y="4732"/>
                  </a:cubicBezTo>
                  <a:cubicBezTo>
                    <a:pt x="19254" y="4575"/>
                    <a:pt x="20013" y="4438"/>
                    <a:pt x="20651" y="4006"/>
                  </a:cubicBezTo>
                  <a:cubicBezTo>
                    <a:pt x="20151" y="5007"/>
                    <a:pt x="19512" y="5734"/>
                    <a:pt x="18753" y="6441"/>
                  </a:cubicBezTo>
                  <a:close/>
                </a:path>
              </a:pathLst>
            </a:custGeom>
            <a:solidFill>
              <a:srgbClr val="FFFFFF"/>
            </a:solidFill>
            <a:ln w="12700" cap="flat">
              <a:noFill/>
              <a:miter lim="400000"/>
            </a:ln>
            <a:effectLst/>
          </p:spPr>
          <p:txBody>
            <a:bodyPr wrap="square" lIns="91439" tIns="91439" rIns="91439" bIns="91439" numCol="1" anchor="t">
              <a:noAutofit/>
            </a:bodyPr>
            <a:lstStyle/>
            <a:p>
              <a:pPr algn="l" defTabSz="1828800">
                <a:defRPr b="0" sz="3600">
                  <a:solidFill>
                    <a:srgbClr val="3F3F3F"/>
                  </a:solidFill>
                  <a:latin typeface="Open Sans"/>
                  <a:ea typeface="Open Sans"/>
                  <a:cs typeface="Open Sans"/>
                  <a:sym typeface="Open Sans"/>
                </a:defRPr>
              </a:pPr>
            </a:p>
          </p:txBody>
        </p:sp>
      </p:gr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74" name="Términos y condiciones"/>
          <p:cNvSpPr txBox="1"/>
          <p:nvPr>
            <p:ph type="title"/>
          </p:nvPr>
        </p:nvSpPr>
        <p:spPr>
          <a:prstGeom prst="rect">
            <a:avLst/>
          </a:prstGeom>
        </p:spPr>
        <p:txBody>
          <a:bodyPr/>
          <a:lstStyle/>
          <a:p>
            <a:pPr/>
            <a:r>
              <a:t>Términos y condiciones</a:t>
            </a:r>
          </a:p>
        </p:txBody>
      </p:sp>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76" name="Términos y condiciones"/>
          <p:cNvSpPr txBox="1"/>
          <p:nvPr>
            <p:ph type="title"/>
          </p:nvPr>
        </p:nvSpPr>
        <p:spPr>
          <a:prstGeom prst="rect">
            <a:avLst/>
          </a:prstGeom>
        </p:spPr>
        <p:txBody>
          <a:bodyPr/>
          <a:lstStyle/>
          <a:p>
            <a:pPr/>
            <a:r>
              <a:t>Términos y condiciones</a:t>
            </a:r>
          </a:p>
        </p:txBody>
      </p:sp>
      <p:sp>
        <p:nvSpPr>
          <p:cNvPr id="1077" name="Círculo"/>
          <p:cNvSpPr/>
          <p:nvPr/>
        </p:nvSpPr>
        <p:spPr>
          <a:xfrm>
            <a:off x="1271531" y="2631611"/>
            <a:ext cx="1357825" cy="1357825"/>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078" name="1"/>
          <p:cNvSpPr txBox="1"/>
          <p:nvPr/>
        </p:nvSpPr>
        <p:spPr>
          <a:xfrm>
            <a:off x="1470378" y="2867344"/>
            <a:ext cx="960130" cy="8863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1</a:t>
            </a:r>
          </a:p>
        </p:txBody>
      </p:sp>
      <p:sp>
        <p:nvSpPr>
          <p:cNvPr id="1079" name="Rectángulo"/>
          <p:cNvSpPr/>
          <p:nvPr/>
        </p:nvSpPr>
        <p:spPr>
          <a:xfrm>
            <a:off x="2918274" y="2606945"/>
            <a:ext cx="18547453"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080" name="Para comenzar a trabajar juntos el cliente deberá abonar el 50% del coste del servicio."/>
          <p:cNvSpPr txBox="1"/>
          <p:nvPr/>
        </p:nvSpPr>
        <p:spPr>
          <a:xfrm>
            <a:off x="2986483" y="3068616"/>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
        <p:nvSpPr>
          <p:cNvPr id="1081" name="Círculo"/>
          <p:cNvSpPr/>
          <p:nvPr/>
        </p:nvSpPr>
        <p:spPr>
          <a:xfrm>
            <a:off x="1271531" y="2644311"/>
            <a:ext cx="1357825" cy="1357825"/>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082" name="1"/>
          <p:cNvSpPr txBox="1"/>
          <p:nvPr/>
        </p:nvSpPr>
        <p:spPr>
          <a:xfrm>
            <a:off x="1470378" y="2880044"/>
            <a:ext cx="960130" cy="8863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1</a:t>
            </a:r>
          </a:p>
        </p:txBody>
      </p:sp>
      <p:sp>
        <p:nvSpPr>
          <p:cNvPr id="1083" name="Rectángulo"/>
          <p:cNvSpPr/>
          <p:nvPr/>
        </p:nvSpPr>
        <p:spPr>
          <a:xfrm>
            <a:off x="2918274" y="2619645"/>
            <a:ext cx="18547453"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084" name="Para comenzar a trabajar juntos el cliente deberá abonar el 50% del coste del servicio."/>
          <p:cNvSpPr txBox="1"/>
          <p:nvPr/>
        </p:nvSpPr>
        <p:spPr>
          <a:xfrm>
            <a:off x="2986483" y="3081316"/>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
        <p:nvSpPr>
          <p:cNvPr id="1085" name="Círculo"/>
          <p:cNvSpPr/>
          <p:nvPr/>
        </p:nvSpPr>
        <p:spPr>
          <a:xfrm>
            <a:off x="1271531" y="4996697"/>
            <a:ext cx="1357825" cy="1357825"/>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086" name="1"/>
          <p:cNvSpPr txBox="1"/>
          <p:nvPr/>
        </p:nvSpPr>
        <p:spPr>
          <a:xfrm>
            <a:off x="1470378" y="5232430"/>
            <a:ext cx="960130" cy="88635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1</a:t>
            </a:r>
          </a:p>
        </p:txBody>
      </p:sp>
      <p:sp>
        <p:nvSpPr>
          <p:cNvPr id="1087" name="Rectángulo"/>
          <p:cNvSpPr/>
          <p:nvPr/>
        </p:nvSpPr>
        <p:spPr>
          <a:xfrm>
            <a:off x="2918274" y="4972031"/>
            <a:ext cx="18547453"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088" name="Para comenzar a trabajar juntos el cliente deberá abonar el 50% del coste del servicio."/>
          <p:cNvSpPr txBox="1"/>
          <p:nvPr/>
        </p:nvSpPr>
        <p:spPr>
          <a:xfrm>
            <a:off x="2986483" y="5433702"/>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
        <p:nvSpPr>
          <p:cNvPr id="1089" name="Círculo"/>
          <p:cNvSpPr/>
          <p:nvPr/>
        </p:nvSpPr>
        <p:spPr>
          <a:xfrm>
            <a:off x="1271531" y="5009397"/>
            <a:ext cx="1357825" cy="1357825"/>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090" name="2"/>
          <p:cNvSpPr txBox="1"/>
          <p:nvPr/>
        </p:nvSpPr>
        <p:spPr>
          <a:xfrm>
            <a:off x="1470378" y="5264944"/>
            <a:ext cx="960130" cy="88635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2</a:t>
            </a:r>
          </a:p>
        </p:txBody>
      </p:sp>
      <p:sp>
        <p:nvSpPr>
          <p:cNvPr id="1091" name="Rectángulo"/>
          <p:cNvSpPr/>
          <p:nvPr/>
        </p:nvSpPr>
        <p:spPr>
          <a:xfrm>
            <a:off x="2918274" y="4984731"/>
            <a:ext cx="18547453"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092" name="Para comenzar a trabajar juntos el cliente deberá abonar el 50% del coste del servicio."/>
          <p:cNvSpPr txBox="1"/>
          <p:nvPr/>
        </p:nvSpPr>
        <p:spPr>
          <a:xfrm>
            <a:off x="2986483" y="5446402"/>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
        <p:nvSpPr>
          <p:cNvPr id="1093" name="Círculo"/>
          <p:cNvSpPr/>
          <p:nvPr/>
        </p:nvSpPr>
        <p:spPr>
          <a:xfrm>
            <a:off x="1271531" y="7335169"/>
            <a:ext cx="1357825" cy="1357825"/>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094" name="1"/>
          <p:cNvSpPr txBox="1"/>
          <p:nvPr/>
        </p:nvSpPr>
        <p:spPr>
          <a:xfrm>
            <a:off x="1470378" y="7570902"/>
            <a:ext cx="960130" cy="8863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1</a:t>
            </a:r>
          </a:p>
        </p:txBody>
      </p:sp>
      <p:sp>
        <p:nvSpPr>
          <p:cNvPr id="1095" name="Rectángulo"/>
          <p:cNvSpPr/>
          <p:nvPr/>
        </p:nvSpPr>
        <p:spPr>
          <a:xfrm>
            <a:off x="2918274" y="7310503"/>
            <a:ext cx="18547453"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096" name="Para comenzar a trabajar juntos el cliente deberá abonar el 50% del coste del servicio."/>
          <p:cNvSpPr txBox="1"/>
          <p:nvPr/>
        </p:nvSpPr>
        <p:spPr>
          <a:xfrm>
            <a:off x="2986483" y="7772175"/>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
        <p:nvSpPr>
          <p:cNvPr id="1097" name="Círculo"/>
          <p:cNvSpPr/>
          <p:nvPr/>
        </p:nvSpPr>
        <p:spPr>
          <a:xfrm>
            <a:off x="1271531" y="7347869"/>
            <a:ext cx="1357825" cy="1357825"/>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098" name="3"/>
          <p:cNvSpPr txBox="1"/>
          <p:nvPr/>
        </p:nvSpPr>
        <p:spPr>
          <a:xfrm>
            <a:off x="1470378" y="7583602"/>
            <a:ext cx="960130" cy="8863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3</a:t>
            </a:r>
          </a:p>
        </p:txBody>
      </p:sp>
      <p:sp>
        <p:nvSpPr>
          <p:cNvPr id="1099" name="Rectángulo"/>
          <p:cNvSpPr/>
          <p:nvPr/>
        </p:nvSpPr>
        <p:spPr>
          <a:xfrm>
            <a:off x="2918274" y="7323203"/>
            <a:ext cx="18547453"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00" name="Para comenzar a trabajar juntos el cliente deberá abonar el 50% del coste del servicio."/>
          <p:cNvSpPr txBox="1"/>
          <p:nvPr/>
        </p:nvSpPr>
        <p:spPr>
          <a:xfrm>
            <a:off x="2986483" y="7784875"/>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
        <p:nvSpPr>
          <p:cNvPr id="1101" name="Círculo"/>
          <p:cNvSpPr/>
          <p:nvPr/>
        </p:nvSpPr>
        <p:spPr>
          <a:xfrm>
            <a:off x="1271531" y="9647028"/>
            <a:ext cx="1357825" cy="1357826"/>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102" name="1"/>
          <p:cNvSpPr txBox="1"/>
          <p:nvPr/>
        </p:nvSpPr>
        <p:spPr>
          <a:xfrm>
            <a:off x="1470378" y="9882762"/>
            <a:ext cx="960130" cy="88635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1</a:t>
            </a:r>
          </a:p>
        </p:txBody>
      </p:sp>
      <p:sp>
        <p:nvSpPr>
          <p:cNvPr id="1103" name="Rectángulo"/>
          <p:cNvSpPr/>
          <p:nvPr/>
        </p:nvSpPr>
        <p:spPr>
          <a:xfrm>
            <a:off x="2918274" y="9622363"/>
            <a:ext cx="18547453" cy="1407156"/>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04" name="Para comenzar a trabajar juntos el cliente deberá abonar el 50% del coste del servicio."/>
          <p:cNvSpPr txBox="1"/>
          <p:nvPr/>
        </p:nvSpPr>
        <p:spPr>
          <a:xfrm>
            <a:off x="2986483" y="10084034"/>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
        <p:nvSpPr>
          <p:cNvPr id="1105" name="Círculo"/>
          <p:cNvSpPr/>
          <p:nvPr/>
        </p:nvSpPr>
        <p:spPr>
          <a:xfrm>
            <a:off x="1271531" y="9659728"/>
            <a:ext cx="1357825" cy="1357826"/>
          </a:xfrm>
          <a:prstGeom prst="ellipse">
            <a:avLst/>
          </a:prstGeom>
          <a:solidFill>
            <a:srgbClr val="EEB219"/>
          </a:solidFill>
          <a:ln w="12700">
            <a:miter lim="400000"/>
          </a:ln>
        </p:spPr>
        <p:txBody>
          <a:bodyPr lIns="45719" rIns="45719" anchor="ctr"/>
          <a:lstStyle/>
          <a:p>
            <a:pPr defTabSz="914400">
              <a:defRPr b="0" sz="1800">
                <a:solidFill>
                  <a:srgbClr val="FFFFFF"/>
                </a:solidFill>
                <a:latin typeface="Roboto"/>
                <a:ea typeface="Roboto"/>
                <a:cs typeface="Roboto"/>
                <a:sym typeface="Roboto"/>
              </a:defRPr>
            </a:pPr>
          </a:p>
        </p:txBody>
      </p:sp>
      <p:sp>
        <p:nvSpPr>
          <p:cNvPr id="1106" name="4"/>
          <p:cNvSpPr txBox="1"/>
          <p:nvPr/>
        </p:nvSpPr>
        <p:spPr>
          <a:xfrm>
            <a:off x="1470378" y="9895462"/>
            <a:ext cx="960130" cy="88635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defTabSz="914400">
              <a:defRPr sz="5500">
                <a:latin typeface="+mj-lt"/>
                <a:ea typeface="+mj-ea"/>
                <a:cs typeface="+mj-cs"/>
                <a:sym typeface="Montserrat"/>
              </a:defRPr>
            </a:lvl1pPr>
          </a:lstStyle>
          <a:p>
            <a:pPr/>
            <a:r>
              <a:t>4</a:t>
            </a:r>
          </a:p>
        </p:txBody>
      </p:sp>
      <p:sp>
        <p:nvSpPr>
          <p:cNvPr id="1107" name="Rectángulo"/>
          <p:cNvSpPr/>
          <p:nvPr/>
        </p:nvSpPr>
        <p:spPr>
          <a:xfrm>
            <a:off x="2918274" y="9635063"/>
            <a:ext cx="18547453" cy="1407156"/>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08" name="Para comenzar a trabajar juntos el cliente deberá abonar el 50% del coste del servicio."/>
          <p:cNvSpPr txBox="1"/>
          <p:nvPr/>
        </p:nvSpPr>
        <p:spPr>
          <a:xfrm>
            <a:off x="2986483" y="10096734"/>
            <a:ext cx="18844513"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Para comenzar a trabajar juntos el cliente deberá abonar el 50% del coste del servicio.</a:t>
            </a:r>
          </a:p>
        </p:txBody>
      </p:sp>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10" name="Preguntas frecuentes"/>
          <p:cNvSpPr txBox="1"/>
          <p:nvPr>
            <p:ph type="title"/>
          </p:nvPr>
        </p:nvSpPr>
        <p:spPr>
          <a:prstGeom prst="rect">
            <a:avLst/>
          </a:prstGeom>
        </p:spPr>
        <p:txBody>
          <a:bodyPr/>
          <a:lstStyle/>
          <a:p>
            <a:pPr/>
            <a:r>
              <a:t>Preguntas frecuentes</a:t>
            </a:r>
          </a:p>
        </p:txBody>
      </p:sp>
    </p:spTree>
  </p:cSld>
  <p:clrMapOvr>
    <a:masterClrMapping/>
  </p:clrMapOvr>
  <p:transition xmlns:p14="http://schemas.microsoft.com/office/powerpoint/2010/main" spd="med" advClick="1"/>
</p:sld>
</file>

<file path=ppt/slides/slide6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12" name="Rectángulo"/>
          <p:cNvSpPr/>
          <p:nvPr/>
        </p:nvSpPr>
        <p:spPr>
          <a:xfrm>
            <a:off x="1084680" y="3790242"/>
            <a:ext cx="9371628"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13" name="Preguntas frecuentes"/>
          <p:cNvSpPr txBox="1"/>
          <p:nvPr>
            <p:ph type="title"/>
          </p:nvPr>
        </p:nvSpPr>
        <p:spPr>
          <a:prstGeom prst="rect">
            <a:avLst/>
          </a:prstGeom>
        </p:spPr>
        <p:txBody>
          <a:bodyPr/>
          <a:lstStyle/>
          <a:p>
            <a:pPr/>
            <a:r>
              <a:t>Preguntas frecuentes</a:t>
            </a:r>
          </a:p>
        </p:txBody>
      </p:sp>
      <p:sp>
        <p:nvSpPr>
          <p:cNvPr id="1114" name="Rectángulo"/>
          <p:cNvSpPr/>
          <p:nvPr/>
        </p:nvSpPr>
        <p:spPr>
          <a:xfrm>
            <a:off x="729080" y="3061467"/>
            <a:ext cx="188070" cy="2259339"/>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15" name="El cliente puede realizar el pago a través de transferencia bancaria o con tarjeta de crédito."/>
          <p:cNvSpPr txBox="1"/>
          <p:nvPr/>
        </p:nvSpPr>
        <p:spPr>
          <a:xfrm>
            <a:off x="1152889" y="4055063"/>
            <a:ext cx="9235210" cy="8636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El cliente puede realizar el pago a través de transferencia bancaria o con tarjeta de crédito.</a:t>
            </a:r>
          </a:p>
        </p:txBody>
      </p:sp>
      <p:sp>
        <p:nvSpPr>
          <p:cNvPr id="1116" name="¿Cuáles son los métodos de pago?"/>
          <p:cNvSpPr txBox="1"/>
          <p:nvPr/>
        </p:nvSpPr>
        <p:spPr>
          <a:xfrm>
            <a:off x="1062530" y="2994364"/>
            <a:ext cx="7536943"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u="sng">
                <a:latin typeface="+mj-lt"/>
                <a:ea typeface="+mj-ea"/>
                <a:cs typeface="+mj-cs"/>
                <a:sym typeface="Montserrat"/>
              </a:defRPr>
            </a:lvl1pPr>
          </a:lstStyle>
          <a:p>
            <a:pPr/>
            <a:r>
              <a:t>¿Cuáles son los métodos de pago?</a:t>
            </a:r>
          </a:p>
        </p:txBody>
      </p:sp>
      <p:sp>
        <p:nvSpPr>
          <p:cNvPr id="1117" name="Rectángulo"/>
          <p:cNvSpPr/>
          <p:nvPr/>
        </p:nvSpPr>
        <p:spPr>
          <a:xfrm>
            <a:off x="1097380" y="6715120"/>
            <a:ext cx="9371628"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18" name="Rectángulo"/>
          <p:cNvSpPr/>
          <p:nvPr/>
        </p:nvSpPr>
        <p:spPr>
          <a:xfrm>
            <a:off x="741780" y="5986345"/>
            <a:ext cx="188070" cy="2259339"/>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19" name="El servicio de consultoría incluye….."/>
          <p:cNvSpPr txBox="1"/>
          <p:nvPr/>
        </p:nvSpPr>
        <p:spPr>
          <a:xfrm>
            <a:off x="1165589" y="7176792"/>
            <a:ext cx="9235210"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El servicio de consultoría incluye…..</a:t>
            </a:r>
          </a:p>
        </p:txBody>
      </p:sp>
      <p:sp>
        <p:nvSpPr>
          <p:cNvPr id="1120" name="¿Qué incluye el servicio?"/>
          <p:cNvSpPr txBox="1"/>
          <p:nvPr/>
        </p:nvSpPr>
        <p:spPr>
          <a:xfrm>
            <a:off x="1075230" y="5919242"/>
            <a:ext cx="5420260"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u="sng">
                <a:latin typeface="+mj-lt"/>
                <a:ea typeface="+mj-ea"/>
                <a:cs typeface="+mj-cs"/>
                <a:sym typeface="Montserrat"/>
              </a:defRPr>
            </a:lvl1pPr>
          </a:lstStyle>
          <a:p>
            <a:pPr/>
            <a:r>
              <a:t>¿Qué incluye el servicio?</a:t>
            </a:r>
          </a:p>
        </p:txBody>
      </p:sp>
      <p:sp>
        <p:nvSpPr>
          <p:cNvPr id="1121" name="Rectángulo"/>
          <p:cNvSpPr/>
          <p:nvPr/>
        </p:nvSpPr>
        <p:spPr>
          <a:xfrm>
            <a:off x="1097380" y="9639998"/>
            <a:ext cx="9371628"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22" name="Rectángulo"/>
          <p:cNvSpPr/>
          <p:nvPr/>
        </p:nvSpPr>
        <p:spPr>
          <a:xfrm>
            <a:off x="741780" y="8911224"/>
            <a:ext cx="188070" cy="2259338"/>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23" name="Las sesiones de seguimiento se realizan por Skype…."/>
          <p:cNvSpPr txBox="1"/>
          <p:nvPr/>
        </p:nvSpPr>
        <p:spPr>
          <a:xfrm>
            <a:off x="1165589" y="10101670"/>
            <a:ext cx="9235210" cy="469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Las sesiones de seguimiento se realizan por Skype….</a:t>
            </a:r>
          </a:p>
        </p:txBody>
      </p:sp>
      <p:sp>
        <p:nvSpPr>
          <p:cNvPr id="1124" name="¿Cómo son las sesiones de seguimiento?"/>
          <p:cNvSpPr txBox="1"/>
          <p:nvPr/>
        </p:nvSpPr>
        <p:spPr>
          <a:xfrm>
            <a:off x="1075230" y="8844121"/>
            <a:ext cx="8936839"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u="sng">
                <a:latin typeface="+mj-lt"/>
                <a:ea typeface="+mj-ea"/>
                <a:cs typeface="+mj-cs"/>
                <a:sym typeface="Montserrat"/>
              </a:defRPr>
            </a:lvl1pPr>
          </a:lstStyle>
          <a:p>
            <a:pPr/>
            <a:r>
              <a:t>¿Cómo son las sesiones de seguimiento?</a:t>
            </a:r>
          </a:p>
        </p:txBody>
      </p:sp>
      <p:sp>
        <p:nvSpPr>
          <p:cNvPr id="1125" name="Rectángulo"/>
          <p:cNvSpPr/>
          <p:nvPr/>
        </p:nvSpPr>
        <p:spPr>
          <a:xfrm>
            <a:off x="12674187" y="3823793"/>
            <a:ext cx="9371628"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26" name="Rectángulo"/>
          <p:cNvSpPr/>
          <p:nvPr/>
        </p:nvSpPr>
        <p:spPr>
          <a:xfrm>
            <a:off x="12318587" y="3095019"/>
            <a:ext cx="188070" cy="2259338"/>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27" name="El cliente puede realizar el pago a través de transferencia bancaria o con tarjeta de crédito."/>
          <p:cNvSpPr txBox="1"/>
          <p:nvPr/>
        </p:nvSpPr>
        <p:spPr>
          <a:xfrm>
            <a:off x="12742397" y="4088615"/>
            <a:ext cx="9235209" cy="8636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El cliente puede realizar el pago a través de transferencia bancaria o con tarjeta de crédito.</a:t>
            </a:r>
          </a:p>
        </p:txBody>
      </p:sp>
      <p:sp>
        <p:nvSpPr>
          <p:cNvPr id="1128" name="¿Cuáles son los métodos de pago?"/>
          <p:cNvSpPr txBox="1"/>
          <p:nvPr/>
        </p:nvSpPr>
        <p:spPr>
          <a:xfrm>
            <a:off x="12652037" y="3027916"/>
            <a:ext cx="7536943"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u="sng">
                <a:latin typeface="+mj-lt"/>
                <a:ea typeface="+mj-ea"/>
                <a:cs typeface="+mj-cs"/>
                <a:sym typeface="Montserrat"/>
              </a:defRPr>
            </a:lvl1pPr>
          </a:lstStyle>
          <a:p>
            <a:pPr/>
            <a:r>
              <a:t>¿Cuáles son los métodos de pago?</a:t>
            </a:r>
          </a:p>
        </p:txBody>
      </p:sp>
      <p:sp>
        <p:nvSpPr>
          <p:cNvPr id="1129" name="Rectángulo"/>
          <p:cNvSpPr/>
          <p:nvPr/>
        </p:nvSpPr>
        <p:spPr>
          <a:xfrm>
            <a:off x="12686887" y="6748671"/>
            <a:ext cx="9371628"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30" name="Rectángulo"/>
          <p:cNvSpPr/>
          <p:nvPr/>
        </p:nvSpPr>
        <p:spPr>
          <a:xfrm>
            <a:off x="12331287" y="6019897"/>
            <a:ext cx="188070" cy="2259338"/>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31" name="El cliente puede realizar el pago a través de transferencia bancaria o con tarjeta de crédito."/>
          <p:cNvSpPr txBox="1"/>
          <p:nvPr/>
        </p:nvSpPr>
        <p:spPr>
          <a:xfrm>
            <a:off x="12755097" y="7013493"/>
            <a:ext cx="9235209" cy="8636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El cliente puede realizar el pago a través de transferencia bancaria o con tarjeta de crédito.</a:t>
            </a:r>
          </a:p>
        </p:txBody>
      </p:sp>
      <p:sp>
        <p:nvSpPr>
          <p:cNvPr id="1132" name="¿Cuáles son los métodos de pago?"/>
          <p:cNvSpPr txBox="1"/>
          <p:nvPr/>
        </p:nvSpPr>
        <p:spPr>
          <a:xfrm>
            <a:off x="12664737" y="5952794"/>
            <a:ext cx="7536943"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u="sng">
                <a:latin typeface="+mj-lt"/>
                <a:ea typeface="+mj-ea"/>
                <a:cs typeface="+mj-cs"/>
                <a:sym typeface="Montserrat"/>
              </a:defRPr>
            </a:lvl1pPr>
          </a:lstStyle>
          <a:p>
            <a:pPr/>
            <a:r>
              <a:t>¿Cuáles son los métodos de pago?</a:t>
            </a:r>
          </a:p>
        </p:txBody>
      </p:sp>
      <p:sp>
        <p:nvSpPr>
          <p:cNvPr id="1133" name="Rectángulo"/>
          <p:cNvSpPr/>
          <p:nvPr/>
        </p:nvSpPr>
        <p:spPr>
          <a:xfrm>
            <a:off x="12686887" y="9673549"/>
            <a:ext cx="9371628" cy="1407157"/>
          </a:xfrm>
          <a:prstGeom prst="rect">
            <a:avLst/>
          </a:prstGeom>
          <a:solidFill>
            <a:schemeClr val="accent4">
              <a:hueOff val="-461056"/>
              <a:satOff val="4338"/>
              <a:lumOff val="-10225"/>
              <a:alpha val="30932"/>
            </a:schemeClr>
          </a:solidFill>
          <a:ln w="12700">
            <a:miter lim="400000"/>
          </a:ln>
        </p:spPr>
        <p:txBody>
          <a:bodyPr lIns="50800" tIns="50800" rIns="50800" bIns="50800" anchor="ctr"/>
          <a:lstStyle/>
          <a:p>
            <a:pPr algn="l">
              <a:defRPr sz="3200">
                <a:latin typeface="+mj-lt"/>
                <a:ea typeface="+mj-ea"/>
                <a:cs typeface="+mj-cs"/>
                <a:sym typeface="Montserrat"/>
              </a:defRPr>
            </a:pPr>
          </a:p>
        </p:txBody>
      </p:sp>
      <p:sp>
        <p:nvSpPr>
          <p:cNvPr id="1134" name="Rectángulo"/>
          <p:cNvSpPr/>
          <p:nvPr/>
        </p:nvSpPr>
        <p:spPr>
          <a:xfrm>
            <a:off x="12331287" y="8944775"/>
            <a:ext cx="188070" cy="2259339"/>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35" name="El cliente puede realizar el pago a través de transferencia bancaria o con tarjeta de crédito."/>
          <p:cNvSpPr txBox="1"/>
          <p:nvPr/>
        </p:nvSpPr>
        <p:spPr>
          <a:xfrm>
            <a:off x="12755097" y="9938371"/>
            <a:ext cx="9235209" cy="8636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14400">
              <a:defRPr b="0" sz="2600">
                <a:solidFill>
                  <a:srgbClr val="252D30"/>
                </a:solidFill>
                <a:latin typeface="+mj-lt"/>
                <a:ea typeface="+mj-ea"/>
                <a:cs typeface="+mj-cs"/>
                <a:sym typeface="Montserrat"/>
              </a:defRPr>
            </a:lvl1pPr>
          </a:lstStyle>
          <a:p>
            <a:pPr/>
            <a:r>
              <a:t>El cliente puede realizar el pago a través de transferencia bancaria o con tarjeta de crédito.</a:t>
            </a:r>
          </a:p>
        </p:txBody>
      </p:sp>
      <p:sp>
        <p:nvSpPr>
          <p:cNvPr id="1136" name="¿Cuáles son los métodos de pago?"/>
          <p:cNvSpPr txBox="1"/>
          <p:nvPr/>
        </p:nvSpPr>
        <p:spPr>
          <a:xfrm>
            <a:off x="12664737" y="8877672"/>
            <a:ext cx="7536943"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u="sng">
                <a:latin typeface="+mj-lt"/>
                <a:ea typeface="+mj-ea"/>
                <a:cs typeface="+mj-cs"/>
                <a:sym typeface="Montserrat"/>
              </a:defRPr>
            </a:lvl1pPr>
          </a:lstStyle>
          <a:p>
            <a:pPr/>
            <a:r>
              <a:t>¿Cuáles son los métodos de pago?</a:t>
            </a:r>
          </a:p>
        </p:txBody>
      </p:sp>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38" name="Aceptación propuesta"/>
          <p:cNvSpPr txBox="1"/>
          <p:nvPr>
            <p:ph type="title"/>
          </p:nvPr>
        </p:nvSpPr>
        <p:spPr>
          <a:prstGeom prst="rect">
            <a:avLst/>
          </a:prstGeom>
        </p:spPr>
        <p:txBody>
          <a:bodyPr/>
          <a:lstStyle/>
          <a:p>
            <a:pPr/>
            <a:r>
              <a:t>Aceptación propuesta</a:t>
            </a:r>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40" name="Aceptación proyecto"/>
          <p:cNvSpPr txBox="1"/>
          <p:nvPr>
            <p:ph type="title"/>
          </p:nvPr>
        </p:nvSpPr>
        <p:spPr>
          <a:prstGeom prst="rect">
            <a:avLst/>
          </a:prstGeom>
        </p:spPr>
        <p:txBody>
          <a:bodyPr/>
          <a:lstStyle/>
          <a:p>
            <a:pPr/>
            <a:r>
              <a:t>Aceptación proyecto</a:t>
            </a:r>
          </a:p>
        </p:txBody>
      </p:sp>
      <p:sp>
        <p:nvSpPr>
          <p:cNvPr id="1141" name="Rectángulo"/>
          <p:cNvSpPr/>
          <p:nvPr/>
        </p:nvSpPr>
        <p:spPr>
          <a:xfrm>
            <a:off x="890867" y="5750634"/>
            <a:ext cx="151486" cy="1026620"/>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42" name="____________________ Nombre y apellido"/>
          <p:cNvSpPr txBox="1"/>
          <p:nvPr/>
        </p:nvSpPr>
        <p:spPr>
          <a:xfrm>
            <a:off x="5227215" y="11018904"/>
            <a:ext cx="4730925" cy="850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defTabSz="914400">
              <a:defRPr b="0" sz="2600">
                <a:solidFill>
                  <a:srgbClr val="252D30"/>
                </a:solidFill>
                <a:latin typeface="+mj-lt"/>
                <a:ea typeface="+mj-ea"/>
                <a:cs typeface="+mj-cs"/>
                <a:sym typeface="Montserrat"/>
              </a:defRPr>
            </a:pPr>
            <a:r>
              <a:t>____________________</a:t>
            </a:r>
            <a:br/>
            <a:r>
              <a:rPr i="1">
                <a:latin typeface="Raleway Regular"/>
                <a:ea typeface="Raleway Regular"/>
                <a:cs typeface="Raleway Regular"/>
                <a:sym typeface="Raleway Regular"/>
              </a:rPr>
              <a:t>Nombre y apellido</a:t>
            </a:r>
          </a:p>
        </p:txBody>
      </p:sp>
      <p:sp>
        <p:nvSpPr>
          <p:cNvPr id="1143" name="INVERSIÓN"/>
          <p:cNvSpPr txBox="1"/>
          <p:nvPr/>
        </p:nvSpPr>
        <p:spPr>
          <a:xfrm>
            <a:off x="1075230" y="5919242"/>
            <a:ext cx="2611832"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a:latin typeface="+mj-lt"/>
                <a:ea typeface="+mj-ea"/>
                <a:cs typeface="+mj-cs"/>
                <a:sym typeface="Montserrat"/>
              </a:defRPr>
            </a:lvl1pPr>
          </a:lstStyle>
          <a:p>
            <a:pPr/>
            <a:r>
              <a:t>INVERSIÓN</a:t>
            </a:r>
          </a:p>
        </p:txBody>
      </p:sp>
      <p:graphicFrame>
        <p:nvGraphicFramePr>
          <p:cNvPr id="1144" name="Tabla"/>
          <p:cNvGraphicFramePr/>
          <p:nvPr/>
        </p:nvGraphicFramePr>
        <p:xfrm>
          <a:off x="1197611" y="7013493"/>
          <a:ext cx="21138388" cy="2277392"/>
        </p:xfrm>
        <a:graphic xmlns:a="http://schemas.openxmlformats.org/drawingml/2006/main">
          <a:graphicData uri="http://schemas.openxmlformats.org/drawingml/2006/table">
            <a:tbl>
              <a:tblPr firstCol="0" firstRow="0" lastCol="0" lastRow="0" bandCol="0" bandRow="1" rtl="0">
                <a:tableStyleId>{C7B018BB-80A7-4F77-B60F-C8B233D01FF8}</a:tableStyleId>
              </a:tblPr>
              <a:tblGrid>
                <a:gridCol w="9508246"/>
                <a:gridCol w="3505867"/>
              </a:tblGrid>
              <a:tr h="566172">
                <a:tc>
                  <a:txBody>
                    <a:bodyPr/>
                    <a:lstStyle/>
                    <a:p>
                      <a:pPr defTabSz="914400">
                        <a:defRPr sz="1800"/>
                      </a:pPr>
                      <a:r>
                        <a:rPr b="1" sz="2100">
                          <a:solidFill>
                            <a:srgbClr val="FFFFFF"/>
                          </a:solidFill>
                          <a:latin typeface="+mj-lt"/>
                          <a:ea typeface="+mj-ea"/>
                          <a:cs typeface="+mj-cs"/>
                          <a:sym typeface="Montserrat"/>
                        </a:rPr>
                        <a:t>DESCRIPCIÓN</a:t>
                      </a:r>
                    </a:p>
                  </a:txBody>
                  <a:tcPr marL="50800" marR="50800" marT="50800" marB="50800" anchor="ctr" anchorCtr="0" horzOverflow="overflow">
                    <a:lnL w="12700">
                      <a:solidFill>
                        <a:srgbClr val="606060"/>
                      </a:solidFill>
                      <a:miter lim="400000"/>
                    </a:lnL>
                    <a:lnT w="12700">
                      <a:solidFill>
                        <a:srgbClr val="606060"/>
                      </a:solidFill>
                      <a:miter lim="400000"/>
                    </a:lnT>
                    <a:solidFill>
                      <a:srgbClr val="00C3D2"/>
                    </a:solidFill>
                  </a:tcPr>
                </a:tc>
                <a:tc>
                  <a:txBody>
                    <a:bodyPr/>
                    <a:lstStyle/>
                    <a:p>
                      <a:pPr defTabSz="914400">
                        <a:defRPr sz="1800"/>
                      </a:pPr>
                      <a:r>
                        <a:rPr b="1" sz="2100">
                          <a:solidFill>
                            <a:srgbClr val="FFFFFF"/>
                          </a:solidFill>
                          <a:latin typeface="+mj-lt"/>
                          <a:ea typeface="+mj-ea"/>
                          <a:cs typeface="+mj-cs"/>
                          <a:sym typeface="Montserrat"/>
                        </a:rPr>
                        <a:t>INVERSIÓN</a:t>
                      </a:r>
                    </a:p>
                  </a:txBody>
                  <a:tcPr marL="50800" marR="50800" marT="50800" marB="50800" anchor="ctr" anchorCtr="0" horzOverflow="overflow">
                    <a:lnR w="12700">
                      <a:solidFill>
                        <a:srgbClr val="606060"/>
                      </a:solidFill>
                      <a:miter lim="400000"/>
                    </a:lnR>
                    <a:lnT w="12700">
                      <a:solidFill>
                        <a:srgbClr val="606060"/>
                      </a:solidFill>
                      <a:miter lim="400000"/>
                    </a:lnT>
                    <a:solidFill>
                      <a:srgbClr val="00C3D2"/>
                    </a:solidFill>
                  </a:tcPr>
                </a:tc>
              </a:tr>
              <a:tr h="566172">
                <a:tc>
                  <a:txBody>
                    <a:bodyPr/>
                    <a:lstStyle/>
                    <a:p>
                      <a:pPr defTabSz="914400">
                        <a:defRPr sz="1800"/>
                      </a:pPr>
                      <a:r>
                        <a:rPr sz="2100">
                          <a:latin typeface="+mj-lt"/>
                          <a:ea typeface="+mj-ea"/>
                          <a:cs typeface="+mj-cs"/>
                          <a:sym typeface="Montserrat"/>
                        </a:rPr>
                        <a:t>Gestión de….</a:t>
                      </a:r>
                    </a:p>
                  </a:txBody>
                  <a:tcPr marL="50800" marR="50800" marT="50800" marB="50800" anchor="ctr" anchorCtr="0" horzOverflow="overflow">
                    <a:lnL w="12700">
                      <a:solidFill>
                        <a:srgbClr val="606060"/>
                      </a:solidFill>
                      <a:miter lim="400000"/>
                    </a:lnL>
                    <a:solidFill>
                      <a:srgbClr val="FFFFFF"/>
                    </a:solidFill>
                  </a:tcPr>
                </a:tc>
                <a:tc>
                  <a:txBody>
                    <a:bodyPr/>
                    <a:lstStyle/>
                    <a:p>
                      <a:pPr defTabSz="914400">
                        <a:defRPr sz="1800"/>
                      </a:pPr>
                      <a:r>
                        <a:rPr sz="2100">
                          <a:latin typeface="+mj-lt"/>
                          <a:ea typeface="+mj-ea"/>
                          <a:cs typeface="+mj-cs"/>
                          <a:sym typeface="Montserrat"/>
                        </a:rPr>
                        <a:t>$ 1000</a:t>
                      </a:r>
                    </a:p>
                  </a:txBody>
                  <a:tcPr marL="50800" marR="50800" marT="50800" marB="50800" anchor="ctr" anchorCtr="0" horzOverflow="overflow">
                    <a:lnR w="12700">
                      <a:solidFill>
                        <a:srgbClr val="606060"/>
                      </a:solidFill>
                      <a:miter lim="400000"/>
                    </a:lnR>
                    <a:solidFill>
                      <a:srgbClr val="FFFFFF"/>
                    </a:solidFill>
                  </a:tcPr>
                </a:tc>
              </a:tr>
              <a:tr h="566172">
                <a:tc>
                  <a:txBody>
                    <a:bodyPr/>
                    <a:lstStyle/>
                    <a:p>
                      <a:pPr defTabSz="914400">
                        <a:defRPr sz="1800"/>
                      </a:pPr>
                      <a:r>
                        <a:rPr sz="2100">
                          <a:latin typeface="+mj-lt"/>
                          <a:ea typeface="+mj-ea"/>
                          <a:cs typeface="+mj-cs"/>
                          <a:sym typeface="Montserrat"/>
                        </a:rPr>
                        <a:t>Gestión de….</a:t>
                      </a:r>
                    </a:p>
                  </a:txBody>
                  <a:tcPr marL="50800" marR="50800" marT="50800" marB="50800" anchor="ctr" anchorCtr="0" horzOverflow="overflow">
                    <a:lnL w="12700">
                      <a:solidFill>
                        <a:srgbClr val="606060"/>
                      </a:solidFill>
                      <a:miter lim="400000"/>
                    </a:lnL>
                    <a:solidFill>
                      <a:srgbClr val="FFFFFF"/>
                    </a:solidFill>
                  </a:tcPr>
                </a:tc>
                <a:tc>
                  <a:txBody>
                    <a:bodyPr/>
                    <a:lstStyle/>
                    <a:p>
                      <a:pPr defTabSz="914400">
                        <a:defRPr sz="1800"/>
                      </a:pPr>
                      <a:r>
                        <a:rPr sz="2100">
                          <a:latin typeface="+mj-lt"/>
                          <a:ea typeface="+mj-ea"/>
                          <a:cs typeface="+mj-cs"/>
                          <a:sym typeface="Montserrat"/>
                        </a:rPr>
                        <a:t>$ 1800</a:t>
                      </a:r>
                    </a:p>
                  </a:txBody>
                  <a:tcPr marL="50800" marR="50800" marT="50800" marB="50800" anchor="ctr" anchorCtr="0" horzOverflow="overflow">
                    <a:lnR w="12700">
                      <a:solidFill>
                        <a:srgbClr val="606060"/>
                      </a:solidFill>
                      <a:miter lim="400000"/>
                    </a:lnR>
                    <a:solidFill>
                      <a:srgbClr val="FFFFFF"/>
                    </a:solidFill>
                  </a:tcPr>
                </a:tc>
              </a:tr>
              <a:tr h="566172">
                <a:tc>
                  <a:txBody>
                    <a:bodyPr/>
                    <a:lstStyle/>
                    <a:p>
                      <a:pPr defTabSz="914400">
                        <a:defRPr sz="1800"/>
                      </a:pPr>
                      <a:r>
                        <a:rPr sz="2100">
                          <a:latin typeface="+mj-lt"/>
                          <a:ea typeface="+mj-ea"/>
                          <a:cs typeface="+mj-cs"/>
                          <a:sym typeface="Montserrat"/>
                        </a:rPr>
                        <a:t>Herramientas…</a:t>
                      </a:r>
                    </a:p>
                  </a:txBody>
                  <a:tcPr marL="50800" marR="50800" marT="50800" marB="50800" anchor="ctr" anchorCtr="0" horzOverflow="overflow">
                    <a:lnL w="12700">
                      <a:solidFill>
                        <a:srgbClr val="606060"/>
                      </a:solidFill>
                      <a:miter lim="400000"/>
                    </a:lnL>
                    <a:lnB w="12700">
                      <a:solidFill>
                        <a:srgbClr val="606060"/>
                      </a:solidFill>
                      <a:miter lim="400000"/>
                    </a:lnB>
                    <a:solidFill>
                      <a:srgbClr val="FFFFFF"/>
                    </a:solidFill>
                  </a:tcPr>
                </a:tc>
                <a:tc>
                  <a:txBody>
                    <a:bodyPr/>
                    <a:lstStyle/>
                    <a:p>
                      <a:pPr defTabSz="914400">
                        <a:defRPr sz="1800"/>
                      </a:pPr>
                      <a:r>
                        <a:rPr sz="2100">
                          <a:latin typeface="+mj-lt"/>
                          <a:ea typeface="+mj-ea"/>
                          <a:cs typeface="+mj-cs"/>
                          <a:sym typeface="Montserrat"/>
                        </a:rPr>
                        <a:t>$ 500</a:t>
                      </a:r>
                    </a:p>
                  </a:txBody>
                  <a:tcPr marL="50800" marR="50800" marT="50800" marB="50800" anchor="ctr" anchorCtr="0" horzOverflow="overflow">
                    <a:lnR w="12700">
                      <a:solidFill>
                        <a:srgbClr val="606060"/>
                      </a:solidFill>
                      <a:miter lim="400000"/>
                    </a:lnR>
                    <a:lnB w="12700">
                      <a:solidFill>
                        <a:srgbClr val="606060"/>
                      </a:solidFill>
                      <a:miter lim="400000"/>
                    </a:lnB>
                    <a:solidFill>
                      <a:srgbClr val="FFFFFF"/>
                    </a:solidFill>
                  </a:tcPr>
                </a:tc>
              </a:tr>
            </a:tbl>
          </a:graphicData>
        </a:graphic>
      </p:graphicFrame>
      <p:sp>
        <p:nvSpPr>
          <p:cNvPr id="1145" name="____________________ Firma"/>
          <p:cNvSpPr txBox="1"/>
          <p:nvPr/>
        </p:nvSpPr>
        <p:spPr>
          <a:xfrm>
            <a:off x="10399145" y="11018904"/>
            <a:ext cx="4054071" cy="850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defTabSz="914400">
              <a:defRPr b="0" sz="2600">
                <a:solidFill>
                  <a:srgbClr val="252D30"/>
                </a:solidFill>
                <a:latin typeface="+mj-lt"/>
                <a:ea typeface="+mj-ea"/>
                <a:cs typeface="+mj-cs"/>
                <a:sym typeface="Montserrat"/>
              </a:defRPr>
            </a:pPr>
            <a:r>
              <a:t>____________________</a:t>
            </a:r>
            <a:br/>
            <a:r>
              <a:rPr i="1">
                <a:latin typeface="Raleway Regular"/>
                <a:ea typeface="Raleway Regular"/>
                <a:cs typeface="Raleway Regular"/>
                <a:sym typeface="Raleway Regular"/>
              </a:rPr>
              <a:t>Firma</a:t>
            </a:r>
          </a:p>
        </p:txBody>
      </p:sp>
      <p:sp>
        <p:nvSpPr>
          <p:cNvPr id="1146" name="____________________ Fecha"/>
          <p:cNvSpPr txBox="1"/>
          <p:nvPr/>
        </p:nvSpPr>
        <p:spPr>
          <a:xfrm>
            <a:off x="14425860" y="11018904"/>
            <a:ext cx="4730925" cy="850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defTabSz="914400">
              <a:defRPr b="0" sz="2600">
                <a:solidFill>
                  <a:srgbClr val="252D30"/>
                </a:solidFill>
                <a:latin typeface="+mj-lt"/>
                <a:ea typeface="+mj-ea"/>
                <a:cs typeface="+mj-cs"/>
                <a:sym typeface="Montserrat"/>
              </a:defRPr>
            </a:pPr>
            <a:r>
              <a:t>____________________</a:t>
            </a:r>
            <a:br/>
            <a:r>
              <a:rPr i="1">
                <a:latin typeface="Raleway Regular"/>
                <a:ea typeface="Raleway Regular"/>
                <a:cs typeface="Raleway Regular"/>
                <a:sym typeface="Raleway Regular"/>
              </a:rPr>
              <a:t>Fecha</a:t>
            </a:r>
          </a:p>
        </p:txBody>
      </p:sp>
      <p:sp>
        <p:nvSpPr>
          <p:cNvPr id="1147" name="Rectángulo"/>
          <p:cNvSpPr/>
          <p:nvPr/>
        </p:nvSpPr>
        <p:spPr>
          <a:xfrm>
            <a:off x="890867" y="2502180"/>
            <a:ext cx="151486" cy="1026621"/>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48" name="DATOS DE CONTACTO"/>
          <p:cNvSpPr txBox="1"/>
          <p:nvPr/>
        </p:nvSpPr>
        <p:spPr>
          <a:xfrm>
            <a:off x="1075230" y="2670789"/>
            <a:ext cx="4864965"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a:latin typeface="+mj-lt"/>
                <a:ea typeface="+mj-ea"/>
                <a:cs typeface="+mj-cs"/>
                <a:sym typeface="Montserrat"/>
              </a:defRPr>
            </a:lvl1pPr>
          </a:lstStyle>
          <a:p>
            <a:pPr/>
            <a:r>
              <a:t>DATOS DE CONTACTO</a:t>
            </a:r>
          </a:p>
        </p:txBody>
      </p:sp>
      <p:sp>
        <p:nvSpPr>
          <p:cNvPr id="1149" name="Empresa…"/>
          <p:cNvSpPr txBox="1"/>
          <p:nvPr/>
        </p:nvSpPr>
        <p:spPr>
          <a:xfrm>
            <a:off x="1590837" y="3421642"/>
            <a:ext cx="3261869" cy="203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r" defTabSz="914400">
              <a:defRPr b="0" sz="3200">
                <a:latin typeface="+mj-lt"/>
                <a:ea typeface="+mj-ea"/>
                <a:cs typeface="+mj-cs"/>
                <a:sym typeface="Montserrat"/>
              </a:defRPr>
            </a:pPr>
            <a:r>
              <a:t>Empresa</a:t>
            </a:r>
          </a:p>
          <a:p>
            <a:pPr algn="r" defTabSz="914400">
              <a:defRPr b="0" sz="3200">
                <a:latin typeface="+mj-lt"/>
                <a:ea typeface="+mj-ea"/>
                <a:cs typeface="+mj-cs"/>
                <a:sym typeface="Montserrat"/>
              </a:defRPr>
            </a:pPr>
            <a:r>
              <a:t>Responsable</a:t>
            </a:r>
          </a:p>
          <a:p>
            <a:pPr algn="r" defTabSz="914400">
              <a:defRPr b="0" sz="3200">
                <a:latin typeface="+mj-lt"/>
                <a:ea typeface="+mj-ea"/>
                <a:cs typeface="+mj-cs"/>
                <a:sym typeface="Montserrat"/>
              </a:defRPr>
            </a:pPr>
            <a:r>
              <a:t>Dirección física</a:t>
            </a:r>
          </a:p>
        </p:txBody>
      </p:sp>
      <p:sp>
        <p:nvSpPr>
          <p:cNvPr id="1150" name="_______________________…"/>
          <p:cNvSpPr txBox="1"/>
          <p:nvPr/>
        </p:nvSpPr>
        <p:spPr>
          <a:xfrm>
            <a:off x="5061449" y="3421642"/>
            <a:ext cx="5509668" cy="203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914400">
              <a:defRPr b="0" sz="3200">
                <a:latin typeface="+mj-lt"/>
                <a:ea typeface="+mj-ea"/>
                <a:cs typeface="+mj-cs"/>
                <a:sym typeface="Montserrat"/>
              </a:defRPr>
            </a:pPr>
            <a:r>
              <a:t>_______________________</a:t>
            </a:r>
          </a:p>
          <a:p>
            <a:pPr algn="l" defTabSz="914400">
              <a:defRPr b="0" sz="3200">
                <a:latin typeface="+mj-lt"/>
                <a:ea typeface="+mj-ea"/>
                <a:cs typeface="+mj-cs"/>
                <a:sym typeface="Montserrat"/>
              </a:defRPr>
            </a:pPr>
            <a:r>
              <a:t>_______________________</a:t>
            </a:r>
          </a:p>
          <a:p>
            <a:pPr algn="l" defTabSz="914400">
              <a:defRPr b="0" sz="3200">
                <a:latin typeface="+mj-lt"/>
                <a:ea typeface="+mj-ea"/>
                <a:cs typeface="+mj-cs"/>
                <a:sym typeface="Montserrat"/>
              </a:defRPr>
            </a:pPr>
            <a:r>
              <a:t>_______________________</a:t>
            </a:r>
          </a:p>
        </p:txBody>
      </p:sp>
      <p:sp>
        <p:nvSpPr>
          <p:cNvPr id="1151" name="Teléfono…"/>
          <p:cNvSpPr txBox="1"/>
          <p:nvPr/>
        </p:nvSpPr>
        <p:spPr>
          <a:xfrm>
            <a:off x="11555003" y="3421642"/>
            <a:ext cx="3934461" cy="203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r" defTabSz="914400">
              <a:defRPr b="0" sz="3200">
                <a:latin typeface="+mj-lt"/>
                <a:ea typeface="+mj-ea"/>
                <a:cs typeface="+mj-cs"/>
                <a:sym typeface="Montserrat"/>
              </a:defRPr>
            </a:pPr>
            <a:r>
              <a:t>Teléfono</a:t>
            </a:r>
          </a:p>
          <a:p>
            <a:pPr algn="r" defTabSz="914400">
              <a:defRPr b="0" sz="3200">
                <a:latin typeface="+mj-lt"/>
                <a:ea typeface="+mj-ea"/>
                <a:cs typeface="+mj-cs"/>
                <a:sym typeface="Montserrat"/>
              </a:defRPr>
            </a:pPr>
            <a:r>
              <a:t>Correo electrónico</a:t>
            </a:r>
          </a:p>
          <a:p>
            <a:pPr algn="r" defTabSz="914400">
              <a:defRPr b="0" sz="3200">
                <a:latin typeface="+mj-lt"/>
                <a:ea typeface="+mj-ea"/>
                <a:cs typeface="+mj-cs"/>
                <a:sym typeface="Montserrat"/>
              </a:defRPr>
            </a:pPr>
            <a:r>
              <a:t>Página web</a:t>
            </a:r>
          </a:p>
        </p:txBody>
      </p:sp>
      <p:sp>
        <p:nvSpPr>
          <p:cNvPr id="1152" name="_______________________…"/>
          <p:cNvSpPr txBox="1"/>
          <p:nvPr/>
        </p:nvSpPr>
        <p:spPr>
          <a:xfrm>
            <a:off x="15698207" y="3421642"/>
            <a:ext cx="5509668" cy="203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914400">
              <a:defRPr b="0" sz="3200">
                <a:latin typeface="+mj-lt"/>
                <a:ea typeface="+mj-ea"/>
                <a:cs typeface="+mj-cs"/>
                <a:sym typeface="Montserrat"/>
              </a:defRPr>
            </a:pPr>
            <a:r>
              <a:t>_______________________</a:t>
            </a:r>
          </a:p>
          <a:p>
            <a:pPr algn="l" defTabSz="914400">
              <a:defRPr b="0" sz="3200">
                <a:latin typeface="+mj-lt"/>
                <a:ea typeface="+mj-ea"/>
                <a:cs typeface="+mj-cs"/>
                <a:sym typeface="Montserrat"/>
              </a:defRPr>
            </a:pPr>
            <a:r>
              <a:t>_______________________</a:t>
            </a:r>
          </a:p>
          <a:p>
            <a:pPr algn="l" defTabSz="914400">
              <a:defRPr b="0" sz="3200">
                <a:latin typeface="+mj-lt"/>
                <a:ea typeface="+mj-ea"/>
                <a:cs typeface="+mj-cs"/>
                <a:sym typeface="Montserrat"/>
              </a:defRPr>
            </a:pPr>
            <a:r>
              <a:t>_______________________</a:t>
            </a:r>
          </a:p>
        </p:txBody>
      </p:sp>
      <p:sp>
        <p:nvSpPr>
          <p:cNvPr id="1153" name="Rectángulo"/>
          <p:cNvSpPr/>
          <p:nvPr/>
        </p:nvSpPr>
        <p:spPr>
          <a:xfrm>
            <a:off x="16295489" y="5750634"/>
            <a:ext cx="151485" cy="1026620"/>
          </a:xfrm>
          <a:prstGeom prst="rect">
            <a:avLst/>
          </a:prstGeom>
          <a:solidFill>
            <a:srgbClr val="00C3D2"/>
          </a:solidFill>
          <a:ln w="12700">
            <a:miter lim="400000"/>
          </a:ln>
        </p:spPr>
        <p:txBody>
          <a:bodyPr lIns="38100" tIns="38100" rIns="38100" bIns="38100" anchor="ctr"/>
          <a:lstStyle/>
          <a:p>
            <a:pPr algn="just" defTabSz="914400">
              <a:lnSpc>
                <a:spcPct val="150000"/>
              </a:lnSpc>
              <a:defRPr b="0" sz="1800">
                <a:solidFill>
                  <a:srgbClr val="FEFCFF"/>
                </a:solidFill>
                <a:latin typeface="Arial"/>
                <a:ea typeface="Arial"/>
                <a:cs typeface="Arial"/>
                <a:sym typeface="Arial"/>
              </a:defRPr>
            </a:pPr>
          </a:p>
        </p:txBody>
      </p:sp>
      <p:sp>
        <p:nvSpPr>
          <p:cNvPr id="1154" name="MÉTODO DE PAGO"/>
          <p:cNvSpPr txBox="1"/>
          <p:nvPr/>
        </p:nvSpPr>
        <p:spPr>
          <a:xfrm>
            <a:off x="16479851" y="5919242"/>
            <a:ext cx="4153790"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defTabSz="914400">
              <a:defRPr sz="3400">
                <a:latin typeface="+mj-lt"/>
                <a:ea typeface="+mj-ea"/>
                <a:cs typeface="+mj-cs"/>
                <a:sym typeface="Montserrat"/>
              </a:defRPr>
            </a:lvl1pPr>
          </a:lstStyle>
          <a:p>
            <a:pPr/>
            <a:r>
              <a:t>MÉTODO DE PAGO</a:t>
            </a:r>
          </a:p>
        </p:txBody>
      </p:sp>
      <p:sp>
        <p:nvSpPr>
          <p:cNvPr id="1155" name="Nombre banco…"/>
          <p:cNvSpPr txBox="1"/>
          <p:nvPr/>
        </p:nvSpPr>
        <p:spPr>
          <a:xfrm>
            <a:off x="16505015" y="7371139"/>
            <a:ext cx="5876647" cy="1549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914400">
              <a:defRPr b="0" sz="3200">
                <a:latin typeface="+mj-lt"/>
                <a:ea typeface="+mj-ea"/>
                <a:cs typeface="+mj-cs"/>
                <a:sym typeface="Montserrat"/>
              </a:defRPr>
            </a:pPr>
            <a:r>
              <a:t>Nombre banco</a:t>
            </a:r>
          </a:p>
          <a:p>
            <a:pPr algn="l" defTabSz="914400">
              <a:defRPr b="0" sz="3200">
                <a:latin typeface="+mj-lt"/>
                <a:ea typeface="+mj-ea"/>
                <a:cs typeface="+mj-cs"/>
                <a:sym typeface="Montserrat"/>
              </a:defRPr>
            </a:pPr>
            <a:r>
              <a:t>Tipo de cuenta</a:t>
            </a:r>
          </a:p>
          <a:p>
            <a:pPr algn="l" defTabSz="914400">
              <a:defRPr b="0" sz="3200">
                <a:latin typeface="+mj-lt"/>
                <a:ea typeface="+mj-ea"/>
                <a:cs typeface="+mj-cs"/>
                <a:sym typeface="Montserrat"/>
              </a:defRPr>
            </a:pPr>
            <a:r>
              <a:t>Número de cuenta bancaria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Montserrat"/>
        <a:ea typeface="Montserrat"/>
        <a:cs typeface="Montserrat"/>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hueOff val="-461056"/>
            <a:satOff val="4338"/>
            <a:lumOff val="-10225"/>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C3D2"/>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Montserrat"/>
        <a:ea typeface="Montserrat"/>
        <a:cs typeface="Montserrat"/>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hueOff val="-461056"/>
            <a:satOff val="4338"/>
            <a:lumOff val="-10225"/>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C3D2"/>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