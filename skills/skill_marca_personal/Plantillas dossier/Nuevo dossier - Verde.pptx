
<file path=[Content_Types].xml><?xml version="1.0" encoding="utf-8"?>
<Types xmlns="http://schemas.openxmlformats.org/package/2006/content-types">
  <Default Extension="xml" ContentType="application/xml"/>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7772400" cy="1005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1pPr>
    <a:lvl2pPr marL="0" marR="0" indent="2286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3175"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3175" cap="flat">
              <a:solidFill>
                <a:srgbClr val="B8B8B8"/>
              </a:solidFill>
              <a:prstDash val="solid"/>
              <a:miter lim="400000"/>
            </a:ln>
          </a:left>
          <a:right>
            <a:ln w="3175" cap="flat">
              <a:solidFill>
                <a:srgbClr val="B8B8B8"/>
              </a:solidFill>
              <a:prstDash val="solid"/>
              <a:miter lim="400000"/>
            </a:ln>
          </a:right>
          <a:top>
            <a:ln w="3175" cap="flat">
              <a:solidFill>
                <a:srgbClr val="B8B8B8"/>
              </a:solidFill>
              <a:prstDash val="solid"/>
              <a:miter lim="400000"/>
            </a:ln>
          </a:top>
          <a:bottom>
            <a:ln w="3175" cap="flat">
              <a:solidFill>
                <a:srgbClr val="B8B8B8"/>
              </a:solidFill>
              <a:prstDash val="solid"/>
              <a:miter lim="400000"/>
            </a:ln>
          </a:bottom>
          <a:insideH>
            <a:ln w="3175" cap="flat">
              <a:solidFill>
                <a:srgbClr val="B8B8B8"/>
              </a:solidFill>
              <a:prstDash val="solid"/>
              <a:miter lim="400000"/>
            </a:ln>
          </a:insideH>
          <a:insideV>
            <a:ln w="3175"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3175" cap="flat">
              <a:solidFill>
                <a:srgbClr val="B8B8B8"/>
              </a:solidFill>
              <a:prstDash val="solid"/>
              <a:miter lim="400000"/>
            </a:ln>
          </a:left>
          <a:right>
            <a:ln w="3175" cap="flat">
              <a:solidFill>
                <a:srgbClr val="B8B8B8"/>
              </a:solidFill>
              <a:prstDash val="solid"/>
              <a:miter lim="400000"/>
            </a:ln>
          </a:right>
          <a:top>
            <a:ln w="12700" cap="flat">
              <a:solidFill>
                <a:srgbClr val="606060"/>
              </a:solidFill>
              <a:prstDash val="solid"/>
              <a:miter lim="400000"/>
            </a:ln>
          </a:top>
          <a:bottom>
            <a:ln w="3175" cap="flat">
              <a:solidFill>
                <a:srgbClr val="606060"/>
              </a:solidFill>
              <a:prstDash val="solid"/>
              <a:miter lim="400000"/>
            </a:ln>
          </a:bottom>
          <a:insideH>
            <a:ln w="3175" cap="flat">
              <a:solidFill>
                <a:srgbClr val="B8B8B8"/>
              </a:solidFill>
              <a:prstDash val="solid"/>
              <a:miter lim="400000"/>
            </a:ln>
          </a:insideH>
          <a:insideV>
            <a:ln w="3175"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3175" cap="flat">
              <a:solidFill>
                <a:srgbClr val="5D5D5D"/>
              </a:solidFill>
              <a:custDash>
                <a:ds d="200000" sp="200000"/>
              </a:custDash>
              <a:miter lim="400000"/>
            </a:ln>
          </a:left>
          <a:right>
            <a:ln w="3175" cap="flat">
              <a:solidFill>
                <a:srgbClr val="5D5D5D"/>
              </a:solidFill>
              <a:custDash>
                <a:ds d="200000" sp="200000"/>
              </a:custDash>
              <a:miter lim="400000"/>
            </a:ln>
          </a:right>
          <a:top>
            <a:ln w="3175" cap="flat">
              <a:solidFill>
                <a:srgbClr val="5D5D5D"/>
              </a:solidFill>
              <a:custDash>
                <a:ds d="200000" sp="200000"/>
              </a:custDash>
              <a:miter lim="400000"/>
            </a:ln>
          </a:top>
          <a:bottom>
            <a:ln w="3175" cap="flat">
              <a:solidFill>
                <a:srgbClr val="5D5D5D"/>
              </a:solidFill>
              <a:custDash>
                <a:ds d="200000" sp="200000"/>
              </a:custDash>
              <a:miter lim="400000"/>
            </a:ln>
          </a:bottom>
          <a:insideH>
            <a:ln w="3175" cap="flat">
              <a:solidFill>
                <a:srgbClr val="5D5D5D"/>
              </a:solidFill>
              <a:custDash>
                <a:ds d="200000" sp="200000"/>
              </a:custDash>
              <a:miter lim="400000"/>
            </a:ln>
          </a:insideH>
          <a:insideV>
            <a:ln w="3175"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3175"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prstDash val="solid"/>
              <a:miter lim="400000"/>
            </a:ln>
          </a:top>
          <a:bottom>
            <a:ln w="12700" cap="flat">
              <a:noFill/>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12700" cap="flat">
              <a:noFill/>
              <a:miter lim="400000"/>
            </a:ln>
          </a:top>
          <a:bottom>
            <a:ln w="3175" cap="flat">
              <a:solidFill>
                <a:srgbClr val="000000"/>
              </a:solidFill>
              <a:prstDash val="solid"/>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7" d="100"/>
          <a:sy n="77" d="100"/>
        </p:scale>
        <p:origin x="-1256" y="-112"/>
      </p:cViewPr>
      <p:guideLst>
        <p:guide orient="horz" pos="3168"/>
        <p:guide pos="244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interSettings" Target="printerSettings/printerSettings1.bin"/><Relationship Id="rId19" Type="http://schemas.openxmlformats.org/officeDocument/2006/relationships/presProps" Target="presProp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4" name="Shape 124"/>
          <p:cNvSpPr>
            <a:spLocks noGrp="1" noRot="1" noChangeAspect="1"/>
          </p:cNvSpPr>
          <p:nvPr>
            <p:ph type="sldImg"/>
          </p:nvPr>
        </p:nvSpPr>
        <p:spPr>
          <a:xfrm>
            <a:off x="1143000" y="685800"/>
            <a:ext cx="4572000" cy="3429000"/>
          </a:xfrm>
          <a:prstGeom prst="rect">
            <a:avLst/>
          </a:prstGeom>
        </p:spPr>
        <p:txBody>
          <a:bodyPr/>
          <a:lstStyle/>
          <a:p>
            <a:endParaRPr/>
          </a:p>
        </p:txBody>
      </p:sp>
      <p:sp>
        <p:nvSpPr>
          <p:cNvPr id="125" name="Shape 125"/>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164350443"/>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ítulo y subtítulo">
    <p:spTree>
      <p:nvGrpSpPr>
        <p:cNvPr id="1" name=""/>
        <p:cNvGrpSpPr/>
        <p:nvPr/>
      </p:nvGrpSpPr>
      <p:grpSpPr>
        <a:xfrm>
          <a:off x="0" y="0"/>
          <a:ext cx="0" cy="0"/>
          <a:chOff x="0" y="0"/>
          <a:chExt cx="0" cy="0"/>
        </a:xfrm>
      </p:grpSpPr>
      <p:sp>
        <p:nvSpPr>
          <p:cNvPr id="15" name="Shape 15"/>
          <p:cNvSpPr>
            <a:spLocks noGrp="1"/>
          </p:cNvSpPr>
          <p:nvPr>
            <p:ph type="title"/>
          </p:nvPr>
        </p:nvSpPr>
        <p:spPr>
          <a:prstGeom prst="rect">
            <a:avLst/>
          </a:prstGeom>
        </p:spPr>
        <p:txBody>
          <a:bodyPr/>
          <a:lstStyle/>
          <a:p>
            <a:r>
              <a:t>Texto del título</a:t>
            </a:r>
          </a:p>
        </p:txBody>
      </p:sp>
      <p:sp>
        <p:nvSpPr>
          <p:cNvPr id="16" name="Shape 16"/>
          <p:cNvSpPr>
            <a:spLocks noGrp="1"/>
          </p:cNvSpPr>
          <p:nvPr>
            <p:ph type="body" sz="quarter" idx="1"/>
          </p:nvPr>
        </p:nvSpPr>
        <p:spPr>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17" name="Shape 17"/>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En blanco">
    <p:spTree>
      <p:nvGrpSpPr>
        <p:cNvPr id="1" name=""/>
        <p:cNvGrpSpPr/>
        <p:nvPr/>
      </p:nvGrpSpPr>
      <p:grpSpPr>
        <a:xfrm>
          <a:off x="0" y="0"/>
          <a:ext cx="0" cy="0"/>
          <a:chOff x="0" y="0"/>
          <a:chExt cx="0" cy="0"/>
        </a:xfrm>
      </p:grpSpPr>
      <p:sp>
        <p:nvSpPr>
          <p:cNvPr id="24" name="Shape 24"/>
          <p:cNvSpPr/>
          <p:nvPr/>
        </p:nvSpPr>
        <p:spPr>
          <a:xfrm>
            <a:off x="2160591" y="-28354"/>
            <a:ext cx="4142279" cy="10222618"/>
          </a:xfrm>
          <a:custGeom>
            <a:avLst/>
            <a:gdLst/>
            <a:ahLst/>
            <a:cxnLst>
              <a:cxn ang="0">
                <a:pos x="wd2" y="hd2"/>
              </a:cxn>
              <a:cxn ang="5400000">
                <a:pos x="wd2" y="hd2"/>
              </a:cxn>
              <a:cxn ang="10800000">
                <a:pos x="wd2" y="hd2"/>
              </a:cxn>
              <a:cxn ang="16200000">
                <a:pos x="wd2" y="hd2"/>
              </a:cxn>
            </a:cxnLst>
            <a:rect l="0" t="0" r="r" b="b"/>
            <a:pathLst>
              <a:path w="21600" h="21600" extrusionOk="0">
                <a:moveTo>
                  <a:pt x="9912" y="21600"/>
                </a:moveTo>
                <a:lnTo>
                  <a:pt x="21600" y="10018"/>
                </a:lnTo>
                <a:lnTo>
                  <a:pt x="18070" y="7"/>
                </a:lnTo>
                <a:lnTo>
                  <a:pt x="0" y="0"/>
                </a:lnTo>
                <a:lnTo>
                  <a:pt x="9912" y="21600"/>
                </a:lnTo>
                <a:close/>
              </a:path>
            </a:pathLst>
          </a:custGeom>
          <a:solidFill>
            <a:srgbClr val="5DA850"/>
          </a:solidFill>
          <a:ln w="12700">
            <a:miter lim="400000"/>
          </a:ln>
        </p:spPr>
        <p:txBody>
          <a:bodyPr lIns="50800" tIns="50800" rIns="50800" bIns="50800" anchor="ctr"/>
          <a:lstStyle/>
          <a:p>
            <a:pPr defTabSz="584200">
              <a:defRPr sz="2400">
                <a:solidFill>
                  <a:srgbClr val="FFFFFF"/>
                </a:solidFill>
              </a:defRPr>
            </a:pPr>
            <a:endParaRPr/>
          </a:p>
        </p:txBody>
      </p:sp>
      <p:sp>
        <p:nvSpPr>
          <p:cNvPr id="25" name="Shape 25"/>
          <p:cNvSpPr/>
          <p:nvPr/>
        </p:nvSpPr>
        <p:spPr>
          <a:xfrm>
            <a:off x="4050320" y="-61473"/>
            <a:ext cx="3748142" cy="1018134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2541" y="9997"/>
                </a:lnTo>
                <a:lnTo>
                  <a:pt x="8699" y="0"/>
                </a:lnTo>
                <a:lnTo>
                  <a:pt x="21600" y="3"/>
                </a:lnTo>
                <a:lnTo>
                  <a:pt x="21576" y="21567"/>
                </a:lnTo>
                <a:lnTo>
                  <a:pt x="0" y="21600"/>
                </a:lnTo>
                <a:close/>
              </a:path>
            </a:pathLst>
          </a:custGeom>
          <a:solidFill>
            <a:srgbClr val="4E8F43"/>
          </a:solidFill>
          <a:ln w="12700">
            <a:miter lim="400000"/>
          </a:ln>
        </p:spPr>
        <p:txBody>
          <a:bodyPr lIns="50800" tIns="50800" rIns="50800" bIns="50800" anchor="ctr"/>
          <a:lstStyle/>
          <a:p>
            <a:pPr defTabSz="584200">
              <a:defRPr sz="2400">
                <a:solidFill>
                  <a:srgbClr val="FFFFFF"/>
                </a:solidFill>
              </a:defRPr>
            </a:pPr>
            <a:endParaRPr/>
          </a:p>
        </p:txBody>
      </p:sp>
      <p:sp>
        <p:nvSpPr>
          <p:cNvPr id="26" name="Shape 26"/>
          <p:cNvSpPr/>
          <p:nvPr/>
        </p:nvSpPr>
        <p:spPr>
          <a:xfrm>
            <a:off x="-38762" y="-958708"/>
            <a:ext cx="4077945" cy="11067468"/>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rgbClr val="6FC661"/>
          </a:solidFill>
          <a:ln w="3175">
            <a:miter lim="400000"/>
          </a:ln>
        </p:spPr>
        <p:txBody>
          <a:bodyPr lIns="50800" tIns="50800" rIns="50800" bIns="50800" anchor="ctr"/>
          <a:lstStyle/>
          <a:p>
            <a:pPr defTabSz="584200">
              <a:defRPr sz="2400">
                <a:solidFill>
                  <a:srgbClr val="FFFFFF"/>
                </a:solidFill>
              </a:defRPr>
            </a:pPr>
            <a:endParaRPr/>
          </a:p>
        </p:txBody>
      </p:sp>
      <p:sp>
        <p:nvSpPr>
          <p:cNvPr id="27" name="Shape 27"/>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ítulo y viñetas">
    <p:bg>
      <p:bgPr>
        <a:solidFill>
          <a:srgbClr val="FFFFFF"/>
        </a:solidFill>
        <a:effectLst/>
      </p:bgPr>
    </p:bg>
    <p:spTree>
      <p:nvGrpSpPr>
        <p:cNvPr id="1" name=""/>
        <p:cNvGrpSpPr/>
        <p:nvPr/>
      </p:nvGrpSpPr>
      <p:grpSpPr>
        <a:xfrm>
          <a:off x="0" y="0"/>
          <a:ext cx="0" cy="0"/>
          <a:chOff x="0" y="0"/>
          <a:chExt cx="0" cy="0"/>
        </a:xfrm>
      </p:grpSpPr>
      <p:sp>
        <p:nvSpPr>
          <p:cNvPr id="34" name="Shape 34"/>
          <p:cNvSpPr>
            <a:spLocks noGrp="1"/>
          </p:cNvSpPr>
          <p:nvPr>
            <p:ph type="title"/>
          </p:nvPr>
        </p:nvSpPr>
        <p:spPr>
          <a:xfrm>
            <a:off x="569267" y="2380208"/>
            <a:ext cx="6633866" cy="1290341"/>
          </a:xfrm>
          <a:prstGeom prst="rect">
            <a:avLst/>
          </a:prstGeom>
        </p:spPr>
        <p:txBody>
          <a:bodyPr anchor="ctr"/>
          <a:lstStyle/>
          <a:p>
            <a:r>
              <a:t>Texto del título</a:t>
            </a:r>
          </a:p>
        </p:txBody>
      </p:sp>
      <p:sp>
        <p:nvSpPr>
          <p:cNvPr id="35" name="Shape 35"/>
          <p:cNvSpPr>
            <a:spLocks noGrp="1"/>
          </p:cNvSpPr>
          <p:nvPr>
            <p:ph type="body" sz="half" idx="1"/>
          </p:nvPr>
        </p:nvSpPr>
        <p:spPr>
          <a:xfrm>
            <a:off x="569267" y="3670548"/>
            <a:ext cx="6633866" cy="3757167"/>
          </a:xfrm>
          <a:prstGeom prst="rect">
            <a:avLst/>
          </a:prstGeom>
        </p:spPr>
        <p:txBody>
          <a:bodyPr anchor="ctr"/>
          <a:lstStyle>
            <a:lvl1pPr marL="444500" indent="-444500" algn="l">
              <a:spcBef>
                <a:spcPts val="4300"/>
              </a:spcBef>
              <a:buSzPct val="75000"/>
              <a:buChar char="•"/>
              <a:defRPr sz="3600"/>
            </a:lvl1pPr>
            <a:lvl2pPr marL="889000" indent="-444500" algn="l">
              <a:spcBef>
                <a:spcPts val="4300"/>
              </a:spcBef>
              <a:buSzPct val="75000"/>
              <a:buChar char="•"/>
              <a:defRPr sz="3600"/>
            </a:lvl2pPr>
            <a:lvl3pPr marL="1333500" indent="-444500" algn="l">
              <a:spcBef>
                <a:spcPts val="4300"/>
              </a:spcBef>
              <a:buSzPct val="75000"/>
              <a:buChar char="•"/>
              <a:defRPr sz="3600"/>
            </a:lvl3pPr>
            <a:lvl4pPr marL="1778000" indent="-444500" algn="l">
              <a:spcBef>
                <a:spcPts val="4300"/>
              </a:spcBef>
              <a:buSzPct val="75000"/>
              <a:buChar char="•"/>
              <a:defRPr sz="3600"/>
            </a:lvl4pPr>
            <a:lvl5pPr marL="2222500" indent="-444500" algn="l">
              <a:spcBef>
                <a:spcPts val="4300"/>
              </a:spcBef>
              <a:buSzPct val="75000"/>
              <a:buChar char="•"/>
              <a:defRPr sz="3600"/>
            </a:lvl5pPr>
          </a:lstStyle>
          <a:p>
            <a:r>
              <a:t>Nivel de texto 1</a:t>
            </a:r>
          </a:p>
          <a:p>
            <a:pPr lvl="1"/>
            <a:r>
              <a:t>Nivel de texto 2</a:t>
            </a:r>
          </a:p>
          <a:p>
            <a:pPr lvl="2"/>
            <a:r>
              <a:t>Nivel de texto 3</a:t>
            </a:r>
          </a:p>
          <a:p>
            <a:pPr lvl="3"/>
            <a:r>
              <a:t>Nivel de texto 4</a:t>
            </a:r>
          </a:p>
          <a:p>
            <a:pPr lvl="4"/>
            <a:r>
              <a:t>Nivel de texto 5</a:t>
            </a:r>
          </a:p>
        </p:txBody>
      </p:sp>
      <p:pic>
        <p:nvPicPr>
          <p:cNvPr id="36" name="pasted-image.png"/>
          <p:cNvPicPr>
            <a:picLocks noChangeAspect="1"/>
          </p:cNvPicPr>
          <p:nvPr/>
        </p:nvPicPr>
        <p:blipFill>
          <a:blip r:embed="rId2">
            <a:extLst/>
          </a:blip>
          <a:stretch>
            <a:fillRect/>
          </a:stretch>
        </p:blipFill>
        <p:spPr>
          <a:xfrm>
            <a:off x="-122784" y="-129650"/>
            <a:ext cx="8017968" cy="528367"/>
          </a:xfrm>
          <a:prstGeom prst="rect">
            <a:avLst/>
          </a:prstGeom>
          <a:ln w="3175">
            <a:miter lim="400000"/>
          </a:ln>
        </p:spPr>
      </p:pic>
      <p:sp>
        <p:nvSpPr>
          <p:cNvPr id="37" name="Shape 37"/>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Foto (horizontal)">
    <p:bg>
      <p:bgPr>
        <a:solidFill>
          <a:srgbClr val="FFFFFF"/>
        </a:solidFill>
        <a:effectLst/>
      </p:bgPr>
    </p:bg>
    <p:spTree>
      <p:nvGrpSpPr>
        <p:cNvPr id="1" name=""/>
        <p:cNvGrpSpPr/>
        <p:nvPr/>
      </p:nvGrpSpPr>
      <p:grpSpPr>
        <a:xfrm>
          <a:off x="0" y="0"/>
          <a:ext cx="0" cy="0"/>
          <a:chOff x="0" y="0"/>
          <a:chExt cx="0" cy="0"/>
        </a:xfrm>
      </p:grpSpPr>
      <p:sp>
        <p:nvSpPr>
          <p:cNvPr id="44" name="Shape 44"/>
          <p:cNvSpPr>
            <a:spLocks noGrp="1"/>
          </p:cNvSpPr>
          <p:nvPr>
            <p:ph type="pic" sz="half" idx="13"/>
          </p:nvPr>
        </p:nvSpPr>
        <p:spPr>
          <a:xfrm>
            <a:off x="960164" y="2494061"/>
            <a:ext cx="5844482" cy="3537050"/>
          </a:xfrm>
          <a:prstGeom prst="rect">
            <a:avLst/>
          </a:prstGeom>
        </p:spPr>
        <p:txBody>
          <a:bodyPr lIns="91439" tIns="45719" rIns="91439" bIns="45719">
            <a:noAutofit/>
          </a:bodyPr>
          <a:lstStyle/>
          <a:p>
            <a:endParaRPr/>
          </a:p>
        </p:txBody>
      </p:sp>
      <p:sp>
        <p:nvSpPr>
          <p:cNvPr id="45" name="Shape 45"/>
          <p:cNvSpPr>
            <a:spLocks noGrp="1"/>
          </p:cNvSpPr>
          <p:nvPr>
            <p:ph type="title"/>
          </p:nvPr>
        </p:nvSpPr>
        <p:spPr>
          <a:xfrm>
            <a:off x="759023" y="6129783"/>
            <a:ext cx="6254354" cy="850108"/>
          </a:xfrm>
          <a:prstGeom prst="rect">
            <a:avLst/>
          </a:prstGeom>
        </p:spPr>
        <p:txBody>
          <a:bodyPr/>
          <a:lstStyle/>
          <a:p>
            <a:r>
              <a:t>Texto del título</a:t>
            </a:r>
          </a:p>
        </p:txBody>
      </p:sp>
      <p:sp>
        <p:nvSpPr>
          <p:cNvPr id="46" name="Shape 46"/>
          <p:cNvSpPr>
            <a:spLocks noGrp="1"/>
          </p:cNvSpPr>
          <p:nvPr>
            <p:ph type="body" sz="quarter" idx="1"/>
          </p:nvPr>
        </p:nvSpPr>
        <p:spPr>
          <a:xfrm>
            <a:off x="759023" y="7010251"/>
            <a:ext cx="6254354" cy="675532"/>
          </a:xfrm>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47" name="Shape 47"/>
          <p:cNvSpPr>
            <a:spLocks noGrp="1"/>
          </p:cNvSpPr>
          <p:nvPr>
            <p:ph type="sldNum" sz="quarter" idx="2"/>
          </p:nvPr>
        </p:nvSpPr>
        <p:spPr>
          <a:xfrm>
            <a:off x="3718592" y="7640240"/>
            <a:ext cx="327626" cy="340123"/>
          </a:xfrm>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ítulo (centro)">
    <p:bg>
      <p:bgPr>
        <a:solidFill>
          <a:srgbClr val="FFFFFF"/>
        </a:solidFill>
        <a:effectLst/>
      </p:bgPr>
    </p:bg>
    <p:spTree>
      <p:nvGrpSpPr>
        <p:cNvPr id="1" name=""/>
        <p:cNvGrpSpPr/>
        <p:nvPr/>
      </p:nvGrpSpPr>
      <p:grpSpPr>
        <a:xfrm>
          <a:off x="0" y="0"/>
          <a:ext cx="0" cy="0"/>
          <a:chOff x="0" y="0"/>
          <a:chExt cx="0" cy="0"/>
        </a:xfrm>
      </p:grpSpPr>
      <p:sp>
        <p:nvSpPr>
          <p:cNvPr id="54" name="Shape 54"/>
          <p:cNvSpPr>
            <a:spLocks noGrp="1"/>
          </p:cNvSpPr>
          <p:nvPr>
            <p:ph type="title"/>
          </p:nvPr>
        </p:nvSpPr>
        <p:spPr>
          <a:xfrm>
            <a:off x="759023" y="4042469"/>
            <a:ext cx="6254354" cy="1973462"/>
          </a:xfrm>
          <a:prstGeom prst="rect">
            <a:avLst/>
          </a:prstGeom>
        </p:spPr>
        <p:txBody>
          <a:bodyPr anchor="ctr"/>
          <a:lstStyle/>
          <a:p>
            <a:r>
              <a:t>Texto del título</a:t>
            </a:r>
          </a:p>
        </p:txBody>
      </p:sp>
      <p:sp>
        <p:nvSpPr>
          <p:cNvPr id="55" name="Shape 5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Foto (vertical)">
    <p:bg>
      <p:bgPr>
        <a:solidFill>
          <a:srgbClr val="FFFFFF"/>
        </a:solidFill>
        <a:effectLst/>
      </p:bgPr>
    </p:bg>
    <p:spTree>
      <p:nvGrpSpPr>
        <p:cNvPr id="1" name=""/>
        <p:cNvGrpSpPr/>
        <p:nvPr/>
      </p:nvGrpSpPr>
      <p:grpSpPr>
        <a:xfrm>
          <a:off x="0" y="0"/>
          <a:ext cx="0" cy="0"/>
          <a:chOff x="0" y="0"/>
          <a:chExt cx="0" cy="0"/>
        </a:xfrm>
      </p:grpSpPr>
      <p:sp>
        <p:nvSpPr>
          <p:cNvPr id="62" name="Shape 62"/>
          <p:cNvSpPr>
            <a:spLocks noGrp="1"/>
          </p:cNvSpPr>
          <p:nvPr>
            <p:ph type="pic" sz="half" idx="13"/>
          </p:nvPr>
        </p:nvSpPr>
        <p:spPr>
          <a:xfrm>
            <a:off x="4015233" y="2494061"/>
            <a:ext cx="3187900" cy="4918473"/>
          </a:xfrm>
          <a:prstGeom prst="rect">
            <a:avLst/>
          </a:prstGeom>
        </p:spPr>
        <p:txBody>
          <a:bodyPr lIns="91439" tIns="45719" rIns="91439" bIns="45719">
            <a:noAutofit/>
          </a:bodyPr>
          <a:lstStyle/>
          <a:p>
            <a:endParaRPr/>
          </a:p>
        </p:txBody>
      </p:sp>
      <p:sp>
        <p:nvSpPr>
          <p:cNvPr id="63" name="Shape 63"/>
          <p:cNvSpPr>
            <a:spLocks noGrp="1"/>
          </p:cNvSpPr>
          <p:nvPr>
            <p:ph type="title"/>
          </p:nvPr>
        </p:nvSpPr>
        <p:spPr>
          <a:xfrm>
            <a:off x="569267" y="2494061"/>
            <a:ext cx="3187900" cy="2383335"/>
          </a:xfrm>
          <a:prstGeom prst="rect">
            <a:avLst/>
          </a:prstGeom>
        </p:spPr>
        <p:txBody>
          <a:bodyPr/>
          <a:lstStyle>
            <a:lvl1pPr>
              <a:defRPr sz="6000"/>
            </a:lvl1pPr>
          </a:lstStyle>
          <a:p>
            <a:r>
              <a:t>Texto del título</a:t>
            </a:r>
          </a:p>
        </p:txBody>
      </p:sp>
      <p:sp>
        <p:nvSpPr>
          <p:cNvPr id="64" name="Shape 64"/>
          <p:cNvSpPr>
            <a:spLocks noGrp="1"/>
          </p:cNvSpPr>
          <p:nvPr>
            <p:ph type="body" sz="quarter" idx="1"/>
          </p:nvPr>
        </p:nvSpPr>
        <p:spPr>
          <a:xfrm>
            <a:off x="569267" y="4960887"/>
            <a:ext cx="3187900" cy="2451647"/>
          </a:xfrm>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65" name="Shape 6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ítulo (arriba)">
    <p:bg>
      <p:bgPr>
        <a:solidFill>
          <a:srgbClr val="FFFFFF"/>
        </a:solidFill>
        <a:effectLst/>
      </p:bgPr>
    </p:bg>
    <p:spTree>
      <p:nvGrpSpPr>
        <p:cNvPr id="1" name=""/>
        <p:cNvGrpSpPr/>
        <p:nvPr/>
      </p:nvGrpSpPr>
      <p:grpSpPr>
        <a:xfrm>
          <a:off x="0" y="0"/>
          <a:ext cx="0" cy="0"/>
          <a:chOff x="0" y="0"/>
          <a:chExt cx="0" cy="0"/>
        </a:xfrm>
      </p:grpSpPr>
      <p:sp>
        <p:nvSpPr>
          <p:cNvPr id="72" name="Shape 72"/>
          <p:cNvSpPr>
            <a:spLocks noGrp="1"/>
          </p:cNvSpPr>
          <p:nvPr>
            <p:ph type="title"/>
          </p:nvPr>
        </p:nvSpPr>
        <p:spPr>
          <a:xfrm>
            <a:off x="569267" y="2380208"/>
            <a:ext cx="6633866" cy="1290341"/>
          </a:xfrm>
          <a:prstGeom prst="rect">
            <a:avLst/>
          </a:prstGeom>
        </p:spPr>
        <p:txBody>
          <a:bodyPr anchor="ctr"/>
          <a:lstStyle/>
          <a:p>
            <a:r>
              <a:t>Texto del título</a:t>
            </a:r>
          </a:p>
        </p:txBody>
      </p:sp>
      <p:sp>
        <p:nvSpPr>
          <p:cNvPr id="73" name="Shape 7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Título, viñetas y foto">
    <p:bg>
      <p:bgPr>
        <a:solidFill>
          <a:srgbClr val="FFFFFF"/>
        </a:solidFill>
        <a:effectLst/>
      </p:bgPr>
    </p:bg>
    <p:spTree>
      <p:nvGrpSpPr>
        <p:cNvPr id="1" name=""/>
        <p:cNvGrpSpPr/>
        <p:nvPr/>
      </p:nvGrpSpPr>
      <p:grpSpPr>
        <a:xfrm>
          <a:off x="0" y="0"/>
          <a:ext cx="0" cy="0"/>
          <a:chOff x="0" y="0"/>
          <a:chExt cx="0" cy="0"/>
        </a:xfrm>
      </p:grpSpPr>
      <p:sp>
        <p:nvSpPr>
          <p:cNvPr id="80" name="Shape 80"/>
          <p:cNvSpPr>
            <a:spLocks noGrp="1"/>
          </p:cNvSpPr>
          <p:nvPr>
            <p:ph type="pic" sz="quarter" idx="13"/>
          </p:nvPr>
        </p:nvSpPr>
        <p:spPr>
          <a:xfrm>
            <a:off x="4015233" y="3670548"/>
            <a:ext cx="3187900" cy="3757167"/>
          </a:xfrm>
          <a:prstGeom prst="rect">
            <a:avLst/>
          </a:prstGeom>
        </p:spPr>
        <p:txBody>
          <a:bodyPr lIns="91439" tIns="45719" rIns="91439" bIns="45719">
            <a:noAutofit/>
          </a:bodyPr>
          <a:lstStyle/>
          <a:p>
            <a:endParaRPr/>
          </a:p>
        </p:txBody>
      </p:sp>
      <p:sp>
        <p:nvSpPr>
          <p:cNvPr id="81" name="Shape 81"/>
          <p:cNvSpPr>
            <a:spLocks noGrp="1"/>
          </p:cNvSpPr>
          <p:nvPr>
            <p:ph type="title"/>
          </p:nvPr>
        </p:nvSpPr>
        <p:spPr>
          <a:xfrm>
            <a:off x="569267" y="2380208"/>
            <a:ext cx="6633866" cy="1290341"/>
          </a:xfrm>
          <a:prstGeom prst="rect">
            <a:avLst/>
          </a:prstGeom>
        </p:spPr>
        <p:txBody>
          <a:bodyPr anchor="ctr"/>
          <a:lstStyle/>
          <a:p>
            <a:r>
              <a:t>Texto del título</a:t>
            </a:r>
          </a:p>
        </p:txBody>
      </p:sp>
      <p:sp>
        <p:nvSpPr>
          <p:cNvPr id="82" name="Shape 82"/>
          <p:cNvSpPr>
            <a:spLocks noGrp="1"/>
          </p:cNvSpPr>
          <p:nvPr>
            <p:ph type="body" sz="quarter" idx="1"/>
          </p:nvPr>
        </p:nvSpPr>
        <p:spPr>
          <a:xfrm>
            <a:off x="569267" y="3670548"/>
            <a:ext cx="3187900" cy="3757167"/>
          </a:xfrm>
          <a:prstGeom prst="rect">
            <a:avLst/>
          </a:prstGeom>
        </p:spPr>
        <p:txBody>
          <a:bodyPr anchor="ctr"/>
          <a:lstStyle>
            <a:lvl1pPr marL="342900" indent="-342900" algn="l">
              <a:spcBef>
                <a:spcPts val="3300"/>
              </a:spcBef>
              <a:buSzPct val="75000"/>
              <a:buChar char="•"/>
              <a:defRPr sz="2800"/>
            </a:lvl1pPr>
            <a:lvl2pPr marL="685800" indent="-342900" algn="l">
              <a:spcBef>
                <a:spcPts val="3300"/>
              </a:spcBef>
              <a:buSzPct val="75000"/>
              <a:buChar char="•"/>
              <a:defRPr sz="2800"/>
            </a:lvl2pPr>
            <a:lvl3pPr marL="1028700" indent="-342900" algn="l">
              <a:spcBef>
                <a:spcPts val="3300"/>
              </a:spcBef>
              <a:buSzPct val="75000"/>
              <a:buChar char="•"/>
              <a:defRPr sz="2800"/>
            </a:lvl3pPr>
            <a:lvl4pPr marL="1371600" indent="-342900" algn="l">
              <a:spcBef>
                <a:spcPts val="3300"/>
              </a:spcBef>
              <a:buSzPct val="75000"/>
              <a:buChar char="•"/>
              <a:defRPr sz="2800"/>
            </a:lvl4pPr>
            <a:lvl5pPr marL="1714500" indent="-342900" algn="l">
              <a:spcBef>
                <a:spcPts val="3300"/>
              </a:spcBef>
              <a:buSzPct val="75000"/>
              <a:buChar char="•"/>
              <a:defRPr sz="2800"/>
            </a:lvl5pPr>
          </a:lstStyle>
          <a:p>
            <a:r>
              <a:t>Nivel de texto 1</a:t>
            </a:r>
          </a:p>
          <a:p>
            <a:pPr lvl="1"/>
            <a:r>
              <a:t>Nivel de texto 2</a:t>
            </a:r>
          </a:p>
          <a:p>
            <a:pPr lvl="2"/>
            <a:r>
              <a:t>Nivel de texto 3</a:t>
            </a:r>
          </a:p>
          <a:p>
            <a:pPr lvl="3"/>
            <a:r>
              <a:t>Nivel de texto 4</a:t>
            </a:r>
          </a:p>
          <a:p>
            <a:pPr lvl="4"/>
            <a:r>
              <a:t>Nivel de texto 5</a:t>
            </a:r>
          </a:p>
        </p:txBody>
      </p:sp>
      <p:sp>
        <p:nvSpPr>
          <p:cNvPr id="83" name="Shape 8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Viñetas">
    <p:bg>
      <p:bgPr>
        <a:solidFill>
          <a:srgbClr val="FFFFFF"/>
        </a:solidFill>
        <a:effectLst/>
      </p:bgPr>
    </p:bg>
    <p:spTree>
      <p:nvGrpSpPr>
        <p:cNvPr id="1" name=""/>
        <p:cNvGrpSpPr/>
        <p:nvPr/>
      </p:nvGrpSpPr>
      <p:grpSpPr>
        <a:xfrm>
          <a:off x="0" y="0"/>
          <a:ext cx="0" cy="0"/>
          <a:chOff x="0" y="0"/>
          <a:chExt cx="0" cy="0"/>
        </a:xfrm>
      </p:grpSpPr>
      <p:sp>
        <p:nvSpPr>
          <p:cNvPr id="90" name="Shape 90"/>
          <p:cNvSpPr>
            <a:spLocks noGrp="1"/>
          </p:cNvSpPr>
          <p:nvPr>
            <p:ph type="body" sz="half" idx="1"/>
          </p:nvPr>
        </p:nvSpPr>
        <p:spPr>
          <a:xfrm>
            <a:off x="569267" y="2873573"/>
            <a:ext cx="6633866" cy="4311254"/>
          </a:xfrm>
          <a:prstGeom prst="rect">
            <a:avLst/>
          </a:prstGeom>
        </p:spPr>
        <p:txBody>
          <a:bodyPr anchor="ctr"/>
          <a:lstStyle>
            <a:lvl1pPr marL="444500" indent="-444500" algn="l">
              <a:spcBef>
                <a:spcPts val="4300"/>
              </a:spcBef>
              <a:buSzPct val="75000"/>
              <a:buChar char="•"/>
              <a:defRPr sz="3600"/>
            </a:lvl1pPr>
            <a:lvl2pPr marL="889000" indent="-444500" algn="l">
              <a:spcBef>
                <a:spcPts val="4300"/>
              </a:spcBef>
              <a:buSzPct val="75000"/>
              <a:buChar char="•"/>
              <a:defRPr sz="3600"/>
            </a:lvl2pPr>
            <a:lvl3pPr marL="1333500" indent="-444500" algn="l">
              <a:spcBef>
                <a:spcPts val="4300"/>
              </a:spcBef>
              <a:buSzPct val="75000"/>
              <a:buChar char="•"/>
              <a:defRPr sz="3600"/>
            </a:lvl3pPr>
            <a:lvl4pPr marL="1778000" indent="-444500" algn="l">
              <a:spcBef>
                <a:spcPts val="4300"/>
              </a:spcBef>
              <a:buSzPct val="75000"/>
              <a:buChar char="•"/>
              <a:defRPr sz="3600"/>
            </a:lvl4pPr>
            <a:lvl5pPr marL="2222500" indent="-444500" algn="l">
              <a:spcBef>
                <a:spcPts val="4300"/>
              </a:spcBef>
              <a:buSzPct val="75000"/>
              <a:buChar char="•"/>
              <a:defRPr sz="3600"/>
            </a:lvl5pPr>
          </a:lstStyle>
          <a:p>
            <a:r>
              <a:t>Nivel de texto 1</a:t>
            </a:r>
          </a:p>
          <a:p>
            <a:pPr lvl="1"/>
            <a:r>
              <a:t>Nivel de texto 2</a:t>
            </a:r>
          </a:p>
          <a:p>
            <a:pPr lvl="2"/>
            <a:r>
              <a:t>Nivel de texto 3</a:t>
            </a:r>
          </a:p>
          <a:p>
            <a:pPr lvl="3"/>
            <a:r>
              <a:t>Nivel de texto 4</a:t>
            </a:r>
          </a:p>
          <a:p>
            <a:pPr lvl="4"/>
            <a:r>
              <a:t>Nivel de texto 5</a:t>
            </a:r>
          </a:p>
        </p:txBody>
      </p:sp>
      <p:sp>
        <p:nvSpPr>
          <p:cNvPr id="91" name="Shape 9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3 fotos">
    <p:bg>
      <p:bgPr>
        <a:solidFill>
          <a:srgbClr val="FFFFFF"/>
        </a:solidFill>
        <a:effectLst/>
      </p:bgPr>
    </p:bg>
    <p:spTree>
      <p:nvGrpSpPr>
        <p:cNvPr id="1" name=""/>
        <p:cNvGrpSpPr/>
        <p:nvPr/>
      </p:nvGrpSpPr>
      <p:grpSpPr>
        <a:xfrm>
          <a:off x="0" y="0"/>
          <a:ext cx="0" cy="0"/>
          <a:chOff x="0" y="0"/>
          <a:chExt cx="0" cy="0"/>
        </a:xfrm>
      </p:grpSpPr>
      <p:sp>
        <p:nvSpPr>
          <p:cNvPr id="98" name="Shape 98"/>
          <p:cNvSpPr>
            <a:spLocks noGrp="1"/>
          </p:cNvSpPr>
          <p:nvPr>
            <p:ph type="pic" sz="quarter" idx="13"/>
          </p:nvPr>
        </p:nvSpPr>
        <p:spPr>
          <a:xfrm>
            <a:off x="4015233" y="5158233"/>
            <a:ext cx="3187900" cy="2254301"/>
          </a:xfrm>
          <a:prstGeom prst="rect">
            <a:avLst/>
          </a:prstGeom>
        </p:spPr>
        <p:txBody>
          <a:bodyPr lIns="91439" tIns="45719" rIns="91439" bIns="45719">
            <a:noAutofit/>
          </a:bodyPr>
          <a:lstStyle/>
          <a:p>
            <a:endParaRPr/>
          </a:p>
        </p:txBody>
      </p:sp>
      <p:sp>
        <p:nvSpPr>
          <p:cNvPr id="99" name="Shape 99"/>
          <p:cNvSpPr>
            <a:spLocks noGrp="1"/>
          </p:cNvSpPr>
          <p:nvPr>
            <p:ph type="pic" sz="quarter" idx="14"/>
          </p:nvPr>
        </p:nvSpPr>
        <p:spPr>
          <a:xfrm>
            <a:off x="4018950" y="2645866"/>
            <a:ext cx="3187899" cy="2254301"/>
          </a:xfrm>
          <a:prstGeom prst="rect">
            <a:avLst/>
          </a:prstGeom>
        </p:spPr>
        <p:txBody>
          <a:bodyPr lIns="91439" tIns="45719" rIns="91439" bIns="45719">
            <a:noAutofit/>
          </a:bodyPr>
          <a:lstStyle/>
          <a:p>
            <a:endParaRPr/>
          </a:p>
        </p:txBody>
      </p:sp>
      <p:sp>
        <p:nvSpPr>
          <p:cNvPr id="100" name="Shape 100"/>
          <p:cNvSpPr>
            <a:spLocks noGrp="1"/>
          </p:cNvSpPr>
          <p:nvPr>
            <p:ph type="pic" sz="quarter" idx="15"/>
          </p:nvPr>
        </p:nvSpPr>
        <p:spPr>
          <a:xfrm>
            <a:off x="569267" y="2645866"/>
            <a:ext cx="3187900" cy="4766668"/>
          </a:xfrm>
          <a:prstGeom prst="rect">
            <a:avLst/>
          </a:prstGeom>
        </p:spPr>
        <p:txBody>
          <a:bodyPr lIns="91439" tIns="45719" rIns="91439" bIns="45719">
            <a:noAutofit/>
          </a:bodyPr>
          <a:lstStyle/>
          <a:p>
            <a:endParaRPr/>
          </a:p>
        </p:txBody>
      </p:sp>
      <p:sp>
        <p:nvSpPr>
          <p:cNvPr id="101" name="Shape 10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Cita">
    <p:bg>
      <p:bgPr>
        <a:solidFill>
          <a:srgbClr val="FFFFFF"/>
        </a:solidFill>
        <a:effectLst/>
      </p:bgPr>
    </p:bg>
    <p:spTree>
      <p:nvGrpSpPr>
        <p:cNvPr id="1" name=""/>
        <p:cNvGrpSpPr/>
        <p:nvPr/>
      </p:nvGrpSpPr>
      <p:grpSpPr>
        <a:xfrm>
          <a:off x="0" y="0"/>
          <a:ext cx="0" cy="0"/>
          <a:chOff x="0" y="0"/>
          <a:chExt cx="0" cy="0"/>
        </a:xfrm>
      </p:grpSpPr>
      <p:sp>
        <p:nvSpPr>
          <p:cNvPr id="108" name="Shape 108"/>
          <p:cNvSpPr>
            <a:spLocks noGrp="1"/>
          </p:cNvSpPr>
          <p:nvPr>
            <p:ph type="body" sz="quarter" idx="13"/>
          </p:nvPr>
        </p:nvSpPr>
        <p:spPr>
          <a:xfrm>
            <a:off x="759023" y="5917257"/>
            <a:ext cx="6254354" cy="429023"/>
          </a:xfrm>
          <a:prstGeom prst="rect">
            <a:avLst/>
          </a:prstGeom>
        </p:spPr>
        <p:txBody>
          <a:bodyPr>
            <a:spAutoFit/>
          </a:bodyPr>
          <a:lstStyle>
            <a:lvl1pPr>
              <a:defRPr sz="2400"/>
            </a:lvl1pPr>
          </a:lstStyle>
          <a:p>
            <a:r>
              <a:t>– Juan López</a:t>
            </a:r>
          </a:p>
        </p:txBody>
      </p:sp>
      <p:sp>
        <p:nvSpPr>
          <p:cNvPr id="109" name="Shape 109"/>
          <p:cNvSpPr>
            <a:spLocks noGrp="1"/>
          </p:cNvSpPr>
          <p:nvPr>
            <p:ph type="body" sz="quarter" idx="14"/>
          </p:nvPr>
        </p:nvSpPr>
        <p:spPr>
          <a:xfrm>
            <a:off x="759023" y="4547344"/>
            <a:ext cx="6254354" cy="644923"/>
          </a:xfrm>
          <a:prstGeom prst="rect">
            <a:avLst/>
          </a:prstGeom>
        </p:spPr>
        <p:txBody>
          <a:bodyPr anchor="ctr">
            <a:spAutoFit/>
          </a:bodyPr>
          <a:lstStyle>
            <a:lvl1pPr>
              <a:defRPr sz="3800"/>
            </a:lvl1pPr>
          </a:lstStyle>
          <a:p>
            <a:r>
              <a:t>“Escribir una cita aquí” </a:t>
            </a:r>
          </a:p>
        </p:txBody>
      </p:sp>
      <p:sp>
        <p:nvSpPr>
          <p:cNvPr id="110" name="Shape 110"/>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Foto">
    <p:bg>
      <p:bgPr>
        <a:solidFill>
          <a:srgbClr val="FFFFFF"/>
        </a:solidFill>
        <a:effectLst/>
      </p:bgPr>
    </p:bg>
    <p:spTree>
      <p:nvGrpSpPr>
        <p:cNvPr id="1" name=""/>
        <p:cNvGrpSpPr/>
        <p:nvPr/>
      </p:nvGrpSpPr>
      <p:grpSpPr>
        <a:xfrm>
          <a:off x="0" y="0"/>
          <a:ext cx="0" cy="0"/>
          <a:chOff x="0" y="0"/>
          <a:chExt cx="0" cy="0"/>
        </a:xfrm>
      </p:grpSpPr>
      <p:sp>
        <p:nvSpPr>
          <p:cNvPr id="117" name="Shape 117"/>
          <p:cNvSpPr>
            <a:spLocks noGrp="1"/>
          </p:cNvSpPr>
          <p:nvPr>
            <p:ph type="pic" idx="13"/>
          </p:nvPr>
        </p:nvSpPr>
        <p:spPr>
          <a:xfrm>
            <a:off x="0" y="2114550"/>
            <a:ext cx="7772400" cy="5829300"/>
          </a:xfrm>
          <a:prstGeom prst="rect">
            <a:avLst/>
          </a:prstGeom>
        </p:spPr>
        <p:txBody>
          <a:bodyPr lIns="91439" tIns="45719" rIns="91439" bIns="45719">
            <a:noAutofit/>
          </a:bodyPr>
          <a:lstStyle/>
          <a:p>
            <a:endParaRPr/>
          </a:p>
        </p:txBody>
      </p:sp>
      <p:sp>
        <p:nvSpPr>
          <p:cNvPr id="118" name="Shape 11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7ADA6A"/>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759023" y="3093690"/>
            <a:ext cx="6254354" cy="1973462"/>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b">
            <a:normAutofit/>
          </a:bodyPr>
          <a:lstStyle/>
          <a:p>
            <a:r>
              <a:t>Texto del título</a:t>
            </a:r>
          </a:p>
        </p:txBody>
      </p:sp>
      <p:sp>
        <p:nvSpPr>
          <p:cNvPr id="3" name="Shape 3"/>
          <p:cNvSpPr>
            <a:spLocks noGrp="1"/>
          </p:cNvSpPr>
          <p:nvPr>
            <p:ph type="body" idx="1"/>
          </p:nvPr>
        </p:nvSpPr>
        <p:spPr>
          <a:xfrm>
            <a:off x="759023" y="5120282"/>
            <a:ext cx="6254354" cy="675532"/>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ormAutofit/>
          </a:bodyPr>
          <a:lstStyle/>
          <a:p>
            <a:r>
              <a:t>Nivel de texto 1</a:t>
            </a:r>
          </a:p>
          <a:p>
            <a:pPr lvl="1"/>
            <a:r>
              <a:t>Nivel de texto 2</a:t>
            </a:r>
          </a:p>
          <a:p>
            <a:pPr lvl="2"/>
            <a:r>
              <a:t>Nivel de texto 3</a:t>
            </a:r>
          </a:p>
          <a:p>
            <a:pPr lvl="3"/>
            <a:r>
              <a:t>Nivel de texto 4</a:t>
            </a:r>
          </a:p>
          <a:p>
            <a:pPr lvl="4"/>
            <a:r>
              <a:t>Nivel de texto 5</a:t>
            </a:r>
          </a:p>
        </p:txBody>
      </p:sp>
      <p:sp>
        <p:nvSpPr>
          <p:cNvPr id="4" name="Shape 4"/>
          <p:cNvSpPr/>
          <p:nvPr/>
        </p:nvSpPr>
        <p:spPr>
          <a:xfrm>
            <a:off x="2160591" y="-28354"/>
            <a:ext cx="4142279" cy="10222618"/>
          </a:xfrm>
          <a:custGeom>
            <a:avLst/>
            <a:gdLst/>
            <a:ahLst/>
            <a:cxnLst>
              <a:cxn ang="0">
                <a:pos x="wd2" y="hd2"/>
              </a:cxn>
              <a:cxn ang="5400000">
                <a:pos x="wd2" y="hd2"/>
              </a:cxn>
              <a:cxn ang="10800000">
                <a:pos x="wd2" y="hd2"/>
              </a:cxn>
              <a:cxn ang="16200000">
                <a:pos x="wd2" y="hd2"/>
              </a:cxn>
            </a:cxnLst>
            <a:rect l="0" t="0" r="r" b="b"/>
            <a:pathLst>
              <a:path w="21600" h="21600" extrusionOk="0">
                <a:moveTo>
                  <a:pt x="9912" y="21600"/>
                </a:moveTo>
                <a:lnTo>
                  <a:pt x="21600" y="10018"/>
                </a:lnTo>
                <a:lnTo>
                  <a:pt x="18070" y="7"/>
                </a:lnTo>
                <a:lnTo>
                  <a:pt x="0" y="0"/>
                </a:lnTo>
                <a:lnTo>
                  <a:pt x="9912" y="21600"/>
                </a:lnTo>
                <a:close/>
              </a:path>
            </a:pathLst>
          </a:custGeom>
          <a:solidFill>
            <a:srgbClr val="5DA850"/>
          </a:solidFill>
          <a:ln w="12700">
            <a:miter lim="400000"/>
          </a:ln>
        </p:spPr>
        <p:txBody>
          <a:bodyPr lIns="50800" tIns="50800" rIns="50800" bIns="50800" anchor="ctr"/>
          <a:lstStyle/>
          <a:p>
            <a:pPr defTabSz="584200">
              <a:defRPr sz="2400">
                <a:solidFill>
                  <a:srgbClr val="FFFFFF"/>
                </a:solidFill>
              </a:defRPr>
            </a:pPr>
            <a:endParaRPr/>
          </a:p>
        </p:txBody>
      </p:sp>
      <p:sp>
        <p:nvSpPr>
          <p:cNvPr id="5" name="Shape 5"/>
          <p:cNvSpPr/>
          <p:nvPr/>
        </p:nvSpPr>
        <p:spPr>
          <a:xfrm>
            <a:off x="4050320" y="-61473"/>
            <a:ext cx="3748142" cy="1018134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2541" y="9997"/>
                </a:lnTo>
                <a:lnTo>
                  <a:pt x="8699" y="0"/>
                </a:lnTo>
                <a:lnTo>
                  <a:pt x="21600" y="3"/>
                </a:lnTo>
                <a:lnTo>
                  <a:pt x="21576" y="21567"/>
                </a:lnTo>
                <a:lnTo>
                  <a:pt x="0" y="21600"/>
                </a:lnTo>
                <a:close/>
              </a:path>
            </a:pathLst>
          </a:custGeom>
          <a:solidFill>
            <a:srgbClr val="4E8F43"/>
          </a:solidFill>
          <a:ln w="12700">
            <a:miter lim="400000"/>
          </a:ln>
        </p:spPr>
        <p:txBody>
          <a:bodyPr lIns="50800" tIns="50800" rIns="50800" bIns="50800" anchor="ctr"/>
          <a:lstStyle/>
          <a:p>
            <a:pPr defTabSz="584200">
              <a:defRPr sz="2400">
                <a:solidFill>
                  <a:srgbClr val="FFFFFF"/>
                </a:solidFill>
              </a:defRPr>
            </a:pPr>
            <a:endParaRPr/>
          </a:p>
        </p:txBody>
      </p:sp>
      <p:sp>
        <p:nvSpPr>
          <p:cNvPr id="6" name="Shape 6"/>
          <p:cNvSpPr/>
          <p:nvPr/>
        </p:nvSpPr>
        <p:spPr>
          <a:xfrm>
            <a:off x="-38762" y="-958708"/>
            <a:ext cx="4077945" cy="11067468"/>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rgbClr val="6FC661"/>
          </a:solidFill>
          <a:ln w="3175">
            <a:miter lim="400000"/>
          </a:ln>
        </p:spPr>
        <p:txBody>
          <a:bodyPr lIns="50800" tIns="50800" rIns="50800" bIns="50800" anchor="ctr"/>
          <a:lstStyle/>
          <a:p>
            <a:pPr defTabSz="584200">
              <a:defRPr sz="2400">
                <a:solidFill>
                  <a:srgbClr val="FFFFFF"/>
                </a:solidFill>
              </a:defRPr>
            </a:pPr>
            <a:endParaRPr/>
          </a:p>
        </p:txBody>
      </p:sp>
      <p:sp>
        <p:nvSpPr>
          <p:cNvPr id="7" name="Shape 7"/>
          <p:cNvSpPr/>
          <p:nvPr/>
        </p:nvSpPr>
        <p:spPr>
          <a:xfrm>
            <a:off x="-48710" y="9114181"/>
            <a:ext cx="7869820" cy="982320"/>
          </a:xfrm>
          <a:prstGeom prst="rect">
            <a:avLst/>
          </a:prstGeom>
          <a:solidFill>
            <a:srgbClr val="FFFFFF"/>
          </a:solidFill>
          <a:ln w="3175">
            <a:miter lim="400000"/>
          </a:ln>
        </p:spPr>
        <p:txBody>
          <a:bodyPr lIns="30360" tIns="30360" rIns="30360" bIns="30360" anchor="ctr"/>
          <a:lstStyle/>
          <a:p>
            <a:pPr>
              <a:defRPr sz="2400">
                <a:solidFill>
                  <a:srgbClr val="FFFFFF"/>
                </a:solidFill>
              </a:defRPr>
            </a:pPr>
            <a:endParaRPr/>
          </a:p>
        </p:txBody>
      </p:sp>
      <p:sp>
        <p:nvSpPr>
          <p:cNvPr id="8" name="Shape 8"/>
          <p:cNvSpPr>
            <a:spLocks noGrp="1"/>
          </p:cNvSpPr>
          <p:nvPr>
            <p:ph type="sldNum" sz="quarter" idx="2"/>
          </p:nvPr>
        </p:nvSpPr>
        <p:spPr>
          <a:xfrm>
            <a:off x="3718592" y="7644035"/>
            <a:ext cx="327626" cy="340123"/>
          </a:xfrm>
          <a:prstGeom prst="rect">
            <a:avLst/>
          </a:prstGeom>
          <a:ln w="3175">
            <a:miter lim="400000"/>
          </a:ln>
        </p:spPr>
        <p:txBody>
          <a:bodyPr wrap="none" lIns="30360" tIns="30360" rIns="30360" bIns="30360">
            <a:spAutoFit/>
          </a:bodyPr>
          <a:lstStyle>
            <a:lvl1pPr>
              <a:defRPr sz="1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xmlns:p14="http://schemas.microsoft.com/office/powerpoint/2010/main" spd="med"/>
  <p:txStyles>
    <p:titleStyle>
      <a:lvl1pPr marL="0" marR="0" indent="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1pPr>
      <a:lvl2pPr marL="0" marR="0" indent="2286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2pPr>
      <a:lvl3pPr marL="0" marR="0" indent="4572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3pPr>
      <a:lvl4pPr marL="0" marR="0" indent="6858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4pPr>
      <a:lvl5pPr marL="0" marR="0" indent="9144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5pPr>
      <a:lvl6pPr marL="0" marR="0" indent="11430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6pPr>
      <a:lvl7pPr marL="0" marR="0" indent="13716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7pPr>
      <a:lvl8pPr marL="0" marR="0" indent="16002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8pPr>
      <a:lvl9pPr marL="0" marR="0" indent="18288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9pPr>
    </p:titleStyle>
    <p:bodyStyle>
      <a:lvl1pPr marL="0" marR="0" indent="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1pPr>
      <a:lvl2pPr marL="0" marR="0" indent="2286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2pPr>
      <a:lvl3pPr marL="0" marR="0" indent="4572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3pPr>
      <a:lvl4pPr marL="0" marR="0" indent="6858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4pPr>
      <a:lvl5pPr marL="0" marR="0" indent="9144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5pPr>
      <a:lvl6pPr marL="0" marR="0" indent="11430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6pPr>
      <a:lvl7pPr marL="0" marR="0" indent="13716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7pPr>
      <a:lvl8pPr marL="0" marR="0" indent="16002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8pPr>
      <a:lvl9pPr marL="0" marR="0" indent="18288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9pPr>
    </p:bodyStyle>
    <p:otherStyle>
      <a:lvl1pPr marL="0" marR="0" indent="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2286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4572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6858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9144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11430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3716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6002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8288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7" name="vivi.png"/>
          <p:cNvPicPr>
            <a:picLocks noChangeAspect="1"/>
          </p:cNvPicPr>
          <p:nvPr/>
        </p:nvPicPr>
        <p:blipFill>
          <a:blip r:embed="rId2">
            <a:extLst/>
          </a:blip>
          <a:srcRect b="10012"/>
          <a:stretch>
            <a:fillRect/>
          </a:stretch>
        </p:blipFill>
        <p:spPr>
          <a:xfrm>
            <a:off x="2129829" y="2549693"/>
            <a:ext cx="3512857" cy="6570732"/>
          </a:xfrm>
          <a:prstGeom prst="rect">
            <a:avLst/>
          </a:prstGeom>
          <a:ln w="3175">
            <a:miter lim="400000"/>
          </a:ln>
        </p:spPr>
      </p:pic>
      <p:sp>
        <p:nvSpPr>
          <p:cNvPr id="128" name="Shape 128"/>
          <p:cNvSpPr/>
          <p:nvPr/>
        </p:nvSpPr>
        <p:spPr>
          <a:xfrm>
            <a:off x="741674" y="680648"/>
            <a:ext cx="6289052" cy="8636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584200">
              <a:defRPr sz="5000">
                <a:solidFill>
                  <a:srgbClr val="FFFFFF"/>
                </a:solidFill>
                <a:latin typeface="Montserrat Bold"/>
                <a:ea typeface="Montserrat Bold"/>
                <a:cs typeface="Montserrat Bold"/>
                <a:sym typeface="Montserrat Bold"/>
              </a:defRPr>
            </a:lvl1pPr>
          </a:lstStyle>
          <a:p>
            <a:r>
              <a:t>Vilma Núñez</a:t>
            </a:r>
          </a:p>
        </p:txBody>
      </p:sp>
      <p:sp>
        <p:nvSpPr>
          <p:cNvPr id="129" name="Shape 129"/>
          <p:cNvSpPr/>
          <p:nvPr/>
        </p:nvSpPr>
        <p:spPr>
          <a:xfrm>
            <a:off x="1029153" y="1591733"/>
            <a:ext cx="5714094" cy="6350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584200">
              <a:defRPr sz="1800">
                <a:solidFill>
                  <a:srgbClr val="FFFFFF"/>
                </a:solidFill>
                <a:latin typeface="Montserrat"/>
                <a:ea typeface="Montserrat"/>
                <a:cs typeface="Montserrat"/>
                <a:sym typeface="Montserrat"/>
              </a:defRPr>
            </a:lvl1pPr>
          </a:lstStyle>
          <a:p>
            <a:r>
              <a:t>Ph,D, Emprendedora, consultora, speaker y profesora de Marketing Estratégico.</a:t>
            </a:r>
          </a:p>
        </p:txBody>
      </p:sp>
      <p:sp>
        <p:nvSpPr>
          <p:cNvPr id="133" name="Shape 133"/>
          <p:cNvSpPr/>
          <p:nvPr/>
        </p:nvSpPr>
        <p:spPr>
          <a:xfrm>
            <a:off x="247427" y="9657618"/>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4E8F43"/>
                </a:solidFill>
                <a:latin typeface="Montserrat"/>
                <a:ea typeface="Montserrat"/>
                <a:cs typeface="Montserrat"/>
                <a:sym typeface="Montserrat"/>
              </a:defRPr>
            </a:lvl1pPr>
          </a:lstStyle>
          <a:p>
            <a:r>
              <a:t>w w w . t u w e b a q u í . c o m</a:t>
            </a:r>
          </a:p>
        </p:txBody>
      </p:sp>
      <p:pic>
        <p:nvPicPr>
          <p:cNvPr id="134" name="Voila_Capture7.png"/>
          <p:cNvPicPr>
            <a:picLocks noChangeAspect="1"/>
          </p:cNvPicPr>
          <p:nvPr/>
        </p:nvPicPr>
        <p:blipFill>
          <a:blip r:embed="rId3">
            <a:extLst/>
          </a:blip>
          <a:stretch>
            <a:fillRect/>
          </a:stretch>
        </p:blipFill>
        <p:spPr>
          <a:xfrm>
            <a:off x="3688529" y="9362654"/>
            <a:ext cx="3748142" cy="485372"/>
          </a:xfrm>
          <a:prstGeom prst="rect">
            <a:avLst/>
          </a:prstGeom>
          <a:ln w="3175">
            <a:miter lim="400000"/>
          </a:ln>
        </p:spPr>
      </p:pic>
      <p:sp>
        <p:nvSpPr>
          <p:cNvPr id="10" name="Rectangle 9"/>
          <p:cNvSpPr/>
          <p:nvPr/>
        </p:nvSpPr>
        <p:spPr>
          <a:xfrm>
            <a:off x="247427" y="9319064"/>
            <a:ext cx="2144081" cy="338554"/>
          </a:xfrm>
          <a:prstGeom prst="rect">
            <a:avLst/>
          </a:prstGeom>
          <a:solidFill>
            <a:srgbClr val="FDB50A"/>
          </a:solidFill>
        </p:spPr>
        <p:txBody>
          <a:bodyPr wrap="square">
            <a:spAutoFit/>
          </a:bodyPr>
          <a:lstStyle/>
          <a:p>
            <a:r>
              <a:rPr lang="es-ES_tradnl" sz="1600" b="1" dirty="0"/>
              <a:t>Logotipo</a:t>
            </a:r>
            <a:endParaRPr lang="en-US" sz="1600" b="1" dirty="0"/>
          </a:p>
        </p:txBody>
      </p:sp>
    </p:spTree>
  </p:cSld>
  <p:clrMapOvr>
    <a:masterClrMapping/>
  </p:clrMapOvr>
  <p:transition xmlns:p14="http://schemas.microsoft.com/office/powerpoint/2010/mai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Shape 136"/>
          <p:cNvSpPr/>
          <p:nvPr/>
        </p:nvSpPr>
        <p:spPr>
          <a:xfrm>
            <a:off x="1078651" y="739080"/>
            <a:ext cx="1577103" cy="6156723"/>
          </a:xfrm>
          <a:prstGeom prst="rect">
            <a:avLst/>
          </a:prstGeom>
          <a:ln w="3175">
            <a:miter lim="400000"/>
          </a:ln>
          <a:extLst>
            <a:ext uri="{C572A759-6A51-4108-AA02-DFA0A04FC94B}">
              <ma14:wrappingTextBoxFlag xmlns:ma14="http://schemas.microsoft.com/office/mac/drawingml/2011/main" val="1"/>
            </a:ext>
          </a:extLst>
        </p:spPr>
        <p:txBody>
          <a:bodyPr wrap="none" lIns="30360" tIns="30360" rIns="30360" bIns="30360" anchor="ctr">
            <a:spAutoFit/>
          </a:bodyPr>
          <a:lstStyle>
            <a:lvl1pPr>
              <a:defRPr sz="40000">
                <a:solidFill>
                  <a:srgbClr val="FFFFFF"/>
                </a:solidFill>
                <a:latin typeface="Montserrat"/>
                <a:ea typeface="Montserrat"/>
                <a:cs typeface="Montserrat"/>
                <a:sym typeface="Montserrat"/>
              </a:defRPr>
            </a:lvl1pPr>
          </a:lstStyle>
          <a:p>
            <a:r>
              <a:t>“</a:t>
            </a:r>
          </a:p>
        </p:txBody>
      </p:sp>
      <p:sp>
        <p:nvSpPr>
          <p:cNvPr id="137" name="Shape 137"/>
          <p:cNvSpPr/>
          <p:nvPr/>
        </p:nvSpPr>
        <p:spPr>
          <a:xfrm>
            <a:off x="2948091" y="2282130"/>
            <a:ext cx="3745658" cy="38834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lvl1pPr algn="just">
              <a:defRPr>
                <a:solidFill>
                  <a:srgbClr val="FFFFFF"/>
                </a:solidFill>
                <a:latin typeface="Montserrat"/>
                <a:ea typeface="Montserrat"/>
                <a:cs typeface="Montserrat"/>
                <a:sym typeface="Montserrat"/>
              </a:defRPr>
            </a:lvl1pPr>
          </a:lstStyle>
          <a:p>
            <a:r>
              <a:t>Sé que la mitad de mis ingresos en publicidad se desperdician, el problema es que no sé que mitad es…”</a:t>
            </a:r>
          </a:p>
        </p:txBody>
      </p:sp>
      <p:sp>
        <p:nvSpPr>
          <p:cNvPr id="138" name="Shape 138"/>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FFFFFF"/>
                </a:solidFill>
                <a:latin typeface="Montserrat"/>
                <a:ea typeface="Montserrat"/>
                <a:cs typeface="Montserrat"/>
                <a:sym typeface="Montserrat"/>
              </a:defRPr>
            </a:lvl1pPr>
          </a:lstStyle>
          <a:p>
            <a:r>
              <a:t>w w w . t u w e b a q u í . c o m</a:t>
            </a:r>
          </a:p>
        </p:txBody>
      </p:sp>
      <p:sp>
        <p:nvSpPr>
          <p:cNvPr id="139" name="Shape 139"/>
          <p:cNvSpPr/>
          <p:nvPr/>
        </p:nvSpPr>
        <p:spPr>
          <a:xfrm>
            <a:off x="2948091" y="6663630"/>
            <a:ext cx="3745658" cy="7465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r">
              <a:defRPr sz="1500">
                <a:solidFill>
                  <a:srgbClr val="FFFFFF"/>
                </a:solidFill>
                <a:latin typeface="Montserrat"/>
                <a:ea typeface="Montserrat"/>
                <a:cs typeface="Montserrat"/>
                <a:sym typeface="Montserrat"/>
              </a:defRPr>
            </a:pPr>
            <a:r>
              <a:rPr>
                <a:latin typeface="Montserrat Black"/>
                <a:ea typeface="Montserrat Black"/>
                <a:cs typeface="Montserrat Black"/>
                <a:sym typeface="Montserrat Black"/>
              </a:rPr>
              <a:t>John Wanamaker</a:t>
            </a:r>
          </a:p>
          <a:p>
            <a:pPr algn="r">
              <a:defRPr sz="1500">
                <a:solidFill>
                  <a:srgbClr val="FFFFFF"/>
                </a:solidFill>
                <a:latin typeface="Montserrat"/>
                <a:ea typeface="Montserrat"/>
                <a:cs typeface="Montserrat"/>
                <a:sym typeface="Montserrat"/>
              </a:defRPr>
            </a:pPr>
            <a:r>
              <a:t>Considerado como el padre de la publicidad y pionero en marketing</a:t>
            </a:r>
          </a:p>
        </p:txBody>
      </p:sp>
    </p:spTree>
  </p:cSld>
  <p:clrMapOvr>
    <a:masterClrMapping/>
  </p:clrMapOvr>
  <p:transition xmlns:p14="http://schemas.microsoft.com/office/powerpoint/2010/mai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Shape 141"/>
          <p:cNvSpPr/>
          <p:nvPr/>
        </p:nvSpPr>
        <p:spPr>
          <a:xfrm>
            <a:off x="580849" y="703765"/>
            <a:ext cx="6610703" cy="11303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584200">
              <a:defRPr sz="2300">
                <a:latin typeface="Montserrat Bold"/>
                <a:ea typeface="Montserrat Bold"/>
                <a:cs typeface="Montserrat Bold"/>
                <a:sym typeface="Montserrat Bold"/>
              </a:defRPr>
            </a:pPr>
            <a:r>
              <a:rPr>
                <a:latin typeface="Montserrat Black"/>
                <a:ea typeface="Montserrat Black"/>
                <a:cs typeface="Montserrat Black"/>
                <a:sym typeface="Montserrat Black"/>
              </a:rPr>
              <a:t>R A Z O N E S</a:t>
            </a:r>
            <a:r>
              <a:t>  P O R  L A S  Q U E  N O</a:t>
            </a:r>
          </a:p>
          <a:p>
            <a:pPr defTabSz="584200">
              <a:defRPr sz="2300">
                <a:latin typeface="Montserrat Bold"/>
                <a:ea typeface="Montserrat Bold"/>
                <a:cs typeface="Montserrat Bold"/>
                <a:sym typeface="Montserrat Bold"/>
              </a:defRPr>
            </a:pPr>
            <a:r>
              <a:t>T I E N E S  </a:t>
            </a:r>
            <a:r>
              <a:rPr>
                <a:latin typeface="Montserrat Black"/>
                <a:ea typeface="Montserrat Black"/>
                <a:cs typeface="Montserrat Black"/>
                <a:sym typeface="Montserrat Black"/>
              </a:rPr>
              <a:t>B U E N O S</a:t>
            </a:r>
            <a:r>
              <a:t>  R E S U L T A D O S  Y  </a:t>
            </a:r>
            <a:r>
              <a:rPr>
                <a:latin typeface="Montserrat Black"/>
                <a:ea typeface="Montserrat Black"/>
                <a:cs typeface="Montserrat Black"/>
                <a:sym typeface="Montserrat Black"/>
              </a:rPr>
              <a:t>C Ó M O</a:t>
            </a:r>
            <a:r>
              <a:t>  P U E D O  </a:t>
            </a:r>
            <a:r>
              <a:rPr>
                <a:latin typeface="Montserrat Black"/>
                <a:ea typeface="Montserrat Black"/>
                <a:cs typeface="Montserrat Black"/>
                <a:sym typeface="Montserrat Black"/>
              </a:rPr>
              <a:t>A Y U D A R T E</a:t>
            </a:r>
          </a:p>
        </p:txBody>
      </p:sp>
      <p:sp>
        <p:nvSpPr>
          <p:cNvPr id="142" name="Shape 142"/>
          <p:cNvSpPr/>
          <p:nvPr/>
        </p:nvSpPr>
        <p:spPr>
          <a:xfrm>
            <a:off x="993159" y="4741235"/>
            <a:ext cx="586348" cy="586347"/>
          </a:xfrm>
          <a:prstGeom prst="roundRect">
            <a:avLst>
              <a:gd name="adj" fmla="val 6498"/>
            </a:avLst>
          </a:prstGeom>
          <a:solidFill>
            <a:srgbClr val="4E8F43"/>
          </a:solidFill>
          <a:ln w="3175">
            <a:miter lim="400000"/>
          </a:ln>
        </p:spPr>
        <p:txBody>
          <a:bodyPr lIns="91392" tIns="91392" rIns="91392" bIns="91392" anchor="ctr"/>
          <a:lstStyle/>
          <a:p>
            <a:pPr defTabSz="1828800">
              <a:defRPr>
                <a:solidFill>
                  <a:srgbClr val="FFFFFF"/>
                </a:solidFill>
                <a:latin typeface="Open Sans"/>
                <a:ea typeface="Open Sans"/>
                <a:cs typeface="Open Sans"/>
                <a:sym typeface="Open Sans"/>
              </a:defRPr>
            </a:pPr>
            <a:endParaRPr/>
          </a:p>
        </p:txBody>
      </p:sp>
      <p:sp>
        <p:nvSpPr>
          <p:cNvPr id="143" name="Shape 143"/>
          <p:cNvSpPr/>
          <p:nvPr/>
        </p:nvSpPr>
        <p:spPr>
          <a:xfrm>
            <a:off x="993159" y="4713049"/>
            <a:ext cx="586348" cy="586348"/>
          </a:xfrm>
          <a:prstGeom prst="roundRect">
            <a:avLst>
              <a:gd name="adj" fmla="val 6498"/>
            </a:avLst>
          </a:prstGeom>
          <a:solidFill>
            <a:srgbClr val="7ADA6A"/>
          </a:solidFill>
          <a:ln w="3175">
            <a:miter lim="400000"/>
          </a:ln>
        </p:spPr>
        <p:txBody>
          <a:bodyPr lIns="91392" tIns="91392" rIns="91392" bIns="91392" anchor="ctr"/>
          <a:lstStyle/>
          <a:p>
            <a:pPr defTabSz="1828800">
              <a:defRPr>
                <a:solidFill>
                  <a:srgbClr val="FFFFFF"/>
                </a:solidFill>
                <a:latin typeface="Open Sans"/>
                <a:ea typeface="Open Sans"/>
                <a:cs typeface="Open Sans"/>
                <a:sym typeface="Open Sans"/>
              </a:defRPr>
            </a:pPr>
            <a:endParaRPr/>
          </a:p>
        </p:txBody>
      </p:sp>
      <p:sp>
        <p:nvSpPr>
          <p:cNvPr id="144" name="Shape 144"/>
          <p:cNvSpPr/>
          <p:nvPr/>
        </p:nvSpPr>
        <p:spPr>
          <a:xfrm>
            <a:off x="1155856" y="4882804"/>
            <a:ext cx="260941" cy="287110"/>
          </a:xfrm>
          <a:custGeom>
            <a:avLst/>
            <a:gdLst/>
            <a:ahLst/>
            <a:cxnLst>
              <a:cxn ang="0">
                <a:pos x="wd2" y="hd2"/>
              </a:cxn>
              <a:cxn ang="5400000">
                <a:pos x="wd2" y="hd2"/>
              </a:cxn>
              <a:cxn ang="10800000">
                <a:pos x="wd2" y="hd2"/>
              </a:cxn>
              <a:cxn ang="16200000">
                <a:pos x="wd2" y="hd2"/>
              </a:cxn>
            </a:cxnLst>
            <a:rect l="0" t="0" r="r" b="b"/>
            <a:pathLst>
              <a:path w="21600" h="21600" extrusionOk="0">
                <a:moveTo>
                  <a:pt x="21600" y="6949"/>
                </a:moveTo>
                <a:cubicBezTo>
                  <a:pt x="21600" y="7542"/>
                  <a:pt x="21408" y="8153"/>
                  <a:pt x="21018" y="8781"/>
                </a:cubicBezTo>
                <a:cubicBezTo>
                  <a:pt x="20629" y="9416"/>
                  <a:pt x="20110" y="10015"/>
                  <a:pt x="19459" y="10585"/>
                </a:cubicBezTo>
                <a:cubicBezTo>
                  <a:pt x="18807" y="11153"/>
                  <a:pt x="18041" y="11652"/>
                  <a:pt x="17160" y="12084"/>
                </a:cubicBezTo>
                <a:cubicBezTo>
                  <a:pt x="16276" y="12513"/>
                  <a:pt x="15328" y="12821"/>
                  <a:pt x="14316" y="12997"/>
                </a:cubicBezTo>
                <a:cubicBezTo>
                  <a:pt x="13881" y="13091"/>
                  <a:pt x="13493" y="13285"/>
                  <a:pt x="13152" y="13579"/>
                </a:cubicBezTo>
                <a:cubicBezTo>
                  <a:pt x="12810" y="13873"/>
                  <a:pt x="12642" y="14205"/>
                  <a:pt x="12642" y="14572"/>
                </a:cubicBezTo>
                <a:cubicBezTo>
                  <a:pt x="12642" y="14901"/>
                  <a:pt x="12714" y="15141"/>
                  <a:pt x="12866" y="15294"/>
                </a:cubicBezTo>
                <a:cubicBezTo>
                  <a:pt x="13016" y="15450"/>
                  <a:pt x="13178" y="15597"/>
                  <a:pt x="13365" y="15729"/>
                </a:cubicBezTo>
                <a:cubicBezTo>
                  <a:pt x="13547" y="15867"/>
                  <a:pt x="13718" y="16011"/>
                  <a:pt x="13875" y="16170"/>
                </a:cubicBezTo>
                <a:cubicBezTo>
                  <a:pt x="14033" y="16331"/>
                  <a:pt x="14126" y="16575"/>
                  <a:pt x="14161" y="16904"/>
                </a:cubicBezTo>
                <a:cubicBezTo>
                  <a:pt x="14196" y="17118"/>
                  <a:pt x="14188" y="17341"/>
                  <a:pt x="14134" y="17565"/>
                </a:cubicBezTo>
                <a:cubicBezTo>
                  <a:pt x="14100" y="17697"/>
                  <a:pt x="14201" y="17806"/>
                  <a:pt x="14433" y="17894"/>
                </a:cubicBezTo>
                <a:cubicBezTo>
                  <a:pt x="14668" y="17982"/>
                  <a:pt x="14957" y="18070"/>
                  <a:pt x="15296" y="18155"/>
                </a:cubicBezTo>
                <a:cubicBezTo>
                  <a:pt x="15638" y="18237"/>
                  <a:pt x="15988" y="18343"/>
                  <a:pt x="16345" y="18469"/>
                </a:cubicBezTo>
                <a:cubicBezTo>
                  <a:pt x="16706" y="18596"/>
                  <a:pt x="16976" y="18757"/>
                  <a:pt x="17165" y="18954"/>
                </a:cubicBezTo>
                <a:cubicBezTo>
                  <a:pt x="17267" y="19051"/>
                  <a:pt x="17352" y="19233"/>
                  <a:pt x="17416" y="19512"/>
                </a:cubicBezTo>
                <a:cubicBezTo>
                  <a:pt x="17478" y="19791"/>
                  <a:pt x="17520" y="20091"/>
                  <a:pt x="17536" y="20417"/>
                </a:cubicBezTo>
                <a:cubicBezTo>
                  <a:pt x="17555" y="20728"/>
                  <a:pt x="17528" y="21001"/>
                  <a:pt x="17464" y="21242"/>
                </a:cubicBezTo>
                <a:cubicBezTo>
                  <a:pt x="17395" y="21480"/>
                  <a:pt x="17269" y="21600"/>
                  <a:pt x="17090" y="21600"/>
                </a:cubicBezTo>
                <a:lnTo>
                  <a:pt x="4496" y="21600"/>
                </a:lnTo>
                <a:cubicBezTo>
                  <a:pt x="4328" y="21600"/>
                  <a:pt x="4205" y="21480"/>
                  <a:pt x="4130" y="21242"/>
                </a:cubicBezTo>
                <a:cubicBezTo>
                  <a:pt x="4061" y="21001"/>
                  <a:pt x="4032" y="20728"/>
                  <a:pt x="4048" y="20417"/>
                </a:cubicBezTo>
                <a:cubicBezTo>
                  <a:pt x="4066" y="20091"/>
                  <a:pt x="4109" y="19791"/>
                  <a:pt x="4170" y="19512"/>
                </a:cubicBezTo>
                <a:cubicBezTo>
                  <a:pt x="4235" y="19233"/>
                  <a:pt x="4317" y="19051"/>
                  <a:pt x="4421" y="18954"/>
                </a:cubicBezTo>
                <a:cubicBezTo>
                  <a:pt x="4616" y="18769"/>
                  <a:pt x="4889" y="18607"/>
                  <a:pt x="5239" y="18475"/>
                </a:cubicBezTo>
                <a:cubicBezTo>
                  <a:pt x="5588" y="18346"/>
                  <a:pt x="5933" y="18237"/>
                  <a:pt x="6269" y="18155"/>
                </a:cubicBezTo>
                <a:cubicBezTo>
                  <a:pt x="6606" y="18070"/>
                  <a:pt x="6897" y="17985"/>
                  <a:pt x="7145" y="17902"/>
                </a:cubicBezTo>
                <a:cubicBezTo>
                  <a:pt x="7394" y="17817"/>
                  <a:pt x="7498" y="17706"/>
                  <a:pt x="7463" y="17565"/>
                </a:cubicBezTo>
                <a:cubicBezTo>
                  <a:pt x="7428" y="17433"/>
                  <a:pt x="7412" y="17312"/>
                  <a:pt x="7412" y="17206"/>
                </a:cubicBezTo>
                <a:lnTo>
                  <a:pt x="7412" y="16904"/>
                </a:lnTo>
                <a:cubicBezTo>
                  <a:pt x="7428" y="16575"/>
                  <a:pt x="7519" y="16331"/>
                  <a:pt x="7687" y="16170"/>
                </a:cubicBezTo>
                <a:cubicBezTo>
                  <a:pt x="7853" y="16011"/>
                  <a:pt x="8034" y="15867"/>
                  <a:pt x="8224" y="15729"/>
                </a:cubicBezTo>
                <a:cubicBezTo>
                  <a:pt x="8416" y="15594"/>
                  <a:pt x="8584" y="15447"/>
                  <a:pt x="8729" y="15294"/>
                </a:cubicBezTo>
                <a:cubicBezTo>
                  <a:pt x="8873" y="15141"/>
                  <a:pt x="8945" y="14901"/>
                  <a:pt x="8945" y="14572"/>
                </a:cubicBezTo>
                <a:cubicBezTo>
                  <a:pt x="8945" y="14205"/>
                  <a:pt x="8777" y="13876"/>
                  <a:pt x="8440" y="13579"/>
                </a:cubicBezTo>
                <a:cubicBezTo>
                  <a:pt x="8104" y="13282"/>
                  <a:pt x="7706" y="13091"/>
                  <a:pt x="7247" y="12997"/>
                </a:cubicBezTo>
                <a:cubicBezTo>
                  <a:pt x="6251" y="12812"/>
                  <a:pt x="5311" y="12498"/>
                  <a:pt x="4435" y="12063"/>
                </a:cubicBezTo>
                <a:cubicBezTo>
                  <a:pt x="3554" y="11629"/>
                  <a:pt x="2790" y="11129"/>
                  <a:pt x="2133" y="10570"/>
                </a:cubicBezTo>
                <a:cubicBezTo>
                  <a:pt x="1479" y="10012"/>
                  <a:pt x="958" y="9416"/>
                  <a:pt x="574" y="8781"/>
                </a:cubicBezTo>
                <a:cubicBezTo>
                  <a:pt x="189" y="8153"/>
                  <a:pt x="0" y="7542"/>
                  <a:pt x="0" y="6949"/>
                </a:cubicBezTo>
                <a:lnTo>
                  <a:pt x="0" y="4320"/>
                </a:lnTo>
                <a:cubicBezTo>
                  <a:pt x="0" y="4009"/>
                  <a:pt x="93" y="3756"/>
                  <a:pt x="285" y="3553"/>
                </a:cubicBezTo>
                <a:cubicBezTo>
                  <a:pt x="475" y="3354"/>
                  <a:pt x="712" y="3254"/>
                  <a:pt x="998" y="3254"/>
                </a:cubicBezTo>
                <a:lnTo>
                  <a:pt x="5124" y="3254"/>
                </a:lnTo>
                <a:cubicBezTo>
                  <a:pt x="5108" y="3139"/>
                  <a:pt x="5097" y="3025"/>
                  <a:pt x="5097" y="2901"/>
                </a:cubicBezTo>
                <a:lnTo>
                  <a:pt x="5097" y="2505"/>
                </a:lnTo>
                <a:cubicBezTo>
                  <a:pt x="5097" y="2005"/>
                  <a:pt x="5118" y="1594"/>
                  <a:pt x="5156" y="1265"/>
                </a:cubicBezTo>
                <a:cubicBezTo>
                  <a:pt x="5193" y="939"/>
                  <a:pt x="5260" y="684"/>
                  <a:pt x="5353" y="499"/>
                </a:cubicBezTo>
                <a:cubicBezTo>
                  <a:pt x="5444" y="320"/>
                  <a:pt x="5580" y="187"/>
                  <a:pt x="5754" y="111"/>
                </a:cubicBezTo>
                <a:cubicBezTo>
                  <a:pt x="5928" y="38"/>
                  <a:pt x="6165" y="0"/>
                  <a:pt x="6464" y="0"/>
                </a:cubicBezTo>
                <a:lnTo>
                  <a:pt x="15133" y="0"/>
                </a:lnTo>
                <a:cubicBezTo>
                  <a:pt x="15411" y="0"/>
                  <a:pt x="15646" y="38"/>
                  <a:pt x="15830" y="111"/>
                </a:cubicBezTo>
                <a:cubicBezTo>
                  <a:pt x="16012" y="187"/>
                  <a:pt x="16150" y="320"/>
                  <a:pt x="16244" y="499"/>
                </a:cubicBezTo>
                <a:cubicBezTo>
                  <a:pt x="16337" y="684"/>
                  <a:pt x="16404" y="939"/>
                  <a:pt x="16436" y="1265"/>
                </a:cubicBezTo>
                <a:cubicBezTo>
                  <a:pt x="16471" y="1594"/>
                  <a:pt x="16487" y="2006"/>
                  <a:pt x="16487" y="2505"/>
                </a:cubicBezTo>
                <a:lnTo>
                  <a:pt x="16487" y="2863"/>
                </a:lnTo>
                <a:cubicBezTo>
                  <a:pt x="16487" y="2989"/>
                  <a:pt x="16479" y="3119"/>
                  <a:pt x="16460" y="3251"/>
                </a:cubicBezTo>
                <a:lnTo>
                  <a:pt x="20604" y="3251"/>
                </a:lnTo>
                <a:cubicBezTo>
                  <a:pt x="20885" y="3251"/>
                  <a:pt x="21120" y="3351"/>
                  <a:pt x="21315" y="3550"/>
                </a:cubicBezTo>
                <a:cubicBezTo>
                  <a:pt x="21504" y="3753"/>
                  <a:pt x="21600" y="4006"/>
                  <a:pt x="21600" y="4317"/>
                </a:cubicBezTo>
                <a:lnTo>
                  <a:pt x="21600" y="6949"/>
                </a:lnTo>
                <a:close/>
                <a:moveTo>
                  <a:pt x="6283" y="10550"/>
                </a:moveTo>
                <a:cubicBezTo>
                  <a:pt x="6072" y="9798"/>
                  <a:pt x="5882" y="8978"/>
                  <a:pt x="5714" y="8082"/>
                </a:cubicBezTo>
                <a:cubicBezTo>
                  <a:pt x="5548" y="7189"/>
                  <a:pt x="5407" y="6299"/>
                  <a:pt x="5287" y="5415"/>
                </a:cubicBezTo>
                <a:lnTo>
                  <a:pt x="1962" y="5415"/>
                </a:lnTo>
                <a:lnTo>
                  <a:pt x="1962" y="6949"/>
                </a:lnTo>
                <a:cubicBezTo>
                  <a:pt x="1962" y="7137"/>
                  <a:pt x="2064" y="7389"/>
                  <a:pt x="2264" y="7709"/>
                </a:cubicBezTo>
                <a:cubicBezTo>
                  <a:pt x="2462" y="8029"/>
                  <a:pt x="2753" y="8358"/>
                  <a:pt x="3126" y="8699"/>
                </a:cubicBezTo>
                <a:cubicBezTo>
                  <a:pt x="3500" y="9040"/>
                  <a:pt x="3954" y="9381"/>
                  <a:pt x="4488" y="9707"/>
                </a:cubicBezTo>
                <a:cubicBezTo>
                  <a:pt x="5022" y="10033"/>
                  <a:pt x="5618" y="10315"/>
                  <a:pt x="6283" y="10550"/>
                </a:cubicBezTo>
                <a:moveTo>
                  <a:pt x="19630" y="5415"/>
                </a:moveTo>
                <a:lnTo>
                  <a:pt x="16281" y="5415"/>
                </a:lnTo>
                <a:cubicBezTo>
                  <a:pt x="16180" y="6299"/>
                  <a:pt x="16044" y="7189"/>
                  <a:pt x="15878" y="8082"/>
                </a:cubicBezTo>
                <a:cubicBezTo>
                  <a:pt x="15713" y="8978"/>
                  <a:pt x="15523" y="9798"/>
                  <a:pt x="15309" y="10550"/>
                </a:cubicBezTo>
                <a:cubicBezTo>
                  <a:pt x="15974" y="10315"/>
                  <a:pt x="16575" y="10033"/>
                  <a:pt x="17106" y="9707"/>
                </a:cubicBezTo>
                <a:cubicBezTo>
                  <a:pt x="17638" y="9381"/>
                  <a:pt x="18092" y="9040"/>
                  <a:pt x="18468" y="8699"/>
                </a:cubicBezTo>
                <a:cubicBezTo>
                  <a:pt x="18845" y="8358"/>
                  <a:pt x="19131" y="8029"/>
                  <a:pt x="19331" y="7709"/>
                </a:cubicBezTo>
                <a:cubicBezTo>
                  <a:pt x="19531" y="7389"/>
                  <a:pt x="19630" y="7137"/>
                  <a:pt x="19630" y="6949"/>
                </a:cubicBezTo>
                <a:lnTo>
                  <a:pt x="19630" y="5415"/>
                </a:lnTo>
                <a:close/>
              </a:path>
            </a:pathLst>
          </a:custGeom>
          <a:solidFill>
            <a:srgbClr val="FFFFFF"/>
          </a:solidFill>
          <a:ln w="3175">
            <a:miter lim="400000"/>
          </a:ln>
        </p:spPr>
        <p:txBody>
          <a:bodyPr lIns="91392" tIns="91392" rIns="91392" bIns="91392" anchor="ctr"/>
          <a:lstStyle/>
          <a:p>
            <a:pPr algn="l" defTabSz="914196">
              <a:defRPr sz="7200">
                <a:solidFill>
                  <a:srgbClr val="44CEB9"/>
                </a:solidFill>
                <a:effectLst>
                  <a:outerShdw blurRad="38100" dist="38100" dir="2700000" rotWithShape="0">
                    <a:srgbClr val="000000"/>
                  </a:outerShdw>
                </a:effectLst>
                <a:latin typeface="Gill Sans"/>
                <a:ea typeface="Gill Sans"/>
                <a:cs typeface="Gill Sans"/>
                <a:sym typeface="Gill Sans"/>
              </a:defRPr>
            </a:pPr>
            <a:endParaRPr/>
          </a:p>
        </p:txBody>
      </p:sp>
      <p:sp>
        <p:nvSpPr>
          <p:cNvPr id="145" name="Shape 145"/>
          <p:cNvSpPr/>
          <p:nvPr/>
        </p:nvSpPr>
        <p:spPr>
          <a:xfrm>
            <a:off x="993159" y="2456803"/>
            <a:ext cx="586348" cy="586347"/>
          </a:xfrm>
          <a:prstGeom prst="roundRect">
            <a:avLst>
              <a:gd name="adj" fmla="val 6498"/>
            </a:avLst>
          </a:prstGeom>
          <a:solidFill>
            <a:srgbClr val="4E8F43"/>
          </a:solidFill>
          <a:ln w="3175">
            <a:miter lim="400000"/>
          </a:ln>
        </p:spPr>
        <p:txBody>
          <a:bodyPr lIns="91392" tIns="91392" rIns="91392" bIns="91392" anchor="ctr"/>
          <a:lstStyle/>
          <a:p>
            <a:pPr defTabSz="1828800">
              <a:defRPr>
                <a:solidFill>
                  <a:srgbClr val="FFFFFF"/>
                </a:solidFill>
                <a:latin typeface="Open Sans"/>
                <a:ea typeface="Open Sans"/>
                <a:cs typeface="Open Sans"/>
                <a:sym typeface="Open Sans"/>
              </a:defRPr>
            </a:pPr>
            <a:endParaRPr/>
          </a:p>
        </p:txBody>
      </p:sp>
      <p:sp>
        <p:nvSpPr>
          <p:cNvPr id="146" name="Shape 146"/>
          <p:cNvSpPr/>
          <p:nvPr/>
        </p:nvSpPr>
        <p:spPr>
          <a:xfrm>
            <a:off x="993159" y="2428618"/>
            <a:ext cx="586348" cy="586347"/>
          </a:xfrm>
          <a:prstGeom prst="roundRect">
            <a:avLst>
              <a:gd name="adj" fmla="val 6498"/>
            </a:avLst>
          </a:prstGeom>
          <a:solidFill>
            <a:srgbClr val="7ADA6A"/>
          </a:solidFill>
          <a:ln w="3175">
            <a:miter lim="400000"/>
          </a:ln>
        </p:spPr>
        <p:txBody>
          <a:bodyPr lIns="91392" tIns="91392" rIns="91392" bIns="91392" anchor="ctr"/>
          <a:lstStyle/>
          <a:p>
            <a:pPr defTabSz="1828800">
              <a:defRPr>
                <a:solidFill>
                  <a:srgbClr val="FFFFFF"/>
                </a:solidFill>
                <a:latin typeface="Open Sans"/>
                <a:ea typeface="Open Sans"/>
                <a:cs typeface="Open Sans"/>
                <a:sym typeface="Open Sans"/>
              </a:defRPr>
            </a:pPr>
            <a:endParaRPr/>
          </a:p>
        </p:txBody>
      </p:sp>
      <p:grpSp>
        <p:nvGrpSpPr>
          <p:cNvPr id="154" name="Group 154"/>
          <p:cNvGrpSpPr/>
          <p:nvPr/>
        </p:nvGrpSpPr>
        <p:grpSpPr>
          <a:xfrm>
            <a:off x="1168755" y="2581776"/>
            <a:ext cx="234850" cy="307909"/>
            <a:chOff x="0" y="0"/>
            <a:chExt cx="234848" cy="307907"/>
          </a:xfrm>
        </p:grpSpPr>
        <p:sp>
          <p:nvSpPr>
            <p:cNvPr id="147" name="Shape 147"/>
            <p:cNvSpPr/>
            <p:nvPr/>
          </p:nvSpPr>
          <p:spPr>
            <a:xfrm>
              <a:off x="0" y="205475"/>
              <a:ext cx="102406" cy="102433"/>
            </a:xfrm>
            <a:custGeom>
              <a:avLst/>
              <a:gdLst/>
              <a:ahLst/>
              <a:cxnLst>
                <a:cxn ang="0">
                  <a:pos x="wd2" y="hd2"/>
                </a:cxn>
                <a:cxn ang="5400000">
                  <a:pos x="wd2" y="hd2"/>
                </a:cxn>
                <a:cxn ang="10800000">
                  <a:pos x="wd2" y="hd2"/>
                </a:cxn>
                <a:cxn ang="16200000">
                  <a:pos x="wd2" y="hd2"/>
                </a:cxn>
              </a:cxnLst>
              <a:rect l="0" t="0" r="r" b="b"/>
              <a:pathLst>
                <a:path w="21600" h="21600" extrusionOk="0">
                  <a:moveTo>
                    <a:pt x="5932" y="0"/>
                  </a:moveTo>
                  <a:lnTo>
                    <a:pt x="0" y="15668"/>
                  </a:lnTo>
                  <a:lnTo>
                    <a:pt x="10252" y="12444"/>
                  </a:lnTo>
                  <a:lnTo>
                    <a:pt x="16184" y="21600"/>
                  </a:lnTo>
                  <a:lnTo>
                    <a:pt x="21600" y="5416"/>
                  </a:lnTo>
                  <a:lnTo>
                    <a:pt x="16184" y="580"/>
                  </a:lnTo>
                  <a:lnTo>
                    <a:pt x="5932" y="0"/>
                  </a:lnTo>
                  <a:close/>
                </a:path>
              </a:pathLst>
            </a:custGeom>
            <a:solidFill>
              <a:srgbClr val="FFFFFF"/>
            </a:solidFill>
            <a:ln w="3175" cap="flat">
              <a:noFill/>
              <a:miter lim="400000"/>
            </a:ln>
            <a:effectLst/>
          </p:spPr>
          <p:txBody>
            <a:bodyPr wrap="square" lIns="91392" tIns="91392" rIns="91392" bIns="91392" numCol="1" anchor="ctr">
              <a:noAutofit/>
            </a:bodyPr>
            <a:lstStyle/>
            <a:p>
              <a:pPr algn="l" defTabSz="1828800">
                <a:defRPr sz="4800">
                  <a:latin typeface="Open Sans"/>
                  <a:ea typeface="Open Sans"/>
                  <a:cs typeface="Open Sans"/>
                  <a:sym typeface="Open Sans"/>
                </a:defRPr>
              </a:pPr>
              <a:endParaRPr/>
            </a:p>
          </p:txBody>
        </p:sp>
        <p:sp>
          <p:nvSpPr>
            <p:cNvPr id="148" name="Shape 148"/>
            <p:cNvSpPr/>
            <p:nvPr/>
          </p:nvSpPr>
          <p:spPr>
            <a:xfrm>
              <a:off x="0" y="205475"/>
              <a:ext cx="102406" cy="102433"/>
            </a:xfrm>
            <a:custGeom>
              <a:avLst/>
              <a:gdLst/>
              <a:ahLst/>
              <a:cxnLst>
                <a:cxn ang="0">
                  <a:pos x="wd2" y="hd2"/>
                </a:cxn>
                <a:cxn ang="5400000">
                  <a:pos x="wd2" y="hd2"/>
                </a:cxn>
                <a:cxn ang="10800000">
                  <a:pos x="wd2" y="hd2"/>
                </a:cxn>
                <a:cxn ang="16200000">
                  <a:pos x="wd2" y="hd2"/>
                </a:cxn>
              </a:cxnLst>
              <a:rect l="0" t="0" r="r" b="b"/>
              <a:pathLst>
                <a:path w="21600" h="21600" extrusionOk="0">
                  <a:moveTo>
                    <a:pt x="5932" y="0"/>
                  </a:moveTo>
                  <a:lnTo>
                    <a:pt x="0" y="15668"/>
                  </a:lnTo>
                  <a:lnTo>
                    <a:pt x="10252" y="12444"/>
                  </a:lnTo>
                  <a:lnTo>
                    <a:pt x="16184" y="21600"/>
                  </a:lnTo>
                  <a:lnTo>
                    <a:pt x="21600" y="5416"/>
                  </a:lnTo>
                  <a:lnTo>
                    <a:pt x="16184" y="580"/>
                  </a:lnTo>
                  <a:lnTo>
                    <a:pt x="5932" y="0"/>
                  </a:lnTo>
                </a:path>
              </a:pathLst>
            </a:custGeom>
            <a:solidFill>
              <a:srgbClr val="FFFFFF"/>
            </a:solidFill>
            <a:ln w="3175" cap="flat">
              <a:noFill/>
              <a:miter lim="400000"/>
            </a:ln>
            <a:effectLst/>
          </p:spPr>
          <p:txBody>
            <a:bodyPr wrap="square" lIns="91392" tIns="91392" rIns="91392" bIns="91392" numCol="1" anchor="ctr">
              <a:noAutofit/>
            </a:bodyPr>
            <a:lstStyle/>
            <a:p>
              <a:pPr algn="l" defTabSz="1828800">
                <a:defRPr sz="4800">
                  <a:latin typeface="Open Sans"/>
                  <a:ea typeface="Open Sans"/>
                  <a:cs typeface="Open Sans"/>
                  <a:sym typeface="Open Sans"/>
                </a:defRPr>
              </a:pPr>
              <a:endParaRPr/>
            </a:p>
          </p:txBody>
        </p:sp>
        <p:sp>
          <p:nvSpPr>
            <p:cNvPr id="149" name="Shape 149"/>
            <p:cNvSpPr/>
            <p:nvPr/>
          </p:nvSpPr>
          <p:spPr>
            <a:xfrm>
              <a:off x="132443" y="205475"/>
              <a:ext cx="102406" cy="102433"/>
            </a:xfrm>
            <a:custGeom>
              <a:avLst/>
              <a:gdLst/>
              <a:ahLst/>
              <a:cxnLst>
                <a:cxn ang="0">
                  <a:pos x="wd2" y="hd2"/>
                </a:cxn>
                <a:cxn ang="5400000">
                  <a:pos x="wd2" y="hd2"/>
                </a:cxn>
                <a:cxn ang="10800000">
                  <a:pos x="wd2" y="hd2"/>
                </a:cxn>
                <a:cxn ang="16200000">
                  <a:pos x="wd2" y="hd2"/>
                </a:cxn>
              </a:cxnLst>
              <a:rect l="0" t="0" r="r" b="b"/>
              <a:pathLst>
                <a:path w="21600" h="21600" extrusionOk="0">
                  <a:moveTo>
                    <a:pt x="16184" y="0"/>
                  </a:moveTo>
                  <a:lnTo>
                    <a:pt x="5416" y="580"/>
                  </a:lnTo>
                  <a:lnTo>
                    <a:pt x="0" y="5416"/>
                  </a:lnTo>
                  <a:lnTo>
                    <a:pt x="5932" y="21600"/>
                  </a:lnTo>
                  <a:lnTo>
                    <a:pt x="11348" y="12444"/>
                  </a:lnTo>
                  <a:lnTo>
                    <a:pt x="21600" y="15668"/>
                  </a:lnTo>
                  <a:lnTo>
                    <a:pt x="16184" y="0"/>
                  </a:lnTo>
                  <a:close/>
                </a:path>
              </a:pathLst>
            </a:custGeom>
            <a:solidFill>
              <a:srgbClr val="FFFFFF"/>
            </a:solidFill>
            <a:ln w="3175" cap="flat">
              <a:noFill/>
              <a:miter lim="400000"/>
            </a:ln>
            <a:effectLst/>
          </p:spPr>
          <p:txBody>
            <a:bodyPr wrap="square" lIns="91392" tIns="91392" rIns="91392" bIns="91392" numCol="1" anchor="ctr">
              <a:noAutofit/>
            </a:bodyPr>
            <a:lstStyle/>
            <a:p>
              <a:pPr algn="l" defTabSz="1828800">
                <a:defRPr sz="4800">
                  <a:latin typeface="Open Sans"/>
                  <a:ea typeface="Open Sans"/>
                  <a:cs typeface="Open Sans"/>
                  <a:sym typeface="Open Sans"/>
                </a:defRPr>
              </a:pPr>
              <a:endParaRPr/>
            </a:p>
          </p:txBody>
        </p:sp>
        <p:sp>
          <p:nvSpPr>
            <p:cNvPr id="150" name="Shape 150"/>
            <p:cNvSpPr/>
            <p:nvPr/>
          </p:nvSpPr>
          <p:spPr>
            <a:xfrm>
              <a:off x="132443" y="205475"/>
              <a:ext cx="102406" cy="102433"/>
            </a:xfrm>
            <a:custGeom>
              <a:avLst/>
              <a:gdLst/>
              <a:ahLst/>
              <a:cxnLst>
                <a:cxn ang="0">
                  <a:pos x="wd2" y="hd2"/>
                </a:cxn>
                <a:cxn ang="5400000">
                  <a:pos x="wd2" y="hd2"/>
                </a:cxn>
                <a:cxn ang="10800000">
                  <a:pos x="wd2" y="hd2"/>
                </a:cxn>
                <a:cxn ang="16200000">
                  <a:pos x="wd2" y="hd2"/>
                </a:cxn>
              </a:cxnLst>
              <a:rect l="0" t="0" r="r" b="b"/>
              <a:pathLst>
                <a:path w="21600" h="21600" extrusionOk="0">
                  <a:moveTo>
                    <a:pt x="16184" y="0"/>
                  </a:moveTo>
                  <a:lnTo>
                    <a:pt x="5416" y="580"/>
                  </a:lnTo>
                  <a:lnTo>
                    <a:pt x="0" y="5416"/>
                  </a:lnTo>
                  <a:lnTo>
                    <a:pt x="5932" y="21600"/>
                  </a:lnTo>
                  <a:lnTo>
                    <a:pt x="11348" y="12444"/>
                  </a:lnTo>
                  <a:lnTo>
                    <a:pt x="21600" y="15668"/>
                  </a:lnTo>
                  <a:lnTo>
                    <a:pt x="16184" y="0"/>
                  </a:lnTo>
                </a:path>
              </a:pathLst>
            </a:custGeom>
            <a:solidFill>
              <a:srgbClr val="FFFFFF"/>
            </a:solidFill>
            <a:ln w="3175" cap="flat">
              <a:noFill/>
              <a:miter lim="400000"/>
            </a:ln>
            <a:effectLst/>
          </p:spPr>
          <p:txBody>
            <a:bodyPr wrap="square" lIns="91392" tIns="91392" rIns="91392" bIns="91392" numCol="1" anchor="ctr">
              <a:noAutofit/>
            </a:bodyPr>
            <a:lstStyle/>
            <a:p>
              <a:pPr algn="l" defTabSz="1828800">
                <a:defRPr sz="4800">
                  <a:latin typeface="Open Sans"/>
                  <a:ea typeface="Open Sans"/>
                  <a:cs typeface="Open Sans"/>
                  <a:sym typeface="Open Sans"/>
                </a:defRPr>
              </a:pPr>
              <a:endParaRPr/>
            </a:p>
          </p:txBody>
        </p:sp>
        <p:sp>
          <p:nvSpPr>
            <p:cNvPr id="151" name="Shape 151"/>
            <p:cNvSpPr/>
            <p:nvPr/>
          </p:nvSpPr>
          <p:spPr>
            <a:xfrm>
              <a:off x="8108" y="0"/>
              <a:ext cx="222686" cy="220040"/>
            </a:xfrm>
            <a:custGeom>
              <a:avLst/>
              <a:gdLst/>
              <a:ahLst/>
              <a:cxnLst>
                <a:cxn ang="0">
                  <a:pos x="wd2" y="hd2"/>
                </a:cxn>
                <a:cxn ang="5400000">
                  <a:pos x="wd2" y="hd2"/>
                </a:cxn>
                <a:cxn ang="10800000">
                  <a:pos x="wd2" y="hd2"/>
                </a:cxn>
                <a:cxn ang="16200000">
                  <a:pos x="wd2" y="hd2"/>
                </a:cxn>
              </a:cxnLst>
              <a:rect l="0" t="0" r="r" b="b"/>
              <a:pathLst>
                <a:path w="21600" h="21600" extrusionOk="0">
                  <a:moveTo>
                    <a:pt x="18361" y="18596"/>
                  </a:moveTo>
                  <a:cubicBezTo>
                    <a:pt x="18629" y="14090"/>
                    <a:pt x="18629" y="14090"/>
                    <a:pt x="18629" y="14090"/>
                  </a:cubicBezTo>
                  <a:cubicBezTo>
                    <a:pt x="21600" y="10815"/>
                    <a:pt x="21600" y="10815"/>
                    <a:pt x="21600" y="10815"/>
                  </a:cubicBezTo>
                  <a:cubicBezTo>
                    <a:pt x="18629" y="7540"/>
                    <a:pt x="18629" y="7540"/>
                    <a:pt x="18629" y="7540"/>
                  </a:cubicBezTo>
                  <a:cubicBezTo>
                    <a:pt x="18361" y="3034"/>
                    <a:pt x="18361" y="3034"/>
                    <a:pt x="18361" y="3034"/>
                  </a:cubicBezTo>
                  <a:cubicBezTo>
                    <a:pt x="13905" y="2764"/>
                    <a:pt x="13905" y="2764"/>
                    <a:pt x="13905" y="2764"/>
                  </a:cubicBezTo>
                  <a:cubicBezTo>
                    <a:pt x="10666" y="0"/>
                    <a:pt x="10666" y="0"/>
                    <a:pt x="10666" y="0"/>
                  </a:cubicBezTo>
                  <a:cubicBezTo>
                    <a:pt x="7428" y="2764"/>
                    <a:pt x="7428" y="2764"/>
                    <a:pt x="7428" y="2764"/>
                  </a:cubicBezTo>
                  <a:cubicBezTo>
                    <a:pt x="2971" y="3034"/>
                    <a:pt x="2971" y="3034"/>
                    <a:pt x="2971" y="3034"/>
                  </a:cubicBezTo>
                  <a:cubicBezTo>
                    <a:pt x="2733" y="7540"/>
                    <a:pt x="2733" y="7540"/>
                    <a:pt x="2733" y="7540"/>
                  </a:cubicBezTo>
                  <a:cubicBezTo>
                    <a:pt x="0" y="10815"/>
                    <a:pt x="0" y="10815"/>
                    <a:pt x="0" y="10815"/>
                  </a:cubicBezTo>
                  <a:cubicBezTo>
                    <a:pt x="2733" y="14090"/>
                    <a:pt x="2733" y="14090"/>
                    <a:pt x="2733" y="14090"/>
                  </a:cubicBezTo>
                  <a:cubicBezTo>
                    <a:pt x="2971" y="18596"/>
                    <a:pt x="2971" y="18596"/>
                    <a:pt x="2971" y="18596"/>
                  </a:cubicBezTo>
                  <a:cubicBezTo>
                    <a:pt x="7428" y="18866"/>
                    <a:pt x="7428" y="18866"/>
                    <a:pt x="7428" y="18866"/>
                  </a:cubicBezTo>
                  <a:cubicBezTo>
                    <a:pt x="10666" y="21600"/>
                    <a:pt x="10666" y="21600"/>
                    <a:pt x="10666" y="21600"/>
                  </a:cubicBezTo>
                  <a:cubicBezTo>
                    <a:pt x="13905" y="18866"/>
                    <a:pt x="13905" y="18866"/>
                    <a:pt x="13905" y="18866"/>
                  </a:cubicBezTo>
                  <a:lnTo>
                    <a:pt x="18361" y="18596"/>
                  </a:lnTo>
                  <a:close/>
                  <a:moveTo>
                    <a:pt x="10666" y="16853"/>
                  </a:moveTo>
                  <a:cubicBezTo>
                    <a:pt x="7428" y="16853"/>
                    <a:pt x="4724" y="14090"/>
                    <a:pt x="4724" y="10815"/>
                  </a:cubicBezTo>
                  <a:cubicBezTo>
                    <a:pt x="4724" y="7300"/>
                    <a:pt x="7428" y="4777"/>
                    <a:pt x="10666" y="4777"/>
                  </a:cubicBezTo>
                  <a:cubicBezTo>
                    <a:pt x="13905" y="4777"/>
                    <a:pt x="16638" y="7300"/>
                    <a:pt x="16638" y="10815"/>
                  </a:cubicBezTo>
                  <a:cubicBezTo>
                    <a:pt x="16638" y="14090"/>
                    <a:pt x="13905" y="16853"/>
                    <a:pt x="10666" y="16853"/>
                  </a:cubicBezTo>
                  <a:close/>
                </a:path>
              </a:pathLst>
            </a:custGeom>
            <a:solidFill>
              <a:srgbClr val="FFFFFF"/>
            </a:solidFill>
            <a:ln w="3175" cap="flat">
              <a:noFill/>
              <a:miter lim="400000"/>
            </a:ln>
            <a:effectLst/>
          </p:spPr>
          <p:txBody>
            <a:bodyPr wrap="square" lIns="91392" tIns="91392" rIns="91392" bIns="91392" numCol="1" anchor="ctr">
              <a:noAutofit/>
            </a:bodyPr>
            <a:lstStyle/>
            <a:p>
              <a:pPr algn="l" defTabSz="1828800">
                <a:defRPr sz="4800">
                  <a:latin typeface="Open Sans"/>
                  <a:ea typeface="Open Sans"/>
                  <a:cs typeface="Open Sans"/>
                  <a:sym typeface="Open Sans"/>
                </a:defRPr>
              </a:pPr>
              <a:endParaRPr/>
            </a:p>
          </p:txBody>
        </p:sp>
        <p:sp>
          <p:nvSpPr>
            <p:cNvPr id="152" name="Shape 152"/>
            <p:cNvSpPr/>
            <p:nvPr/>
          </p:nvSpPr>
          <p:spPr>
            <a:xfrm>
              <a:off x="97305" y="74349"/>
              <a:ext cx="30779" cy="68640"/>
            </a:xfrm>
            <a:custGeom>
              <a:avLst/>
              <a:gdLst/>
              <a:ahLst/>
              <a:cxnLst>
                <a:cxn ang="0">
                  <a:pos x="wd2" y="hd2"/>
                </a:cxn>
                <a:cxn ang="5400000">
                  <a:pos x="wd2" y="hd2"/>
                </a:cxn>
                <a:cxn ang="10800000">
                  <a:pos x="wd2" y="hd2"/>
                </a:cxn>
                <a:cxn ang="16200000">
                  <a:pos x="wd2" y="hd2"/>
                </a:cxn>
              </a:cxnLst>
              <a:rect l="0" t="0" r="r" b="b"/>
              <a:pathLst>
                <a:path w="21600" h="21600" extrusionOk="0">
                  <a:moveTo>
                    <a:pt x="0" y="3154"/>
                  </a:moveTo>
                  <a:lnTo>
                    <a:pt x="1925" y="6404"/>
                  </a:lnTo>
                  <a:lnTo>
                    <a:pt x="10693" y="4779"/>
                  </a:lnTo>
                  <a:lnTo>
                    <a:pt x="10693" y="21600"/>
                  </a:lnTo>
                  <a:lnTo>
                    <a:pt x="21600" y="21600"/>
                  </a:lnTo>
                  <a:lnTo>
                    <a:pt x="21600" y="0"/>
                  </a:lnTo>
                  <a:lnTo>
                    <a:pt x="12618" y="0"/>
                  </a:lnTo>
                  <a:lnTo>
                    <a:pt x="0" y="3154"/>
                  </a:lnTo>
                  <a:close/>
                </a:path>
              </a:pathLst>
            </a:custGeom>
            <a:solidFill>
              <a:srgbClr val="FFFFFF"/>
            </a:solidFill>
            <a:ln w="3175" cap="flat">
              <a:noFill/>
              <a:miter lim="400000"/>
            </a:ln>
            <a:effectLst/>
          </p:spPr>
          <p:txBody>
            <a:bodyPr wrap="square" lIns="91392" tIns="91392" rIns="91392" bIns="91392" numCol="1" anchor="ctr">
              <a:noAutofit/>
            </a:bodyPr>
            <a:lstStyle/>
            <a:p>
              <a:pPr algn="l" defTabSz="1828800">
                <a:defRPr sz="4800">
                  <a:latin typeface="Open Sans"/>
                  <a:ea typeface="Open Sans"/>
                  <a:cs typeface="Open Sans"/>
                  <a:sym typeface="Open Sans"/>
                </a:defRPr>
              </a:pPr>
              <a:endParaRPr/>
            </a:p>
          </p:txBody>
        </p:sp>
        <p:sp>
          <p:nvSpPr>
            <p:cNvPr id="153" name="Shape 153"/>
            <p:cNvSpPr/>
            <p:nvPr/>
          </p:nvSpPr>
          <p:spPr>
            <a:xfrm>
              <a:off x="97305" y="74349"/>
              <a:ext cx="30779" cy="68640"/>
            </a:xfrm>
            <a:custGeom>
              <a:avLst/>
              <a:gdLst/>
              <a:ahLst/>
              <a:cxnLst>
                <a:cxn ang="0">
                  <a:pos x="wd2" y="hd2"/>
                </a:cxn>
                <a:cxn ang="5400000">
                  <a:pos x="wd2" y="hd2"/>
                </a:cxn>
                <a:cxn ang="10800000">
                  <a:pos x="wd2" y="hd2"/>
                </a:cxn>
                <a:cxn ang="16200000">
                  <a:pos x="wd2" y="hd2"/>
                </a:cxn>
              </a:cxnLst>
              <a:rect l="0" t="0" r="r" b="b"/>
              <a:pathLst>
                <a:path w="21600" h="21600" extrusionOk="0">
                  <a:moveTo>
                    <a:pt x="0" y="3154"/>
                  </a:moveTo>
                  <a:lnTo>
                    <a:pt x="1925" y="6404"/>
                  </a:lnTo>
                  <a:lnTo>
                    <a:pt x="10693" y="4779"/>
                  </a:lnTo>
                  <a:lnTo>
                    <a:pt x="10693" y="21600"/>
                  </a:lnTo>
                  <a:lnTo>
                    <a:pt x="21600" y="21600"/>
                  </a:lnTo>
                  <a:lnTo>
                    <a:pt x="21600" y="0"/>
                  </a:lnTo>
                  <a:lnTo>
                    <a:pt x="12618" y="0"/>
                  </a:lnTo>
                  <a:lnTo>
                    <a:pt x="0" y="3154"/>
                  </a:lnTo>
                </a:path>
              </a:pathLst>
            </a:custGeom>
            <a:solidFill>
              <a:srgbClr val="FFFFFF"/>
            </a:solidFill>
            <a:ln w="3175" cap="flat">
              <a:noFill/>
              <a:miter lim="400000"/>
            </a:ln>
            <a:effectLst/>
          </p:spPr>
          <p:txBody>
            <a:bodyPr wrap="square" lIns="91392" tIns="91392" rIns="91392" bIns="91392" numCol="1" anchor="ctr">
              <a:noAutofit/>
            </a:bodyPr>
            <a:lstStyle/>
            <a:p>
              <a:pPr algn="l" defTabSz="1828800">
                <a:defRPr sz="4800">
                  <a:latin typeface="Open Sans"/>
                  <a:ea typeface="Open Sans"/>
                  <a:cs typeface="Open Sans"/>
                  <a:sym typeface="Open Sans"/>
                </a:defRPr>
              </a:pPr>
              <a:endParaRPr/>
            </a:p>
          </p:txBody>
        </p:sp>
      </p:grpSp>
      <p:sp>
        <p:nvSpPr>
          <p:cNvPr id="155" name="Shape 155"/>
          <p:cNvSpPr/>
          <p:nvPr/>
        </p:nvSpPr>
        <p:spPr>
          <a:xfrm>
            <a:off x="993159" y="7025666"/>
            <a:ext cx="586348" cy="586347"/>
          </a:xfrm>
          <a:prstGeom prst="roundRect">
            <a:avLst>
              <a:gd name="adj" fmla="val 6498"/>
            </a:avLst>
          </a:prstGeom>
          <a:solidFill>
            <a:srgbClr val="4E8F43"/>
          </a:solidFill>
          <a:ln w="3175">
            <a:miter lim="400000"/>
          </a:ln>
        </p:spPr>
        <p:txBody>
          <a:bodyPr lIns="91392" tIns="91392" rIns="91392" bIns="91392" anchor="ctr"/>
          <a:lstStyle/>
          <a:p>
            <a:pPr defTabSz="1828800">
              <a:defRPr>
                <a:solidFill>
                  <a:srgbClr val="FFFFFF"/>
                </a:solidFill>
                <a:latin typeface="Open Sans"/>
                <a:ea typeface="Open Sans"/>
                <a:cs typeface="Open Sans"/>
                <a:sym typeface="Open Sans"/>
              </a:defRPr>
            </a:pPr>
            <a:endParaRPr/>
          </a:p>
        </p:txBody>
      </p:sp>
      <p:sp>
        <p:nvSpPr>
          <p:cNvPr id="156" name="Shape 156"/>
          <p:cNvSpPr/>
          <p:nvPr/>
        </p:nvSpPr>
        <p:spPr>
          <a:xfrm>
            <a:off x="993159" y="6997481"/>
            <a:ext cx="586348" cy="586347"/>
          </a:xfrm>
          <a:prstGeom prst="roundRect">
            <a:avLst>
              <a:gd name="adj" fmla="val 6498"/>
            </a:avLst>
          </a:prstGeom>
          <a:solidFill>
            <a:srgbClr val="7ADA6A"/>
          </a:solidFill>
          <a:ln w="3175">
            <a:miter lim="400000"/>
          </a:ln>
        </p:spPr>
        <p:txBody>
          <a:bodyPr lIns="91392" tIns="91392" rIns="91392" bIns="91392" anchor="ctr"/>
          <a:lstStyle/>
          <a:p>
            <a:pPr defTabSz="1828800">
              <a:defRPr>
                <a:solidFill>
                  <a:srgbClr val="FFFFFF"/>
                </a:solidFill>
                <a:latin typeface="Open Sans"/>
                <a:ea typeface="Open Sans"/>
                <a:cs typeface="Open Sans"/>
                <a:sym typeface="Open Sans"/>
              </a:defRPr>
            </a:pPr>
            <a:endParaRPr/>
          </a:p>
        </p:txBody>
      </p:sp>
      <p:sp>
        <p:nvSpPr>
          <p:cNvPr id="157" name="Shape 157"/>
          <p:cNvSpPr/>
          <p:nvPr/>
        </p:nvSpPr>
        <p:spPr>
          <a:xfrm>
            <a:off x="1169032" y="7160726"/>
            <a:ext cx="234408" cy="288960"/>
          </a:xfrm>
          <a:custGeom>
            <a:avLst/>
            <a:gdLst/>
            <a:ahLst/>
            <a:cxnLst>
              <a:cxn ang="0">
                <a:pos x="wd2" y="hd2"/>
              </a:cxn>
              <a:cxn ang="5400000">
                <a:pos x="wd2" y="hd2"/>
              </a:cxn>
              <a:cxn ang="10800000">
                <a:pos x="wd2" y="hd2"/>
              </a:cxn>
              <a:cxn ang="16200000">
                <a:pos x="wd2" y="hd2"/>
              </a:cxn>
            </a:cxnLst>
            <a:rect l="0" t="0" r="r" b="b"/>
            <a:pathLst>
              <a:path w="21600" h="20536" extrusionOk="0">
                <a:moveTo>
                  <a:pt x="21600" y="10283"/>
                </a:moveTo>
                <a:cubicBezTo>
                  <a:pt x="21600" y="14179"/>
                  <a:pt x="17602" y="17378"/>
                  <a:pt x="12719" y="17720"/>
                </a:cubicBezTo>
                <a:cubicBezTo>
                  <a:pt x="12719" y="17597"/>
                  <a:pt x="12578" y="17378"/>
                  <a:pt x="12578" y="17145"/>
                </a:cubicBezTo>
                <a:cubicBezTo>
                  <a:pt x="12578" y="17145"/>
                  <a:pt x="12419" y="16681"/>
                  <a:pt x="12136" y="16120"/>
                </a:cubicBezTo>
                <a:cubicBezTo>
                  <a:pt x="16116" y="15997"/>
                  <a:pt x="19371" y="13482"/>
                  <a:pt x="19371" y="10283"/>
                </a:cubicBezTo>
                <a:cubicBezTo>
                  <a:pt x="19371" y="7084"/>
                  <a:pt x="16116" y="4459"/>
                  <a:pt x="12136" y="4336"/>
                </a:cubicBezTo>
                <a:cubicBezTo>
                  <a:pt x="12419" y="3885"/>
                  <a:pt x="12578" y="3434"/>
                  <a:pt x="12578" y="3311"/>
                </a:cubicBezTo>
                <a:cubicBezTo>
                  <a:pt x="12578" y="3201"/>
                  <a:pt x="12719" y="2969"/>
                  <a:pt x="12719" y="2750"/>
                </a:cubicBezTo>
                <a:cubicBezTo>
                  <a:pt x="17602" y="3078"/>
                  <a:pt x="21600" y="6400"/>
                  <a:pt x="21600" y="10283"/>
                </a:cubicBezTo>
                <a:close/>
                <a:moveTo>
                  <a:pt x="301" y="5717"/>
                </a:moveTo>
                <a:cubicBezTo>
                  <a:pt x="142" y="7193"/>
                  <a:pt x="0" y="8683"/>
                  <a:pt x="0" y="10173"/>
                </a:cubicBezTo>
                <a:lnTo>
                  <a:pt x="0" y="10406"/>
                </a:lnTo>
                <a:cubicBezTo>
                  <a:pt x="0" y="11882"/>
                  <a:pt x="142" y="13263"/>
                  <a:pt x="301" y="14739"/>
                </a:cubicBezTo>
                <a:cubicBezTo>
                  <a:pt x="743" y="18513"/>
                  <a:pt x="4582" y="21028"/>
                  <a:pt x="8279" y="20454"/>
                </a:cubicBezTo>
                <a:cubicBezTo>
                  <a:pt x="8580" y="20344"/>
                  <a:pt x="8721" y="20344"/>
                  <a:pt x="8881" y="20344"/>
                </a:cubicBezTo>
                <a:cubicBezTo>
                  <a:pt x="9765" y="20003"/>
                  <a:pt x="10508" y="19538"/>
                  <a:pt x="11393" y="19087"/>
                </a:cubicBezTo>
                <a:cubicBezTo>
                  <a:pt x="12419" y="18513"/>
                  <a:pt x="10066" y="14056"/>
                  <a:pt x="8721" y="14630"/>
                </a:cubicBezTo>
                <a:cubicBezTo>
                  <a:pt x="8138" y="14862"/>
                  <a:pt x="6652" y="15778"/>
                  <a:pt x="6068" y="15778"/>
                </a:cubicBezTo>
                <a:cubicBezTo>
                  <a:pt x="5466" y="15888"/>
                  <a:pt x="5183" y="15314"/>
                  <a:pt x="5024" y="14739"/>
                </a:cubicBezTo>
                <a:cubicBezTo>
                  <a:pt x="4883" y="13482"/>
                  <a:pt x="5024" y="11773"/>
                  <a:pt x="5024" y="10406"/>
                </a:cubicBezTo>
                <a:cubicBezTo>
                  <a:pt x="5024" y="10283"/>
                  <a:pt x="5024" y="10283"/>
                  <a:pt x="5024" y="10283"/>
                </a:cubicBezTo>
                <a:cubicBezTo>
                  <a:pt x="5024" y="10173"/>
                  <a:pt x="5024" y="10173"/>
                  <a:pt x="5024" y="10173"/>
                </a:cubicBezTo>
                <a:cubicBezTo>
                  <a:pt x="5024" y="8683"/>
                  <a:pt x="4883" y="7084"/>
                  <a:pt x="5024" y="5717"/>
                </a:cubicBezTo>
                <a:cubicBezTo>
                  <a:pt x="5183" y="5252"/>
                  <a:pt x="5466" y="4691"/>
                  <a:pt x="6068" y="4691"/>
                </a:cubicBezTo>
                <a:cubicBezTo>
                  <a:pt x="6652" y="4801"/>
                  <a:pt x="8138" y="5607"/>
                  <a:pt x="8721" y="5826"/>
                </a:cubicBezTo>
                <a:cubicBezTo>
                  <a:pt x="10066" y="6400"/>
                  <a:pt x="12419" y="1943"/>
                  <a:pt x="11393" y="1369"/>
                </a:cubicBezTo>
                <a:cubicBezTo>
                  <a:pt x="10508" y="1027"/>
                  <a:pt x="9765" y="453"/>
                  <a:pt x="8881" y="221"/>
                </a:cubicBezTo>
                <a:cubicBezTo>
                  <a:pt x="8721" y="112"/>
                  <a:pt x="8580" y="112"/>
                  <a:pt x="8279" y="112"/>
                </a:cubicBezTo>
                <a:cubicBezTo>
                  <a:pt x="4582" y="-572"/>
                  <a:pt x="743" y="1943"/>
                  <a:pt x="301" y="5717"/>
                </a:cubicBezTo>
                <a:close/>
                <a:moveTo>
                  <a:pt x="7253" y="11882"/>
                </a:moveTo>
                <a:cubicBezTo>
                  <a:pt x="10650" y="11882"/>
                  <a:pt x="10650" y="11882"/>
                  <a:pt x="10650" y="11882"/>
                </a:cubicBezTo>
                <a:cubicBezTo>
                  <a:pt x="10791" y="11199"/>
                  <a:pt x="10791" y="11199"/>
                  <a:pt x="10791" y="11199"/>
                </a:cubicBezTo>
                <a:cubicBezTo>
                  <a:pt x="8721" y="11199"/>
                  <a:pt x="8721" y="11199"/>
                  <a:pt x="8721" y="11199"/>
                </a:cubicBezTo>
                <a:cubicBezTo>
                  <a:pt x="8721" y="11199"/>
                  <a:pt x="8881" y="11089"/>
                  <a:pt x="9022" y="11089"/>
                </a:cubicBezTo>
                <a:cubicBezTo>
                  <a:pt x="9022" y="10980"/>
                  <a:pt x="9323" y="10857"/>
                  <a:pt x="9606" y="10747"/>
                </a:cubicBezTo>
                <a:cubicBezTo>
                  <a:pt x="10066" y="10515"/>
                  <a:pt x="10066" y="10515"/>
                  <a:pt x="10066" y="10515"/>
                </a:cubicBezTo>
                <a:cubicBezTo>
                  <a:pt x="10349" y="10406"/>
                  <a:pt x="10650" y="10173"/>
                  <a:pt x="10791" y="10064"/>
                </a:cubicBezTo>
                <a:cubicBezTo>
                  <a:pt x="11092" y="9832"/>
                  <a:pt x="11233" y="9599"/>
                  <a:pt x="11393" y="9257"/>
                </a:cubicBezTo>
                <a:cubicBezTo>
                  <a:pt x="11534" y="8916"/>
                  <a:pt x="11393" y="8683"/>
                  <a:pt x="11092" y="8451"/>
                </a:cubicBezTo>
                <a:cubicBezTo>
                  <a:pt x="10950" y="8232"/>
                  <a:pt x="10508" y="8109"/>
                  <a:pt x="10066" y="8109"/>
                </a:cubicBezTo>
                <a:cubicBezTo>
                  <a:pt x="9323" y="8109"/>
                  <a:pt x="8881" y="8232"/>
                  <a:pt x="8421" y="8683"/>
                </a:cubicBezTo>
                <a:cubicBezTo>
                  <a:pt x="8279" y="8806"/>
                  <a:pt x="8138" y="9148"/>
                  <a:pt x="7996" y="9490"/>
                </a:cubicBezTo>
                <a:cubicBezTo>
                  <a:pt x="9022" y="9490"/>
                  <a:pt x="9022" y="9490"/>
                  <a:pt x="9022" y="9490"/>
                </a:cubicBezTo>
                <a:cubicBezTo>
                  <a:pt x="9022" y="9257"/>
                  <a:pt x="9164" y="9025"/>
                  <a:pt x="9164" y="8916"/>
                </a:cubicBezTo>
                <a:cubicBezTo>
                  <a:pt x="9323" y="8806"/>
                  <a:pt x="9606" y="8683"/>
                  <a:pt x="9907" y="8683"/>
                </a:cubicBezTo>
                <a:cubicBezTo>
                  <a:pt x="10066" y="8683"/>
                  <a:pt x="10207" y="8806"/>
                  <a:pt x="10349" y="8916"/>
                </a:cubicBezTo>
                <a:cubicBezTo>
                  <a:pt x="10349" y="9025"/>
                  <a:pt x="10508" y="9148"/>
                  <a:pt x="10349" y="9257"/>
                </a:cubicBezTo>
                <a:cubicBezTo>
                  <a:pt x="10349" y="9490"/>
                  <a:pt x="10207" y="9599"/>
                  <a:pt x="9907" y="9832"/>
                </a:cubicBezTo>
                <a:cubicBezTo>
                  <a:pt x="9765" y="9941"/>
                  <a:pt x="9464" y="10064"/>
                  <a:pt x="8881" y="10406"/>
                </a:cubicBezTo>
                <a:cubicBezTo>
                  <a:pt x="8279" y="10624"/>
                  <a:pt x="7996" y="10857"/>
                  <a:pt x="7695" y="11199"/>
                </a:cubicBezTo>
                <a:cubicBezTo>
                  <a:pt x="7536" y="11431"/>
                  <a:pt x="7395" y="11663"/>
                  <a:pt x="7253" y="11882"/>
                </a:cubicBezTo>
                <a:close/>
                <a:moveTo>
                  <a:pt x="14931" y="10515"/>
                </a:moveTo>
                <a:cubicBezTo>
                  <a:pt x="14488" y="10515"/>
                  <a:pt x="14488" y="10515"/>
                  <a:pt x="14488" y="10515"/>
                </a:cubicBezTo>
                <a:cubicBezTo>
                  <a:pt x="15090" y="8109"/>
                  <a:pt x="15090" y="8109"/>
                  <a:pt x="15090" y="8109"/>
                </a:cubicBezTo>
                <a:cubicBezTo>
                  <a:pt x="14046" y="8109"/>
                  <a:pt x="14046" y="8109"/>
                  <a:pt x="14046" y="8109"/>
                </a:cubicBezTo>
                <a:cubicBezTo>
                  <a:pt x="11534" y="10406"/>
                  <a:pt x="11534" y="10406"/>
                  <a:pt x="11534" y="10406"/>
                </a:cubicBezTo>
                <a:cubicBezTo>
                  <a:pt x="11393" y="11089"/>
                  <a:pt x="11393" y="11089"/>
                  <a:pt x="11393" y="11089"/>
                </a:cubicBezTo>
                <a:cubicBezTo>
                  <a:pt x="13321" y="11089"/>
                  <a:pt x="13321" y="11089"/>
                  <a:pt x="13321" y="11089"/>
                </a:cubicBezTo>
                <a:cubicBezTo>
                  <a:pt x="13162" y="11882"/>
                  <a:pt x="13162" y="11882"/>
                  <a:pt x="13162" y="11882"/>
                </a:cubicBezTo>
                <a:cubicBezTo>
                  <a:pt x="14046" y="11882"/>
                  <a:pt x="14046" y="11882"/>
                  <a:pt x="14046" y="11882"/>
                </a:cubicBezTo>
                <a:cubicBezTo>
                  <a:pt x="14205" y="11089"/>
                  <a:pt x="14205" y="11089"/>
                  <a:pt x="14205" y="11089"/>
                </a:cubicBezTo>
                <a:cubicBezTo>
                  <a:pt x="14789" y="11089"/>
                  <a:pt x="14789" y="11089"/>
                  <a:pt x="14789" y="11089"/>
                </a:cubicBezTo>
                <a:lnTo>
                  <a:pt x="14931" y="10515"/>
                </a:lnTo>
                <a:close/>
                <a:moveTo>
                  <a:pt x="12277" y="10515"/>
                </a:moveTo>
                <a:cubicBezTo>
                  <a:pt x="13905" y="8806"/>
                  <a:pt x="13905" y="8806"/>
                  <a:pt x="13905" y="8806"/>
                </a:cubicBezTo>
                <a:cubicBezTo>
                  <a:pt x="13462" y="10515"/>
                  <a:pt x="13462" y="10515"/>
                  <a:pt x="13462" y="10515"/>
                </a:cubicBezTo>
                <a:lnTo>
                  <a:pt x="12277" y="10515"/>
                </a:lnTo>
                <a:close/>
              </a:path>
            </a:pathLst>
          </a:custGeom>
          <a:solidFill>
            <a:srgbClr val="FFFFFF"/>
          </a:solidFill>
          <a:ln w="3175">
            <a:miter lim="400000"/>
          </a:ln>
        </p:spPr>
        <p:txBody>
          <a:bodyPr lIns="91392" tIns="91392" rIns="91392" bIns="91392" anchor="ctr"/>
          <a:lstStyle/>
          <a:p>
            <a:pPr algn="l" defTabSz="1828800">
              <a:defRPr sz="4800">
                <a:latin typeface="Open Sans"/>
                <a:ea typeface="Open Sans"/>
                <a:cs typeface="Open Sans"/>
                <a:sym typeface="Open Sans"/>
              </a:defRPr>
            </a:pPr>
            <a:endParaRPr/>
          </a:p>
        </p:txBody>
      </p:sp>
      <p:sp>
        <p:nvSpPr>
          <p:cNvPr id="158" name="Shape 158"/>
          <p:cNvSpPr/>
          <p:nvPr/>
        </p:nvSpPr>
        <p:spPr>
          <a:xfrm>
            <a:off x="1646635" y="2294794"/>
            <a:ext cx="5132606" cy="2052433"/>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p>
            <a:pPr algn="l" defTabSz="1828800">
              <a:defRPr sz="1400">
                <a:solidFill>
                  <a:srgbClr val="7ADA6A"/>
                </a:solidFill>
                <a:latin typeface="Montserrat Bold"/>
                <a:ea typeface="Montserrat Bold"/>
                <a:cs typeface="Montserrat Bold"/>
                <a:sym typeface="Montserrat Bold"/>
              </a:defRPr>
            </a:pPr>
            <a:r>
              <a:t>Razón #1</a:t>
            </a:r>
          </a:p>
          <a:p>
            <a:pPr algn="l" defTabSz="1828800">
              <a:defRPr sz="1400">
                <a:solidFill>
                  <a:srgbClr val="A6A6A6"/>
                </a:solidFill>
                <a:latin typeface="Montserrat"/>
                <a:ea typeface="Montserrat"/>
                <a:cs typeface="Montserrat"/>
                <a:sym typeface="Montserrat"/>
              </a:defRPr>
            </a:pPr>
            <a:r>
              <a:t>Lorem ipsum dolor sit amet, cons ectetur adipis cing elit. Lorem ipsum dolor sit amet.</a:t>
            </a:r>
          </a:p>
          <a:p>
            <a:pPr algn="l" defTabSz="1828800">
              <a:defRPr sz="1400">
                <a:solidFill>
                  <a:srgbClr val="A6A6A6"/>
                </a:solidFill>
                <a:latin typeface="Montserrat"/>
                <a:ea typeface="Montserrat"/>
                <a:cs typeface="Montserrat"/>
                <a:sym typeface="Montserrat"/>
              </a:defRPr>
            </a:pPr>
            <a:endParaRPr/>
          </a:p>
          <a:p>
            <a:pPr algn="l" defTabSz="1828800">
              <a:defRPr sz="1400">
                <a:solidFill>
                  <a:srgbClr val="4E8F43"/>
                </a:solidFill>
                <a:latin typeface="Montserrat Bold"/>
                <a:ea typeface="Montserrat Bold"/>
                <a:cs typeface="Montserrat Bold"/>
                <a:sym typeface="Montserrat Bold"/>
              </a:defRPr>
            </a:pPr>
            <a:r>
              <a:t>Solución</a:t>
            </a:r>
          </a:p>
          <a:p>
            <a:pPr algn="l" defTabSz="1828800">
              <a:defRPr sz="1400">
                <a:solidFill>
                  <a:srgbClr val="A6A6A6"/>
                </a:solidFill>
                <a:latin typeface="Montserrat"/>
                <a:ea typeface="Montserrat"/>
                <a:cs typeface="Montserrat"/>
                <a:sym typeface="Montserrat"/>
              </a:defRPr>
            </a:pPr>
            <a:r>
              <a:t>Lorem ipsum dolor sit amet, cons ectetur adipis cing elit. Lorem ipsum dolor sit amet, cons ectetur adipis cing elit. </a:t>
            </a:r>
          </a:p>
        </p:txBody>
      </p:sp>
      <p:sp>
        <p:nvSpPr>
          <p:cNvPr id="159" name="Shape 159"/>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4E8F43"/>
                </a:solidFill>
                <a:latin typeface="Montserrat"/>
                <a:ea typeface="Montserrat"/>
                <a:cs typeface="Montserrat"/>
                <a:sym typeface="Montserrat"/>
              </a:defRPr>
            </a:lvl1pPr>
          </a:lstStyle>
          <a:p>
            <a:r>
              <a:t>w w w . t u w e b a q u í . c o m</a:t>
            </a:r>
          </a:p>
        </p:txBody>
      </p:sp>
      <p:sp>
        <p:nvSpPr>
          <p:cNvPr id="160" name="Shape 160"/>
          <p:cNvSpPr/>
          <p:nvPr/>
        </p:nvSpPr>
        <p:spPr>
          <a:xfrm>
            <a:off x="1646635" y="4629987"/>
            <a:ext cx="5132606" cy="2052433"/>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p>
            <a:pPr algn="l" defTabSz="1828800">
              <a:defRPr sz="1400">
                <a:solidFill>
                  <a:srgbClr val="7ADA6A"/>
                </a:solidFill>
                <a:latin typeface="Montserrat Bold"/>
                <a:ea typeface="Montserrat Bold"/>
                <a:cs typeface="Montserrat Bold"/>
                <a:sym typeface="Montserrat Bold"/>
              </a:defRPr>
            </a:pPr>
            <a:r>
              <a:t>Razón #2</a:t>
            </a:r>
          </a:p>
          <a:p>
            <a:pPr algn="l" defTabSz="1828800">
              <a:defRPr sz="1400">
                <a:solidFill>
                  <a:srgbClr val="A6A6A6"/>
                </a:solidFill>
                <a:latin typeface="Montserrat"/>
                <a:ea typeface="Montserrat"/>
                <a:cs typeface="Montserrat"/>
                <a:sym typeface="Montserrat"/>
              </a:defRPr>
            </a:pPr>
            <a:r>
              <a:t>Lorem ipsum dolor sit amet, cons ectetur adipis cing elit. Lorem ipsum dolor sit amet.</a:t>
            </a:r>
          </a:p>
          <a:p>
            <a:pPr algn="l" defTabSz="1828800">
              <a:defRPr sz="1400">
                <a:solidFill>
                  <a:srgbClr val="A6A6A6"/>
                </a:solidFill>
                <a:latin typeface="Montserrat"/>
                <a:ea typeface="Montserrat"/>
                <a:cs typeface="Montserrat"/>
                <a:sym typeface="Montserrat"/>
              </a:defRPr>
            </a:pPr>
            <a:endParaRPr/>
          </a:p>
          <a:p>
            <a:pPr algn="l" defTabSz="1828800">
              <a:defRPr sz="1400">
                <a:solidFill>
                  <a:srgbClr val="4E8F43"/>
                </a:solidFill>
                <a:latin typeface="Montserrat Bold"/>
                <a:ea typeface="Montserrat Bold"/>
                <a:cs typeface="Montserrat Bold"/>
                <a:sym typeface="Montserrat Bold"/>
              </a:defRPr>
            </a:pPr>
            <a:r>
              <a:t>Solución</a:t>
            </a:r>
          </a:p>
          <a:p>
            <a:pPr algn="l" defTabSz="1828800">
              <a:defRPr sz="1400">
                <a:solidFill>
                  <a:srgbClr val="A6A6A6"/>
                </a:solidFill>
                <a:latin typeface="Montserrat"/>
                <a:ea typeface="Montserrat"/>
                <a:cs typeface="Montserrat"/>
                <a:sym typeface="Montserrat"/>
              </a:defRPr>
            </a:pPr>
            <a:r>
              <a:t>Lorem ipsum dolor sit amet, cons ectetur adipis cing elit. Lorem ipsum dolor sit amet, cons ectetur adipis cing elit. </a:t>
            </a:r>
          </a:p>
        </p:txBody>
      </p:sp>
      <p:sp>
        <p:nvSpPr>
          <p:cNvPr id="161" name="Shape 161"/>
          <p:cNvSpPr/>
          <p:nvPr/>
        </p:nvSpPr>
        <p:spPr>
          <a:xfrm>
            <a:off x="1646635" y="6965179"/>
            <a:ext cx="5132606" cy="2052433"/>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p>
            <a:pPr algn="l" defTabSz="1828800">
              <a:defRPr sz="1400">
                <a:solidFill>
                  <a:srgbClr val="7ADA6A"/>
                </a:solidFill>
                <a:latin typeface="Montserrat Bold"/>
                <a:ea typeface="Montserrat Bold"/>
                <a:cs typeface="Montserrat Bold"/>
                <a:sym typeface="Montserrat Bold"/>
              </a:defRPr>
            </a:pPr>
            <a:r>
              <a:t>Razón #3</a:t>
            </a:r>
          </a:p>
          <a:p>
            <a:pPr algn="l" defTabSz="1828800">
              <a:defRPr sz="1400">
                <a:solidFill>
                  <a:srgbClr val="A6A6A6"/>
                </a:solidFill>
                <a:latin typeface="Montserrat"/>
                <a:ea typeface="Montserrat"/>
                <a:cs typeface="Montserrat"/>
                <a:sym typeface="Montserrat"/>
              </a:defRPr>
            </a:pPr>
            <a:r>
              <a:t>Lorem ipsum dolor sit amet, cons ectetur adipis cing elit. Lorem ipsum dolor sit amet.</a:t>
            </a:r>
          </a:p>
          <a:p>
            <a:pPr algn="l" defTabSz="1828800">
              <a:defRPr sz="1400">
                <a:solidFill>
                  <a:srgbClr val="A6A6A6"/>
                </a:solidFill>
                <a:latin typeface="Montserrat"/>
                <a:ea typeface="Montserrat"/>
                <a:cs typeface="Montserrat"/>
                <a:sym typeface="Montserrat"/>
              </a:defRPr>
            </a:pPr>
            <a:endParaRPr/>
          </a:p>
          <a:p>
            <a:pPr algn="l" defTabSz="1828800">
              <a:defRPr sz="1400">
                <a:solidFill>
                  <a:srgbClr val="4E8F43"/>
                </a:solidFill>
                <a:latin typeface="Montserrat Bold"/>
                <a:ea typeface="Montserrat Bold"/>
                <a:cs typeface="Montserrat Bold"/>
                <a:sym typeface="Montserrat Bold"/>
              </a:defRPr>
            </a:pPr>
            <a:r>
              <a:t>Solución</a:t>
            </a:r>
          </a:p>
          <a:p>
            <a:pPr algn="l" defTabSz="1828800">
              <a:defRPr sz="1400">
                <a:solidFill>
                  <a:srgbClr val="A6A6A6"/>
                </a:solidFill>
                <a:latin typeface="Montserrat"/>
                <a:ea typeface="Montserrat"/>
                <a:cs typeface="Montserrat"/>
                <a:sym typeface="Montserrat"/>
              </a:defRPr>
            </a:pPr>
            <a:r>
              <a:t>Lorem ipsum dolor sit amet, cons ectetur adipis cing elit. Lorem ipsum dolor sit amet, cons ectetur adipis cing elit. </a:t>
            </a:r>
          </a:p>
        </p:txBody>
      </p:sp>
    </p:spTree>
  </p:cSld>
  <p:clrMapOvr>
    <a:masterClrMapping/>
  </p:clrMapOvr>
  <p:transition xmlns:p14="http://schemas.microsoft.com/office/powerpoint/2010/mai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Shape 163"/>
          <p:cNvSpPr/>
          <p:nvPr/>
        </p:nvSpPr>
        <p:spPr>
          <a:xfrm>
            <a:off x="3020246" y="4247303"/>
            <a:ext cx="2557993" cy="816188"/>
          </a:xfrm>
          <a:prstGeom prst="rect">
            <a:avLst/>
          </a:prstGeom>
          <a:ln w="3175">
            <a:miter lim="400000"/>
          </a:ln>
          <a:extLst>
            <a:ext uri="{C572A759-6A51-4108-AA02-DFA0A04FC94B}">
              <ma14:wrappingTextBoxFlag xmlns:ma14="http://schemas.microsoft.com/office/mac/drawingml/2011/main" val="1"/>
            </a:ext>
          </a:extLst>
        </p:spPr>
        <p:txBody>
          <a:bodyPr wrap="none" lIns="27093" tIns="27093" rIns="27093" bIns="27093" anchor="ctr">
            <a:spAutoFit/>
          </a:bodyPr>
          <a:lstStyle>
            <a:lvl1pPr algn="l" defTabSz="440266">
              <a:defRPr sz="5000" spc="-100">
                <a:solidFill>
                  <a:srgbClr val="FFFFFF"/>
                </a:solidFill>
                <a:latin typeface="Montserrat Bold"/>
                <a:ea typeface="Montserrat Bold"/>
                <a:cs typeface="Montserrat Bold"/>
                <a:sym typeface="Montserrat Bold"/>
              </a:defRPr>
            </a:lvl1pPr>
          </a:lstStyle>
          <a:p>
            <a:r>
              <a:t>90 DÍAS</a:t>
            </a:r>
          </a:p>
        </p:txBody>
      </p:sp>
      <p:sp>
        <p:nvSpPr>
          <p:cNvPr id="164" name="Shape 164"/>
          <p:cNvSpPr/>
          <p:nvPr/>
        </p:nvSpPr>
        <p:spPr>
          <a:xfrm>
            <a:off x="3015364" y="5023696"/>
            <a:ext cx="3353982" cy="7874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40266">
              <a:defRPr sz="2300" spc="-45">
                <a:solidFill>
                  <a:srgbClr val="FFFFFF"/>
                </a:solidFill>
                <a:latin typeface="Montserrat"/>
                <a:ea typeface="Montserrat"/>
                <a:cs typeface="Montserrat"/>
                <a:sym typeface="Montserrat"/>
              </a:defRPr>
            </a:pPr>
            <a:r>
              <a:t>Para conseguir buenos</a:t>
            </a:r>
          </a:p>
          <a:p>
            <a:pPr algn="l" defTabSz="440266">
              <a:defRPr sz="2300" spc="-45">
                <a:solidFill>
                  <a:srgbClr val="FFFFFF"/>
                </a:solidFill>
                <a:latin typeface="Montserrat"/>
                <a:ea typeface="Montserrat"/>
                <a:cs typeface="Montserrat"/>
                <a:sym typeface="Montserrat"/>
              </a:defRPr>
            </a:pPr>
            <a:r>
              <a:t>resultados</a:t>
            </a:r>
          </a:p>
        </p:txBody>
      </p:sp>
      <p:grpSp>
        <p:nvGrpSpPr>
          <p:cNvPr id="174" name="Group 174"/>
          <p:cNvGrpSpPr/>
          <p:nvPr/>
        </p:nvGrpSpPr>
        <p:grpSpPr>
          <a:xfrm>
            <a:off x="1403054" y="4623425"/>
            <a:ext cx="1345084" cy="887750"/>
            <a:chOff x="0" y="0"/>
            <a:chExt cx="1345083" cy="887748"/>
          </a:xfrm>
        </p:grpSpPr>
        <p:sp>
          <p:nvSpPr>
            <p:cNvPr id="165" name="Shape 165"/>
            <p:cNvSpPr/>
            <p:nvPr/>
          </p:nvSpPr>
          <p:spPr>
            <a:xfrm>
              <a:off x="165894" y="860848"/>
              <a:ext cx="1093998" cy="26901"/>
            </a:xfrm>
            <a:prstGeom prst="rect">
              <a:avLst/>
            </a:pr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66" name="Shape 166"/>
            <p:cNvSpPr/>
            <p:nvPr/>
          </p:nvSpPr>
          <p:spPr>
            <a:xfrm>
              <a:off x="1062614" y="269015"/>
              <a:ext cx="197278" cy="591834"/>
            </a:xfrm>
            <a:prstGeom prst="rect">
              <a:avLst/>
            </a:pr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67" name="Shape 167"/>
            <p:cNvSpPr/>
            <p:nvPr/>
          </p:nvSpPr>
          <p:spPr>
            <a:xfrm>
              <a:off x="838434" y="493194"/>
              <a:ext cx="197278" cy="367654"/>
            </a:xfrm>
            <a:prstGeom prst="rect">
              <a:avLst/>
            </a:pr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68" name="Shape 168"/>
            <p:cNvSpPr/>
            <p:nvPr/>
          </p:nvSpPr>
          <p:spPr>
            <a:xfrm>
              <a:off x="614254" y="618734"/>
              <a:ext cx="197278" cy="242115"/>
            </a:xfrm>
            <a:prstGeom prst="rect">
              <a:avLst/>
            </a:pr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69" name="Shape 169"/>
            <p:cNvSpPr/>
            <p:nvPr/>
          </p:nvSpPr>
          <p:spPr>
            <a:xfrm>
              <a:off x="390074" y="502161"/>
              <a:ext cx="197278" cy="358688"/>
            </a:xfrm>
            <a:prstGeom prst="rect">
              <a:avLst/>
            </a:pr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70" name="Shape 170"/>
            <p:cNvSpPr/>
            <p:nvPr/>
          </p:nvSpPr>
          <p:spPr>
            <a:xfrm>
              <a:off x="165894" y="605282"/>
              <a:ext cx="192797" cy="255565"/>
            </a:xfrm>
            <a:prstGeom prst="rect">
              <a:avLst/>
            </a:pr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71" name="Shape 171"/>
            <p:cNvSpPr/>
            <p:nvPr/>
          </p:nvSpPr>
          <p:spPr>
            <a:xfrm>
              <a:off x="-1" y="524578"/>
              <a:ext cx="103126" cy="107607"/>
            </a:xfrm>
            <a:custGeom>
              <a:avLst/>
              <a:gdLst/>
              <a:ahLst/>
              <a:cxnLst>
                <a:cxn ang="0">
                  <a:pos x="wd2" y="hd2"/>
                </a:cxn>
                <a:cxn ang="5400000">
                  <a:pos x="wd2" y="hd2"/>
                </a:cxn>
                <a:cxn ang="10800000">
                  <a:pos x="wd2" y="hd2"/>
                </a:cxn>
                <a:cxn ang="16200000">
                  <a:pos x="wd2" y="hd2"/>
                </a:cxn>
              </a:cxnLst>
              <a:rect l="0" t="0" r="r" b="b"/>
              <a:pathLst>
                <a:path w="21600" h="21600" extrusionOk="0">
                  <a:moveTo>
                    <a:pt x="10330" y="0"/>
                  </a:moveTo>
                  <a:lnTo>
                    <a:pt x="12678" y="0"/>
                  </a:lnTo>
                  <a:lnTo>
                    <a:pt x="15026" y="460"/>
                  </a:lnTo>
                  <a:lnTo>
                    <a:pt x="16904" y="1379"/>
                  </a:lnTo>
                  <a:lnTo>
                    <a:pt x="18783" y="3217"/>
                  </a:lnTo>
                  <a:lnTo>
                    <a:pt x="19722" y="4596"/>
                  </a:lnTo>
                  <a:lnTo>
                    <a:pt x="21130" y="6894"/>
                  </a:lnTo>
                  <a:lnTo>
                    <a:pt x="21600" y="8272"/>
                  </a:lnTo>
                  <a:lnTo>
                    <a:pt x="21600" y="12868"/>
                  </a:lnTo>
                  <a:lnTo>
                    <a:pt x="21130" y="14706"/>
                  </a:lnTo>
                  <a:lnTo>
                    <a:pt x="19722" y="16545"/>
                  </a:lnTo>
                  <a:lnTo>
                    <a:pt x="18783" y="17923"/>
                  </a:lnTo>
                  <a:lnTo>
                    <a:pt x="16904" y="19762"/>
                  </a:lnTo>
                  <a:lnTo>
                    <a:pt x="15026" y="20221"/>
                  </a:lnTo>
                  <a:lnTo>
                    <a:pt x="12678" y="20681"/>
                  </a:lnTo>
                  <a:lnTo>
                    <a:pt x="10330" y="21600"/>
                  </a:lnTo>
                  <a:lnTo>
                    <a:pt x="8922" y="20681"/>
                  </a:lnTo>
                  <a:lnTo>
                    <a:pt x="6574" y="20221"/>
                  </a:lnTo>
                  <a:lnTo>
                    <a:pt x="4696" y="19762"/>
                  </a:lnTo>
                  <a:lnTo>
                    <a:pt x="2817" y="17923"/>
                  </a:lnTo>
                  <a:lnTo>
                    <a:pt x="1878" y="16545"/>
                  </a:lnTo>
                  <a:lnTo>
                    <a:pt x="470" y="14706"/>
                  </a:lnTo>
                  <a:lnTo>
                    <a:pt x="0" y="12868"/>
                  </a:lnTo>
                  <a:lnTo>
                    <a:pt x="0" y="8272"/>
                  </a:lnTo>
                  <a:lnTo>
                    <a:pt x="470" y="6894"/>
                  </a:lnTo>
                  <a:lnTo>
                    <a:pt x="1878" y="4596"/>
                  </a:lnTo>
                  <a:lnTo>
                    <a:pt x="2817" y="3217"/>
                  </a:lnTo>
                  <a:lnTo>
                    <a:pt x="4696" y="1379"/>
                  </a:lnTo>
                  <a:lnTo>
                    <a:pt x="6574" y="460"/>
                  </a:lnTo>
                  <a:lnTo>
                    <a:pt x="8922" y="0"/>
                  </a:lnTo>
                  <a:lnTo>
                    <a:pt x="10330" y="0"/>
                  </a:lnTo>
                  <a:close/>
                </a:path>
              </a:pathLst>
            </a:cu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72" name="Shape 172"/>
            <p:cNvSpPr/>
            <p:nvPr/>
          </p:nvSpPr>
          <p:spPr>
            <a:xfrm>
              <a:off x="1206089" y="0"/>
              <a:ext cx="138994" cy="13450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366"/>
                  </a:lnTo>
                  <a:lnTo>
                    <a:pt x="7665" y="10617"/>
                  </a:lnTo>
                  <a:lnTo>
                    <a:pt x="14981" y="21600"/>
                  </a:lnTo>
                  <a:lnTo>
                    <a:pt x="21600" y="0"/>
                  </a:lnTo>
                  <a:close/>
                </a:path>
              </a:pathLst>
            </a:cu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73" name="Shape 173"/>
            <p:cNvSpPr/>
            <p:nvPr/>
          </p:nvSpPr>
          <p:spPr>
            <a:xfrm>
              <a:off x="98639" y="67252"/>
              <a:ext cx="1143320" cy="479746"/>
            </a:xfrm>
            <a:custGeom>
              <a:avLst/>
              <a:gdLst/>
              <a:ahLst/>
              <a:cxnLst>
                <a:cxn ang="0">
                  <a:pos x="wd2" y="hd2"/>
                </a:cxn>
                <a:cxn ang="5400000">
                  <a:pos x="wd2" y="hd2"/>
                </a:cxn>
                <a:cxn ang="10800000">
                  <a:pos x="wd2" y="hd2"/>
                </a:cxn>
                <a:cxn ang="16200000">
                  <a:pos x="wd2" y="hd2"/>
                </a:cxn>
              </a:cxnLst>
              <a:rect l="0" t="0" r="r" b="b"/>
              <a:pathLst>
                <a:path w="21600" h="21600" extrusionOk="0">
                  <a:moveTo>
                    <a:pt x="0" y="20400"/>
                  </a:moveTo>
                  <a:lnTo>
                    <a:pt x="7440" y="7300"/>
                  </a:lnTo>
                  <a:lnTo>
                    <a:pt x="7693" y="7000"/>
                  </a:lnTo>
                  <a:lnTo>
                    <a:pt x="7862" y="7500"/>
                  </a:lnTo>
                  <a:lnTo>
                    <a:pt x="11413" y="17400"/>
                  </a:lnTo>
                  <a:lnTo>
                    <a:pt x="21220" y="0"/>
                  </a:lnTo>
                  <a:lnTo>
                    <a:pt x="21431" y="700"/>
                  </a:lnTo>
                  <a:lnTo>
                    <a:pt x="21600" y="1200"/>
                  </a:lnTo>
                  <a:lnTo>
                    <a:pt x="11582" y="19000"/>
                  </a:lnTo>
                  <a:lnTo>
                    <a:pt x="11328" y="19300"/>
                  </a:lnTo>
                  <a:lnTo>
                    <a:pt x="11117" y="18800"/>
                  </a:lnTo>
                  <a:lnTo>
                    <a:pt x="7609" y="8900"/>
                  </a:lnTo>
                  <a:lnTo>
                    <a:pt x="380" y="21600"/>
                  </a:lnTo>
                  <a:lnTo>
                    <a:pt x="211" y="20900"/>
                  </a:lnTo>
                  <a:lnTo>
                    <a:pt x="0" y="20400"/>
                  </a:lnTo>
                  <a:close/>
                </a:path>
              </a:pathLst>
            </a:cu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grpSp>
      <p:sp>
        <p:nvSpPr>
          <p:cNvPr id="175" name="Shape 175"/>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FFFFFF"/>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Shape 177"/>
          <p:cNvSpPr/>
          <p:nvPr/>
        </p:nvSpPr>
        <p:spPr>
          <a:xfrm>
            <a:off x="580849" y="703765"/>
            <a:ext cx="6610703" cy="4445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spAutoFit/>
          </a:bodyPr>
          <a:lstStyle/>
          <a:p>
            <a:pPr defTabSz="584200">
              <a:defRPr sz="2300">
                <a:latin typeface="Montserrat Bold"/>
                <a:ea typeface="Montserrat Bold"/>
                <a:cs typeface="Montserrat Bold"/>
                <a:sym typeface="Montserrat Bold"/>
              </a:defRPr>
            </a:pPr>
            <a:r>
              <a:t>¿ D E  Q U É  V A  E S T E  </a:t>
            </a:r>
            <a:r>
              <a:rPr>
                <a:latin typeface="Montserrat Black"/>
                <a:ea typeface="Montserrat Black"/>
                <a:cs typeface="Montserrat Black"/>
                <a:sym typeface="Montserrat Black"/>
              </a:rPr>
              <a:t>P R O G R A M A</a:t>
            </a:r>
            <a:r>
              <a:t> ?</a:t>
            </a:r>
          </a:p>
        </p:txBody>
      </p:sp>
      <p:sp>
        <p:nvSpPr>
          <p:cNvPr id="178" name="Shape 178"/>
          <p:cNvSpPr/>
          <p:nvPr/>
        </p:nvSpPr>
        <p:spPr>
          <a:xfrm>
            <a:off x="641201" y="1456594"/>
            <a:ext cx="6489998" cy="32992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just" defTabSz="584200">
              <a:defRPr sz="1400">
                <a:latin typeface="Montserrat"/>
                <a:ea typeface="Montserrat"/>
                <a:cs typeface="Montserrat"/>
                <a:sym typeface="Montserrat"/>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a:p>
            <a:pPr algn="just" defTabSz="584200">
              <a:defRPr sz="1400">
                <a:latin typeface="Montserrat"/>
                <a:ea typeface="Montserrat"/>
                <a:cs typeface="Montserrat"/>
                <a:sym typeface="Montserrat"/>
              </a:defRPr>
            </a:pPr>
            <a:endParaRPr/>
          </a:p>
          <a:p>
            <a:pPr algn="just" defTabSz="584200">
              <a:defRPr sz="1400">
                <a:latin typeface="Montserrat"/>
                <a:ea typeface="Montserrat"/>
                <a:cs typeface="Montserrat"/>
                <a:sym typeface="Montserrat"/>
              </a:defRPr>
            </a:pPr>
            <a:r>
              <a:t>Sed ut perspiciatis unde omnis iste natus error sit voluptatem accusantium doloremque laudantium, totam rem aperiam, eaque ipsa quae ab illo inventore veritatis et quasi architecto beatae vitae dicta sunt explicabo. Nemo enim ipsam voluptatem quia voluptas.</a:t>
            </a:r>
          </a:p>
          <a:p>
            <a:pPr algn="just" defTabSz="584200">
              <a:defRPr sz="1400">
                <a:latin typeface="Montserrat"/>
                <a:ea typeface="Montserrat"/>
                <a:cs typeface="Montserrat"/>
                <a:sym typeface="Montserrat"/>
              </a:defRPr>
            </a:pPr>
            <a:endParaRPr/>
          </a:p>
          <a:p>
            <a:pPr algn="just" defTabSz="584200">
              <a:defRPr sz="1400">
                <a:latin typeface="Montserrat"/>
                <a:ea typeface="Montserrat"/>
                <a:cs typeface="Montserrat"/>
                <a:sym typeface="Montserrat"/>
              </a:defRPr>
            </a:pPr>
            <a:endParaRPr/>
          </a:p>
          <a:p>
            <a:pPr defTabSz="584200">
              <a:defRPr sz="1400">
                <a:latin typeface="Montserrat Bold"/>
                <a:ea typeface="Montserrat Bold"/>
                <a:cs typeface="Montserrat Bold"/>
                <a:sym typeface="Montserrat Bold"/>
              </a:defRPr>
            </a:pPr>
            <a:r>
              <a:t>LO QUÉ PASARÁ</a:t>
            </a:r>
          </a:p>
        </p:txBody>
      </p:sp>
      <p:sp>
        <p:nvSpPr>
          <p:cNvPr id="179" name="Shape 179"/>
          <p:cNvSpPr/>
          <p:nvPr/>
        </p:nvSpPr>
        <p:spPr>
          <a:xfrm>
            <a:off x="3187923" y="5051611"/>
            <a:ext cx="838437" cy="434247"/>
          </a:xfrm>
          <a:custGeom>
            <a:avLst/>
            <a:gdLst/>
            <a:ahLst/>
            <a:cxnLst>
              <a:cxn ang="0">
                <a:pos x="wd2" y="hd2"/>
              </a:cxn>
              <a:cxn ang="5400000">
                <a:pos x="wd2" y="hd2"/>
              </a:cxn>
              <a:cxn ang="10800000">
                <a:pos x="wd2" y="hd2"/>
              </a:cxn>
              <a:cxn ang="16200000">
                <a:pos x="wd2" y="hd2"/>
              </a:cxn>
            </a:cxnLst>
            <a:rect l="0" t="0" r="r" b="b"/>
            <a:pathLst>
              <a:path w="21600" h="18716" extrusionOk="0">
                <a:moveTo>
                  <a:pt x="1012" y="15333"/>
                </a:moveTo>
                <a:cubicBezTo>
                  <a:pt x="662" y="16439"/>
                  <a:pt x="311" y="17545"/>
                  <a:pt x="0" y="18716"/>
                </a:cubicBezTo>
                <a:cubicBezTo>
                  <a:pt x="9107" y="18716"/>
                  <a:pt x="9107" y="18716"/>
                  <a:pt x="9107" y="18716"/>
                </a:cubicBezTo>
                <a:cubicBezTo>
                  <a:pt x="9107" y="17805"/>
                  <a:pt x="9107" y="17805"/>
                  <a:pt x="9107" y="17805"/>
                </a:cubicBezTo>
                <a:cubicBezTo>
                  <a:pt x="9068" y="17610"/>
                  <a:pt x="9029" y="17545"/>
                  <a:pt x="8796" y="17024"/>
                </a:cubicBezTo>
                <a:cubicBezTo>
                  <a:pt x="8562" y="16569"/>
                  <a:pt x="8290" y="15918"/>
                  <a:pt x="8290" y="15008"/>
                </a:cubicBezTo>
                <a:cubicBezTo>
                  <a:pt x="8290" y="14227"/>
                  <a:pt x="8406" y="13446"/>
                  <a:pt x="8718" y="12796"/>
                </a:cubicBezTo>
                <a:cubicBezTo>
                  <a:pt x="9029" y="12145"/>
                  <a:pt x="9613" y="11689"/>
                  <a:pt x="10275" y="11689"/>
                </a:cubicBezTo>
                <a:cubicBezTo>
                  <a:pt x="10897" y="11689"/>
                  <a:pt x="11520" y="12145"/>
                  <a:pt x="11831" y="12730"/>
                </a:cubicBezTo>
                <a:cubicBezTo>
                  <a:pt x="12143" y="13446"/>
                  <a:pt x="12221" y="14292"/>
                  <a:pt x="12221" y="15008"/>
                </a:cubicBezTo>
                <a:cubicBezTo>
                  <a:pt x="12221" y="15853"/>
                  <a:pt x="11987" y="16504"/>
                  <a:pt x="11792" y="16959"/>
                </a:cubicBezTo>
                <a:cubicBezTo>
                  <a:pt x="11559" y="17480"/>
                  <a:pt x="11559" y="17545"/>
                  <a:pt x="11559" y="17610"/>
                </a:cubicBezTo>
                <a:cubicBezTo>
                  <a:pt x="11559" y="18716"/>
                  <a:pt x="11559" y="18716"/>
                  <a:pt x="11559" y="18716"/>
                </a:cubicBezTo>
                <a:cubicBezTo>
                  <a:pt x="21561" y="18716"/>
                  <a:pt x="21561" y="18716"/>
                  <a:pt x="21561" y="18716"/>
                </a:cubicBezTo>
                <a:cubicBezTo>
                  <a:pt x="21561" y="12991"/>
                  <a:pt x="21561" y="12991"/>
                  <a:pt x="21561" y="12991"/>
                </a:cubicBezTo>
                <a:cubicBezTo>
                  <a:pt x="21211" y="12991"/>
                  <a:pt x="21211" y="12991"/>
                  <a:pt x="21211" y="12991"/>
                </a:cubicBezTo>
                <a:cubicBezTo>
                  <a:pt x="21133" y="12991"/>
                  <a:pt x="21055" y="13121"/>
                  <a:pt x="20783" y="13511"/>
                </a:cubicBezTo>
                <a:cubicBezTo>
                  <a:pt x="20510" y="13836"/>
                  <a:pt x="20082" y="14292"/>
                  <a:pt x="19576" y="14292"/>
                </a:cubicBezTo>
                <a:cubicBezTo>
                  <a:pt x="19109" y="14292"/>
                  <a:pt x="18642" y="14162"/>
                  <a:pt x="18214" y="13576"/>
                </a:cubicBezTo>
                <a:cubicBezTo>
                  <a:pt x="17864" y="13056"/>
                  <a:pt x="17591" y="12145"/>
                  <a:pt x="17552" y="11039"/>
                </a:cubicBezTo>
                <a:cubicBezTo>
                  <a:pt x="17552" y="9933"/>
                  <a:pt x="17825" y="8957"/>
                  <a:pt x="18214" y="8436"/>
                </a:cubicBezTo>
                <a:cubicBezTo>
                  <a:pt x="18642" y="7851"/>
                  <a:pt x="19109" y="7721"/>
                  <a:pt x="19576" y="7721"/>
                </a:cubicBezTo>
                <a:cubicBezTo>
                  <a:pt x="20082" y="7721"/>
                  <a:pt x="20471" y="8111"/>
                  <a:pt x="20744" y="8436"/>
                </a:cubicBezTo>
                <a:cubicBezTo>
                  <a:pt x="21055" y="8827"/>
                  <a:pt x="21055" y="8892"/>
                  <a:pt x="21133" y="8892"/>
                </a:cubicBezTo>
                <a:cubicBezTo>
                  <a:pt x="21561" y="8892"/>
                  <a:pt x="21561" y="8892"/>
                  <a:pt x="21561" y="8892"/>
                </a:cubicBezTo>
                <a:cubicBezTo>
                  <a:pt x="21561" y="1280"/>
                  <a:pt x="21561" y="1280"/>
                  <a:pt x="21561" y="1280"/>
                </a:cubicBezTo>
                <a:cubicBezTo>
                  <a:pt x="21561" y="1150"/>
                  <a:pt x="21561" y="1020"/>
                  <a:pt x="21600" y="955"/>
                </a:cubicBezTo>
                <a:cubicBezTo>
                  <a:pt x="11715" y="-2884"/>
                  <a:pt x="3931" y="5444"/>
                  <a:pt x="1012" y="15333"/>
                </a:cubicBezTo>
                <a:close/>
              </a:path>
            </a:pathLst>
          </a:custGeom>
          <a:solidFill>
            <a:srgbClr val="4E8F43"/>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180" name="Shape 180"/>
          <p:cNvSpPr/>
          <p:nvPr/>
        </p:nvSpPr>
        <p:spPr>
          <a:xfrm>
            <a:off x="3899478" y="5078434"/>
            <a:ext cx="644608" cy="571921"/>
          </a:xfrm>
          <a:custGeom>
            <a:avLst/>
            <a:gdLst/>
            <a:ahLst/>
            <a:cxnLst>
              <a:cxn ang="0">
                <a:pos x="wd2" y="hd2"/>
              </a:cxn>
              <a:cxn ang="5400000">
                <a:pos x="wd2" y="hd2"/>
              </a:cxn>
              <a:cxn ang="10800000">
                <a:pos x="wd2" y="hd2"/>
              </a:cxn>
              <a:cxn ang="16200000">
                <a:pos x="wd2" y="hd2"/>
              </a:cxn>
            </a:cxnLst>
            <a:rect l="0" t="0" r="r" b="b"/>
            <a:pathLst>
              <a:path w="21600" h="21552" extrusionOk="0">
                <a:moveTo>
                  <a:pt x="13152" y="15347"/>
                </a:moveTo>
                <a:cubicBezTo>
                  <a:pt x="21600" y="15347"/>
                  <a:pt x="21600" y="15347"/>
                  <a:pt x="21600" y="15347"/>
                </a:cubicBezTo>
                <a:cubicBezTo>
                  <a:pt x="19222" y="8242"/>
                  <a:pt x="12191" y="1421"/>
                  <a:pt x="5362" y="0"/>
                </a:cubicBezTo>
                <a:cubicBezTo>
                  <a:pt x="5413" y="57"/>
                  <a:pt x="5413" y="57"/>
                  <a:pt x="5413" y="114"/>
                </a:cubicBezTo>
                <a:cubicBezTo>
                  <a:pt x="5413" y="7901"/>
                  <a:pt x="5413" y="7901"/>
                  <a:pt x="5413" y="7901"/>
                </a:cubicBezTo>
                <a:cubicBezTo>
                  <a:pt x="3642" y="7901"/>
                  <a:pt x="3642" y="7901"/>
                  <a:pt x="3642" y="7901"/>
                </a:cubicBezTo>
                <a:cubicBezTo>
                  <a:pt x="3136" y="7901"/>
                  <a:pt x="2833" y="7560"/>
                  <a:pt x="2529" y="7276"/>
                </a:cubicBezTo>
                <a:cubicBezTo>
                  <a:pt x="2226" y="7048"/>
                  <a:pt x="1973" y="6878"/>
                  <a:pt x="1619" y="6878"/>
                </a:cubicBezTo>
                <a:cubicBezTo>
                  <a:pt x="1163" y="6878"/>
                  <a:pt x="759" y="6992"/>
                  <a:pt x="506" y="7276"/>
                </a:cubicBezTo>
                <a:cubicBezTo>
                  <a:pt x="202" y="7503"/>
                  <a:pt x="0" y="7901"/>
                  <a:pt x="0" y="8583"/>
                </a:cubicBezTo>
                <a:cubicBezTo>
                  <a:pt x="51" y="9322"/>
                  <a:pt x="202" y="9720"/>
                  <a:pt x="506" y="10004"/>
                </a:cubicBezTo>
                <a:cubicBezTo>
                  <a:pt x="759" y="10232"/>
                  <a:pt x="1163" y="10345"/>
                  <a:pt x="1619" y="10345"/>
                </a:cubicBezTo>
                <a:cubicBezTo>
                  <a:pt x="1973" y="10345"/>
                  <a:pt x="2226" y="10175"/>
                  <a:pt x="2529" y="9891"/>
                </a:cubicBezTo>
                <a:cubicBezTo>
                  <a:pt x="2833" y="9606"/>
                  <a:pt x="3136" y="9265"/>
                  <a:pt x="3642" y="9208"/>
                </a:cubicBezTo>
                <a:cubicBezTo>
                  <a:pt x="3642" y="9208"/>
                  <a:pt x="3693" y="9208"/>
                  <a:pt x="3693" y="9208"/>
                </a:cubicBezTo>
                <a:cubicBezTo>
                  <a:pt x="5413" y="9208"/>
                  <a:pt x="5413" y="9208"/>
                  <a:pt x="5413" y="9208"/>
                </a:cubicBezTo>
                <a:cubicBezTo>
                  <a:pt x="5413" y="15347"/>
                  <a:pt x="5413" y="15347"/>
                  <a:pt x="5413" y="15347"/>
                </a:cubicBezTo>
                <a:cubicBezTo>
                  <a:pt x="11989" y="15347"/>
                  <a:pt x="11989" y="15347"/>
                  <a:pt x="11989" y="15347"/>
                </a:cubicBezTo>
                <a:cubicBezTo>
                  <a:pt x="11989" y="17507"/>
                  <a:pt x="11989" y="17507"/>
                  <a:pt x="11989" y="17507"/>
                </a:cubicBezTo>
                <a:cubicBezTo>
                  <a:pt x="11989" y="18076"/>
                  <a:pt x="11685" y="18417"/>
                  <a:pt x="11432" y="18758"/>
                </a:cubicBezTo>
                <a:cubicBezTo>
                  <a:pt x="11230" y="19099"/>
                  <a:pt x="11078" y="19383"/>
                  <a:pt x="11078" y="19781"/>
                </a:cubicBezTo>
                <a:cubicBezTo>
                  <a:pt x="11078" y="20293"/>
                  <a:pt x="11179" y="20747"/>
                  <a:pt x="11382" y="21032"/>
                </a:cubicBezTo>
                <a:cubicBezTo>
                  <a:pt x="11635" y="21373"/>
                  <a:pt x="11989" y="21600"/>
                  <a:pt x="12596" y="21543"/>
                </a:cubicBezTo>
                <a:cubicBezTo>
                  <a:pt x="13253" y="21543"/>
                  <a:pt x="13607" y="21316"/>
                  <a:pt x="13860" y="21032"/>
                </a:cubicBezTo>
                <a:cubicBezTo>
                  <a:pt x="14063" y="20747"/>
                  <a:pt x="14164" y="20293"/>
                  <a:pt x="14164" y="19781"/>
                </a:cubicBezTo>
                <a:cubicBezTo>
                  <a:pt x="14164" y="19383"/>
                  <a:pt x="14012" y="19099"/>
                  <a:pt x="13759" y="18758"/>
                </a:cubicBezTo>
                <a:cubicBezTo>
                  <a:pt x="13506" y="18417"/>
                  <a:pt x="13203" y="18076"/>
                  <a:pt x="13152" y="17451"/>
                </a:cubicBezTo>
                <a:cubicBezTo>
                  <a:pt x="13152" y="17451"/>
                  <a:pt x="13152" y="17451"/>
                  <a:pt x="13152" y="17451"/>
                </a:cubicBezTo>
                <a:lnTo>
                  <a:pt x="13152" y="15347"/>
                </a:lnTo>
                <a:close/>
              </a:path>
            </a:pathLst>
          </a:custGeom>
          <a:solidFill>
            <a:srgbClr val="5EA851"/>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181" name="Shape 181"/>
          <p:cNvSpPr/>
          <p:nvPr/>
        </p:nvSpPr>
        <p:spPr>
          <a:xfrm>
            <a:off x="3114779" y="5352600"/>
            <a:ext cx="766209" cy="573835"/>
          </a:xfrm>
          <a:custGeom>
            <a:avLst/>
            <a:gdLst/>
            <a:ahLst/>
            <a:cxnLst>
              <a:cxn ang="0">
                <a:pos x="wd2" y="hd2"/>
              </a:cxn>
              <a:cxn ang="5400000">
                <a:pos x="wd2" y="hd2"/>
              </a:cxn>
              <a:cxn ang="10800000">
                <a:pos x="wd2" y="hd2"/>
              </a:cxn>
              <a:cxn ang="16200000">
                <a:pos x="wd2" y="hd2"/>
              </a:cxn>
            </a:cxnLst>
            <a:rect l="0" t="0" r="r" b="b"/>
            <a:pathLst>
              <a:path w="21364" h="21600" extrusionOk="0">
                <a:moveTo>
                  <a:pt x="20985" y="12619"/>
                </a:moveTo>
                <a:cubicBezTo>
                  <a:pt x="20732" y="12335"/>
                  <a:pt x="20396" y="12221"/>
                  <a:pt x="20059" y="12221"/>
                </a:cubicBezTo>
                <a:cubicBezTo>
                  <a:pt x="19722" y="12221"/>
                  <a:pt x="19511" y="12392"/>
                  <a:pt x="19259" y="12676"/>
                </a:cubicBezTo>
                <a:cubicBezTo>
                  <a:pt x="19006" y="12903"/>
                  <a:pt x="18753" y="13244"/>
                  <a:pt x="18375" y="13244"/>
                </a:cubicBezTo>
                <a:cubicBezTo>
                  <a:pt x="16648" y="13244"/>
                  <a:pt x="16648" y="13244"/>
                  <a:pt x="16648" y="13244"/>
                </a:cubicBezTo>
                <a:cubicBezTo>
                  <a:pt x="16648" y="6366"/>
                  <a:pt x="16648" y="6366"/>
                  <a:pt x="16648" y="6366"/>
                </a:cubicBezTo>
                <a:cubicBezTo>
                  <a:pt x="13701" y="6366"/>
                  <a:pt x="13701" y="6366"/>
                  <a:pt x="13701" y="6366"/>
                </a:cubicBezTo>
                <a:cubicBezTo>
                  <a:pt x="13701" y="4036"/>
                  <a:pt x="13701" y="4036"/>
                  <a:pt x="13701" y="4036"/>
                </a:cubicBezTo>
                <a:cubicBezTo>
                  <a:pt x="13701" y="3467"/>
                  <a:pt x="13953" y="3126"/>
                  <a:pt x="14122" y="2785"/>
                </a:cubicBezTo>
                <a:cubicBezTo>
                  <a:pt x="14290" y="2501"/>
                  <a:pt x="14417" y="2160"/>
                  <a:pt x="14417" y="1762"/>
                </a:cubicBezTo>
                <a:cubicBezTo>
                  <a:pt x="14417" y="1307"/>
                  <a:pt x="14332" y="853"/>
                  <a:pt x="14164" y="512"/>
                </a:cubicBezTo>
                <a:cubicBezTo>
                  <a:pt x="13953" y="171"/>
                  <a:pt x="13701" y="0"/>
                  <a:pt x="13153" y="0"/>
                </a:cubicBezTo>
                <a:cubicBezTo>
                  <a:pt x="12606" y="0"/>
                  <a:pt x="12311" y="227"/>
                  <a:pt x="12143" y="512"/>
                </a:cubicBezTo>
                <a:cubicBezTo>
                  <a:pt x="11932" y="853"/>
                  <a:pt x="11848" y="1251"/>
                  <a:pt x="11848" y="1762"/>
                </a:cubicBezTo>
                <a:cubicBezTo>
                  <a:pt x="11848" y="2160"/>
                  <a:pt x="12017" y="2501"/>
                  <a:pt x="12185" y="2842"/>
                </a:cubicBezTo>
                <a:cubicBezTo>
                  <a:pt x="12396" y="3183"/>
                  <a:pt x="12690" y="3524"/>
                  <a:pt x="12732" y="4093"/>
                </a:cubicBezTo>
                <a:cubicBezTo>
                  <a:pt x="12732" y="4093"/>
                  <a:pt x="12732" y="4093"/>
                  <a:pt x="12732" y="4093"/>
                </a:cubicBezTo>
                <a:cubicBezTo>
                  <a:pt x="12732" y="6366"/>
                  <a:pt x="12732" y="6366"/>
                  <a:pt x="12732" y="6366"/>
                </a:cubicBezTo>
                <a:cubicBezTo>
                  <a:pt x="1659" y="6366"/>
                  <a:pt x="1659" y="6366"/>
                  <a:pt x="1659" y="6366"/>
                </a:cubicBezTo>
                <a:cubicBezTo>
                  <a:pt x="269" y="11198"/>
                  <a:pt x="-236" y="16427"/>
                  <a:pt x="101" y="21600"/>
                </a:cubicBezTo>
                <a:cubicBezTo>
                  <a:pt x="7090" y="21600"/>
                  <a:pt x="7090" y="21600"/>
                  <a:pt x="7090" y="21600"/>
                </a:cubicBezTo>
                <a:cubicBezTo>
                  <a:pt x="7090" y="20804"/>
                  <a:pt x="7090" y="20804"/>
                  <a:pt x="7090" y="20804"/>
                </a:cubicBezTo>
                <a:cubicBezTo>
                  <a:pt x="7090" y="20691"/>
                  <a:pt x="7048" y="20691"/>
                  <a:pt x="6796" y="20236"/>
                </a:cubicBezTo>
                <a:cubicBezTo>
                  <a:pt x="6585" y="19838"/>
                  <a:pt x="6332" y="19269"/>
                  <a:pt x="6332" y="18531"/>
                </a:cubicBezTo>
                <a:cubicBezTo>
                  <a:pt x="6332" y="17848"/>
                  <a:pt x="6417" y="17166"/>
                  <a:pt x="6796" y="16541"/>
                </a:cubicBezTo>
                <a:cubicBezTo>
                  <a:pt x="7090" y="15973"/>
                  <a:pt x="7764" y="15575"/>
                  <a:pt x="8480" y="15575"/>
                </a:cubicBezTo>
                <a:cubicBezTo>
                  <a:pt x="9196" y="15632"/>
                  <a:pt x="9785" y="16029"/>
                  <a:pt x="10122" y="16541"/>
                </a:cubicBezTo>
                <a:cubicBezTo>
                  <a:pt x="10501" y="17166"/>
                  <a:pt x="10585" y="17848"/>
                  <a:pt x="10585" y="18531"/>
                </a:cubicBezTo>
                <a:cubicBezTo>
                  <a:pt x="10585" y="19269"/>
                  <a:pt x="10290" y="19895"/>
                  <a:pt x="10080" y="20293"/>
                </a:cubicBezTo>
                <a:cubicBezTo>
                  <a:pt x="9785" y="20691"/>
                  <a:pt x="9743" y="20804"/>
                  <a:pt x="9743" y="20918"/>
                </a:cubicBezTo>
                <a:cubicBezTo>
                  <a:pt x="9743" y="21600"/>
                  <a:pt x="9743" y="21600"/>
                  <a:pt x="9743" y="21600"/>
                </a:cubicBezTo>
                <a:cubicBezTo>
                  <a:pt x="16648" y="21600"/>
                  <a:pt x="16648" y="21600"/>
                  <a:pt x="16648" y="21600"/>
                </a:cubicBezTo>
                <a:cubicBezTo>
                  <a:pt x="16648" y="14552"/>
                  <a:pt x="16648" y="14552"/>
                  <a:pt x="16648" y="14552"/>
                </a:cubicBezTo>
                <a:cubicBezTo>
                  <a:pt x="18290" y="14552"/>
                  <a:pt x="18290" y="14552"/>
                  <a:pt x="18290" y="14552"/>
                </a:cubicBezTo>
                <a:cubicBezTo>
                  <a:pt x="18332" y="14552"/>
                  <a:pt x="18332" y="14552"/>
                  <a:pt x="18332" y="14552"/>
                </a:cubicBezTo>
                <a:cubicBezTo>
                  <a:pt x="18753" y="14608"/>
                  <a:pt x="19006" y="15006"/>
                  <a:pt x="19259" y="15234"/>
                </a:cubicBezTo>
                <a:cubicBezTo>
                  <a:pt x="19511" y="15518"/>
                  <a:pt x="19722" y="15688"/>
                  <a:pt x="20059" y="15688"/>
                </a:cubicBezTo>
                <a:cubicBezTo>
                  <a:pt x="20396" y="15688"/>
                  <a:pt x="20732" y="15575"/>
                  <a:pt x="20943" y="15347"/>
                </a:cubicBezTo>
                <a:cubicBezTo>
                  <a:pt x="21196" y="15120"/>
                  <a:pt x="21364" y="14722"/>
                  <a:pt x="21364" y="13983"/>
                </a:cubicBezTo>
                <a:cubicBezTo>
                  <a:pt x="21364" y="13244"/>
                  <a:pt x="21196" y="12846"/>
                  <a:pt x="20985" y="12619"/>
                </a:cubicBezTo>
                <a:close/>
              </a:path>
            </a:pathLst>
          </a:custGeom>
          <a:solidFill>
            <a:srgbClr val="4E8F43"/>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182" name="Shape 182"/>
          <p:cNvSpPr/>
          <p:nvPr/>
        </p:nvSpPr>
        <p:spPr>
          <a:xfrm>
            <a:off x="3748368" y="5522200"/>
            <a:ext cx="881805" cy="404235"/>
          </a:xfrm>
          <a:custGeom>
            <a:avLst/>
            <a:gdLst/>
            <a:ahLst/>
            <a:cxnLst>
              <a:cxn ang="0">
                <a:pos x="wd2" y="hd2"/>
              </a:cxn>
              <a:cxn ang="5400000">
                <a:pos x="wd2" y="hd2"/>
              </a:cxn>
              <a:cxn ang="10800000">
                <a:pos x="wd2" y="hd2"/>
              </a:cxn>
              <a:cxn ang="16200000">
                <a:pos x="wd2" y="hd2"/>
              </a:cxn>
            </a:cxnLst>
            <a:rect l="0" t="0" r="r" b="b"/>
            <a:pathLst>
              <a:path w="21262" h="21600" extrusionOk="0">
                <a:moveTo>
                  <a:pt x="13841" y="0"/>
                </a:moveTo>
                <a:cubicBezTo>
                  <a:pt x="13841" y="967"/>
                  <a:pt x="13841" y="967"/>
                  <a:pt x="13841" y="967"/>
                </a:cubicBezTo>
                <a:cubicBezTo>
                  <a:pt x="13841" y="1128"/>
                  <a:pt x="13878" y="1209"/>
                  <a:pt x="14133" y="1854"/>
                </a:cubicBezTo>
                <a:cubicBezTo>
                  <a:pt x="14315" y="2418"/>
                  <a:pt x="14570" y="3304"/>
                  <a:pt x="14570" y="4352"/>
                </a:cubicBezTo>
                <a:cubicBezTo>
                  <a:pt x="14570" y="5319"/>
                  <a:pt x="14497" y="6287"/>
                  <a:pt x="14169" y="7173"/>
                </a:cubicBezTo>
                <a:cubicBezTo>
                  <a:pt x="13878" y="7899"/>
                  <a:pt x="13368" y="8463"/>
                  <a:pt x="12749" y="8463"/>
                </a:cubicBezTo>
                <a:cubicBezTo>
                  <a:pt x="12130" y="8543"/>
                  <a:pt x="11547" y="7899"/>
                  <a:pt x="11292" y="7173"/>
                </a:cubicBezTo>
                <a:cubicBezTo>
                  <a:pt x="10964" y="6287"/>
                  <a:pt x="10891" y="5319"/>
                  <a:pt x="10891" y="4352"/>
                </a:cubicBezTo>
                <a:cubicBezTo>
                  <a:pt x="10891" y="3304"/>
                  <a:pt x="11110" y="2499"/>
                  <a:pt x="11292" y="1934"/>
                </a:cubicBezTo>
                <a:cubicBezTo>
                  <a:pt x="11510" y="1290"/>
                  <a:pt x="11547" y="1290"/>
                  <a:pt x="11547" y="1128"/>
                </a:cubicBezTo>
                <a:cubicBezTo>
                  <a:pt x="11547" y="0"/>
                  <a:pt x="11547" y="0"/>
                  <a:pt x="11547" y="0"/>
                </a:cubicBezTo>
                <a:cubicBezTo>
                  <a:pt x="7176" y="0"/>
                  <a:pt x="7176" y="0"/>
                  <a:pt x="7176" y="0"/>
                </a:cubicBezTo>
                <a:cubicBezTo>
                  <a:pt x="7103" y="0"/>
                  <a:pt x="7066" y="0"/>
                  <a:pt x="6994" y="0"/>
                </a:cubicBezTo>
                <a:cubicBezTo>
                  <a:pt x="0" y="0"/>
                  <a:pt x="0" y="0"/>
                  <a:pt x="0" y="0"/>
                </a:cubicBezTo>
                <a:cubicBezTo>
                  <a:pt x="0" y="8140"/>
                  <a:pt x="0" y="8140"/>
                  <a:pt x="0" y="8140"/>
                </a:cubicBezTo>
                <a:cubicBezTo>
                  <a:pt x="619" y="8140"/>
                  <a:pt x="619" y="8140"/>
                  <a:pt x="619" y="8140"/>
                </a:cubicBezTo>
                <a:cubicBezTo>
                  <a:pt x="656" y="8140"/>
                  <a:pt x="692" y="8060"/>
                  <a:pt x="983" y="7576"/>
                </a:cubicBezTo>
                <a:cubicBezTo>
                  <a:pt x="1202" y="7254"/>
                  <a:pt x="1603" y="6690"/>
                  <a:pt x="2076" y="6690"/>
                </a:cubicBezTo>
                <a:cubicBezTo>
                  <a:pt x="2477" y="6690"/>
                  <a:pt x="2950" y="6851"/>
                  <a:pt x="3315" y="7576"/>
                </a:cubicBezTo>
                <a:cubicBezTo>
                  <a:pt x="3679" y="8221"/>
                  <a:pt x="3934" y="9430"/>
                  <a:pt x="3934" y="10800"/>
                </a:cubicBezTo>
                <a:cubicBezTo>
                  <a:pt x="3934" y="12170"/>
                  <a:pt x="3679" y="13299"/>
                  <a:pt x="3315" y="13943"/>
                </a:cubicBezTo>
                <a:cubicBezTo>
                  <a:pt x="2950" y="14669"/>
                  <a:pt x="2477" y="14830"/>
                  <a:pt x="2076" y="14830"/>
                </a:cubicBezTo>
                <a:cubicBezTo>
                  <a:pt x="1566" y="14830"/>
                  <a:pt x="1202" y="14266"/>
                  <a:pt x="947" y="13863"/>
                </a:cubicBezTo>
                <a:cubicBezTo>
                  <a:pt x="656" y="13379"/>
                  <a:pt x="583" y="13218"/>
                  <a:pt x="510" y="13218"/>
                </a:cubicBezTo>
                <a:cubicBezTo>
                  <a:pt x="0" y="13218"/>
                  <a:pt x="0" y="13218"/>
                  <a:pt x="0" y="13218"/>
                </a:cubicBezTo>
                <a:cubicBezTo>
                  <a:pt x="0" y="21600"/>
                  <a:pt x="0" y="21600"/>
                  <a:pt x="0" y="21600"/>
                </a:cubicBezTo>
                <a:cubicBezTo>
                  <a:pt x="9507" y="21600"/>
                  <a:pt x="9507" y="21600"/>
                  <a:pt x="9507" y="21600"/>
                </a:cubicBezTo>
                <a:cubicBezTo>
                  <a:pt x="9507" y="20472"/>
                  <a:pt x="9507" y="20472"/>
                  <a:pt x="9507" y="20472"/>
                </a:cubicBezTo>
                <a:cubicBezTo>
                  <a:pt x="9507" y="20310"/>
                  <a:pt x="9470" y="20310"/>
                  <a:pt x="9252" y="19666"/>
                </a:cubicBezTo>
                <a:cubicBezTo>
                  <a:pt x="9070" y="19101"/>
                  <a:pt x="8851" y="18296"/>
                  <a:pt x="8851" y="17248"/>
                </a:cubicBezTo>
                <a:cubicBezTo>
                  <a:pt x="8851" y="16281"/>
                  <a:pt x="8924" y="15313"/>
                  <a:pt x="9252" y="14427"/>
                </a:cubicBezTo>
                <a:cubicBezTo>
                  <a:pt x="9507" y="13621"/>
                  <a:pt x="10090" y="13057"/>
                  <a:pt x="10709" y="13057"/>
                </a:cubicBezTo>
                <a:cubicBezTo>
                  <a:pt x="11328" y="13137"/>
                  <a:pt x="11838" y="13701"/>
                  <a:pt x="12130" y="14427"/>
                </a:cubicBezTo>
                <a:cubicBezTo>
                  <a:pt x="12457" y="15313"/>
                  <a:pt x="12530" y="16281"/>
                  <a:pt x="12530" y="17248"/>
                </a:cubicBezTo>
                <a:cubicBezTo>
                  <a:pt x="12530" y="18296"/>
                  <a:pt x="12275" y="19182"/>
                  <a:pt x="12093" y="19746"/>
                </a:cubicBezTo>
                <a:cubicBezTo>
                  <a:pt x="11838" y="20310"/>
                  <a:pt x="11802" y="20472"/>
                  <a:pt x="11802" y="20633"/>
                </a:cubicBezTo>
                <a:cubicBezTo>
                  <a:pt x="11802" y="21600"/>
                  <a:pt x="11802" y="21600"/>
                  <a:pt x="11802" y="21600"/>
                </a:cubicBezTo>
                <a:cubicBezTo>
                  <a:pt x="21054" y="21600"/>
                  <a:pt x="21054" y="21600"/>
                  <a:pt x="21054" y="21600"/>
                </a:cubicBezTo>
                <a:cubicBezTo>
                  <a:pt x="21600" y="14346"/>
                  <a:pt x="21054" y="6690"/>
                  <a:pt x="19633" y="0"/>
                </a:cubicBezTo>
                <a:lnTo>
                  <a:pt x="13841" y="0"/>
                </a:lnTo>
                <a:close/>
              </a:path>
            </a:pathLst>
          </a:custGeom>
          <a:solidFill>
            <a:srgbClr val="5EA851"/>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183" name="Shape 183"/>
          <p:cNvSpPr/>
          <p:nvPr/>
        </p:nvSpPr>
        <p:spPr>
          <a:xfrm>
            <a:off x="3122888" y="5796365"/>
            <a:ext cx="818672" cy="612729"/>
          </a:xfrm>
          <a:custGeom>
            <a:avLst/>
            <a:gdLst/>
            <a:ahLst/>
            <a:cxnLst>
              <a:cxn ang="0">
                <a:pos x="wd2" y="hd2"/>
              </a:cxn>
              <a:cxn ang="5400000">
                <a:pos x="wd2" y="hd2"/>
              </a:cxn>
              <a:cxn ang="10800000">
                <a:pos x="wd2" y="hd2"/>
              </a:cxn>
              <a:cxn ang="16200000">
                <a:pos x="wd2" y="hd2"/>
              </a:cxn>
            </a:cxnLst>
            <a:rect l="0" t="0" r="r" b="b"/>
            <a:pathLst>
              <a:path w="21600" h="21600" extrusionOk="0">
                <a:moveTo>
                  <a:pt x="15941" y="5852"/>
                </a:moveTo>
                <a:cubicBezTo>
                  <a:pt x="8210" y="5852"/>
                  <a:pt x="8210" y="5852"/>
                  <a:pt x="8210" y="5852"/>
                </a:cubicBezTo>
                <a:cubicBezTo>
                  <a:pt x="8210" y="3884"/>
                  <a:pt x="8210" y="3884"/>
                  <a:pt x="8210" y="3884"/>
                </a:cubicBezTo>
                <a:cubicBezTo>
                  <a:pt x="8210" y="3884"/>
                  <a:pt x="8210" y="3884"/>
                  <a:pt x="8210" y="3831"/>
                </a:cubicBezTo>
                <a:cubicBezTo>
                  <a:pt x="8249" y="3299"/>
                  <a:pt x="8489" y="2979"/>
                  <a:pt x="8688" y="2660"/>
                </a:cubicBezTo>
                <a:cubicBezTo>
                  <a:pt x="8887" y="2341"/>
                  <a:pt x="9007" y="2075"/>
                  <a:pt x="9007" y="1702"/>
                </a:cubicBezTo>
                <a:cubicBezTo>
                  <a:pt x="9007" y="1224"/>
                  <a:pt x="8927" y="798"/>
                  <a:pt x="8768" y="532"/>
                </a:cubicBezTo>
                <a:cubicBezTo>
                  <a:pt x="8568" y="266"/>
                  <a:pt x="8289" y="53"/>
                  <a:pt x="7771" y="0"/>
                </a:cubicBezTo>
                <a:cubicBezTo>
                  <a:pt x="7293" y="0"/>
                  <a:pt x="7014" y="213"/>
                  <a:pt x="6815" y="532"/>
                </a:cubicBezTo>
                <a:cubicBezTo>
                  <a:pt x="6655" y="798"/>
                  <a:pt x="6576" y="1224"/>
                  <a:pt x="6576" y="1702"/>
                </a:cubicBezTo>
                <a:cubicBezTo>
                  <a:pt x="6576" y="2075"/>
                  <a:pt x="6695" y="2341"/>
                  <a:pt x="6855" y="2660"/>
                </a:cubicBezTo>
                <a:cubicBezTo>
                  <a:pt x="7054" y="2979"/>
                  <a:pt x="7293" y="3299"/>
                  <a:pt x="7293" y="3831"/>
                </a:cubicBezTo>
                <a:cubicBezTo>
                  <a:pt x="7293" y="5852"/>
                  <a:pt x="7293" y="5852"/>
                  <a:pt x="7293" y="5852"/>
                </a:cubicBezTo>
                <a:cubicBezTo>
                  <a:pt x="0" y="5852"/>
                  <a:pt x="0" y="5852"/>
                  <a:pt x="0" y="5852"/>
                </a:cubicBezTo>
                <a:cubicBezTo>
                  <a:pt x="40" y="6384"/>
                  <a:pt x="120" y="6916"/>
                  <a:pt x="199" y="7448"/>
                </a:cubicBezTo>
                <a:cubicBezTo>
                  <a:pt x="1315" y="12715"/>
                  <a:pt x="3985" y="16971"/>
                  <a:pt x="6058" y="21600"/>
                </a:cubicBezTo>
                <a:cubicBezTo>
                  <a:pt x="10322" y="21600"/>
                  <a:pt x="10322" y="21600"/>
                  <a:pt x="10322" y="21600"/>
                </a:cubicBezTo>
                <a:cubicBezTo>
                  <a:pt x="10322" y="20855"/>
                  <a:pt x="10322" y="20855"/>
                  <a:pt x="10322" y="20855"/>
                </a:cubicBezTo>
                <a:cubicBezTo>
                  <a:pt x="10322" y="20749"/>
                  <a:pt x="10282" y="20749"/>
                  <a:pt x="10043" y="20323"/>
                </a:cubicBezTo>
                <a:cubicBezTo>
                  <a:pt x="9844" y="19951"/>
                  <a:pt x="9604" y="19419"/>
                  <a:pt x="9604" y="18727"/>
                </a:cubicBezTo>
                <a:cubicBezTo>
                  <a:pt x="9604" y="18089"/>
                  <a:pt x="9684" y="17450"/>
                  <a:pt x="10043" y="16865"/>
                </a:cubicBezTo>
                <a:cubicBezTo>
                  <a:pt x="10322" y="16333"/>
                  <a:pt x="10959" y="15961"/>
                  <a:pt x="11637" y="15961"/>
                </a:cubicBezTo>
                <a:cubicBezTo>
                  <a:pt x="12314" y="16014"/>
                  <a:pt x="12872" y="16386"/>
                  <a:pt x="13191" y="16865"/>
                </a:cubicBezTo>
                <a:cubicBezTo>
                  <a:pt x="13550" y="17450"/>
                  <a:pt x="13630" y="18089"/>
                  <a:pt x="13630" y="18727"/>
                </a:cubicBezTo>
                <a:cubicBezTo>
                  <a:pt x="13630" y="19419"/>
                  <a:pt x="13351" y="20004"/>
                  <a:pt x="13151" y="20376"/>
                </a:cubicBezTo>
                <a:cubicBezTo>
                  <a:pt x="12872" y="20749"/>
                  <a:pt x="12832" y="20855"/>
                  <a:pt x="12832" y="20962"/>
                </a:cubicBezTo>
                <a:cubicBezTo>
                  <a:pt x="12832" y="21600"/>
                  <a:pt x="12832" y="21600"/>
                  <a:pt x="12832" y="21600"/>
                </a:cubicBezTo>
                <a:cubicBezTo>
                  <a:pt x="21600" y="21600"/>
                  <a:pt x="21600" y="21600"/>
                  <a:pt x="21600" y="21600"/>
                </a:cubicBezTo>
                <a:cubicBezTo>
                  <a:pt x="21600" y="16493"/>
                  <a:pt x="21600" y="16493"/>
                  <a:pt x="21600" y="16493"/>
                </a:cubicBezTo>
                <a:cubicBezTo>
                  <a:pt x="20843" y="16493"/>
                  <a:pt x="20843" y="16493"/>
                  <a:pt x="20843" y="16493"/>
                </a:cubicBezTo>
                <a:cubicBezTo>
                  <a:pt x="20763" y="16493"/>
                  <a:pt x="20723" y="16546"/>
                  <a:pt x="20404" y="16918"/>
                </a:cubicBezTo>
                <a:cubicBezTo>
                  <a:pt x="20125" y="17184"/>
                  <a:pt x="19687" y="17557"/>
                  <a:pt x="19169" y="17557"/>
                </a:cubicBezTo>
                <a:cubicBezTo>
                  <a:pt x="18691" y="17557"/>
                  <a:pt x="18213" y="17450"/>
                  <a:pt x="17774" y="16971"/>
                </a:cubicBezTo>
                <a:cubicBezTo>
                  <a:pt x="17415" y="16546"/>
                  <a:pt x="17137" y="15801"/>
                  <a:pt x="17137" y="14897"/>
                </a:cubicBezTo>
                <a:cubicBezTo>
                  <a:pt x="17097" y="13992"/>
                  <a:pt x="17415" y="13194"/>
                  <a:pt x="17774" y="12768"/>
                </a:cubicBezTo>
                <a:cubicBezTo>
                  <a:pt x="18213" y="12290"/>
                  <a:pt x="18691" y="12183"/>
                  <a:pt x="19169" y="12183"/>
                </a:cubicBezTo>
                <a:cubicBezTo>
                  <a:pt x="19687" y="12183"/>
                  <a:pt x="20086" y="12502"/>
                  <a:pt x="20365" y="12768"/>
                </a:cubicBezTo>
                <a:cubicBezTo>
                  <a:pt x="20683" y="13088"/>
                  <a:pt x="20723" y="13141"/>
                  <a:pt x="20763" y="13141"/>
                </a:cubicBezTo>
                <a:cubicBezTo>
                  <a:pt x="21600" y="13141"/>
                  <a:pt x="21600" y="13141"/>
                  <a:pt x="21600" y="13141"/>
                </a:cubicBezTo>
                <a:cubicBezTo>
                  <a:pt x="21600" y="5852"/>
                  <a:pt x="21600" y="5852"/>
                  <a:pt x="21600" y="5852"/>
                </a:cubicBezTo>
                <a:cubicBezTo>
                  <a:pt x="16140" y="5852"/>
                  <a:pt x="16140" y="5852"/>
                  <a:pt x="16140" y="5852"/>
                </a:cubicBezTo>
                <a:cubicBezTo>
                  <a:pt x="16061" y="5852"/>
                  <a:pt x="16021" y="5852"/>
                  <a:pt x="15941" y="5852"/>
                </a:cubicBezTo>
                <a:close/>
              </a:path>
            </a:pathLst>
          </a:custGeom>
          <a:solidFill>
            <a:srgbClr val="6FC661"/>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184" name="Shape 184"/>
          <p:cNvSpPr/>
          <p:nvPr/>
        </p:nvSpPr>
        <p:spPr>
          <a:xfrm>
            <a:off x="3802567" y="5796365"/>
            <a:ext cx="811017" cy="612729"/>
          </a:xfrm>
          <a:custGeom>
            <a:avLst/>
            <a:gdLst/>
            <a:ahLst/>
            <a:cxnLst>
              <a:cxn ang="0">
                <a:pos x="wd2" y="hd2"/>
              </a:cxn>
              <a:cxn ang="5400000">
                <a:pos x="wd2" y="hd2"/>
              </a:cxn>
              <a:cxn ang="10800000">
                <a:pos x="wd2" y="hd2"/>
              </a:cxn>
              <a:cxn ang="16200000">
                <a:pos x="wd2" y="hd2"/>
              </a:cxn>
            </a:cxnLst>
            <a:rect l="0" t="0" r="r" b="b"/>
            <a:pathLst>
              <a:path w="21566" h="21600" extrusionOk="0">
                <a:moveTo>
                  <a:pt x="10766" y="3884"/>
                </a:moveTo>
                <a:cubicBezTo>
                  <a:pt x="10766" y="3884"/>
                  <a:pt x="10766" y="3884"/>
                  <a:pt x="10766" y="3831"/>
                </a:cubicBezTo>
                <a:cubicBezTo>
                  <a:pt x="10806" y="3299"/>
                  <a:pt x="11047" y="2979"/>
                  <a:pt x="11248" y="2660"/>
                </a:cubicBezTo>
                <a:cubicBezTo>
                  <a:pt x="11449" y="2341"/>
                  <a:pt x="11569" y="2075"/>
                  <a:pt x="11569" y="1702"/>
                </a:cubicBezTo>
                <a:cubicBezTo>
                  <a:pt x="11569" y="1224"/>
                  <a:pt x="11489" y="798"/>
                  <a:pt x="11328" y="532"/>
                </a:cubicBezTo>
                <a:cubicBezTo>
                  <a:pt x="11127" y="266"/>
                  <a:pt x="10846" y="53"/>
                  <a:pt x="10324" y="0"/>
                </a:cubicBezTo>
                <a:cubicBezTo>
                  <a:pt x="9843" y="0"/>
                  <a:pt x="9562" y="213"/>
                  <a:pt x="9361" y="532"/>
                </a:cubicBezTo>
                <a:cubicBezTo>
                  <a:pt x="9200" y="798"/>
                  <a:pt x="9120" y="1224"/>
                  <a:pt x="9120" y="1702"/>
                </a:cubicBezTo>
                <a:cubicBezTo>
                  <a:pt x="9120" y="2075"/>
                  <a:pt x="9240" y="2341"/>
                  <a:pt x="9401" y="2660"/>
                </a:cubicBezTo>
                <a:cubicBezTo>
                  <a:pt x="9602" y="2979"/>
                  <a:pt x="9843" y="3299"/>
                  <a:pt x="9843" y="3831"/>
                </a:cubicBezTo>
                <a:cubicBezTo>
                  <a:pt x="9843" y="5852"/>
                  <a:pt x="9843" y="5852"/>
                  <a:pt x="9843" y="5852"/>
                </a:cubicBezTo>
                <a:cubicBezTo>
                  <a:pt x="4663" y="5852"/>
                  <a:pt x="4663" y="5852"/>
                  <a:pt x="4663" y="5852"/>
                </a:cubicBezTo>
                <a:cubicBezTo>
                  <a:pt x="4663" y="14205"/>
                  <a:pt x="4663" y="14205"/>
                  <a:pt x="4663" y="14205"/>
                </a:cubicBezTo>
                <a:cubicBezTo>
                  <a:pt x="2857" y="14205"/>
                  <a:pt x="2857" y="14205"/>
                  <a:pt x="2857" y="14205"/>
                </a:cubicBezTo>
                <a:cubicBezTo>
                  <a:pt x="2455" y="14205"/>
                  <a:pt x="2214" y="13886"/>
                  <a:pt x="1973" y="13620"/>
                </a:cubicBezTo>
                <a:cubicBezTo>
                  <a:pt x="1733" y="13407"/>
                  <a:pt x="1532" y="13247"/>
                  <a:pt x="1251" y="13247"/>
                </a:cubicBezTo>
                <a:cubicBezTo>
                  <a:pt x="889" y="13247"/>
                  <a:pt x="568" y="13354"/>
                  <a:pt x="367" y="13567"/>
                </a:cubicBezTo>
                <a:cubicBezTo>
                  <a:pt x="127" y="13833"/>
                  <a:pt x="-34" y="14205"/>
                  <a:pt x="6" y="14843"/>
                </a:cubicBezTo>
                <a:cubicBezTo>
                  <a:pt x="6" y="15535"/>
                  <a:pt x="167" y="15907"/>
                  <a:pt x="367" y="16173"/>
                </a:cubicBezTo>
                <a:cubicBezTo>
                  <a:pt x="608" y="16386"/>
                  <a:pt x="889" y="16493"/>
                  <a:pt x="1251" y="16493"/>
                </a:cubicBezTo>
                <a:cubicBezTo>
                  <a:pt x="1532" y="16493"/>
                  <a:pt x="1733" y="16333"/>
                  <a:pt x="1973" y="16067"/>
                </a:cubicBezTo>
                <a:cubicBezTo>
                  <a:pt x="2214" y="15801"/>
                  <a:pt x="2455" y="15482"/>
                  <a:pt x="2897" y="15429"/>
                </a:cubicBezTo>
                <a:cubicBezTo>
                  <a:pt x="2897" y="15429"/>
                  <a:pt x="2897" y="15429"/>
                  <a:pt x="2897" y="15429"/>
                </a:cubicBezTo>
                <a:cubicBezTo>
                  <a:pt x="4663" y="15429"/>
                  <a:pt x="4663" y="15429"/>
                  <a:pt x="4663" y="15429"/>
                </a:cubicBezTo>
                <a:cubicBezTo>
                  <a:pt x="4663" y="21600"/>
                  <a:pt x="4663" y="21600"/>
                  <a:pt x="4663" y="21600"/>
                </a:cubicBezTo>
                <a:cubicBezTo>
                  <a:pt x="9040" y="21600"/>
                  <a:pt x="9040" y="21600"/>
                  <a:pt x="9040" y="21600"/>
                </a:cubicBezTo>
                <a:cubicBezTo>
                  <a:pt x="9040" y="20855"/>
                  <a:pt x="9040" y="20855"/>
                  <a:pt x="9040" y="20855"/>
                </a:cubicBezTo>
                <a:cubicBezTo>
                  <a:pt x="9040" y="20749"/>
                  <a:pt x="8999" y="20749"/>
                  <a:pt x="8759" y="20323"/>
                </a:cubicBezTo>
                <a:cubicBezTo>
                  <a:pt x="8558" y="19951"/>
                  <a:pt x="8317" y="19419"/>
                  <a:pt x="8317" y="18727"/>
                </a:cubicBezTo>
                <a:cubicBezTo>
                  <a:pt x="8317" y="18089"/>
                  <a:pt x="8397" y="17450"/>
                  <a:pt x="8759" y="16865"/>
                </a:cubicBezTo>
                <a:cubicBezTo>
                  <a:pt x="9040" y="16333"/>
                  <a:pt x="9682" y="15961"/>
                  <a:pt x="10365" y="15961"/>
                </a:cubicBezTo>
                <a:cubicBezTo>
                  <a:pt x="11047" y="16014"/>
                  <a:pt x="11609" y="16386"/>
                  <a:pt x="11930" y="16865"/>
                </a:cubicBezTo>
                <a:cubicBezTo>
                  <a:pt x="12292" y="17450"/>
                  <a:pt x="12372" y="18089"/>
                  <a:pt x="12372" y="18727"/>
                </a:cubicBezTo>
                <a:cubicBezTo>
                  <a:pt x="12372" y="19419"/>
                  <a:pt x="12091" y="20004"/>
                  <a:pt x="11890" y="20376"/>
                </a:cubicBezTo>
                <a:cubicBezTo>
                  <a:pt x="11609" y="20749"/>
                  <a:pt x="11569" y="20855"/>
                  <a:pt x="11569" y="20962"/>
                </a:cubicBezTo>
                <a:cubicBezTo>
                  <a:pt x="11569" y="21600"/>
                  <a:pt x="11569" y="21600"/>
                  <a:pt x="11569" y="21600"/>
                </a:cubicBezTo>
                <a:cubicBezTo>
                  <a:pt x="15905" y="21600"/>
                  <a:pt x="15905" y="21600"/>
                  <a:pt x="15905" y="21600"/>
                </a:cubicBezTo>
                <a:cubicBezTo>
                  <a:pt x="17752" y="18142"/>
                  <a:pt x="19438" y="14631"/>
                  <a:pt x="20281" y="10534"/>
                </a:cubicBezTo>
                <a:cubicBezTo>
                  <a:pt x="20843" y="9044"/>
                  <a:pt x="21285" y="7448"/>
                  <a:pt x="21566" y="5852"/>
                </a:cubicBezTo>
                <a:cubicBezTo>
                  <a:pt x="10766" y="5852"/>
                  <a:pt x="10766" y="5852"/>
                  <a:pt x="10766" y="5852"/>
                </a:cubicBezTo>
                <a:lnTo>
                  <a:pt x="10766" y="3884"/>
                </a:lnTo>
                <a:close/>
              </a:path>
            </a:pathLst>
          </a:custGeom>
          <a:solidFill>
            <a:srgbClr val="7ADA6A"/>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185" name="Shape 185"/>
          <p:cNvSpPr/>
          <p:nvPr/>
        </p:nvSpPr>
        <p:spPr>
          <a:xfrm>
            <a:off x="3377926" y="6279662"/>
            <a:ext cx="503062" cy="654810"/>
          </a:xfrm>
          <a:custGeom>
            <a:avLst/>
            <a:gdLst/>
            <a:ahLst/>
            <a:cxnLst>
              <a:cxn ang="0">
                <a:pos x="wd2" y="hd2"/>
              </a:cxn>
              <a:cxn ang="5400000">
                <a:pos x="wd2" y="hd2"/>
              </a:cxn>
              <a:cxn ang="10800000">
                <a:pos x="wd2" y="hd2"/>
              </a:cxn>
              <a:cxn ang="16200000">
                <a:pos x="wd2" y="hd2"/>
              </a:cxn>
            </a:cxnLst>
            <a:rect l="0" t="0" r="r" b="b"/>
            <a:pathLst>
              <a:path w="21600" h="21600" extrusionOk="0">
                <a:moveTo>
                  <a:pt x="21016" y="12343"/>
                </a:moveTo>
                <a:cubicBezTo>
                  <a:pt x="20627" y="12094"/>
                  <a:pt x="20108" y="11994"/>
                  <a:pt x="19589" y="11994"/>
                </a:cubicBezTo>
                <a:cubicBezTo>
                  <a:pt x="19070" y="11994"/>
                  <a:pt x="18746" y="12144"/>
                  <a:pt x="18357" y="12393"/>
                </a:cubicBezTo>
                <a:cubicBezTo>
                  <a:pt x="17968" y="12592"/>
                  <a:pt x="17578" y="12890"/>
                  <a:pt x="16995" y="12890"/>
                </a:cubicBezTo>
                <a:cubicBezTo>
                  <a:pt x="14335" y="12890"/>
                  <a:pt x="14335" y="12890"/>
                  <a:pt x="14335" y="12890"/>
                </a:cubicBezTo>
                <a:cubicBezTo>
                  <a:pt x="14335" y="5475"/>
                  <a:pt x="14335" y="5475"/>
                  <a:pt x="14335" y="5475"/>
                </a:cubicBezTo>
                <a:cubicBezTo>
                  <a:pt x="14335" y="5475"/>
                  <a:pt x="14335" y="5475"/>
                  <a:pt x="14335" y="5475"/>
                </a:cubicBezTo>
                <a:cubicBezTo>
                  <a:pt x="8627" y="5475"/>
                  <a:pt x="8627" y="5475"/>
                  <a:pt x="8627" y="5475"/>
                </a:cubicBezTo>
                <a:cubicBezTo>
                  <a:pt x="8627" y="3633"/>
                  <a:pt x="8627" y="3633"/>
                  <a:pt x="8627" y="3633"/>
                </a:cubicBezTo>
                <a:cubicBezTo>
                  <a:pt x="8627" y="3633"/>
                  <a:pt x="8627" y="3633"/>
                  <a:pt x="8627" y="3583"/>
                </a:cubicBezTo>
                <a:cubicBezTo>
                  <a:pt x="8692" y="3086"/>
                  <a:pt x="9081" y="2787"/>
                  <a:pt x="9405" y="2488"/>
                </a:cubicBezTo>
                <a:cubicBezTo>
                  <a:pt x="9730" y="2190"/>
                  <a:pt x="9924" y="1941"/>
                  <a:pt x="9924" y="1593"/>
                </a:cubicBezTo>
                <a:cubicBezTo>
                  <a:pt x="9924" y="1145"/>
                  <a:pt x="9795" y="747"/>
                  <a:pt x="9535" y="498"/>
                </a:cubicBezTo>
                <a:cubicBezTo>
                  <a:pt x="9211" y="249"/>
                  <a:pt x="8757" y="50"/>
                  <a:pt x="7914" y="0"/>
                </a:cubicBezTo>
                <a:cubicBezTo>
                  <a:pt x="7135" y="0"/>
                  <a:pt x="6681" y="199"/>
                  <a:pt x="6357" y="498"/>
                </a:cubicBezTo>
                <a:cubicBezTo>
                  <a:pt x="6097" y="747"/>
                  <a:pt x="5968" y="1145"/>
                  <a:pt x="5968" y="1593"/>
                </a:cubicBezTo>
                <a:cubicBezTo>
                  <a:pt x="5968" y="1941"/>
                  <a:pt x="6162" y="2190"/>
                  <a:pt x="6422" y="2488"/>
                </a:cubicBezTo>
                <a:cubicBezTo>
                  <a:pt x="6746" y="2787"/>
                  <a:pt x="7135" y="3086"/>
                  <a:pt x="7135" y="3583"/>
                </a:cubicBezTo>
                <a:cubicBezTo>
                  <a:pt x="7135" y="5475"/>
                  <a:pt x="7135" y="5475"/>
                  <a:pt x="7135" y="5475"/>
                </a:cubicBezTo>
                <a:cubicBezTo>
                  <a:pt x="0" y="5475"/>
                  <a:pt x="0" y="5475"/>
                  <a:pt x="0" y="5475"/>
                </a:cubicBezTo>
                <a:cubicBezTo>
                  <a:pt x="3632" y="9406"/>
                  <a:pt x="7719" y="13736"/>
                  <a:pt x="6357" y="18813"/>
                </a:cubicBezTo>
                <a:cubicBezTo>
                  <a:pt x="7070" y="21301"/>
                  <a:pt x="9276" y="19112"/>
                  <a:pt x="12000" y="20605"/>
                </a:cubicBezTo>
                <a:cubicBezTo>
                  <a:pt x="12778" y="21003"/>
                  <a:pt x="13557" y="21351"/>
                  <a:pt x="14335" y="21600"/>
                </a:cubicBezTo>
                <a:cubicBezTo>
                  <a:pt x="14335" y="14035"/>
                  <a:pt x="14335" y="14035"/>
                  <a:pt x="14335" y="14035"/>
                </a:cubicBezTo>
                <a:cubicBezTo>
                  <a:pt x="16865" y="14035"/>
                  <a:pt x="16865" y="14035"/>
                  <a:pt x="16865" y="14035"/>
                </a:cubicBezTo>
                <a:cubicBezTo>
                  <a:pt x="16930" y="14035"/>
                  <a:pt x="16930" y="14035"/>
                  <a:pt x="16930" y="14035"/>
                </a:cubicBezTo>
                <a:cubicBezTo>
                  <a:pt x="17578" y="14085"/>
                  <a:pt x="17968" y="14433"/>
                  <a:pt x="18357" y="14632"/>
                </a:cubicBezTo>
                <a:cubicBezTo>
                  <a:pt x="18746" y="14881"/>
                  <a:pt x="19070" y="15030"/>
                  <a:pt x="19589" y="15030"/>
                </a:cubicBezTo>
                <a:cubicBezTo>
                  <a:pt x="20108" y="15030"/>
                  <a:pt x="20627" y="14931"/>
                  <a:pt x="20951" y="14732"/>
                </a:cubicBezTo>
                <a:cubicBezTo>
                  <a:pt x="21341" y="14483"/>
                  <a:pt x="21600" y="14184"/>
                  <a:pt x="21600" y="13537"/>
                </a:cubicBezTo>
                <a:cubicBezTo>
                  <a:pt x="21600" y="12890"/>
                  <a:pt x="21341" y="12542"/>
                  <a:pt x="21016" y="12343"/>
                </a:cubicBezTo>
                <a:close/>
              </a:path>
            </a:pathLst>
          </a:custGeom>
          <a:solidFill>
            <a:srgbClr val="6FC661"/>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186" name="Shape 186"/>
          <p:cNvSpPr/>
          <p:nvPr/>
        </p:nvSpPr>
        <p:spPr>
          <a:xfrm>
            <a:off x="3746455" y="6279662"/>
            <a:ext cx="628668" cy="681002"/>
          </a:xfrm>
          <a:custGeom>
            <a:avLst/>
            <a:gdLst/>
            <a:ahLst/>
            <a:cxnLst>
              <a:cxn ang="0">
                <a:pos x="wd2" y="hd2"/>
              </a:cxn>
              <a:cxn ang="5400000">
                <a:pos x="wd2" y="hd2"/>
              </a:cxn>
              <a:cxn ang="10800000">
                <a:pos x="wd2" y="hd2"/>
              </a:cxn>
              <a:cxn ang="16200000">
                <a:pos x="wd2" y="hd2"/>
              </a:cxn>
            </a:cxnLst>
            <a:rect l="0" t="0" r="r" b="b"/>
            <a:pathLst>
              <a:path w="21600" h="20710" extrusionOk="0">
                <a:moveTo>
                  <a:pt x="15837" y="3348"/>
                </a:moveTo>
                <a:cubicBezTo>
                  <a:pt x="15837" y="3348"/>
                  <a:pt x="15837" y="3348"/>
                  <a:pt x="15837" y="3302"/>
                </a:cubicBezTo>
                <a:cubicBezTo>
                  <a:pt x="15888" y="2843"/>
                  <a:pt x="16200" y="2568"/>
                  <a:pt x="16460" y="2293"/>
                </a:cubicBezTo>
                <a:cubicBezTo>
                  <a:pt x="16719" y="2018"/>
                  <a:pt x="16875" y="1789"/>
                  <a:pt x="16875" y="1468"/>
                </a:cubicBezTo>
                <a:cubicBezTo>
                  <a:pt x="16875" y="1055"/>
                  <a:pt x="16771" y="688"/>
                  <a:pt x="16563" y="459"/>
                </a:cubicBezTo>
                <a:cubicBezTo>
                  <a:pt x="16304" y="229"/>
                  <a:pt x="15940" y="46"/>
                  <a:pt x="15265" y="0"/>
                </a:cubicBezTo>
                <a:cubicBezTo>
                  <a:pt x="14642" y="0"/>
                  <a:pt x="14279" y="183"/>
                  <a:pt x="14019" y="459"/>
                </a:cubicBezTo>
                <a:cubicBezTo>
                  <a:pt x="13812" y="688"/>
                  <a:pt x="13708" y="1055"/>
                  <a:pt x="13708" y="1468"/>
                </a:cubicBezTo>
                <a:cubicBezTo>
                  <a:pt x="13708" y="1789"/>
                  <a:pt x="13863" y="2018"/>
                  <a:pt x="14071" y="2293"/>
                </a:cubicBezTo>
                <a:cubicBezTo>
                  <a:pt x="14331" y="2568"/>
                  <a:pt x="14642" y="2843"/>
                  <a:pt x="14642" y="3302"/>
                </a:cubicBezTo>
                <a:cubicBezTo>
                  <a:pt x="14642" y="5045"/>
                  <a:pt x="14642" y="5045"/>
                  <a:pt x="14642" y="5045"/>
                </a:cubicBezTo>
                <a:cubicBezTo>
                  <a:pt x="7425" y="5045"/>
                  <a:pt x="7425" y="5045"/>
                  <a:pt x="7425" y="5045"/>
                </a:cubicBezTo>
                <a:cubicBezTo>
                  <a:pt x="7373" y="5045"/>
                  <a:pt x="7269" y="5045"/>
                  <a:pt x="7217" y="5045"/>
                </a:cubicBezTo>
                <a:cubicBezTo>
                  <a:pt x="52" y="5045"/>
                  <a:pt x="52" y="5045"/>
                  <a:pt x="52" y="5045"/>
                </a:cubicBezTo>
                <a:cubicBezTo>
                  <a:pt x="52" y="5045"/>
                  <a:pt x="52" y="5045"/>
                  <a:pt x="52" y="5045"/>
                </a:cubicBezTo>
                <a:cubicBezTo>
                  <a:pt x="52" y="10961"/>
                  <a:pt x="52" y="10961"/>
                  <a:pt x="52" y="10961"/>
                </a:cubicBezTo>
                <a:cubicBezTo>
                  <a:pt x="935" y="10961"/>
                  <a:pt x="935" y="10961"/>
                  <a:pt x="935" y="10961"/>
                </a:cubicBezTo>
                <a:cubicBezTo>
                  <a:pt x="987" y="10961"/>
                  <a:pt x="1038" y="10915"/>
                  <a:pt x="1454" y="10639"/>
                </a:cubicBezTo>
                <a:cubicBezTo>
                  <a:pt x="1765" y="10456"/>
                  <a:pt x="2337" y="10135"/>
                  <a:pt x="3012" y="10135"/>
                </a:cubicBezTo>
                <a:cubicBezTo>
                  <a:pt x="3583" y="10135"/>
                  <a:pt x="4258" y="10227"/>
                  <a:pt x="4777" y="10639"/>
                </a:cubicBezTo>
                <a:cubicBezTo>
                  <a:pt x="5296" y="11006"/>
                  <a:pt x="5660" y="11694"/>
                  <a:pt x="5660" y="12474"/>
                </a:cubicBezTo>
                <a:cubicBezTo>
                  <a:pt x="5660" y="13254"/>
                  <a:pt x="5296" y="13896"/>
                  <a:pt x="4777" y="14262"/>
                </a:cubicBezTo>
                <a:cubicBezTo>
                  <a:pt x="4258" y="14675"/>
                  <a:pt x="3583" y="14767"/>
                  <a:pt x="3012" y="14767"/>
                </a:cubicBezTo>
                <a:cubicBezTo>
                  <a:pt x="2285" y="14767"/>
                  <a:pt x="1765" y="14446"/>
                  <a:pt x="1402" y="14217"/>
                </a:cubicBezTo>
                <a:cubicBezTo>
                  <a:pt x="987" y="13941"/>
                  <a:pt x="883" y="13850"/>
                  <a:pt x="779" y="13850"/>
                </a:cubicBezTo>
                <a:cubicBezTo>
                  <a:pt x="52" y="13850"/>
                  <a:pt x="52" y="13850"/>
                  <a:pt x="52" y="13850"/>
                </a:cubicBezTo>
                <a:cubicBezTo>
                  <a:pt x="52" y="20087"/>
                  <a:pt x="52" y="20087"/>
                  <a:pt x="52" y="20087"/>
                </a:cubicBezTo>
                <a:cubicBezTo>
                  <a:pt x="52" y="20132"/>
                  <a:pt x="52" y="20224"/>
                  <a:pt x="0" y="20316"/>
                </a:cubicBezTo>
                <a:cubicBezTo>
                  <a:pt x="4777" y="21600"/>
                  <a:pt x="9242" y="19399"/>
                  <a:pt x="11838" y="18619"/>
                </a:cubicBezTo>
                <a:cubicBezTo>
                  <a:pt x="14694" y="17794"/>
                  <a:pt x="15888" y="19124"/>
                  <a:pt x="15473" y="16647"/>
                </a:cubicBezTo>
                <a:cubicBezTo>
                  <a:pt x="15992" y="14125"/>
                  <a:pt x="15888" y="11236"/>
                  <a:pt x="18069" y="9264"/>
                </a:cubicBezTo>
                <a:cubicBezTo>
                  <a:pt x="19212" y="7842"/>
                  <a:pt x="20406" y="6466"/>
                  <a:pt x="21600" y="5045"/>
                </a:cubicBezTo>
                <a:cubicBezTo>
                  <a:pt x="15837" y="5045"/>
                  <a:pt x="15837" y="5045"/>
                  <a:pt x="15837" y="5045"/>
                </a:cubicBezTo>
                <a:lnTo>
                  <a:pt x="15837" y="3348"/>
                </a:lnTo>
                <a:close/>
              </a:path>
            </a:pathLst>
          </a:custGeom>
          <a:solidFill>
            <a:srgbClr val="7ADA6A"/>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187" name="Shape 187"/>
          <p:cNvSpPr/>
          <p:nvPr/>
        </p:nvSpPr>
        <p:spPr>
          <a:xfrm>
            <a:off x="3523314" y="6951048"/>
            <a:ext cx="694114" cy="668536"/>
          </a:xfrm>
          <a:custGeom>
            <a:avLst/>
            <a:gdLst/>
            <a:ahLst/>
            <a:cxnLst>
              <a:cxn ang="0">
                <a:pos x="wd2" y="hd2"/>
              </a:cxn>
              <a:cxn ang="5400000">
                <a:pos x="wd2" y="hd2"/>
              </a:cxn>
              <a:cxn ang="10800000">
                <a:pos x="wd2" y="hd2"/>
              </a:cxn>
              <a:cxn ang="16200000">
                <a:pos x="wd2" y="hd2"/>
              </a:cxn>
            </a:cxnLst>
            <a:rect l="0" t="0" r="r" b="b"/>
            <a:pathLst>
              <a:path w="19196" h="20932" extrusionOk="0">
                <a:moveTo>
                  <a:pt x="17250" y="0"/>
                </a:moveTo>
                <a:cubicBezTo>
                  <a:pt x="17125" y="236"/>
                  <a:pt x="17125" y="236"/>
                  <a:pt x="17125" y="236"/>
                </a:cubicBezTo>
                <a:cubicBezTo>
                  <a:pt x="13824" y="2978"/>
                  <a:pt x="18253" y="10729"/>
                  <a:pt x="13239" y="13140"/>
                </a:cubicBezTo>
                <a:cubicBezTo>
                  <a:pt x="10440" y="14699"/>
                  <a:pt x="1750" y="12383"/>
                  <a:pt x="8852" y="12998"/>
                </a:cubicBezTo>
                <a:cubicBezTo>
                  <a:pt x="11693" y="13754"/>
                  <a:pt x="15370" y="9028"/>
                  <a:pt x="10816" y="10067"/>
                </a:cubicBezTo>
                <a:cubicBezTo>
                  <a:pt x="8685" y="10635"/>
                  <a:pt x="1249" y="11485"/>
                  <a:pt x="4173" y="8130"/>
                </a:cubicBezTo>
                <a:cubicBezTo>
                  <a:pt x="6346" y="9358"/>
                  <a:pt x="15454" y="6475"/>
                  <a:pt x="10356" y="4443"/>
                </a:cubicBezTo>
                <a:cubicBezTo>
                  <a:pt x="6972" y="6759"/>
                  <a:pt x="2251" y="6144"/>
                  <a:pt x="3003" y="804"/>
                </a:cubicBezTo>
                <a:cubicBezTo>
                  <a:pt x="-1676" y="425"/>
                  <a:pt x="455" y="8980"/>
                  <a:pt x="664" y="12478"/>
                </a:cubicBezTo>
                <a:cubicBezTo>
                  <a:pt x="1875" y="17110"/>
                  <a:pt x="6847" y="16306"/>
                  <a:pt x="7850" y="20418"/>
                </a:cubicBezTo>
                <a:cubicBezTo>
                  <a:pt x="10273" y="21600"/>
                  <a:pt x="18086" y="20938"/>
                  <a:pt x="14785" y="16354"/>
                </a:cubicBezTo>
                <a:cubicBezTo>
                  <a:pt x="19924" y="14085"/>
                  <a:pt x="19548" y="6381"/>
                  <a:pt x="18671" y="1323"/>
                </a:cubicBezTo>
                <a:cubicBezTo>
                  <a:pt x="18629" y="236"/>
                  <a:pt x="16958" y="993"/>
                  <a:pt x="17250" y="0"/>
                </a:cubicBezTo>
                <a:close/>
              </a:path>
            </a:pathLst>
          </a:custGeom>
          <a:solidFill>
            <a:srgbClr val="808080"/>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188" name="Shape 188"/>
          <p:cNvSpPr/>
          <p:nvPr/>
        </p:nvSpPr>
        <p:spPr>
          <a:xfrm>
            <a:off x="2203997" y="5109249"/>
            <a:ext cx="288293" cy="290323"/>
          </a:xfrm>
          <a:custGeom>
            <a:avLst/>
            <a:gdLst/>
            <a:ahLst/>
            <a:cxnLst>
              <a:cxn ang="0">
                <a:pos x="wd2" y="hd2"/>
              </a:cxn>
              <a:cxn ang="5400000">
                <a:pos x="wd2" y="hd2"/>
              </a:cxn>
              <a:cxn ang="10800000">
                <a:pos x="wd2" y="hd2"/>
              </a:cxn>
              <a:cxn ang="16200000">
                <a:pos x="wd2" y="hd2"/>
              </a:cxn>
            </a:cxnLst>
            <a:rect l="0" t="0" r="r" b="b"/>
            <a:pathLst>
              <a:path w="21600" h="21600" extrusionOk="0">
                <a:moveTo>
                  <a:pt x="20236" y="0"/>
                </a:moveTo>
                <a:lnTo>
                  <a:pt x="1364" y="0"/>
                </a:lnTo>
                <a:lnTo>
                  <a:pt x="834" y="151"/>
                </a:lnTo>
                <a:lnTo>
                  <a:pt x="455" y="452"/>
                </a:lnTo>
                <a:lnTo>
                  <a:pt x="0" y="828"/>
                </a:lnTo>
                <a:lnTo>
                  <a:pt x="0" y="20772"/>
                </a:lnTo>
                <a:lnTo>
                  <a:pt x="455" y="21148"/>
                </a:lnTo>
                <a:lnTo>
                  <a:pt x="834" y="21449"/>
                </a:lnTo>
                <a:lnTo>
                  <a:pt x="1364" y="21600"/>
                </a:lnTo>
                <a:lnTo>
                  <a:pt x="20236" y="21600"/>
                </a:lnTo>
                <a:lnTo>
                  <a:pt x="20766" y="21449"/>
                </a:lnTo>
                <a:lnTo>
                  <a:pt x="21145" y="21148"/>
                </a:lnTo>
                <a:lnTo>
                  <a:pt x="21448" y="20772"/>
                </a:lnTo>
                <a:lnTo>
                  <a:pt x="21600" y="20245"/>
                </a:lnTo>
                <a:lnTo>
                  <a:pt x="21600" y="1430"/>
                </a:lnTo>
                <a:lnTo>
                  <a:pt x="21448" y="828"/>
                </a:lnTo>
                <a:lnTo>
                  <a:pt x="21145" y="452"/>
                </a:lnTo>
                <a:lnTo>
                  <a:pt x="20766" y="151"/>
                </a:lnTo>
                <a:lnTo>
                  <a:pt x="20236" y="0"/>
                </a:lnTo>
                <a:close/>
                <a:moveTo>
                  <a:pt x="4017" y="20245"/>
                </a:moveTo>
                <a:lnTo>
                  <a:pt x="1364" y="20245"/>
                </a:lnTo>
                <a:lnTo>
                  <a:pt x="1364" y="17536"/>
                </a:lnTo>
                <a:lnTo>
                  <a:pt x="4017" y="17536"/>
                </a:lnTo>
                <a:lnTo>
                  <a:pt x="4017" y="20245"/>
                </a:lnTo>
                <a:close/>
                <a:moveTo>
                  <a:pt x="4017" y="14902"/>
                </a:moveTo>
                <a:lnTo>
                  <a:pt x="1364" y="14902"/>
                </a:lnTo>
                <a:lnTo>
                  <a:pt x="1364" y="12192"/>
                </a:lnTo>
                <a:lnTo>
                  <a:pt x="4017" y="12192"/>
                </a:lnTo>
                <a:lnTo>
                  <a:pt x="4017" y="14902"/>
                </a:lnTo>
                <a:close/>
                <a:moveTo>
                  <a:pt x="4017" y="9483"/>
                </a:moveTo>
                <a:lnTo>
                  <a:pt x="1364" y="9483"/>
                </a:lnTo>
                <a:lnTo>
                  <a:pt x="1364" y="6849"/>
                </a:lnTo>
                <a:lnTo>
                  <a:pt x="4017" y="6849"/>
                </a:lnTo>
                <a:lnTo>
                  <a:pt x="4017" y="9483"/>
                </a:lnTo>
                <a:close/>
                <a:moveTo>
                  <a:pt x="4017" y="4139"/>
                </a:moveTo>
                <a:lnTo>
                  <a:pt x="1364" y="4139"/>
                </a:lnTo>
                <a:lnTo>
                  <a:pt x="1364" y="1430"/>
                </a:lnTo>
                <a:lnTo>
                  <a:pt x="4017" y="1430"/>
                </a:lnTo>
                <a:lnTo>
                  <a:pt x="4017" y="4139"/>
                </a:lnTo>
                <a:close/>
                <a:moveTo>
                  <a:pt x="16219" y="20245"/>
                </a:moveTo>
                <a:lnTo>
                  <a:pt x="5381" y="20245"/>
                </a:lnTo>
                <a:lnTo>
                  <a:pt x="5381" y="13547"/>
                </a:lnTo>
                <a:lnTo>
                  <a:pt x="16219" y="13547"/>
                </a:lnTo>
                <a:lnTo>
                  <a:pt x="16219" y="20245"/>
                </a:lnTo>
                <a:close/>
                <a:moveTo>
                  <a:pt x="16219" y="12192"/>
                </a:moveTo>
                <a:lnTo>
                  <a:pt x="5381" y="12192"/>
                </a:lnTo>
                <a:lnTo>
                  <a:pt x="5381" y="1430"/>
                </a:lnTo>
                <a:lnTo>
                  <a:pt x="16219" y="1430"/>
                </a:lnTo>
                <a:lnTo>
                  <a:pt x="16219" y="12192"/>
                </a:lnTo>
                <a:close/>
                <a:moveTo>
                  <a:pt x="20236" y="20245"/>
                </a:moveTo>
                <a:lnTo>
                  <a:pt x="17583" y="20245"/>
                </a:lnTo>
                <a:lnTo>
                  <a:pt x="17583" y="17536"/>
                </a:lnTo>
                <a:lnTo>
                  <a:pt x="20236" y="17536"/>
                </a:lnTo>
                <a:lnTo>
                  <a:pt x="20236" y="20245"/>
                </a:lnTo>
                <a:close/>
                <a:moveTo>
                  <a:pt x="20236" y="14902"/>
                </a:moveTo>
                <a:lnTo>
                  <a:pt x="17583" y="14902"/>
                </a:lnTo>
                <a:lnTo>
                  <a:pt x="17583" y="12192"/>
                </a:lnTo>
                <a:lnTo>
                  <a:pt x="20236" y="12192"/>
                </a:lnTo>
                <a:lnTo>
                  <a:pt x="20236" y="14902"/>
                </a:lnTo>
                <a:close/>
                <a:moveTo>
                  <a:pt x="20236" y="9483"/>
                </a:moveTo>
                <a:lnTo>
                  <a:pt x="17583" y="9483"/>
                </a:lnTo>
                <a:lnTo>
                  <a:pt x="17583" y="6849"/>
                </a:lnTo>
                <a:lnTo>
                  <a:pt x="20236" y="6849"/>
                </a:lnTo>
                <a:lnTo>
                  <a:pt x="20236" y="9483"/>
                </a:lnTo>
                <a:close/>
                <a:moveTo>
                  <a:pt x="20236" y="4139"/>
                </a:moveTo>
                <a:lnTo>
                  <a:pt x="17583" y="4139"/>
                </a:lnTo>
                <a:lnTo>
                  <a:pt x="17583" y="1430"/>
                </a:lnTo>
                <a:lnTo>
                  <a:pt x="20236" y="1430"/>
                </a:lnTo>
                <a:lnTo>
                  <a:pt x="20236" y="4139"/>
                </a:lnTo>
                <a:close/>
              </a:path>
            </a:pathLst>
          </a:custGeom>
          <a:solidFill>
            <a:srgbClr val="6FC661"/>
          </a:solidFill>
          <a:ln w="3175">
            <a:miter lim="400000"/>
          </a:ln>
        </p:spPr>
        <p:txBody>
          <a:bodyPr lIns="91392" tIns="91392" rIns="91392" bIns="91392"/>
          <a:lstStyle/>
          <a:p>
            <a:pPr algn="l" defTabSz="1828800">
              <a:defRPr sz="4800">
                <a:latin typeface="Open Sans"/>
                <a:ea typeface="Open Sans"/>
                <a:cs typeface="Open Sans"/>
                <a:sym typeface="Open Sans"/>
              </a:defRPr>
            </a:pPr>
            <a:endParaRPr/>
          </a:p>
        </p:txBody>
      </p:sp>
      <p:grpSp>
        <p:nvGrpSpPr>
          <p:cNvPr id="192" name="Group 192"/>
          <p:cNvGrpSpPr/>
          <p:nvPr/>
        </p:nvGrpSpPr>
        <p:grpSpPr>
          <a:xfrm>
            <a:off x="5322587" y="5090273"/>
            <a:ext cx="355289" cy="272050"/>
            <a:chOff x="0" y="0"/>
            <a:chExt cx="355288" cy="272049"/>
          </a:xfrm>
        </p:grpSpPr>
        <p:sp>
          <p:nvSpPr>
            <p:cNvPr id="189" name="Shape 189"/>
            <p:cNvSpPr/>
            <p:nvPr/>
          </p:nvSpPr>
          <p:spPr>
            <a:xfrm>
              <a:off x="0" y="158356"/>
              <a:ext cx="355289" cy="113694"/>
            </a:xfrm>
            <a:custGeom>
              <a:avLst/>
              <a:gdLst/>
              <a:ahLst/>
              <a:cxnLst>
                <a:cxn ang="0">
                  <a:pos x="wd2" y="hd2"/>
                </a:cxn>
                <a:cxn ang="5400000">
                  <a:pos x="wd2" y="hd2"/>
                </a:cxn>
                <a:cxn ang="10800000">
                  <a:pos x="wd2" y="hd2"/>
                </a:cxn>
                <a:cxn ang="16200000">
                  <a:pos x="wd2" y="hd2"/>
                </a:cxn>
              </a:cxnLst>
              <a:rect l="0" t="0" r="r" b="b"/>
              <a:pathLst>
                <a:path w="21600" h="21600" extrusionOk="0">
                  <a:moveTo>
                    <a:pt x="13022" y="5979"/>
                  </a:moveTo>
                  <a:lnTo>
                    <a:pt x="8640" y="5979"/>
                  </a:lnTo>
                  <a:lnTo>
                    <a:pt x="8640" y="0"/>
                  </a:lnTo>
                  <a:lnTo>
                    <a:pt x="0" y="0"/>
                  </a:lnTo>
                  <a:lnTo>
                    <a:pt x="0" y="18514"/>
                  </a:lnTo>
                  <a:lnTo>
                    <a:pt x="123" y="19671"/>
                  </a:lnTo>
                  <a:lnTo>
                    <a:pt x="247" y="20636"/>
                  </a:lnTo>
                  <a:lnTo>
                    <a:pt x="555" y="21407"/>
                  </a:lnTo>
                  <a:lnTo>
                    <a:pt x="1049" y="21600"/>
                  </a:lnTo>
                  <a:lnTo>
                    <a:pt x="20613" y="21600"/>
                  </a:lnTo>
                  <a:lnTo>
                    <a:pt x="21045" y="21407"/>
                  </a:lnTo>
                  <a:lnTo>
                    <a:pt x="21415" y="20636"/>
                  </a:lnTo>
                  <a:lnTo>
                    <a:pt x="21600" y="19671"/>
                  </a:lnTo>
                  <a:lnTo>
                    <a:pt x="21600" y="0"/>
                  </a:lnTo>
                  <a:lnTo>
                    <a:pt x="13022" y="0"/>
                  </a:lnTo>
                  <a:lnTo>
                    <a:pt x="13022" y="5979"/>
                  </a:lnTo>
                  <a:close/>
                </a:path>
              </a:pathLst>
            </a:custGeom>
            <a:solidFill>
              <a:srgbClr val="6FC661"/>
            </a:solidFill>
            <a:ln w="3175" cap="flat">
              <a:noFill/>
              <a:miter lim="400000"/>
            </a:ln>
            <a:effectLst/>
            <a:extLst>
              <a:ext uri="{C572A759-6A51-4108-AA02-DFA0A04FC94B}">
                <ma14:wrappingTextBoxFlag xmlns:ma14="http://schemas.microsoft.com/office/mac/drawingml/2011/main" val="1"/>
              </a:ext>
            </a:extLst>
          </p:spPr>
          <p:txBody>
            <a:bodyPr wrap="square" lIns="91392" tIns="91392" rIns="91392" bIns="91392" numCol="1" anchor="t">
              <a:noAutofit/>
            </a:bodyPr>
            <a:lstStyle>
              <a:lvl1pPr algn="l" defTabSz="1828800">
                <a:defRPr sz="4800">
                  <a:latin typeface="Open Sans"/>
                  <a:ea typeface="Open Sans"/>
                  <a:cs typeface="Open Sans"/>
                  <a:sym typeface="Open Sans"/>
                </a:defRPr>
              </a:lvl1pPr>
            </a:lstStyle>
            <a:p>
              <a:r>
                <a:t>å</a:t>
              </a:r>
            </a:p>
          </p:txBody>
        </p:sp>
        <p:sp>
          <p:nvSpPr>
            <p:cNvPr id="190" name="Shape 190"/>
            <p:cNvSpPr/>
            <p:nvPr/>
          </p:nvSpPr>
          <p:spPr>
            <a:xfrm>
              <a:off x="0" y="0"/>
              <a:ext cx="355289" cy="133995"/>
            </a:xfrm>
            <a:custGeom>
              <a:avLst/>
              <a:gdLst/>
              <a:ahLst/>
              <a:cxnLst>
                <a:cxn ang="0">
                  <a:pos x="wd2" y="hd2"/>
                </a:cxn>
                <a:cxn ang="5400000">
                  <a:pos x="wd2" y="hd2"/>
                </a:cxn>
                <a:cxn ang="10800000">
                  <a:pos x="wd2" y="hd2"/>
                </a:cxn>
                <a:cxn ang="16200000">
                  <a:pos x="wd2" y="hd2"/>
                </a:cxn>
              </a:cxnLst>
              <a:rect l="0" t="0" r="r" b="b"/>
              <a:pathLst>
                <a:path w="21600" h="21600" extrusionOk="0">
                  <a:moveTo>
                    <a:pt x="20613" y="6978"/>
                  </a:moveTo>
                  <a:lnTo>
                    <a:pt x="13886" y="6978"/>
                  </a:lnTo>
                  <a:lnTo>
                    <a:pt x="13886" y="332"/>
                  </a:lnTo>
                  <a:lnTo>
                    <a:pt x="13762" y="0"/>
                  </a:lnTo>
                  <a:lnTo>
                    <a:pt x="7406" y="0"/>
                  </a:lnTo>
                  <a:lnTo>
                    <a:pt x="7097" y="831"/>
                  </a:lnTo>
                  <a:lnTo>
                    <a:pt x="7097" y="6978"/>
                  </a:lnTo>
                  <a:lnTo>
                    <a:pt x="555" y="6978"/>
                  </a:lnTo>
                  <a:lnTo>
                    <a:pt x="247" y="7477"/>
                  </a:lnTo>
                  <a:lnTo>
                    <a:pt x="123" y="8474"/>
                  </a:lnTo>
                  <a:lnTo>
                    <a:pt x="0" y="9637"/>
                  </a:lnTo>
                  <a:lnTo>
                    <a:pt x="0" y="21600"/>
                  </a:lnTo>
                  <a:lnTo>
                    <a:pt x="21600" y="21600"/>
                  </a:lnTo>
                  <a:lnTo>
                    <a:pt x="21600" y="8474"/>
                  </a:lnTo>
                  <a:lnTo>
                    <a:pt x="21415" y="7477"/>
                  </a:lnTo>
                  <a:lnTo>
                    <a:pt x="21045" y="6978"/>
                  </a:lnTo>
                  <a:lnTo>
                    <a:pt x="20613" y="6978"/>
                  </a:lnTo>
                  <a:close/>
                  <a:moveTo>
                    <a:pt x="8208" y="6978"/>
                  </a:moveTo>
                  <a:lnTo>
                    <a:pt x="8208" y="2160"/>
                  </a:lnTo>
                  <a:lnTo>
                    <a:pt x="12898" y="2160"/>
                  </a:lnTo>
                  <a:lnTo>
                    <a:pt x="12898" y="6978"/>
                  </a:lnTo>
                  <a:lnTo>
                    <a:pt x="8208" y="6978"/>
                  </a:lnTo>
                  <a:close/>
                </a:path>
              </a:pathLst>
            </a:custGeom>
            <a:solidFill>
              <a:srgbClr val="6FC661"/>
            </a:solidFill>
            <a:ln w="3175" cap="flat">
              <a:noFill/>
              <a:miter lim="400000"/>
            </a:ln>
            <a:effectLst/>
          </p:spPr>
          <p:txBody>
            <a:bodyPr wrap="square" lIns="91392" tIns="91392" rIns="91392" bIns="91392" numCol="1" anchor="t">
              <a:noAutofit/>
            </a:bodyPr>
            <a:lstStyle/>
            <a:p>
              <a:pPr algn="l" defTabSz="1828800">
                <a:defRPr sz="4800">
                  <a:latin typeface="Open Sans"/>
                  <a:ea typeface="Open Sans"/>
                  <a:cs typeface="Open Sans"/>
                  <a:sym typeface="Open Sans"/>
                </a:defRPr>
              </a:pPr>
              <a:endParaRPr/>
            </a:p>
          </p:txBody>
        </p:sp>
        <p:sp>
          <p:nvSpPr>
            <p:cNvPr id="191" name="Shape 191"/>
            <p:cNvSpPr/>
            <p:nvPr/>
          </p:nvSpPr>
          <p:spPr>
            <a:xfrm>
              <a:off x="154296" y="158356"/>
              <a:ext cx="44665" cy="18274"/>
            </a:xfrm>
            <a:prstGeom prst="rect">
              <a:avLst/>
            </a:prstGeom>
            <a:solidFill>
              <a:srgbClr val="6FC661"/>
            </a:solidFill>
            <a:ln w="3175" cap="flat">
              <a:noFill/>
              <a:miter lim="400000"/>
            </a:ln>
            <a:effectLst/>
          </p:spPr>
          <p:txBody>
            <a:bodyPr wrap="square" lIns="91392" tIns="91392" rIns="91392" bIns="91392" numCol="1" anchor="t">
              <a:noAutofit/>
            </a:bodyPr>
            <a:lstStyle/>
            <a:p>
              <a:pPr algn="l" defTabSz="1828800">
                <a:defRPr sz="4800">
                  <a:latin typeface="Open Sans"/>
                  <a:ea typeface="Open Sans"/>
                  <a:cs typeface="Open Sans"/>
                  <a:sym typeface="Open Sans"/>
                </a:defRPr>
              </a:pPr>
              <a:endParaRPr/>
            </a:p>
          </p:txBody>
        </p:sp>
      </p:grpSp>
      <p:sp>
        <p:nvSpPr>
          <p:cNvPr id="193" name="Shape 193"/>
          <p:cNvSpPr/>
          <p:nvPr/>
        </p:nvSpPr>
        <p:spPr>
          <a:xfrm>
            <a:off x="5322587" y="6528457"/>
            <a:ext cx="314686" cy="306566"/>
          </a:xfrm>
          <a:custGeom>
            <a:avLst/>
            <a:gdLst/>
            <a:ahLst/>
            <a:cxnLst>
              <a:cxn ang="0">
                <a:pos x="wd2" y="hd2"/>
              </a:cxn>
              <a:cxn ang="5400000">
                <a:pos x="wd2" y="hd2"/>
              </a:cxn>
              <a:cxn ang="10800000">
                <a:pos x="wd2" y="hd2"/>
              </a:cxn>
              <a:cxn ang="16200000">
                <a:pos x="wd2" y="hd2"/>
              </a:cxn>
            </a:cxnLst>
            <a:rect l="0" t="0" r="r" b="b"/>
            <a:pathLst>
              <a:path w="21600" h="21600" extrusionOk="0">
                <a:moveTo>
                  <a:pt x="20485" y="3229"/>
                </a:moveTo>
                <a:lnTo>
                  <a:pt x="16932" y="3229"/>
                </a:lnTo>
                <a:lnTo>
                  <a:pt x="16932" y="1435"/>
                </a:lnTo>
                <a:lnTo>
                  <a:pt x="16792" y="933"/>
                </a:lnTo>
                <a:lnTo>
                  <a:pt x="16583" y="431"/>
                </a:lnTo>
                <a:lnTo>
                  <a:pt x="16095" y="144"/>
                </a:lnTo>
                <a:lnTo>
                  <a:pt x="15399" y="0"/>
                </a:lnTo>
                <a:lnTo>
                  <a:pt x="14911" y="144"/>
                </a:lnTo>
                <a:lnTo>
                  <a:pt x="14423" y="431"/>
                </a:lnTo>
                <a:lnTo>
                  <a:pt x="14145" y="933"/>
                </a:lnTo>
                <a:lnTo>
                  <a:pt x="14075" y="1435"/>
                </a:lnTo>
                <a:lnTo>
                  <a:pt x="14075" y="3229"/>
                </a:lnTo>
                <a:lnTo>
                  <a:pt x="7595" y="3229"/>
                </a:lnTo>
                <a:lnTo>
                  <a:pt x="7595" y="1435"/>
                </a:lnTo>
                <a:lnTo>
                  <a:pt x="7455" y="933"/>
                </a:lnTo>
                <a:lnTo>
                  <a:pt x="7107" y="431"/>
                </a:lnTo>
                <a:lnTo>
                  <a:pt x="6689" y="144"/>
                </a:lnTo>
                <a:lnTo>
                  <a:pt x="6062" y="0"/>
                </a:lnTo>
                <a:lnTo>
                  <a:pt x="5574" y="144"/>
                </a:lnTo>
                <a:lnTo>
                  <a:pt x="5086" y="431"/>
                </a:lnTo>
                <a:lnTo>
                  <a:pt x="4808" y="933"/>
                </a:lnTo>
                <a:lnTo>
                  <a:pt x="4668" y="1435"/>
                </a:lnTo>
                <a:lnTo>
                  <a:pt x="4668" y="3229"/>
                </a:lnTo>
                <a:lnTo>
                  <a:pt x="1185" y="3229"/>
                </a:lnTo>
                <a:lnTo>
                  <a:pt x="627" y="3373"/>
                </a:lnTo>
                <a:lnTo>
                  <a:pt x="279" y="3660"/>
                </a:lnTo>
                <a:lnTo>
                  <a:pt x="139" y="3875"/>
                </a:lnTo>
                <a:lnTo>
                  <a:pt x="0" y="4449"/>
                </a:lnTo>
                <a:lnTo>
                  <a:pt x="0" y="20595"/>
                </a:lnTo>
                <a:lnTo>
                  <a:pt x="279" y="21313"/>
                </a:lnTo>
                <a:lnTo>
                  <a:pt x="627" y="21600"/>
                </a:lnTo>
                <a:lnTo>
                  <a:pt x="20973" y="21600"/>
                </a:lnTo>
                <a:lnTo>
                  <a:pt x="21252" y="21313"/>
                </a:lnTo>
                <a:lnTo>
                  <a:pt x="21461" y="20954"/>
                </a:lnTo>
                <a:lnTo>
                  <a:pt x="21600" y="20595"/>
                </a:lnTo>
                <a:lnTo>
                  <a:pt x="21600" y="4449"/>
                </a:lnTo>
                <a:lnTo>
                  <a:pt x="21461" y="3875"/>
                </a:lnTo>
                <a:lnTo>
                  <a:pt x="20973" y="3373"/>
                </a:lnTo>
                <a:lnTo>
                  <a:pt x="20485" y="3229"/>
                </a:lnTo>
                <a:close/>
                <a:moveTo>
                  <a:pt x="10103" y="8181"/>
                </a:moveTo>
                <a:lnTo>
                  <a:pt x="10103" y="11195"/>
                </a:lnTo>
                <a:lnTo>
                  <a:pt x="6689" y="11195"/>
                </a:lnTo>
                <a:lnTo>
                  <a:pt x="6689" y="8181"/>
                </a:lnTo>
                <a:lnTo>
                  <a:pt x="10103" y="8181"/>
                </a:lnTo>
                <a:close/>
                <a:moveTo>
                  <a:pt x="11497" y="8181"/>
                </a:moveTo>
                <a:lnTo>
                  <a:pt x="14911" y="8181"/>
                </a:lnTo>
                <a:lnTo>
                  <a:pt x="14911" y="11195"/>
                </a:lnTo>
                <a:lnTo>
                  <a:pt x="11497" y="11195"/>
                </a:lnTo>
                <a:lnTo>
                  <a:pt x="11497" y="8181"/>
                </a:lnTo>
                <a:close/>
                <a:moveTo>
                  <a:pt x="5226" y="8181"/>
                </a:moveTo>
                <a:lnTo>
                  <a:pt x="5226" y="11195"/>
                </a:lnTo>
                <a:lnTo>
                  <a:pt x="2160" y="11195"/>
                </a:lnTo>
                <a:lnTo>
                  <a:pt x="2160" y="8181"/>
                </a:lnTo>
                <a:lnTo>
                  <a:pt x="5226" y="8181"/>
                </a:lnTo>
                <a:close/>
                <a:moveTo>
                  <a:pt x="5226" y="12773"/>
                </a:moveTo>
                <a:lnTo>
                  <a:pt x="5226" y="14998"/>
                </a:lnTo>
                <a:lnTo>
                  <a:pt x="2160" y="14998"/>
                </a:lnTo>
                <a:lnTo>
                  <a:pt x="2160" y="12773"/>
                </a:lnTo>
                <a:lnTo>
                  <a:pt x="5226" y="12773"/>
                </a:lnTo>
                <a:close/>
                <a:moveTo>
                  <a:pt x="6689" y="12773"/>
                </a:moveTo>
                <a:lnTo>
                  <a:pt x="10103" y="12773"/>
                </a:lnTo>
                <a:lnTo>
                  <a:pt x="10103" y="14998"/>
                </a:lnTo>
                <a:lnTo>
                  <a:pt x="6689" y="14998"/>
                </a:lnTo>
                <a:lnTo>
                  <a:pt x="6689" y="12773"/>
                </a:lnTo>
                <a:close/>
                <a:moveTo>
                  <a:pt x="10103" y="16433"/>
                </a:moveTo>
                <a:lnTo>
                  <a:pt x="10103" y="19375"/>
                </a:lnTo>
                <a:lnTo>
                  <a:pt x="6689" y="19375"/>
                </a:lnTo>
                <a:lnTo>
                  <a:pt x="6689" y="16433"/>
                </a:lnTo>
                <a:lnTo>
                  <a:pt x="10103" y="16433"/>
                </a:lnTo>
                <a:close/>
                <a:moveTo>
                  <a:pt x="11497" y="16433"/>
                </a:moveTo>
                <a:lnTo>
                  <a:pt x="14911" y="16433"/>
                </a:lnTo>
                <a:lnTo>
                  <a:pt x="14911" y="19375"/>
                </a:lnTo>
                <a:lnTo>
                  <a:pt x="11497" y="19375"/>
                </a:lnTo>
                <a:lnTo>
                  <a:pt x="11497" y="16433"/>
                </a:lnTo>
                <a:close/>
                <a:moveTo>
                  <a:pt x="11497" y="14998"/>
                </a:moveTo>
                <a:lnTo>
                  <a:pt x="11497" y="12773"/>
                </a:lnTo>
                <a:lnTo>
                  <a:pt x="14911" y="12773"/>
                </a:lnTo>
                <a:lnTo>
                  <a:pt x="14911" y="14998"/>
                </a:lnTo>
                <a:lnTo>
                  <a:pt x="11497" y="14998"/>
                </a:lnTo>
                <a:close/>
                <a:moveTo>
                  <a:pt x="16444" y="12773"/>
                </a:moveTo>
                <a:lnTo>
                  <a:pt x="19440" y="12773"/>
                </a:lnTo>
                <a:lnTo>
                  <a:pt x="19440" y="14998"/>
                </a:lnTo>
                <a:lnTo>
                  <a:pt x="16444" y="14998"/>
                </a:lnTo>
                <a:lnTo>
                  <a:pt x="16444" y="12773"/>
                </a:lnTo>
                <a:close/>
                <a:moveTo>
                  <a:pt x="16444" y="11195"/>
                </a:moveTo>
                <a:lnTo>
                  <a:pt x="16444" y="8181"/>
                </a:lnTo>
                <a:lnTo>
                  <a:pt x="19440" y="8181"/>
                </a:lnTo>
                <a:lnTo>
                  <a:pt x="19440" y="11195"/>
                </a:lnTo>
                <a:lnTo>
                  <a:pt x="16444" y="11195"/>
                </a:lnTo>
                <a:close/>
                <a:moveTo>
                  <a:pt x="2160" y="16433"/>
                </a:moveTo>
                <a:lnTo>
                  <a:pt x="5226" y="16433"/>
                </a:lnTo>
                <a:lnTo>
                  <a:pt x="5226" y="19375"/>
                </a:lnTo>
                <a:lnTo>
                  <a:pt x="2160" y="19375"/>
                </a:lnTo>
                <a:lnTo>
                  <a:pt x="2160" y="16433"/>
                </a:lnTo>
                <a:close/>
                <a:moveTo>
                  <a:pt x="16444" y="19375"/>
                </a:moveTo>
                <a:lnTo>
                  <a:pt x="16444" y="16433"/>
                </a:lnTo>
                <a:lnTo>
                  <a:pt x="19440" y="16433"/>
                </a:lnTo>
                <a:lnTo>
                  <a:pt x="19440" y="19375"/>
                </a:lnTo>
                <a:lnTo>
                  <a:pt x="16444" y="19375"/>
                </a:lnTo>
                <a:close/>
              </a:path>
            </a:pathLst>
          </a:custGeom>
          <a:solidFill>
            <a:srgbClr val="6FC661"/>
          </a:solidFill>
          <a:ln w="3175">
            <a:miter lim="400000"/>
          </a:ln>
        </p:spPr>
        <p:txBody>
          <a:bodyPr lIns="91392" tIns="91392" rIns="91392" bIns="91392"/>
          <a:lstStyle/>
          <a:p>
            <a:pPr algn="l" defTabSz="1828800">
              <a:defRPr sz="4800">
                <a:latin typeface="Open Sans"/>
                <a:ea typeface="Open Sans"/>
                <a:cs typeface="Open Sans"/>
                <a:sym typeface="Open Sans"/>
              </a:defRPr>
            </a:pPr>
            <a:endParaRPr/>
          </a:p>
        </p:txBody>
      </p:sp>
      <p:sp>
        <p:nvSpPr>
          <p:cNvPr id="194" name="Shape 194"/>
          <p:cNvSpPr/>
          <p:nvPr/>
        </p:nvSpPr>
        <p:spPr>
          <a:xfrm>
            <a:off x="2203997" y="6548758"/>
            <a:ext cx="284232" cy="286265"/>
          </a:xfrm>
          <a:custGeom>
            <a:avLst/>
            <a:gdLst/>
            <a:ahLst/>
            <a:cxnLst>
              <a:cxn ang="0">
                <a:pos x="wd2" y="hd2"/>
              </a:cxn>
              <a:cxn ang="5400000">
                <a:pos x="wd2" y="hd2"/>
              </a:cxn>
              <a:cxn ang="10800000">
                <a:pos x="wd2" y="hd2"/>
              </a:cxn>
              <a:cxn ang="16200000">
                <a:pos x="wd2" y="hd2"/>
              </a:cxn>
            </a:cxnLst>
            <a:rect l="0" t="0" r="r" b="b"/>
            <a:pathLst>
              <a:path w="21600" h="21600" extrusionOk="0">
                <a:moveTo>
                  <a:pt x="20140" y="0"/>
                </a:moveTo>
                <a:lnTo>
                  <a:pt x="2767" y="0"/>
                </a:lnTo>
                <a:lnTo>
                  <a:pt x="2767" y="2921"/>
                </a:lnTo>
                <a:lnTo>
                  <a:pt x="384" y="2921"/>
                </a:lnTo>
                <a:lnTo>
                  <a:pt x="77" y="3075"/>
                </a:lnTo>
                <a:lnTo>
                  <a:pt x="0" y="3152"/>
                </a:lnTo>
                <a:lnTo>
                  <a:pt x="0" y="5304"/>
                </a:lnTo>
                <a:lnTo>
                  <a:pt x="77" y="5535"/>
                </a:lnTo>
                <a:lnTo>
                  <a:pt x="384" y="5688"/>
                </a:lnTo>
                <a:lnTo>
                  <a:pt x="2767" y="5688"/>
                </a:lnTo>
                <a:lnTo>
                  <a:pt x="2767" y="7226"/>
                </a:lnTo>
                <a:lnTo>
                  <a:pt x="384" y="7226"/>
                </a:lnTo>
                <a:lnTo>
                  <a:pt x="77" y="7379"/>
                </a:lnTo>
                <a:lnTo>
                  <a:pt x="0" y="7610"/>
                </a:lnTo>
                <a:lnTo>
                  <a:pt x="0" y="9609"/>
                </a:lnTo>
                <a:lnTo>
                  <a:pt x="77" y="9839"/>
                </a:lnTo>
                <a:lnTo>
                  <a:pt x="384" y="9993"/>
                </a:lnTo>
                <a:lnTo>
                  <a:pt x="2767" y="9993"/>
                </a:lnTo>
                <a:lnTo>
                  <a:pt x="2767" y="11530"/>
                </a:lnTo>
                <a:lnTo>
                  <a:pt x="384" y="11530"/>
                </a:lnTo>
                <a:lnTo>
                  <a:pt x="77" y="11684"/>
                </a:lnTo>
                <a:lnTo>
                  <a:pt x="0" y="11991"/>
                </a:lnTo>
                <a:lnTo>
                  <a:pt x="0" y="13913"/>
                </a:lnTo>
                <a:lnTo>
                  <a:pt x="77" y="14221"/>
                </a:lnTo>
                <a:lnTo>
                  <a:pt x="384" y="14298"/>
                </a:lnTo>
                <a:lnTo>
                  <a:pt x="2767" y="14298"/>
                </a:lnTo>
                <a:lnTo>
                  <a:pt x="2767" y="15835"/>
                </a:lnTo>
                <a:lnTo>
                  <a:pt x="384" y="15835"/>
                </a:lnTo>
                <a:lnTo>
                  <a:pt x="77" y="15989"/>
                </a:lnTo>
                <a:lnTo>
                  <a:pt x="0" y="16296"/>
                </a:lnTo>
                <a:lnTo>
                  <a:pt x="0" y="18218"/>
                </a:lnTo>
                <a:lnTo>
                  <a:pt x="77" y="18525"/>
                </a:lnTo>
                <a:lnTo>
                  <a:pt x="384" y="18679"/>
                </a:lnTo>
                <a:lnTo>
                  <a:pt x="2767" y="18679"/>
                </a:lnTo>
                <a:lnTo>
                  <a:pt x="2767" y="21600"/>
                </a:lnTo>
                <a:lnTo>
                  <a:pt x="20140" y="21600"/>
                </a:lnTo>
                <a:lnTo>
                  <a:pt x="20754" y="21446"/>
                </a:lnTo>
                <a:lnTo>
                  <a:pt x="21139" y="21139"/>
                </a:lnTo>
                <a:lnTo>
                  <a:pt x="21446" y="20754"/>
                </a:lnTo>
                <a:lnTo>
                  <a:pt x="21600" y="20063"/>
                </a:lnTo>
                <a:lnTo>
                  <a:pt x="21600" y="1384"/>
                </a:lnTo>
                <a:lnTo>
                  <a:pt x="21446" y="846"/>
                </a:lnTo>
                <a:lnTo>
                  <a:pt x="21139" y="384"/>
                </a:lnTo>
                <a:lnTo>
                  <a:pt x="20754" y="77"/>
                </a:lnTo>
                <a:lnTo>
                  <a:pt x="20140" y="0"/>
                </a:lnTo>
                <a:close/>
                <a:moveTo>
                  <a:pt x="7072" y="20216"/>
                </a:moveTo>
                <a:lnTo>
                  <a:pt x="4305" y="20216"/>
                </a:lnTo>
                <a:lnTo>
                  <a:pt x="4305" y="18679"/>
                </a:lnTo>
                <a:lnTo>
                  <a:pt x="5304" y="18679"/>
                </a:lnTo>
                <a:lnTo>
                  <a:pt x="5535" y="18525"/>
                </a:lnTo>
                <a:lnTo>
                  <a:pt x="5688" y="18218"/>
                </a:lnTo>
                <a:lnTo>
                  <a:pt x="5688" y="16296"/>
                </a:lnTo>
                <a:lnTo>
                  <a:pt x="5535" y="15989"/>
                </a:lnTo>
                <a:lnTo>
                  <a:pt x="5304" y="15835"/>
                </a:lnTo>
                <a:lnTo>
                  <a:pt x="4305" y="15835"/>
                </a:lnTo>
                <a:lnTo>
                  <a:pt x="4305" y="14298"/>
                </a:lnTo>
                <a:lnTo>
                  <a:pt x="5304" y="14298"/>
                </a:lnTo>
                <a:lnTo>
                  <a:pt x="5535" y="14221"/>
                </a:lnTo>
                <a:lnTo>
                  <a:pt x="5688" y="13913"/>
                </a:lnTo>
                <a:lnTo>
                  <a:pt x="5688" y="11991"/>
                </a:lnTo>
                <a:lnTo>
                  <a:pt x="5535" y="11684"/>
                </a:lnTo>
                <a:lnTo>
                  <a:pt x="5304" y="11530"/>
                </a:lnTo>
                <a:lnTo>
                  <a:pt x="4305" y="11530"/>
                </a:lnTo>
                <a:lnTo>
                  <a:pt x="4305" y="9993"/>
                </a:lnTo>
                <a:lnTo>
                  <a:pt x="5304" y="9993"/>
                </a:lnTo>
                <a:lnTo>
                  <a:pt x="5535" y="9839"/>
                </a:lnTo>
                <a:lnTo>
                  <a:pt x="5688" y="9609"/>
                </a:lnTo>
                <a:lnTo>
                  <a:pt x="5688" y="7610"/>
                </a:lnTo>
                <a:lnTo>
                  <a:pt x="5535" y="7379"/>
                </a:lnTo>
                <a:lnTo>
                  <a:pt x="5304" y="7226"/>
                </a:lnTo>
                <a:lnTo>
                  <a:pt x="4305" y="7226"/>
                </a:lnTo>
                <a:lnTo>
                  <a:pt x="4305" y="5688"/>
                </a:lnTo>
                <a:lnTo>
                  <a:pt x="5304" y="5688"/>
                </a:lnTo>
                <a:lnTo>
                  <a:pt x="5535" y="5535"/>
                </a:lnTo>
                <a:lnTo>
                  <a:pt x="5688" y="5304"/>
                </a:lnTo>
                <a:lnTo>
                  <a:pt x="5688" y="3152"/>
                </a:lnTo>
                <a:lnTo>
                  <a:pt x="5535" y="3075"/>
                </a:lnTo>
                <a:lnTo>
                  <a:pt x="5304" y="2921"/>
                </a:lnTo>
                <a:lnTo>
                  <a:pt x="4305" y="2921"/>
                </a:lnTo>
                <a:lnTo>
                  <a:pt x="4305" y="1384"/>
                </a:lnTo>
                <a:lnTo>
                  <a:pt x="7072" y="1384"/>
                </a:lnTo>
                <a:lnTo>
                  <a:pt x="7072" y="20216"/>
                </a:lnTo>
                <a:close/>
              </a:path>
            </a:pathLst>
          </a:custGeom>
          <a:solidFill>
            <a:srgbClr val="6FC661"/>
          </a:solidFill>
          <a:ln w="3175">
            <a:miter lim="400000"/>
          </a:ln>
        </p:spPr>
        <p:txBody>
          <a:bodyPr lIns="91392" tIns="91392" rIns="91392" bIns="91392"/>
          <a:lstStyle/>
          <a:p>
            <a:pPr algn="l" defTabSz="1828800">
              <a:defRPr sz="4800">
                <a:latin typeface="Open Sans"/>
                <a:ea typeface="Open Sans"/>
                <a:cs typeface="Open Sans"/>
                <a:sym typeface="Open Sans"/>
              </a:defRPr>
            </a:pPr>
            <a:endParaRPr/>
          </a:p>
        </p:txBody>
      </p:sp>
      <p:grpSp>
        <p:nvGrpSpPr>
          <p:cNvPr id="197" name="Group 197"/>
          <p:cNvGrpSpPr/>
          <p:nvPr/>
        </p:nvGrpSpPr>
        <p:grpSpPr>
          <a:xfrm>
            <a:off x="4385961" y="5254410"/>
            <a:ext cx="766167" cy="417869"/>
            <a:chOff x="0" y="0"/>
            <a:chExt cx="766165" cy="417868"/>
          </a:xfrm>
        </p:grpSpPr>
        <p:sp>
          <p:nvSpPr>
            <p:cNvPr id="195" name="Shape 195"/>
            <p:cNvSpPr/>
            <p:nvPr/>
          </p:nvSpPr>
          <p:spPr>
            <a:xfrm flipV="1">
              <a:off x="0" y="0"/>
              <a:ext cx="341762" cy="417869"/>
            </a:xfrm>
            <a:prstGeom prst="line">
              <a:avLst/>
            </a:prstGeom>
            <a:noFill/>
            <a:ln w="25400" cap="flat">
              <a:solidFill>
                <a:srgbClr val="808080"/>
              </a:solidFill>
              <a:prstDash val="solid"/>
              <a:miter lim="8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196" name="Shape 196"/>
            <p:cNvSpPr/>
            <p:nvPr/>
          </p:nvSpPr>
          <p:spPr>
            <a:xfrm>
              <a:off x="341761" y="1519"/>
              <a:ext cx="424405" cy="1"/>
            </a:xfrm>
            <a:prstGeom prst="line">
              <a:avLst/>
            </a:prstGeom>
            <a:noFill/>
            <a:ln w="25400" cap="flat">
              <a:solidFill>
                <a:srgbClr val="808080"/>
              </a:solidFill>
              <a:prstDash val="solid"/>
              <a:miter lim="800000"/>
              <a:tailEnd type="oval" w="med" len="med"/>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grpSp>
      <p:grpSp>
        <p:nvGrpSpPr>
          <p:cNvPr id="200" name="Group 200"/>
          <p:cNvGrpSpPr/>
          <p:nvPr/>
        </p:nvGrpSpPr>
        <p:grpSpPr>
          <a:xfrm>
            <a:off x="4385961" y="6265390"/>
            <a:ext cx="766167" cy="417870"/>
            <a:chOff x="0" y="0"/>
            <a:chExt cx="766165" cy="417868"/>
          </a:xfrm>
        </p:grpSpPr>
        <p:sp>
          <p:nvSpPr>
            <p:cNvPr id="198" name="Shape 198"/>
            <p:cNvSpPr/>
            <p:nvPr/>
          </p:nvSpPr>
          <p:spPr>
            <a:xfrm>
              <a:off x="0" y="-1"/>
              <a:ext cx="341762" cy="417870"/>
            </a:xfrm>
            <a:prstGeom prst="line">
              <a:avLst/>
            </a:prstGeom>
            <a:noFill/>
            <a:ln w="25400" cap="flat">
              <a:solidFill>
                <a:srgbClr val="808080"/>
              </a:solidFill>
              <a:prstDash val="solid"/>
              <a:miter lim="8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199" name="Shape 199"/>
            <p:cNvSpPr/>
            <p:nvPr/>
          </p:nvSpPr>
          <p:spPr>
            <a:xfrm>
              <a:off x="341761" y="417207"/>
              <a:ext cx="424405" cy="1"/>
            </a:xfrm>
            <a:prstGeom prst="line">
              <a:avLst/>
            </a:prstGeom>
            <a:noFill/>
            <a:ln w="25400" cap="flat">
              <a:solidFill>
                <a:srgbClr val="808080"/>
              </a:solidFill>
              <a:prstDash val="solid"/>
              <a:miter lim="800000"/>
              <a:tailEnd type="oval" w="med" len="med"/>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grpSp>
      <p:grpSp>
        <p:nvGrpSpPr>
          <p:cNvPr id="203" name="Group 203"/>
          <p:cNvGrpSpPr/>
          <p:nvPr/>
        </p:nvGrpSpPr>
        <p:grpSpPr>
          <a:xfrm>
            <a:off x="2645461" y="5254410"/>
            <a:ext cx="766166" cy="417869"/>
            <a:chOff x="45465" y="0"/>
            <a:chExt cx="766165" cy="417868"/>
          </a:xfrm>
        </p:grpSpPr>
        <p:sp>
          <p:nvSpPr>
            <p:cNvPr id="201" name="Shape 201"/>
            <p:cNvSpPr/>
            <p:nvPr/>
          </p:nvSpPr>
          <p:spPr>
            <a:xfrm flipH="1" flipV="1">
              <a:off x="469869" y="0"/>
              <a:ext cx="341763" cy="417869"/>
            </a:xfrm>
            <a:prstGeom prst="line">
              <a:avLst/>
            </a:prstGeom>
            <a:noFill/>
            <a:ln w="25400" cap="flat">
              <a:solidFill>
                <a:srgbClr val="808080"/>
              </a:solidFill>
              <a:prstDash val="solid"/>
              <a:miter lim="8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202" name="Shape 202"/>
            <p:cNvSpPr/>
            <p:nvPr/>
          </p:nvSpPr>
          <p:spPr>
            <a:xfrm flipH="1" flipV="1">
              <a:off x="45465" y="1519"/>
              <a:ext cx="424405" cy="1"/>
            </a:xfrm>
            <a:prstGeom prst="line">
              <a:avLst/>
            </a:prstGeom>
            <a:noFill/>
            <a:ln w="25400" cap="flat">
              <a:solidFill>
                <a:srgbClr val="808080"/>
              </a:solidFill>
              <a:prstDash val="solid"/>
              <a:miter lim="800000"/>
              <a:tailEnd type="oval" w="med" len="med"/>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grpSp>
      <p:grpSp>
        <p:nvGrpSpPr>
          <p:cNvPr id="206" name="Group 206"/>
          <p:cNvGrpSpPr/>
          <p:nvPr/>
        </p:nvGrpSpPr>
        <p:grpSpPr>
          <a:xfrm>
            <a:off x="2645461" y="6265390"/>
            <a:ext cx="766166" cy="417870"/>
            <a:chOff x="45465" y="0"/>
            <a:chExt cx="766165" cy="417868"/>
          </a:xfrm>
        </p:grpSpPr>
        <p:sp>
          <p:nvSpPr>
            <p:cNvPr id="204" name="Shape 204"/>
            <p:cNvSpPr/>
            <p:nvPr/>
          </p:nvSpPr>
          <p:spPr>
            <a:xfrm flipH="1">
              <a:off x="469869" y="-1"/>
              <a:ext cx="341763" cy="417870"/>
            </a:xfrm>
            <a:prstGeom prst="line">
              <a:avLst/>
            </a:prstGeom>
            <a:noFill/>
            <a:ln w="25400" cap="flat">
              <a:solidFill>
                <a:srgbClr val="808080"/>
              </a:solidFill>
              <a:prstDash val="solid"/>
              <a:miter lim="8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205" name="Shape 205"/>
            <p:cNvSpPr/>
            <p:nvPr/>
          </p:nvSpPr>
          <p:spPr>
            <a:xfrm flipH="1" flipV="1">
              <a:off x="45465" y="417207"/>
              <a:ext cx="424405" cy="1"/>
            </a:xfrm>
            <a:prstGeom prst="line">
              <a:avLst/>
            </a:prstGeom>
            <a:noFill/>
            <a:ln w="25400" cap="flat">
              <a:solidFill>
                <a:srgbClr val="808080"/>
              </a:solidFill>
              <a:prstDash val="solid"/>
              <a:miter lim="800000"/>
              <a:tailEnd type="oval" w="med" len="med"/>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grpSp>
      <p:sp>
        <p:nvSpPr>
          <p:cNvPr id="207" name="Shape 207"/>
          <p:cNvSpPr/>
          <p:nvPr/>
        </p:nvSpPr>
        <p:spPr>
          <a:xfrm>
            <a:off x="641201" y="8205533"/>
            <a:ext cx="6489998" cy="9243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lvl1pPr algn="just" defTabSz="584200">
              <a:defRPr sz="1400">
                <a:latin typeface="Montserrat"/>
                <a:ea typeface="Montserrat"/>
                <a:cs typeface="Montserrat"/>
                <a:sym typeface="Montserrat"/>
              </a:defRPr>
            </a:lvl1pPr>
          </a:lstStyle>
          <a:p>
            <a:r>
              <a:t>Nemo enim ipsam voluptatem quia voluptas sit aspernatur aut odit aut fugit, sed quia consequuntur magni dolores eos qui ratione voluptatem sequi nesciunt. Sed ut perspiciatis unde omnis iste natus error sit voluptatem accusantium doloremque </a:t>
            </a:r>
          </a:p>
        </p:txBody>
      </p:sp>
      <p:sp>
        <p:nvSpPr>
          <p:cNvPr id="208" name="Shape 208"/>
          <p:cNvSpPr/>
          <p:nvPr/>
        </p:nvSpPr>
        <p:spPr>
          <a:xfrm>
            <a:off x="5802870" y="5071649"/>
            <a:ext cx="710759" cy="238523"/>
          </a:xfrm>
          <a:prstGeom prst="rect">
            <a:avLst/>
          </a:prstGeom>
          <a:ln w="3175">
            <a:miter lim="400000"/>
          </a:ln>
          <a:extLst>
            <a:ext uri="{C572A759-6A51-4108-AA02-DFA0A04FC94B}">
              <ma14:wrappingTextBoxFlag xmlns:ma14="http://schemas.microsoft.com/office/mac/drawingml/2011/main" val="1"/>
            </a:ext>
          </a:extLst>
        </p:spPr>
        <p:txBody>
          <a:bodyPr wrap="none" lIns="30360" tIns="30360" rIns="30360" bIns="30360">
            <a:spAutoFit/>
          </a:bodyPr>
          <a:lstStyle>
            <a:lvl1pPr algn="l" defTabSz="1828800">
              <a:defRPr sz="1200">
                <a:solidFill>
                  <a:srgbClr val="808080"/>
                </a:solidFill>
                <a:latin typeface="Montserrat Bold"/>
                <a:ea typeface="Montserrat Bold"/>
                <a:cs typeface="Montserrat Bold"/>
                <a:sym typeface="Montserrat Bold"/>
              </a:defRPr>
            </a:lvl1pPr>
          </a:lstStyle>
          <a:p>
            <a:r>
              <a:t>Negocio</a:t>
            </a:r>
          </a:p>
        </p:txBody>
      </p:sp>
      <p:sp>
        <p:nvSpPr>
          <p:cNvPr id="209" name="Shape 209"/>
          <p:cNvSpPr/>
          <p:nvPr/>
        </p:nvSpPr>
        <p:spPr>
          <a:xfrm>
            <a:off x="5807169" y="5320692"/>
            <a:ext cx="1515394" cy="94464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210" name="Shape 210"/>
          <p:cNvSpPr/>
          <p:nvPr/>
        </p:nvSpPr>
        <p:spPr>
          <a:xfrm>
            <a:off x="5802870" y="6561783"/>
            <a:ext cx="676317" cy="238523"/>
          </a:xfrm>
          <a:prstGeom prst="rect">
            <a:avLst/>
          </a:prstGeom>
          <a:ln w="3175">
            <a:miter lim="400000"/>
          </a:ln>
          <a:extLst>
            <a:ext uri="{C572A759-6A51-4108-AA02-DFA0A04FC94B}">
              <ma14:wrappingTextBoxFlag xmlns:ma14="http://schemas.microsoft.com/office/mac/drawingml/2011/main" val="1"/>
            </a:ext>
          </a:extLst>
        </p:spPr>
        <p:txBody>
          <a:bodyPr wrap="none" lIns="30360" tIns="30360" rIns="30360" bIns="30360">
            <a:spAutoFit/>
          </a:bodyPr>
          <a:lstStyle>
            <a:lvl1pPr algn="l" defTabSz="1828800">
              <a:defRPr sz="1200">
                <a:solidFill>
                  <a:srgbClr val="808080"/>
                </a:solidFill>
                <a:latin typeface="Montserrat Bold"/>
                <a:ea typeface="Montserrat Bold"/>
                <a:cs typeface="Montserrat Bold"/>
                <a:sym typeface="Montserrat Bold"/>
              </a:defRPr>
            </a:lvl1pPr>
          </a:lstStyle>
          <a:p>
            <a:r>
              <a:t>Agenda</a:t>
            </a:r>
          </a:p>
        </p:txBody>
      </p:sp>
      <p:sp>
        <p:nvSpPr>
          <p:cNvPr id="211" name="Shape 211"/>
          <p:cNvSpPr/>
          <p:nvPr/>
        </p:nvSpPr>
        <p:spPr>
          <a:xfrm>
            <a:off x="5807169" y="6810825"/>
            <a:ext cx="1515394" cy="94464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212" name="Shape 212"/>
          <p:cNvSpPr/>
          <p:nvPr/>
        </p:nvSpPr>
        <p:spPr>
          <a:xfrm>
            <a:off x="1104052" y="6561783"/>
            <a:ext cx="861179" cy="238523"/>
          </a:xfrm>
          <a:prstGeom prst="rect">
            <a:avLst/>
          </a:prstGeom>
          <a:ln w="3175">
            <a:miter lim="400000"/>
          </a:ln>
          <a:extLst>
            <a:ext uri="{C572A759-6A51-4108-AA02-DFA0A04FC94B}">
              <ma14:wrappingTextBoxFlag xmlns:ma14="http://schemas.microsoft.com/office/mac/drawingml/2011/main" val="1"/>
            </a:ext>
          </a:extLst>
        </p:spPr>
        <p:txBody>
          <a:bodyPr wrap="none" lIns="30360" tIns="30360" rIns="30360" bIns="30360">
            <a:spAutoFit/>
          </a:bodyPr>
          <a:lstStyle>
            <a:lvl1pPr algn="r" defTabSz="1828800">
              <a:defRPr sz="1200">
                <a:solidFill>
                  <a:srgbClr val="808080"/>
                </a:solidFill>
                <a:latin typeface="Montserrat Bold"/>
                <a:ea typeface="Montserrat Bold"/>
                <a:cs typeface="Montserrat Bold"/>
                <a:sym typeface="Montserrat Bold"/>
              </a:defRPr>
            </a:lvl1pPr>
          </a:lstStyle>
          <a:p>
            <a:r>
              <a:t>Contactos</a:t>
            </a:r>
          </a:p>
        </p:txBody>
      </p:sp>
      <p:sp>
        <p:nvSpPr>
          <p:cNvPr id="213" name="Shape 213"/>
          <p:cNvSpPr/>
          <p:nvPr/>
        </p:nvSpPr>
        <p:spPr>
          <a:xfrm>
            <a:off x="449837" y="6810825"/>
            <a:ext cx="1515394" cy="94464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lvl1pPr algn="r"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214" name="Shape 214"/>
          <p:cNvSpPr/>
          <p:nvPr/>
        </p:nvSpPr>
        <p:spPr>
          <a:xfrm>
            <a:off x="1184519" y="5049178"/>
            <a:ext cx="780712" cy="238523"/>
          </a:xfrm>
          <a:prstGeom prst="rect">
            <a:avLst/>
          </a:prstGeom>
          <a:ln w="3175">
            <a:miter lim="400000"/>
          </a:ln>
          <a:extLst>
            <a:ext uri="{C572A759-6A51-4108-AA02-DFA0A04FC94B}">
              <ma14:wrappingTextBoxFlag xmlns:ma14="http://schemas.microsoft.com/office/mac/drawingml/2011/main" val="1"/>
            </a:ext>
          </a:extLst>
        </p:spPr>
        <p:txBody>
          <a:bodyPr wrap="none" lIns="30360" tIns="30360" rIns="30360" bIns="30360">
            <a:spAutoFit/>
          </a:bodyPr>
          <a:lstStyle>
            <a:lvl1pPr algn="r" defTabSz="1828800">
              <a:defRPr sz="1200">
                <a:solidFill>
                  <a:srgbClr val="808080"/>
                </a:solidFill>
                <a:latin typeface="Montserrat Bold"/>
                <a:ea typeface="Montserrat Bold"/>
                <a:cs typeface="Montserrat Bold"/>
                <a:sym typeface="Montserrat Bold"/>
              </a:defRPr>
            </a:lvl1pPr>
          </a:lstStyle>
          <a:p>
            <a:r>
              <a:t>Recursos</a:t>
            </a:r>
          </a:p>
        </p:txBody>
      </p:sp>
      <p:sp>
        <p:nvSpPr>
          <p:cNvPr id="215" name="Shape 215"/>
          <p:cNvSpPr/>
          <p:nvPr/>
        </p:nvSpPr>
        <p:spPr>
          <a:xfrm>
            <a:off x="449837" y="5298221"/>
            <a:ext cx="1515394" cy="944642"/>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lvl1pPr algn="r"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216" name="Shape 216"/>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4E8F43"/>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Shape 218"/>
          <p:cNvSpPr/>
          <p:nvPr/>
        </p:nvSpPr>
        <p:spPr>
          <a:xfrm>
            <a:off x="641201" y="910494"/>
            <a:ext cx="6489998" cy="52423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just" defTabSz="584200">
              <a:defRPr sz="1400">
                <a:latin typeface="Montserrat"/>
                <a:ea typeface="Montserrat"/>
                <a:cs typeface="Montserrat"/>
                <a:sym typeface="Montserrat"/>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a:p>
            <a:pPr algn="just" defTabSz="584200">
              <a:defRPr sz="1400">
                <a:latin typeface="Montserrat"/>
                <a:ea typeface="Montserrat"/>
                <a:cs typeface="Montserrat"/>
                <a:sym typeface="Montserrat"/>
              </a:defRPr>
            </a:pPr>
            <a:endParaRPr/>
          </a:p>
          <a:p>
            <a:pPr algn="just" defTabSz="584200">
              <a:defRPr sz="1400">
                <a:latin typeface="Montserrat"/>
                <a:ea typeface="Montserrat"/>
                <a:cs typeface="Montserrat"/>
                <a:sym typeface="Montserrat"/>
              </a:defRPr>
            </a:pPr>
            <a:r>
              <a:t>Sed ut perspiciatis unde omnis iste natus error sit voluptatem accusantium doloremque laudantium, totam rem aperiam, eaque ipsa quae ab illo inventore veritatis et quasi architecto beatae vitae dicta sunt explicabo. Nemo enim ipsam voluptatem quia voluptas.</a:t>
            </a:r>
          </a:p>
          <a:p>
            <a:pPr algn="just" defTabSz="584200">
              <a:defRPr sz="1400">
                <a:latin typeface="Montserrat"/>
                <a:ea typeface="Montserrat"/>
                <a:cs typeface="Montserrat"/>
                <a:sym typeface="Montserrat"/>
              </a:defRPr>
            </a:pPr>
            <a:endParaRPr/>
          </a:p>
          <a:p>
            <a:pPr algn="just" defTabSz="584200">
              <a:defRPr sz="1400">
                <a:latin typeface="Montserrat"/>
                <a:ea typeface="Montserrat"/>
                <a:cs typeface="Montserrat"/>
                <a:sym typeface="Montserrat"/>
              </a:defRPr>
            </a:pPr>
            <a:endParaRPr/>
          </a:p>
          <a:p>
            <a:pPr marL="172861" indent="-172861" algn="just" defTabSz="584200">
              <a:buSzPct val="160000"/>
              <a:buChar char="•"/>
              <a:defRPr sz="1400">
                <a:latin typeface="Montserrat"/>
                <a:ea typeface="Montserrat"/>
                <a:cs typeface="Montserrat"/>
                <a:sym typeface="Montserrat"/>
              </a:defRPr>
            </a:pPr>
            <a:r>
              <a:t>Lorem ipsum dolor sit amet, consectetur adipiscing elit, sed do eiusmod tempor incididunt ut labore et dolore magna aliqua.</a:t>
            </a:r>
          </a:p>
          <a:p>
            <a:pPr algn="just" defTabSz="584200">
              <a:defRPr sz="1400">
                <a:latin typeface="Montserrat"/>
                <a:ea typeface="Montserrat"/>
                <a:cs typeface="Montserrat"/>
                <a:sym typeface="Montserrat"/>
              </a:defRPr>
            </a:pPr>
            <a:endParaRPr/>
          </a:p>
          <a:p>
            <a:pPr marL="172861" indent="-172861" algn="just" defTabSz="584200">
              <a:buSzPct val="160000"/>
              <a:buChar char="•"/>
              <a:defRPr sz="1400">
                <a:latin typeface="Montserrat"/>
                <a:ea typeface="Montserrat"/>
                <a:cs typeface="Montserrat"/>
                <a:sym typeface="Montserrat"/>
              </a:defRPr>
            </a:pPr>
            <a:r>
              <a:t>Ut enim ad minim veniam, quis nostrud exercitation ullamco laboris nisi ut aliquip ex ea commodo consequat.</a:t>
            </a:r>
          </a:p>
          <a:p>
            <a:pPr marL="172861" indent="-172861" algn="just" defTabSz="584200">
              <a:buSzPct val="160000"/>
              <a:buChar char="•"/>
              <a:defRPr sz="1400">
                <a:latin typeface="Montserrat"/>
                <a:ea typeface="Montserrat"/>
                <a:cs typeface="Montserrat"/>
                <a:sym typeface="Montserrat"/>
              </a:defRPr>
            </a:pPr>
            <a:endParaRPr/>
          </a:p>
          <a:p>
            <a:pPr marL="172861" indent="-172861" algn="just" defTabSz="584200">
              <a:buSzPct val="160000"/>
              <a:buChar char="•"/>
              <a:defRPr sz="1400">
                <a:latin typeface="Montserrat"/>
                <a:ea typeface="Montserrat"/>
                <a:cs typeface="Montserrat"/>
                <a:sym typeface="Montserrat"/>
              </a:defRPr>
            </a:pPr>
            <a:r>
              <a:t>Duis aute irure dolor in reprehenderit in voluptate velit esse cillum dolore eu fugiat nulla pariatur.</a:t>
            </a:r>
          </a:p>
          <a:p>
            <a:pPr algn="just" defTabSz="584200">
              <a:defRPr sz="1400">
                <a:latin typeface="Montserrat"/>
                <a:ea typeface="Montserrat"/>
                <a:cs typeface="Montserrat"/>
                <a:sym typeface="Montserrat"/>
              </a:defRPr>
            </a:pPr>
            <a:endParaRPr/>
          </a:p>
        </p:txBody>
      </p:sp>
      <p:sp>
        <p:nvSpPr>
          <p:cNvPr id="219" name="Shape 219"/>
          <p:cNvSpPr/>
          <p:nvPr/>
        </p:nvSpPr>
        <p:spPr>
          <a:xfrm>
            <a:off x="469900" y="6080918"/>
            <a:ext cx="6832600" cy="3001964"/>
          </a:xfrm>
          <a:prstGeom prst="rect">
            <a:avLst/>
          </a:prstGeom>
          <a:ln w="63500">
            <a:solidFill>
              <a:srgbClr val="3B558D"/>
            </a:solidFill>
            <a:miter lim="400000"/>
          </a:ln>
        </p:spPr>
        <p:txBody>
          <a:bodyPr lIns="30360" tIns="30360" rIns="30360" bIns="30360" anchor="ctr"/>
          <a:lstStyle/>
          <a:p>
            <a:pPr>
              <a:defRPr sz="2400">
                <a:solidFill>
                  <a:srgbClr val="FFFFFF"/>
                </a:solidFill>
              </a:defRPr>
            </a:pPr>
            <a:endParaRPr/>
          </a:p>
        </p:txBody>
      </p:sp>
      <p:pic>
        <p:nvPicPr>
          <p:cNvPr id="220" name="push-pin.png"/>
          <p:cNvPicPr>
            <a:picLocks noChangeAspect="1"/>
          </p:cNvPicPr>
          <p:nvPr/>
        </p:nvPicPr>
        <p:blipFill>
          <a:blip r:embed="rId2">
            <a:extLst/>
          </a:blip>
          <a:stretch>
            <a:fillRect/>
          </a:stretch>
        </p:blipFill>
        <p:spPr>
          <a:xfrm>
            <a:off x="330200" y="6669569"/>
            <a:ext cx="1854200" cy="1854201"/>
          </a:xfrm>
          <a:prstGeom prst="rect">
            <a:avLst/>
          </a:prstGeom>
          <a:ln w="3175">
            <a:miter lim="400000"/>
          </a:ln>
        </p:spPr>
      </p:pic>
      <p:sp>
        <p:nvSpPr>
          <p:cNvPr id="221" name="Shape 221"/>
          <p:cNvSpPr/>
          <p:nvPr/>
        </p:nvSpPr>
        <p:spPr>
          <a:xfrm>
            <a:off x="2006600" y="6472039"/>
            <a:ext cx="5105400" cy="2219722"/>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lvl1pPr algn="just" defTabSz="584200">
              <a:defRPr sz="1400">
                <a:latin typeface="Montserrat"/>
                <a:ea typeface="Montserrat"/>
                <a:cs typeface="Montserrat"/>
                <a:sym typeface="Montserrat"/>
              </a:defRPr>
            </a:lvl1pPr>
          </a:lstStyle>
          <a:p>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id="222" name="Shape 222"/>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4E8F43"/>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Shape 224"/>
          <p:cNvSpPr/>
          <p:nvPr/>
        </p:nvSpPr>
        <p:spPr>
          <a:xfrm>
            <a:off x="641201" y="910494"/>
            <a:ext cx="6489998" cy="48105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just" defTabSz="584200">
              <a:defRPr sz="1400">
                <a:latin typeface="Montserrat"/>
                <a:ea typeface="Montserrat"/>
                <a:cs typeface="Montserrat"/>
                <a:sym typeface="Montserrat"/>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a:p>
            <a:pPr algn="just" defTabSz="584200">
              <a:defRPr sz="1400">
                <a:latin typeface="Montserrat"/>
                <a:ea typeface="Montserrat"/>
                <a:cs typeface="Montserrat"/>
                <a:sym typeface="Montserrat"/>
              </a:defRPr>
            </a:pPr>
            <a:endParaRPr/>
          </a:p>
          <a:p>
            <a:pPr algn="just" defTabSz="584200">
              <a:defRPr sz="1400">
                <a:latin typeface="Montserrat"/>
                <a:ea typeface="Montserrat"/>
                <a:cs typeface="Montserrat"/>
                <a:sym typeface="Montserrat"/>
              </a:defRPr>
            </a:pPr>
            <a:r>
              <a:t>Sed ut perspiciatis unde omnis iste natus error sit voluptatem accusantium doloremque laudantium, totam rem aperiam, eaque ipsa quae ab illo inventore veritatis et quasi architecto beatae vitae dicta sunt explicabo. Nemo enim ipsam voluptatem quia voluptas.</a:t>
            </a:r>
          </a:p>
          <a:p>
            <a:pPr algn="just" defTabSz="584200">
              <a:defRPr sz="1400">
                <a:latin typeface="Montserrat"/>
                <a:ea typeface="Montserrat"/>
                <a:cs typeface="Montserrat"/>
                <a:sym typeface="Montserrat"/>
              </a:defRPr>
            </a:pPr>
            <a:endParaRPr/>
          </a:p>
          <a:p>
            <a:pPr algn="just" defTabSz="584200">
              <a:defRPr sz="1400">
                <a:latin typeface="Montserrat"/>
                <a:ea typeface="Montserrat"/>
                <a:cs typeface="Montserrat"/>
                <a:sym typeface="Montserrat"/>
              </a:defRPr>
            </a:pPr>
            <a:endParaRPr/>
          </a:p>
          <a:p>
            <a:pPr marL="172861" indent="-172861" algn="just" defTabSz="584200">
              <a:buSzPct val="160000"/>
              <a:buChar char="•"/>
              <a:defRPr sz="1400">
                <a:latin typeface="Montserrat"/>
                <a:ea typeface="Montserrat"/>
                <a:cs typeface="Montserrat"/>
                <a:sym typeface="Montserrat"/>
              </a:defRPr>
            </a:pPr>
            <a:r>
              <a:t>Lorem ipsum dolor sit amet, consectetur adipiscing elit, sed do eiusmod tempor incididunt ut labore et dolore magna aliqua.</a:t>
            </a:r>
          </a:p>
          <a:p>
            <a:pPr algn="just" defTabSz="584200">
              <a:defRPr sz="1400">
                <a:latin typeface="Montserrat"/>
                <a:ea typeface="Montserrat"/>
                <a:cs typeface="Montserrat"/>
                <a:sym typeface="Montserrat"/>
              </a:defRPr>
            </a:pPr>
            <a:endParaRPr/>
          </a:p>
          <a:p>
            <a:pPr marL="172861" indent="-172861" algn="just" defTabSz="584200">
              <a:buSzPct val="160000"/>
              <a:buChar char="•"/>
              <a:defRPr sz="1400">
                <a:latin typeface="Montserrat"/>
                <a:ea typeface="Montserrat"/>
                <a:cs typeface="Montserrat"/>
                <a:sym typeface="Montserrat"/>
              </a:defRPr>
            </a:pPr>
            <a:r>
              <a:t>Ut enim ad minim veniam, quis nostrud exercitation ullamco laboris nisi ut aliquip ex ea commodo consequat.</a:t>
            </a:r>
          </a:p>
          <a:p>
            <a:pPr marL="172861" indent="-172861" algn="just" defTabSz="584200">
              <a:buSzPct val="160000"/>
              <a:buChar char="•"/>
              <a:defRPr sz="1400">
                <a:latin typeface="Montserrat"/>
                <a:ea typeface="Montserrat"/>
                <a:cs typeface="Montserrat"/>
                <a:sym typeface="Montserrat"/>
              </a:defRPr>
            </a:pPr>
            <a:endParaRPr/>
          </a:p>
          <a:p>
            <a:pPr marL="172861" indent="-172861" algn="just" defTabSz="584200">
              <a:buSzPct val="160000"/>
              <a:buChar char="•"/>
              <a:defRPr sz="1400">
                <a:latin typeface="Montserrat"/>
                <a:ea typeface="Montserrat"/>
                <a:cs typeface="Montserrat"/>
                <a:sym typeface="Montserrat"/>
              </a:defRPr>
            </a:pPr>
            <a:r>
              <a:t>Duis aute irure dolor in reprehenderit in voluptate velit esse cillum dolore eu fugiat nulla pariatur.</a:t>
            </a:r>
          </a:p>
        </p:txBody>
      </p:sp>
      <p:grpSp>
        <p:nvGrpSpPr>
          <p:cNvPr id="227" name="Group 227"/>
          <p:cNvGrpSpPr/>
          <p:nvPr/>
        </p:nvGrpSpPr>
        <p:grpSpPr>
          <a:xfrm>
            <a:off x="880998" y="6296976"/>
            <a:ext cx="556525" cy="585021"/>
            <a:chOff x="0" y="0"/>
            <a:chExt cx="556524" cy="585019"/>
          </a:xfrm>
        </p:grpSpPr>
        <p:sp>
          <p:nvSpPr>
            <p:cNvPr id="225" name="Shape 225"/>
            <p:cNvSpPr/>
            <p:nvPr/>
          </p:nvSpPr>
          <p:spPr>
            <a:xfrm rot="16200000">
              <a:off x="-14248" y="14247"/>
              <a:ext cx="585021" cy="556526"/>
            </a:xfrm>
            <a:custGeom>
              <a:avLst/>
              <a:gdLst/>
              <a:ahLst/>
              <a:cxnLst>
                <a:cxn ang="0">
                  <a:pos x="wd2" y="hd2"/>
                </a:cxn>
                <a:cxn ang="5400000">
                  <a:pos x="wd2" y="hd2"/>
                </a:cxn>
                <a:cxn ang="10800000">
                  <a:pos x="wd2" y="hd2"/>
                </a:cxn>
                <a:cxn ang="16200000">
                  <a:pos x="wd2" y="hd2"/>
                </a:cxn>
              </a:cxnLst>
              <a:rect l="0" t="0" r="r" b="b"/>
              <a:pathLst>
                <a:path w="20185" h="20117" extrusionOk="0">
                  <a:moveTo>
                    <a:pt x="5741" y="20117"/>
                  </a:moveTo>
                  <a:lnTo>
                    <a:pt x="5741" y="20117"/>
                  </a:lnTo>
                  <a:cubicBezTo>
                    <a:pt x="712" y="17597"/>
                    <a:pt x="-1415" y="11283"/>
                    <a:pt x="991" y="6014"/>
                  </a:cubicBezTo>
                  <a:cubicBezTo>
                    <a:pt x="3396" y="745"/>
                    <a:pt x="9423" y="-1483"/>
                    <a:pt x="14452" y="1037"/>
                  </a:cubicBezTo>
                  <a:cubicBezTo>
                    <a:pt x="17856" y="2743"/>
                    <a:pt x="20067" y="6295"/>
                    <a:pt x="20185" y="10247"/>
                  </a:cubicBezTo>
                  <a:lnTo>
                    <a:pt x="18908" y="10288"/>
                  </a:lnTo>
                  <a:lnTo>
                    <a:pt x="18908" y="10288"/>
                  </a:lnTo>
                  <a:cubicBezTo>
                    <a:pt x="18756" y="5190"/>
                    <a:pt x="14687" y="1186"/>
                    <a:pt x="9821" y="1345"/>
                  </a:cubicBezTo>
                  <a:cubicBezTo>
                    <a:pt x="4954" y="1505"/>
                    <a:pt x="1132" y="5767"/>
                    <a:pt x="1285" y="10866"/>
                  </a:cubicBezTo>
                  <a:cubicBezTo>
                    <a:pt x="1388" y="14317"/>
                    <a:pt x="3319" y="17419"/>
                    <a:pt x="6292" y="18909"/>
                  </a:cubicBezTo>
                  <a:close/>
                </a:path>
              </a:pathLst>
            </a:custGeom>
            <a:solidFill>
              <a:srgbClr val="33599D"/>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sp>
          <p:nvSpPr>
            <p:cNvPr id="226" name="Shape 226"/>
            <p:cNvSpPr/>
            <p:nvPr/>
          </p:nvSpPr>
          <p:spPr>
            <a:xfrm flipH="1">
              <a:off x="31759" y="31549"/>
              <a:ext cx="521713" cy="521713"/>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72" y="10800"/>
                  </a:moveTo>
                  <a:cubicBezTo>
                    <a:pt x="372" y="16559"/>
                    <a:pt x="5041" y="21228"/>
                    <a:pt x="10800" y="21228"/>
                  </a:cubicBezTo>
                  <a:cubicBezTo>
                    <a:pt x="16559" y="21228"/>
                    <a:pt x="21228" y="16559"/>
                    <a:pt x="21228" y="10800"/>
                  </a:cubicBezTo>
                  <a:cubicBezTo>
                    <a:pt x="21228" y="5041"/>
                    <a:pt x="16559" y="372"/>
                    <a:pt x="10800" y="372"/>
                  </a:cubicBezTo>
                  <a:cubicBezTo>
                    <a:pt x="5041" y="372"/>
                    <a:pt x="372" y="5041"/>
                    <a:pt x="372" y="10800"/>
                  </a:cubicBezTo>
                  <a:close/>
                </a:path>
              </a:pathLst>
            </a:custGeom>
            <a:solidFill>
              <a:srgbClr val="33599D"/>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grpSp>
      <p:grpSp>
        <p:nvGrpSpPr>
          <p:cNvPr id="230" name="Group 230"/>
          <p:cNvGrpSpPr/>
          <p:nvPr/>
        </p:nvGrpSpPr>
        <p:grpSpPr>
          <a:xfrm>
            <a:off x="4129379" y="6296976"/>
            <a:ext cx="553467" cy="585015"/>
            <a:chOff x="0" y="0"/>
            <a:chExt cx="553465" cy="585013"/>
          </a:xfrm>
        </p:grpSpPr>
        <p:sp>
          <p:nvSpPr>
            <p:cNvPr id="228" name="Shape 228"/>
            <p:cNvSpPr/>
            <p:nvPr/>
          </p:nvSpPr>
          <p:spPr>
            <a:xfrm rot="16200000">
              <a:off x="-79533" y="79532"/>
              <a:ext cx="585015" cy="425950"/>
            </a:xfrm>
            <a:custGeom>
              <a:avLst/>
              <a:gdLst/>
              <a:ahLst/>
              <a:cxnLst>
                <a:cxn ang="0">
                  <a:pos x="wd2" y="hd2"/>
                </a:cxn>
                <a:cxn ang="5400000">
                  <a:pos x="wd2" y="hd2"/>
                </a:cxn>
                <a:cxn ang="10800000">
                  <a:pos x="wd2" y="hd2"/>
                </a:cxn>
                <a:cxn ang="16200000">
                  <a:pos x="wd2" y="hd2"/>
                </a:cxn>
              </a:cxnLst>
              <a:rect l="0" t="0" r="r" b="b"/>
              <a:pathLst>
                <a:path w="20172" h="19686" extrusionOk="0">
                  <a:moveTo>
                    <a:pt x="1111" y="19686"/>
                  </a:moveTo>
                  <a:lnTo>
                    <a:pt x="1111" y="19686"/>
                  </a:lnTo>
                  <a:cubicBezTo>
                    <a:pt x="-1428" y="13040"/>
                    <a:pt x="533" y="4893"/>
                    <a:pt x="5492" y="1489"/>
                  </a:cubicBezTo>
                  <a:cubicBezTo>
                    <a:pt x="10451" y="-1914"/>
                    <a:pt x="16529" y="715"/>
                    <a:pt x="19068" y="7361"/>
                  </a:cubicBezTo>
                  <a:cubicBezTo>
                    <a:pt x="19748" y="9142"/>
                    <a:pt x="20125" y="11102"/>
                    <a:pt x="20172" y="13101"/>
                  </a:cubicBezTo>
                  <a:lnTo>
                    <a:pt x="18896" y="13155"/>
                  </a:lnTo>
                  <a:lnTo>
                    <a:pt x="18896" y="13155"/>
                  </a:lnTo>
                  <a:cubicBezTo>
                    <a:pt x="18743" y="6636"/>
                    <a:pt x="14678" y="1517"/>
                    <a:pt x="9814" y="1721"/>
                  </a:cubicBezTo>
                  <a:cubicBezTo>
                    <a:pt x="4951" y="1925"/>
                    <a:pt x="1132" y="7374"/>
                    <a:pt x="1284" y="13893"/>
                  </a:cubicBezTo>
                  <a:cubicBezTo>
                    <a:pt x="1325" y="15639"/>
                    <a:pt x="1654" y="17351"/>
                    <a:pt x="2248" y="18906"/>
                  </a:cubicBezTo>
                  <a:close/>
                </a:path>
              </a:pathLst>
            </a:custGeom>
            <a:solidFill>
              <a:srgbClr val="02ADE6"/>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sp>
          <p:nvSpPr>
            <p:cNvPr id="229" name="Shape 229"/>
            <p:cNvSpPr/>
            <p:nvPr/>
          </p:nvSpPr>
          <p:spPr>
            <a:xfrm flipH="1">
              <a:off x="31754" y="31549"/>
              <a:ext cx="521712" cy="521712"/>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72" y="10800"/>
                  </a:moveTo>
                  <a:cubicBezTo>
                    <a:pt x="372" y="16559"/>
                    <a:pt x="5041" y="21228"/>
                    <a:pt x="10800" y="21228"/>
                  </a:cubicBezTo>
                  <a:cubicBezTo>
                    <a:pt x="16559" y="21228"/>
                    <a:pt x="21228" y="16559"/>
                    <a:pt x="21228" y="10800"/>
                  </a:cubicBezTo>
                  <a:cubicBezTo>
                    <a:pt x="21228" y="5041"/>
                    <a:pt x="16559" y="372"/>
                    <a:pt x="10800" y="372"/>
                  </a:cubicBezTo>
                  <a:cubicBezTo>
                    <a:pt x="5041" y="372"/>
                    <a:pt x="372" y="5041"/>
                    <a:pt x="372" y="10800"/>
                  </a:cubicBezTo>
                  <a:close/>
                </a:path>
              </a:pathLst>
            </a:custGeom>
            <a:solidFill>
              <a:srgbClr val="02ADE6"/>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grpSp>
      <p:grpSp>
        <p:nvGrpSpPr>
          <p:cNvPr id="233" name="Group 233"/>
          <p:cNvGrpSpPr/>
          <p:nvPr/>
        </p:nvGrpSpPr>
        <p:grpSpPr>
          <a:xfrm>
            <a:off x="881011" y="7761754"/>
            <a:ext cx="579935" cy="585007"/>
            <a:chOff x="0" y="0"/>
            <a:chExt cx="579934" cy="585005"/>
          </a:xfrm>
        </p:grpSpPr>
        <p:sp>
          <p:nvSpPr>
            <p:cNvPr id="231" name="Shape 231"/>
            <p:cNvSpPr/>
            <p:nvPr/>
          </p:nvSpPr>
          <p:spPr>
            <a:xfrm rot="16200000">
              <a:off x="-2536" y="2535"/>
              <a:ext cx="585006" cy="579935"/>
            </a:xfrm>
            <a:custGeom>
              <a:avLst/>
              <a:gdLst/>
              <a:ahLst/>
              <a:cxnLst>
                <a:cxn ang="0">
                  <a:pos x="wd2" y="hd2"/>
                </a:cxn>
                <a:cxn ang="5400000">
                  <a:pos x="wd2" y="hd2"/>
                </a:cxn>
                <a:cxn ang="10800000">
                  <a:pos x="wd2" y="hd2"/>
                </a:cxn>
                <a:cxn ang="16200000">
                  <a:pos x="wd2" y="hd2"/>
                </a:cxn>
              </a:cxnLst>
              <a:rect l="0" t="0" r="r" b="b"/>
              <a:pathLst>
                <a:path w="20711" h="20704" extrusionOk="0">
                  <a:moveTo>
                    <a:pt x="8412" y="20704"/>
                  </a:moveTo>
                  <a:cubicBezTo>
                    <a:pt x="2794" y="19620"/>
                    <a:pt x="-889" y="14148"/>
                    <a:pt x="186" y="8483"/>
                  </a:cubicBezTo>
                  <a:cubicBezTo>
                    <a:pt x="1261" y="2818"/>
                    <a:pt x="6687" y="-896"/>
                    <a:pt x="12306" y="188"/>
                  </a:cubicBezTo>
                  <a:cubicBezTo>
                    <a:pt x="17067" y="1107"/>
                    <a:pt x="20559" y="5234"/>
                    <a:pt x="20711" y="10120"/>
                  </a:cubicBezTo>
                  <a:lnTo>
                    <a:pt x="19400" y="10161"/>
                  </a:lnTo>
                  <a:lnTo>
                    <a:pt x="19400" y="10161"/>
                  </a:lnTo>
                  <a:cubicBezTo>
                    <a:pt x="19244" y="5126"/>
                    <a:pt x="15070" y="1171"/>
                    <a:pt x="10076" y="1329"/>
                  </a:cubicBezTo>
                  <a:cubicBezTo>
                    <a:pt x="5083" y="1486"/>
                    <a:pt x="1161" y="5696"/>
                    <a:pt x="1317" y="10731"/>
                  </a:cubicBezTo>
                  <a:cubicBezTo>
                    <a:pt x="1450" y="14999"/>
                    <a:pt x="4500" y="18603"/>
                    <a:pt x="8658" y="19405"/>
                  </a:cubicBezTo>
                  <a:close/>
                </a:path>
              </a:pathLst>
            </a:custGeom>
            <a:solidFill>
              <a:schemeClr val="accent5"/>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sp>
          <p:nvSpPr>
            <p:cNvPr id="232" name="Shape 232"/>
            <p:cNvSpPr/>
            <p:nvPr/>
          </p:nvSpPr>
          <p:spPr>
            <a:xfrm flipH="1">
              <a:off x="31746" y="31549"/>
              <a:ext cx="521712" cy="521712"/>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72" y="10800"/>
                  </a:moveTo>
                  <a:cubicBezTo>
                    <a:pt x="372" y="16559"/>
                    <a:pt x="5041" y="21228"/>
                    <a:pt x="10800" y="21228"/>
                  </a:cubicBezTo>
                  <a:cubicBezTo>
                    <a:pt x="16559" y="21228"/>
                    <a:pt x="21228" y="16559"/>
                    <a:pt x="21228" y="10800"/>
                  </a:cubicBezTo>
                  <a:cubicBezTo>
                    <a:pt x="21228" y="5041"/>
                    <a:pt x="16559" y="372"/>
                    <a:pt x="10800" y="372"/>
                  </a:cubicBezTo>
                  <a:cubicBezTo>
                    <a:pt x="5041" y="372"/>
                    <a:pt x="372" y="5041"/>
                    <a:pt x="372" y="10800"/>
                  </a:cubicBezTo>
                  <a:close/>
                </a:path>
              </a:pathLst>
            </a:custGeom>
            <a:solidFill>
              <a:schemeClr val="accent5"/>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grpSp>
      <p:grpSp>
        <p:nvGrpSpPr>
          <p:cNvPr id="236" name="Group 236"/>
          <p:cNvGrpSpPr/>
          <p:nvPr/>
        </p:nvGrpSpPr>
        <p:grpSpPr>
          <a:xfrm>
            <a:off x="4129414" y="7761754"/>
            <a:ext cx="585149" cy="584980"/>
            <a:chOff x="0" y="0"/>
            <a:chExt cx="585148" cy="584978"/>
          </a:xfrm>
        </p:grpSpPr>
        <p:sp>
          <p:nvSpPr>
            <p:cNvPr id="234" name="Shape 234"/>
            <p:cNvSpPr/>
            <p:nvPr/>
          </p:nvSpPr>
          <p:spPr>
            <a:xfrm flipH="1">
              <a:off x="31718" y="31549"/>
              <a:ext cx="521713" cy="521712"/>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72" y="10800"/>
                  </a:moveTo>
                  <a:cubicBezTo>
                    <a:pt x="372" y="16559"/>
                    <a:pt x="5041" y="21228"/>
                    <a:pt x="10800" y="21228"/>
                  </a:cubicBezTo>
                  <a:cubicBezTo>
                    <a:pt x="16559" y="21228"/>
                    <a:pt x="21228" y="16559"/>
                    <a:pt x="21228" y="10800"/>
                  </a:cubicBezTo>
                  <a:cubicBezTo>
                    <a:pt x="21228" y="5041"/>
                    <a:pt x="16559" y="372"/>
                    <a:pt x="10800" y="372"/>
                  </a:cubicBezTo>
                  <a:cubicBezTo>
                    <a:pt x="5041" y="372"/>
                    <a:pt x="372" y="5041"/>
                    <a:pt x="372" y="10800"/>
                  </a:cubicBezTo>
                  <a:close/>
                </a:path>
              </a:pathLst>
            </a:custGeom>
            <a:solidFill>
              <a:srgbClr val="00ABEA"/>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sp>
          <p:nvSpPr>
            <p:cNvPr id="235" name="Shape 235"/>
            <p:cNvSpPr/>
            <p:nvPr/>
          </p:nvSpPr>
          <p:spPr>
            <a:xfrm rot="16200000">
              <a:off x="84" y="-85"/>
              <a:ext cx="584980" cy="585149"/>
            </a:xfrm>
            <a:custGeom>
              <a:avLst/>
              <a:gdLst/>
              <a:ahLst/>
              <a:cxnLst>
                <a:cxn ang="0">
                  <a:pos x="wd2" y="hd2"/>
                </a:cxn>
                <a:cxn ang="5400000">
                  <a:pos x="wd2" y="hd2"/>
                </a:cxn>
                <a:cxn ang="10800000">
                  <a:pos x="wd2" y="hd2"/>
                </a:cxn>
                <a:cxn ang="16200000">
                  <a:pos x="wd2" y="hd2"/>
                </a:cxn>
              </a:cxnLst>
              <a:rect l="0" t="0" r="r" b="b"/>
              <a:pathLst>
                <a:path w="20219" h="19005" extrusionOk="0">
                  <a:moveTo>
                    <a:pt x="15863" y="17319"/>
                  </a:moveTo>
                  <a:cubicBezTo>
                    <a:pt x="11269" y="20303"/>
                    <a:pt x="4971" y="19223"/>
                    <a:pt x="1795" y="14907"/>
                  </a:cubicBezTo>
                  <a:cubicBezTo>
                    <a:pt x="-1381" y="10590"/>
                    <a:pt x="-232" y="4672"/>
                    <a:pt x="4362" y="1687"/>
                  </a:cubicBezTo>
                  <a:cubicBezTo>
                    <a:pt x="8955" y="-1297"/>
                    <a:pt x="15254" y="-217"/>
                    <a:pt x="18430" y="4099"/>
                  </a:cubicBezTo>
                  <a:cubicBezTo>
                    <a:pt x="19537" y="5604"/>
                    <a:pt x="20158" y="7377"/>
                    <a:pt x="20219" y="9206"/>
                  </a:cubicBezTo>
                  <a:lnTo>
                    <a:pt x="18939" y="9244"/>
                  </a:lnTo>
                  <a:lnTo>
                    <a:pt x="18939" y="9244"/>
                  </a:lnTo>
                  <a:cubicBezTo>
                    <a:pt x="18787" y="4663"/>
                    <a:pt x="14711" y="1065"/>
                    <a:pt x="9836" y="1208"/>
                  </a:cubicBezTo>
                  <a:cubicBezTo>
                    <a:pt x="4961" y="1351"/>
                    <a:pt x="1133" y="5181"/>
                    <a:pt x="1285" y="9762"/>
                  </a:cubicBezTo>
                  <a:cubicBezTo>
                    <a:pt x="1437" y="14343"/>
                    <a:pt x="5513" y="17941"/>
                    <a:pt x="10388" y="17798"/>
                  </a:cubicBezTo>
                  <a:cubicBezTo>
                    <a:pt x="12088" y="17748"/>
                    <a:pt x="13736" y="17238"/>
                    <a:pt x="15135" y="16329"/>
                  </a:cubicBezTo>
                  <a:close/>
                </a:path>
              </a:pathLst>
            </a:custGeom>
            <a:solidFill>
              <a:srgbClr val="00ABEA"/>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grpSp>
      <p:sp>
        <p:nvSpPr>
          <p:cNvPr id="237" name="Shape 237"/>
          <p:cNvSpPr/>
          <p:nvPr/>
        </p:nvSpPr>
        <p:spPr>
          <a:xfrm>
            <a:off x="814427" y="6872671"/>
            <a:ext cx="2935629" cy="585021"/>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just" defTabSz="1828800">
              <a:lnSpc>
                <a:spcPct val="120000"/>
              </a:lnSpc>
              <a:defRPr sz="1200">
                <a:solidFill>
                  <a:srgbClr val="A6A6A6"/>
                </a:solidFill>
                <a:latin typeface="Montserrat"/>
                <a:ea typeface="Montserrat"/>
                <a:cs typeface="Montserrat"/>
                <a:sym typeface="Montserrat"/>
              </a:defRPr>
            </a:lvl1pPr>
          </a:lstStyle>
          <a:p>
            <a:r>
              <a:t>Lorem ipsum dolor sit amet, con sectetur teda adipiscing elit.</a:t>
            </a:r>
          </a:p>
        </p:txBody>
      </p:sp>
      <p:sp>
        <p:nvSpPr>
          <p:cNvPr id="238" name="Shape 238"/>
          <p:cNvSpPr/>
          <p:nvPr/>
        </p:nvSpPr>
        <p:spPr>
          <a:xfrm>
            <a:off x="1540659" y="6413486"/>
            <a:ext cx="1320400" cy="434522"/>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800">
                <a:solidFill>
                  <a:srgbClr val="1F608B"/>
                </a:solidFill>
                <a:latin typeface="Montserrat Bold"/>
                <a:ea typeface="Montserrat Bold"/>
                <a:cs typeface="Montserrat Bold"/>
                <a:sym typeface="Montserrat Bold"/>
              </a:defRPr>
            </a:lvl1pPr>
          </a:lstStyle>
          <a:p>
            <a:r>
              <a:t>126.658</a:t>
            </a:r>
          </a:p>
        </p:txBody>
      </p:sp>
      <p:sp>
        <p:nvSpPr>
          <p:cNvPr id="239" name="Shape 239"/>
          <p:cNvSpPr/>
          <p:nvPr/>
        </p:nvSpPr>
        <p:spPr>
          <a:xfrm>
            <a:off x="1103742" y="6438758"/>
            <a:ext cx="139743" cy="301247"/>
          </a:xfrm>
          <a:custGeom>
            <a:avLst/>
            <a:gdLst/>
            <a:ahLst/>
            <a:cxnLst>
              <a:cxn ang="0">
                <a:pos x="wd2" y="hd2"/>
              </a:cxn>
              <a:cxn ang="5400000">
                <a:pos x="wd2" y="hd2"/>
              </a:cxn>
              <a:cxn ang="10800000">
                <a:pos x="wd2" y="hd2"/>
              </a:cxn>
              <a:cxn ang="16200000">
                <a:pos x="wd2" y="hd2"/>
              </a:cxn>
            </a:cxnLst>
            <a:rect l="0" t="0" r="r" b="b"/>
            <a:pathLst>
              <a:path w="21600" h="21600" extrusionOk="0">
                <a:moveTo>
                  <a:pt x="4536" y="21600"/>
                </a:moveTo>
                <a:cubicBezTo>
                  <a:pt x="13824" y="21600"/>
                  <a:pt x="13824" y="21600"/>
                  <a:pt x="13824" y="21600"/>
                </a:cubicBezTo>
                <a:cubicBezTo>
                  <a:pt x="13824" y="10750"/>
                  <a:pt x="13824" y="10750"/>
                  <a:pt x="13824" y="10750"/>
                </a:cubicBezTo>
                <a:cubicBezTo>
                  <a:pt x="20736" y="10750"/>
                  <a:pt x="20736" y="10750"/>
                  <a:pt x="20736" y="10750"/>
                </a:cubicBezTo>
                <a:cubicBezTo>
                  <a:pt x="21600" y="6430"/>
                  <a:pt x="21600" y="6430"/>
                  <a:pt x="21600" y="6430"/>
                </a:cubicBezTo>
                <a:cubicBezTo>
                  <a:pt x="14256" y="6430"/>
                  <a:pt x="14256" y="6430"/>
                  <a:pt x="14256" y="6430"/>
                </a:cubicBezTo>
                <a:cubicBezTo>
                  <a:pt x="14256" y="4722"/>
                  <a:pt x="14256" y="4722"/>
                  <a:pt x="14256" y="4722"/>
                </a:cubicBezTo>
                <a:cubicBezTo>
                  <a:pt x="14256" y="3918"/>
                  <a:pt x="15552" y="3717"/>
                  <a:pt x="16416" y="3717"/>
                </a:cubicBezTo>
                <a:cubicBezTo>
                  <a:pt x="21600" y="3717"/>
                  <a:pt x="21600" y="3717"/>
                  <a:pt x="21600" y="3717"/>
                </a:cubicBezTo>
                <a:cubicBezTo>
                  <a:pt x="21600" y="0"/>
                  <a:pt x="21600" y="0"/>
                  <a:pt x="21600" y="0"/>
                </a:cubicBezTo>
                <a:cubicBezTo>
                  <a:pt x="14472" y="0"/>
                  <a:pt x="14472" y="0"/>
                  <a:pt x="14472" y="0"/>
                </a:cubicBezTo>
                <a:cubicBezTo>
                  <a:pt x="6480" y="0"/>
                  <a:pt x="4536" y="2713"/>
                  <a:pt x="4536" y="4521"/>
                </a:cubicBezTo>
                <a:cubicBezTo>
                  <a:pt x="4536" y="6430"/>
                  <a:pt x="4536" y="6430"/>
                  <a:pt x="4536" y="6430"/>
                </a:cubicBezTo>
                <a:cubicBezTo>
                  <a:pt x="0" y="6430"/>
                  <a:pt x="0" y="6430"/>
                  <a:pt x="0" y="6430"/>
                </a:cubicBezTo>
                <a:cubicBezTo>
                  <a:pt x="0" y="10750"/>
                  <a:pt x="0" y="10750"/>
                  <a:pt x="0" y="10750"/>
                </a:cubicBezTo>
                <a:cubicBezTo>
                  <a:pt x="4536" y="10750"/>
                  <a:pt x="4536" y="10750"/>
                  <a:pt x="4536" y="10750"/>
                </a:cubicBezTo>
                <a:lnTo>
                  <a:pt x="4536" y="21600"/>
                </a:lnTo>
                <a:close/>
              </a:path>
            </a:pathLst>
          </a:custGeom>
          <a:solidFill>
            <a:srgbClr val="33599D"/>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240" name="Shape 240"/>
          <p:cNvSpPr/>
          <p:nvPr/>
        </p:nvSpPr>
        <p:spPr>
          <a:xfrm>
            <a:off x="1030600" y="7949437"/>
            <a:ext cx="286027" cy="209446"/>
          </a:xfrm>
          <a:custGeom>
            <a:avLst/>
            <a:gdLst/>
            <a:ahLst/>
            <a:cxnLst>
              <a:cxn ang="0">
                <a:pos x="wd2" y="hd2"/>
              </a:cxn>
              <a:cxn ang="5400000">
                <a:pos x="wd2" y="hd2"/>
              </a:cxn>
              <a:cxn ang="10800000">
                <a:pos x="wd2" y="hd2"/>
              </a:cxn>
              <a:cxn ang="16200000">
                <a:pos x="wd2" y="hd2"/>
              </a:cxn>
            </a:cxnLst>
            <a:rect l="0" t="0" r="r" b="b"/>
            <a:pathLst>
              <a:path w="21600" h="21600" extrusionOk="0">
                <a:moveTo>
                  <a:pt x="21344" y="4670"/>
                </a:moveTo>
                <a:cubicBezTo>
                  <a:pt x="21344" y="4670"/>
                  <a:pt x="21173" y="2452"/>
                  <a:pt x="20490" y="1518"/>
                </a:cubicBezTo>
                <a:cubicBezTo>
                  <a:pt x="19722" y="350"/>
                  <a:pt x="18783" y="350"/>
                  <a:pt x="18356" y="234"/>
                </a:cubicBezTo>
                <a:cubicBezTo>
                  <a:pt x="15368" y="0"/>
                  <a:pt x="10843" y="0"/>
                  <a:pt x="10843" y="0"/>
                </a:cubicBezTo>
                <a:cubicBezTo>
                  <a:pt x="10757" y="0"/>
                  <a:pt x="10757" y="0"/>
                  <a:pt x="10757" y="0"/>
                </a:cubicBezTo>
                <a:cubicBezTo>
                  <a:pt x="10757" y="0"/>
                  <a:pt x="6232" y="0"/>
                  <a:pt x="3244" y="234"/>
                </a:cubicBezTo>
                <a:cubicBezTo>
                  <a:pt x="2817" y="350"/>
                  <a:pt x="1878" y="350"/>
                  <a:pt x="1110" y="1518"/>
                </a:cubicBezTo>
                <a:cubicBezTo>
                  <a:pt x="427" y="2452"/>
                  <a:pt x="256" y="4670"/>
                  <a:pt x="256" y="4670"/>
                </a:cubicBezTo>
                <a:cubicBezTo>
                  <a:pt x="256" y="4670"/>
                  <a:pt x="0" y="7122"/>
                  <a:pt x="0" y="9574"/>
                </a:cubicBezTo>
                <a:cubicBezTo>
                  <a:pt x="0" y="11909"/>
                  <a:pt x="0" y="11909"/>
                  <a:pt x="0" y="11909"/>
                </a:cubicBezTo>
                <a:cubicBezTo>
                  <a:pt x="0" y="14478"/>
                  <a:pt x="256" y="16930"/>
                  <a:pt x="256" y="16930"/>
                </a:cubicBezTo>
                <a:cubicBezTo>
                  <a:pt x="256" y="16930"/>
                  <a:pt x="427" y="19031"/>
                  <a:pt x="1110" y="19965"/>
                </a:cubicBezTo>
                <a:cubicBezTo>
                  <a:pt x="1878" y="21250"/>
                  <a:pt x="2988" y="21133"/>
                  <a:pt x="3500" y="21250"/>
                </a:cubicBezTo>
                <a:cubicBezTo>
                  <a:pt x="5208" y="21600"/>
                  <a:pt x="10843" y="21600"/>
                  <a:pt x="10843" y="21600"/>
                </a:cubicBezTo>
                <a:cubicBezTo>
                  <a:pt x="10843" y="21600"/>
                  <a:pt x="15368" y="21600"/>
                  <a:pt x="18356" y="21250"/>
                </a:cubicBezTo>
                <a:cubicBezTo>
                  <a:pt x="18783" y="21250"/>
                  <a:pt x="19722" y="21250"/>
                  <a:pt x="20490" y="19965"/>
                </a:cubicBezTo>
                <a:cubicBezTo>
                  <a:pt x="21173" y="19031"/>
                  <a:pt x="21344" y="16930"/>
                  <a:pt x="21344" y="16930"/>
                </a:cubicBezTo>
                <a:cubicBezTo>
                  <a:pt x="21344" y="16930"/>
                  <a:pt x="21600" y="14478"/>
                  <a:pt x="21600" y="11909"/>
                </a:cubicBezTo>
                <a:cubicBezTo>
                  <a:pt x="21600" y="9574"/>
                  <a:pt x="21600" y="9574"/>
                  <a:pt x="21600" y="9574"/>
                </a:cubicBezTo>
                <a:cubicBezTo>
                  <a:pt x="21600" y="7122"/>
                  <a:pt x="21344" y="4670"/>
                  <a:pt x="21344" y="4670"/>
                </a:cubicBezTo>
                <a:moveTo>
                  <a:pt x="8538" y="14828"/>
                </a:moveTo>
                <a:cubicBezTo>
                  <a:pt x="8538" y="6071"/>
                  <a:pt x="8538" y="6071"/>
                  <a:pt x="8538" y="6071"/>
                </a:cubicBezTo>
                <a:cubicBezTo>
                  <a:pt x="14428" y="10508"/>
                  <a:pt x="14428" y="10508"/>
                  <a:pt x="14428" y="10508"/>
                </a:cubicBezTo>
                <a:lnTo>
                  <a:pt x="8538" y="14828"/>
                </a:lnTo>
                <a:close/>
              </a:path>
            </a:pathLst>
          </a:custGeom>
          <a:solidFill>
            <a:schemeClr val="accent5"/>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241" name="Shape 241"/>
          <p:cNvSpPr/>
          <p:nvPr/>
        </p:nvSpPr>
        <p:spPr>
          <a:xfrm>
            <a:off x="4282247" y="6477129"/>
            <a:ext cx="279484" cy="224504"/>
          </a:xfrm>
          <a:custGeom>
            <a:avLst/>
            <a:gdLst/>
            <a:ahLst/>
            <a:cxnLst>
              <a:cxn ang="0">
                <a:pos x="wd2" y="hd2"/>
              </a:cxn>
              <a:cxn ang="5400000">
                <a:pos x="wd2" y="hd2"/>
              </a:cxn>
              <a:cxn ang="10800000">
                <a:pos x="wd2" y="hd2"/>
              </a:cxn>
              <a:cxn ang="16200000">
                <a:pos x="wd2" y="hd2"/>
              </a:cxn>
            </a:cxnLst>
            <a:rect l="0" t="0" r="r" b="b"/>
            <a:pathLst>
              <a:path w="21600" h="21600" extrusionOk="0">
                <a:moveTo>
                  <a:pt x="21057" y="405"/>
                </a:moveTo>
                <a:cubicBezTo>
                  <a:pt x="20189" y="1080"/>
                  <a:pt x="19212" y="1485"/>
                  <a:pt x="18235" y="1755"/>
                </a:cubicBezTo>
                <a:cubicBezTo>
                  <a:pt x="17367" y="675"/>
                  <a:pt x="16281" y="0"/>
                  <a:pt x="14979" y="0"/>
                </a:cubicBezTo>
                <a:cubicBezTo>
                  <a:pt x="12482" y="0"/>
                  <a:pt x="10529" y="2430"/>
                  <a:pt x="10529" y="5400"/>
                </a:cubicBezTo>
                <a:cubicBezTo>
                  <a:pt x="10529" y="5805"/>
                  <a:pt x="10529" y="6345"/>
                  <a:pt x="10637" y="6750"/>
                </a:cubicBezTo>
                <a:cubicBezTo>
                  <a:pt x="6947" y="6480"/>
                  <a:pt x="3690" y="4320"/>
                  <a:pt x="1411" y="945"/>
                </a:cubicBezTo>
                <a:cubicBezTo>
                  <a:pt x="1085" y="1755"/>
                  <a:pt x="868" y="2700"/>
                  <a:pt x="868" y="3780"/>
                </a:cubicBezTo>
                <a:cubicBezTo>
                  <a:pt x="868" y="5670"/>
                  <a:pt x="1628" y="7290"/>
                  <a:pt x="2822" y="8235"/>
                </a:cubicBezTo>
                <a:cubicBezTo>
                  <a:pt x="2062" y="8235"/>
                  <a:pt x="1411" y="7965"/>
                  <a:pt x="868" y="7560"/>
                </a:cubicBezTo>
                <a:cubicBezTo>
                  <a:pt x="868" y="7695"/>
                  <a:pt x="868" y="7695"/>
                  <a:pt x="868" y="7695"/>
                </a:cubicBezTo>
                <a:cubicBezTo>
                  <a:pt x="868" y="10260"/>
                  <a:pt x="2388" y="12555"/>
                  <a:pt x="4342" y="12960"/>
                </a:cubicBezTo>
                <a:cubicBezTo>
                  <a:pt x="4016" y="13095"/>
                  <a:pt x="3582" y="13230"/>
                  <a:pt x="3256" y="13230"/>
                </a:cubicBezTo>
                <a:cubicBezTo>
                  <a:pt x="2931" y="13230"/>
                  <a:pt x="2605" y="13095"/>
                  <a:pt x="2388" y="13095"/>
                </a:cubicBezTo>
                <a:cubicBezTo>
                  <a:pt x="2931" y="15255"/>
                  <a:pt x="4559" y="16875"/>
                  <a:pt x="6513" y="16875"/>
                </a:cubicBezTo>
                <a:cubicBezTo>
                  <a:pt x="4993" y="18360"/>
                  <a:pt x="3039" y="19170"/>
                  <a:pt x="977" y="19170"/>
                </a:cubicBezTo>
                <a:cubicBezTo>
                  <a:pt x="651" y="19170"/>
                  <a:pt x="326" y="19170"/>
                  <a:pt x="0" y="19170"/>
                </a:cubicBezTo>
                <a:cubicBezTo>
                  <a:pt x="1954" y="20655"/>
                  <a:pt x="4233" y="21600"/>
                  <a:pt x="6730" y="21600"/>
                </a:cubicBezTo>
                <a:cubicBezTo>
                  <a:pt x="14979" y="21600"/>
                  <a:pt x="19429" y="13230"/>
                  <a:pt x="19429" y="6075"/>
                </a:cubicBezTo>
                <a:cubicBezTo>
                  <a:pt x="19429" y="5805"/>
                  <a:pt x="19429" y="5670"/>
                  <a:pt x="19429" y="5400"/>
                </a:cubicBezTo>
                <a:cubicBezTo>
                  <a:pt x="20297" y="4590"/>
                  <a:pt x="21057" y="3645"/>
                  <a:pt x="21600" y="2565"/>
                </a:cubicBezTo>
                <a:cubicBezTo>
                  <a:pt x="20840" y="2970"/>
                  <a:pt x="19972" y="3240"/>
                  <a:pt x="19104" y="3375"/>
                </a:cubicBezTo>
                <a:cubicBezTo>
                  <a:pt x="19972" y="2700"/>
                  <a:pt x="20732" y="1620"/>
                  <a:pt x="21057" y="405"/>
                </a:cubicBezTo>
              </a:path>
            </a:pathLst>
          </a:custGeom>
          <a:solidFill>
            <a:srgbClr val="02ADE6"/>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242" name="Shape 242"/>
          <p:cNvSpPr/>
          <p:nvPr/>
        </p:nvSpPr>
        <p:spPr>
          <a:xfrm>
            <a:off x="4282458" y="7913717"/>
            <a:ext cx="279061" cy="280885"/>
          </a:xfrm>
          <a:custGeom>
            <a:avLst/>
            <a:gdLst/>
            <a:ahLst/>
            <a:cxnLst>
              <a:cxn ang="0">
                <a:pos x="wd2" y="hd2"/>
              </a:cxn>
              <a:cxn ang="5400000">
                <a:pos x="wd2" y="hd2"/>
              </a:cxn>
              <a:cxn ang="10800000">
                <a:pos x="wd2" y="hd2"/>
              </a:cxn>
              <a:cxn ang="16200000">
                <a:pos x="wd2" y="hd2"/>
              </a:cxn>
            </a:cxnLst>
            <a:rect l="0" t="0" r="r" b="b"/>
            <a:pathLst>
              <a:path w="21600" h="21600" extrusionOk="0">
                <a:moveTo>
                  <a:pt x="21254" y="10971"/>
                </a:moveTo>
                <a:cubicBezTo>
                  <a:pt x="21254" y="5314"/>
                  <a:pt x="16589" y="857"/>
                  <a:pt x="10886" y="857"/>
                </a:cubicBezTo>
                <a:cubicBezTo>
                  <a:pt x="10368" y="857"/>
                  <a:pt x="9677" y="857"/>
                  <a:pt x="9158" y="1029"/>
                </a:cubicBezTo>
                <a:cubicBezTo>
                  <a:pt x="8122" y="343"/>
                  <a:pt x="7085" y="0"/>
                  <a:pt x="5875" y="0"/>
                </a:cubicBezTo>
                <a:cubicBezTo>
                  <a:pt x="2592" y="0"/>
                  <a:pt x="0" y="2743"/>
                  <a:pt x="0" y="6000"/>
                </a:cubicBezTo>
                <a:cubicBezTo>
                  <a:pt x="0" y="7029"/>
                  <a:pt x="173" y="8057"/>
                  <a:pt x="691" y="8914"/>
                </a:cubicBezTo>
                <a:cubicBezTo>
                  <a:pt x="691" y="9600"/>
                  <a:pt x="518" y="10286"/>
                  <a:pt x="518" y="10971"/>
                </a:cubicBezTo>
                <a:cubicBezTo>
                  <a:pt x="518" y="16457"/>
                  <a:pt x="5184" y="21086"/>
                  <a:pt x="10886" y="21086"/>
                </a:cubicBezTo>
                <a:cubicBezTo>
                  <a:pt x="11578" y="21086"/>
                  <a:pt x="12096" y="21086"/>
                  <a:pt x="12787" y="20914"/>
                </a:cubicBezTo>
                <a:cubicBezTo>
                  <a:pt x="13651" y="21257"/>
                  <a:pt x="14515" y="21600"/>
                  <a:pt x="15552" y="21600"/>
                </a:cubicBezTo>
                <a:cubicBezTo>
                  <a:pt x="19008" y="21600"/>
                  <a:pt x="21600" y="19029"/>
                  <a:pt x="21600" y="15771"/>
                </a:cubicBezTo>
                <a:cubicBezTo>
                  <a:pt x="21600" y="14743"/>
                  <a:pt x="21427" y="13886"/>
                  <a:pt x="21082" y="13029"/>
                </a:cubicBezTo>
                <a:cubicBezTo>
                  <a:pt x="21082" y="12343"/>
                  <a:pt x="21254" y="11657"/>
                  <a:pt x="21254" y="10971"/>
                </a:cubicBezTo>
                <a:moveTo>
                  <a:pt x="16243" y="15771"/>
                </a:moveTo>
                <a:cubicBezTo>
                  <a:pt x="15725" y="16457"/>
                  <a:pt x="15034" y="16971"/>
                  <a:pt x="14170" y="17314"/>
                </a:cubicBezTo>
                <a:cubicBezTo>
                  <a:pt x="13133" y="17657"/>
                  <a:pt x="12096" y="17829"/>
                  <a:pt x="10886" y="17829"/>
                </a:cubicBezTo>
                <a:cubicBezTo>
                  <a:pt x="9331" y="17829"/>
                  <a:pt x="8122" y="17657"/>
                  <a:pt x="7085" y="17143"/>
                </a:cubicBezTo>
                <a:cubicBezTo>
                  <a:pt x="6394" y="16800"/>
                  <a:pt x="5875" y="16286"/>
                  <a:pt x="5530" y="15600"/>
                </a:cubicBezTo>
                <a:cubicBezTo>
                  <a:pt x="5011" y="15086"/>
                  <a:pt x="4838" y="14400"/>
                  <a:pt x="4838" y="13886"/>
                </a:cubicBezTo>
                <a:cubicBezTo>
                  <a:pt x="4838" y="13371"/>
                  <a:pt x="5011" y="13200"/>
                  <a:pt x="5184" y="12857"/>
                </a:cubicBezTo>
                <a:cubicBezTo>
                  <a:pt x="5530" y="12686"/>
                  <a:pt x="5875" y="12514"/>
                  <a:pt x="6221" y="12514"/>
                </a:cubicBezTo>
                <a:cubicBezTo>
                  <a:pt x="6739" y="12514"/>
                  <a:pt x="6912" y="12514"/>
                  <a:pt x="7258" y="12857"/>
                </a:cubicBezTo>
                <a:cubicBezTo>
                  <a:pt x="7430" y="13029"/>
                  <a:pt x="7603" y="13200"/>
                  <a:pt x="7776" y="13714"/>
                </a:cubicBezTo>
                <a:cubicBezTo>
                  <a:pt x="7949" y="14057"/>
                  <a:pt x="8122" y="14400"/>
                  <a:pt x="8467" y="14743"/>
                </a:cubicBezTo>
                <a:cubicBezTo>
                  <a:pt x="8640" y="14914"/>
                  <a:pt x="8986" y="15086"/>
                  <a:pt x="9331" y="15257"/>
                </a:cubicBezTo>
                <a:cubicBezTo>
                  <a:pt x="9677" y="15429"/>
                  <a:pt x="10195" y="15600"/>
                  <a:pt x="10714" y="15600"/>
                </a:cubicBezTo>
                <a:cubicBezTo>
                  <a:pt x="11578" y="15600"/>
                  <a:pt x="12269" y="15429"/>
                  <a:pt x="12787" y="15086"/>
                </a:cubicBezTo>
                <a:cubicBezTo>
                  <a:pt x="13306" y="14743"/>
                  <a:pt x="13651" y="14229"/>
                  <a:pt x="13651" y="13886"/>
                </a:cubicBezTo>
                <a:cubicBezTo>
                  <a:pt x="13651" y="13371"/>
                  <a:pt x="13478" y="13029"/>
                  <a:pt x="13306" y="12857"/>
                </a:cubicBezTo>
                <a:cubicBezTo>
                  <a:pt x="12960" y="12514"/>
                  <a:pt x="12614" y="12343"/>
                  <a:pt x="12096" y="12171"/>
                </a:cubicBezTo>
                <a:cubicBezTo>
                  <a:pt x="11578" y="12171"/>
                  <a:pt x="11059" y="12000"/>
                  <a:pt x="10195" y="11829"/>
                </a:cubicBezTo>
                <a:cubicBezTo>
                  <a:pt x="9158" y="11486"/>
                  <a:pt x="8294" y="11314"/>
                  <a:pt x="7603" y="10971"/>
                </a:cubicBezTo>
                <a:cubicBezTo>
                  <a:pt x="6739" y="10629"/>
                  <a:pt x="6221" y="10286"/>
                  <a:pt x="5702" y="9771"/>
                </a:cubicBezTo>
                <a:cubicBezTo>
                  <a:pt x="5357" y="9257"/>
                  <a:pt x="5011" y="8571"/>
                  <a:pt x="5011" y="7714"/>
                </a:cubicBezTo>
                <a:cubicBezTo>
                  <a:pt x="5011" y="6857"/>
                  <a:pt x="5357" y="6171"/>
                  <a:pt x="5702" y="5657"/>
                </a:cubicBezTo>
                <a:cubicBezTo>
                  <a:pt x="6221" y="4971"/>
                  <a:pt x="6912" y="4629"/>
                  <a:pt x="7776" y="4286"/>
                </a:cubicBezTo>
                <a:cubicBezTo>
                  <a:pt x="8640" y="3943"/>
                  <a:pt x="9677" y="3771"/>
                  <a:pt x="10886" y="3771"/>
                </a:cubicBezTo>
                <a:cubicBezTo>
                  <a:pt x="11750" y="3771"/>
                  <a:pt x="12614" y="3943"/>
                  <a:pt x="13306" y="4114"/>
                </a:cubicBezTo>
                <a:cubicBezTo>
                  <a:pt x="13997" y="4286"/>
                  <a:pt x="14515" y="4629"/>
                  <a:pt x="14861" y="4971"/>
                </a:cubicBezTo>
                <a:cubicBezTo>
                  <a:pt x="15379" y="5314"/>
                  <a:pt x="15725" y="5657"/>
                  <a:pt x="15898" y="6000"/>
                </a:cubicBezTo>
                <a:cubicBezTo>
                  <a:pt x="16243" y="6514"/>
                  <a:pt x="16243" y="6857"/>
                  <a:pt x="16243" y="7200"/>
                </a:cubicBezTo>
                <a:cubicBezTo>
                  <a:pt x="16243" y="7543"/>
                  <a:pt x="16070" y="7886"/>
                  <a:pt x="15898" y="8229"/>
                </a:cubicBezTo>
                <a:cubicBezTo>
                  <a:pt x="15552" y="8400"/>
                  <a:pt x="15206" y="8571"/>
                  <a:pt x="14861" y="8571"/>
                </a:cubicBezTo>
                <a:cubicBezTo>
                  <a:pt x="14342" y="8571"/>
                  <a:pt x="14170" y="8571"/>
                  <a:pt x="13824" y="8400"/>
                </a:cubicBezTo>
                <a:cubicBezTo>
                  <a:pt x="13651" y="8229"/>
                  <a:pt x="13478" y="7886"/>
                  <a:pt x="13306" y="7543"/>
                </a:cubicBezTo>
                <a:cubicBezTo>
                  <a:pt x="12960" y="7029"/>
                  <a:pt x="12787" y="6686"/>
                  <a:pt x="12269" y="6514"/>
                </a:cubicBezTo>
                <a:cubicBezTo>
                  <a:pt x="11923" y="6171"/>
                  <a:pt x="11405" y="6000"/>
                  <a:pt x="10541" y="6000"/>
                </a:cubicBezTo>
                <a:cubicBezTo>
                  <a:pt x="9850" y="6000"/>
                  <a:pt x="9331" y="6171"/>
                  <a:pt x="8813" y="6514"/>
                </a:cubicBezTo>
                <a:cubicBezTo>
                  <a:pt x="8467" y="6686"/>
                  <a:pt x="8122" y="7029"/>
                  <a:pt x="8122" y="7371"/>
                </a:cubicBezTo>
                <a:cubicBezTo>
                  <a:pt x="8122" y="7714"/>
                  <a:pt x="8294" y="7886"/>
                  <a:pt x="8467" y="8057"/>
                </a:cubicBezTo>
                <a:cubicBezTo>
                  <a:pt x="8467" y="8229"/>
                  <a:pt x="8813" y="8400"/>
                  <a:pt x="8986" y="8571"/>
                </a:cubicBezTo>
                <a:cubicBezTo>
                  <a:pt x="9331" y="8571"/>
                  <a:pt x="9504" y="8743"/>
                  <a:pt x="9850" y="8743"/>
                </a:cubicBezTo>
                <a:cubicBezTo>
                  <a:pt x="10195" y="8914"/>
                  <a:pt x="10541" y="9086"/>
                  <a:pt x="11232" y="9086"/>
                </a:cubicBezTo>
                <a:cubicBezTo>
                  <a:pt x="12096" y="9257"/>
                  <a:pt x="12960" y="9600"/>
                  <a:pt x="13478" y="9771"/>
                </a:cubicBezTo>
                <a:cubicBezTo>
                  <a:pt x="14170" y="9943"/>
                  <a:pt x="14861" y="10286"/>
                  <a:pt x="15379" y="10457"/>
                </a:cubicBezTo>
                <a:cubicBezTo>
                  <a:pt x="15898" y="10800"/>
                  <a:pt x="16243" y="11314"/>
                  <a:pt x="16416" y="11657"/>
                </a:cubicBezTo>
                <a:cubicBezTo>
                  <a:pt x="16762" y="12171"/>
                  <a:pt x="16934" y="12857"/>
                  <a:pt x="16934" y="13543"/>
                </a:cubicBezTo>
                <a:cubicBezTo>
                  <a:pt x="16934" y="14400"/>
                  <a:pt x="16762" y="15086"/>
                  <a:pt x="16243" y="15771"/>
                </a:cubicBezTo>
              </a:path>
            </a:pathLst>
          </a:custGeom>
          <a:solidFill>
            <a:srgbClr val="00ABEA"/>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243" name="Shape 243"/>
          <p:cNvSpPr/>
          <p:nvPr/>
        </p:nvSpPr>
        <p:spPr>
          <a:xfrm>
            <a:off x="4103727" y="6873891"/>
            <a:ext cx="2935629" cy="585021"/>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just" defTabSz="1828800">
              <a:lnSpc>
                <a:spcPct val="120000"/>
              </a:lnSpc>
              <a:defRPr sz="1200">
                <a:solidFill>
                  <a:srgbClr val="A6A6A6"/>
                </a:solidFill>
                <a:latin typeface="Montserrat"/>
                <a:ea typeface="Montserrat"/>
                <a:cs typeface="Montserrat"/>
                <a:sym typeface="Montserrat"/>
              </a:defRPr>
            </a:lvl1pPr>
          </a:lstStyle>
          <a:p>
            <a:r>
              <a:t>Lorem ipsum dolor sit amet, con sectetur teda adipiscing elit.</a:t>
            </a:r>
          </a:p>
        </p:txBody>
      </p:sp>
      <p:sp>
        <p:nvSpPr>
          <p:cNvPr id="244" name="Shape 244"/>
          <p:cNvSpPr/>
          <p:nvPr/>
        </p:nvSpPr>
        <p:spPr>
          <a:xfrm>
            <a:off x="4829959" y="6413486"/>
            <a:ext cx="1320400" cy="434522"/>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800">
                <a:solidFill>
                  <a:srgbClr val="1F608B"/>
                </a:solidFill>
                <a:latin typeface="Montserrat Bold"/>
                <a:ea typeface="Montserrat Bold"/>
                <a:cs typeface="Montserrat Bold"/>
                <a:sym typeface="Montserrat Bold"/>
              </a:defRPr>
            </a:lvl1pPr>
          </a:lstStyle>
          <a:p>
            <a:r>
              <a:t>105.557</a:t>
            </a:r>
          </a:p>
        </p:txBody>
      </p:sp>
      <p:sp>
        <p:nvSpPr>
          <p:cNvPr id="245" name="Shape 245"/>
          <p:cNvSpPr/>
          <p:nvPr/>
        </p:nvSpPr>
        <p:spPr>
          <a:xfrm>
            <a:off x="4103727" y="8317361"/>
            <a:ext cx="2935629" cy="585021"/>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just" defTabSz="1828800">
              <a:lnSpc>
                <a:spcPct val="120000"/>
              </a:lnSpc>
              <a:defRPr sz="1200">
                <a:solidFill>
                  <a:srgbClr val="A6A6A6"/>
                </a:solidFill>
                <a:latin typeface="Montserrat"/>
                <a:ea typeface="Montserrat"/>
                <a:cs typeface="Montserrat"/>
                <a:sym typeface="Montserrat"/>
              </a:defRPr>
            </a:lvl1pPr>
          </a:lstStyle>
          <a:p>
            <a:r>
              <a:t>Lorem ipsum dolor sit amet, con sectetur teda adipiscing elit.</a:t>
            </a:r>
          </a:p>
        </p:txBody>
      </p:sp>
      <p:sp>
        <p:nvSpPr>
          <p:cNvPr id="246" name="Shape 246"/>
          <p:cNvSpPr/>
          <p:nvPr/>
        </p:nvSpPr>
        <p:spPr>
          <a:xfrm>
            <a:off x="4829959" y="7858176"/>
            <a:ext cx="1320400" cy="434521"/>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800">
                <a:solidFill>
                  <a:srgbClr val="1F608B"/>
                </a:solidFill>
                <a:latin typeface="Montserrat Bold"/>
                <a:ea typeface="Montserrat Bold"/>
                <a:cs typeface="Montserrat Bold"/>
                <a:sym typeface="Montserrat Bold"/>
              </a:defRPr>
            </a:lvl1pPr>
          </a:lstStyle>
          <a:p>
            <a:r>
              <a:t>126.658</a:t>
            </a:r>
          </a:p>
        </p:txBody>
      </p:sp>
      <p:sp>
        <p:nvSpPr>
          <p:cNvPr id="247" name="Shape 247"/>
          <p:cNvSpPr/>
          <p:nvPr/>
        </p:nvSpPr>
        <p:spPr>
          <a:xfrm>
            <a:off x="733044" y="8317360"/>
            <a:ext cx="2935629" cy="585021"/>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just" defTabSz="1828800">
              <a:lnSpc>
                <a:spcPct val="120000"/>
              </a:lnSpc>
              <a:defRPr sz="1200">
                <a:solidFill>
                  <a:srgbClr val="A6A6A6"/>
                </a:solidFill>
                <a:latin typeface="Montserrat"/>
                <a:ea typeface="Montserrat"/>
                <a:cs typeface="Montserrat"/>
                <a:sym typeface="Montserrat"/>
              </a:defRPr>
            </a:lvl1pPr>
          </a:lstStyle>
          <a:p>
            <a:r>
              <a:t>Lorem ipsum dolor sit amet, con sectetur teda adipiscing elit.</a:t>
            </a:r>
          </a:p>
        </p:txBody>
      </p:sp>
      <p:sp>
        <p:nvSpPr>
          <p:cNvPr id="248" name="Shape 248"/>
          <p:cNvSpPr/>
          <p:nvPr/>
        </p:nvSpPr>
        <p:spPr>
          <a:xfrm>
            <a:off x="1459276" y="7858175"/>
            <a:ext cx="1320400" cy="434521"/>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800">
                <a:solidFill>
                  <a:srgbClr val="1F608B"/>
                </a:solidFill>
                <a:latin typeface="Montserrat Bold"/>
                <a:ea typeface="Montserrat Bold"/>
                <a:cs typeface="Montserrat Bold"/>
                <a:sym typeface="Montserrat Bold"/>
              </a:defRPr>
            </a:lvl1pPr>
          </a:lstStyle>
          <a:p>
            <a:r>
              <a:t>126.658</a:t>
            </a:r>
          </a:p>
        </p:txBody>
      </p:sp>
      <p:sp>
        <p:nvSpPr>
          <p:cNvPr id="249" name="Shape 249"/>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4E8F43"/>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Shape 251"/>
          <p:cNvSpPr/>
          <p:nvPr/>
        </p:nvSpPr>
        <p:spPr>
          <a:xfrm>
            <a:off x="580849" y="703765"/>
            <a:ext cx="6610703" cy="4445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spAutoFit/>
          </a:bodyPr>
          <a:lstStyle/>
          <a:p>
            <a:pPr defTabSz="584200">
              <a:defRPr sz="2300">
                <a:latin typeface="Montserrat Bold"/>
                <a:ea typeface="Montserrat Bold"/>
                <a:cs typeface="Montserrat Bold"/>
                <a:sym typeface="Montserrat Bold"/>
              </a:defRPr>
            </a:pPr>
            <a:r>
              <a:t>¿ </a:t>
            </a:r>
            <a:r>
              <a:rPr>
                <a:latin typeface="Montserrat Black"/>
                <a:ea typeface="Montserrat Black"/>
                <a:cs typeface="Montserrat Black"/>
                <a:sym typeface="Montserrat Black"/>
              </a:rPr>
              <a:t>Q U É </a:t>
            </a:r>
            <a:r>
              <a:t> I N C L U Y E  </a:t>
            </a:r>
            <a:r>
              <a:rPr>
                <a:latin typeface="Montserrat Black"/>
                <a:ea typeface="Montserrat Black"/>
                <a:cs typeface="Montserrat Black"/>
                <a:sym typeface="Montserrat Black"/>
              </a:rPr>
              <a:t>E L</a:t>
            </a:r>
            <a:r>
              <a:t>  P R O G R A M A ?</a:t>
            </a:r>
          </a:p>
        </p:txBody>
      </p:sp>
      <p:sp>
        <p:nvSpPr>
          <p:cNvPr id="252" name="Shape 252"/>
          <p:cNvSpPr/>
          <p:nvPr/>
        </p:nvSpPr>
        <p:spPr>
          <a:xfrm>
            <a:off x="1173024" y="1898609"/>
            <a:ext cx="672534" cy="672534"/>
          </a:xfrm>
          <a:prstGeom prst="ellipse">
            <a:avLst/>
          </a:prstGeom>
          <a:ln w="38100">
            <a:solidFill>
              <a:srgbClr val="6FC661"/>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53" name="Shape 253"/>
          <p:cNvSpPr/>
          <p:nvPr/>
        </p:nvSpPr>
        <p:spPr>
          <a:xfrm>
            <a:off x="1173024" y="3001116"/>
            <a:ext cx="672534" cy="672534"/>
          </a:xfrm>
          <a:prstGeom prst="ellipse">
            <a:avLst/>
          </a:prstGeom>
          <a:ln w="38100">
            <a:solidFill>
              <a:srgbClr val="6FC661"/>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54" name="Shape 254"/>
          <p:cNvSpPr/>
          <p:nvPr/>
        </p:nvSpPr>
        <p:spPr>
          <a:xfrm>
            <a:off x="1172597" y="4164528"/>
            <a:ext cx="672534" cy="672534"/>
          </a:xfrm>
          <a:prstGeom prst="ellipse">
            <a:avLst/>
          </a:prstGeom>
          <a:ln w="38100">
            <a:solidFill>
              <a:srgbClr val="6FC661"/>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55" name="Shape 255"/>
          <p:cNvSpPr/>
          <p:nvPr/>
        </p:nvSpPr>
        <p:spPr>
          <a:xfrm>
            <a:off x="1904053" y="2102619"/>
            <a:ext cx="4714800" cy="598781"/>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56" name="Shape 256"/>
          <p:cNvSpPr/>
          <p:nvPr/>
        </p:nvSpPr>
        <p:spPr>
          <a:xfrm>
            <a:off x="1904053" y="1737255"/>
            <a:ext cx="2993752"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1 Sesión Para Crear Tu Estilo</a:t>
            </a:r>
          </a:p>
        </p:txBody>
      </p:sp>
      <p:sp>
        <p:nvSpPr>
          <p:cNvPr id="257" name="Shape 257"/>
          <p:cNvSpPr/>
          <p:nvPr/>
        </p:nvSpPr>
        <p:spPr>
          <a:xfrm>
            <a:off x="1900878" y="3219533"/>
            <a:ext cx="4714800" cy="660675"/>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58" name="Shape 258"/>
          <p:cNvSpPr/>
          <p:nvPr/>
        </p:nvSpPr>
        <p:spPr>
          <a:xfrm>
            <a:off x="1900878" y="2854169"/>
            <a:ext cx="3806578"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1 Sesión con Planificación Personalizada</a:t>
            </a:r>
          </a:p>
        </p:txBody>
      </p:sp>
      <p:sp>
        <p:nvSpPr>
          <p:cNvPr id="259" name="Shape 259"/>
          <p:cNvSpPr/>
          <p:nvPr/>
        </p:nvSpPr>
        <p:spPr>
          <a:xfrm>
            <a:off x="1900878" y="4398341"/>
            <a:ext cx="4714800" cy="660675"/>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60" name="Shape 260"/>
          <p:cNvSpPr/>
          <p:nvPr/>
        </p:nvSpPr>
        <p:spPr>
          <a:xfrm>
            <a:off x="1900878" y="4032977"/>
            <a:ext cx="3806578"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1 Mini Sesión Para Planificar tu Vestidor</a:t>
            </a:r>
          </a:p>
        </p:txBody>
      </p:sp>
      <p:sp>
        <p:nvSpPr>
          <p:cNvPr id="261" name="Shape 261"/>
          <p:cNvSpPr/>
          <p:nvPr/>
        </p:nvSpPr>
        <p:spPr>
          <a:xfrm>
            <a:off x="1371503" y="4309127"/>
            <a:ext cx="279125" cy="334069"/>
          </a:xfrm>
          <a:custGeom>
            <a:avLst/>
            <a:gdLst/>
            <a:ahLst/>
            <a:cxnLst>
              <a:cxn ang="0">
                <a:pos x="wd2" y="hd2"/>
              </a:cxn>
              <a:cxn ang="5400000">
                <a:pos x="wd2" y="hd2"/>
              </a:cxn>
              <a:cxn ang="10800000">
                <a:pos x="wd2" y="hd2"/>
              </a:cxn>
              <a:cxn ang="16200000">
                <a:pos x="wd2" y="hd2"/>
              </a:cxn>
            </a:cxnLst>
            <a:rect l="0" t="0" r="r" b="b"/>
            <a:pathLst>
              <a:path w="21321" h="21480" extrusionOk="0">
                <a:moveTo>
                  <a:pt x="9783" y="16894"/>
                </a:moveTo>
                <a:cubicBezTo>
                  <a:pt x="9938" y="16970"/>
                  <a:pt x="10003" y="17124"/>
                  <a:pt x="9885" y="17332"/>
                </a:cubicBezTo>
                <a:cubicBezTo>
                  <a:pt x="9392" y="18361"/>
                  <a:pt x="8169" y="20221"/>
                  <a:pt x="6453" y="21052"/>
                </a:cubicBezTo>
                <a:cubicBezTo>
                  <a:pt x="5959" y="21250"/>
                  <a:pt x="5466" y="21052"/>
                  <a:pt x="5724" y="20636"/>
                </a:cubicBezTo>
                <a:cubicBezTo>
                  <a:pt x="6195" y="19607"/>
                  <a:pt x="7182" y="17965"/>
                  <a:pt x="9133" y="16916"/>
                </a:cubicBezTo>
                <a:cubicBezTo>
                  <a:pt x="9380" y="16817"/>
                  <a:pt x="9627" y="16817"/>
                  <a:pt x="9783" y="16894"/>
                </a:cubicBezTo>
                <a:close/>
                <a:moveTo>
                  <a:pt x="7507" y="15415"/>
                </a:moveTo>
                <a:cubicBezTo>
                  <a:pt x="7657" y="15491"/>
                  <a:pt x="7716" y="15644"/>
                  <a:pt x="7598" y="15841"/>
                </a:cubicBezTo>
                <a:cubicBezTo>
                  <a:pt x="6870" y="17281"/>
                  <a:pt x="5389" y="19963"/>
                  <a:pt x="2452" y="21403"/>
                </a:cubicBezTo>
                <a:cubicBezTo>
                  <a:pt x="1958" y="21600"/>
                  <a:pt x="1723" y="21403"/>
                  <a:pt x="1958" y="20989"/>
                </a:cubicBezTo>
                <a:cubicBezTo>
                  <a:pt x="2452" y="19549"/>
                  <a:pt x="3932" y="16867"/>
                  <a:pt x="6870" y="15447"/>
                </a:cubicBezTo>
                <a:cubicBezTo>
                  <a:pt x="7117" y="15339"/>
                  <a:pt x="7358" y="15339"/>
                  <a:pt x="7507" y="15415"/>
                </a:cubicBezTo>
                <a:close/>
                <a:moveTo>
                  <a:pt x="5309" y="13965"/>
                </a:moveTo>
                <a:cubicBezTo>
                  <a:pt x="5462" y="14068"/>
                  <a:pt x="5521" y="14275"/>
                  <a:pt x="5392" y="14482"/>
                </a:cubicBezTo>
                <a:cubicBezTo>
                  <a:pt x="4898" y="15506"/>
                  <a:pt x="3675" y="17140"/>
                  <a:pt x="1959" y="18165"/>
                </a:cubicBezTo>
                <a:cubicBezTo>
                  <a:pt x="1231" y="18361"/>
                  <a:pt x="996" y="18165"/>
                  <a:pt x="1231" y="17751"/>
                </a:cubicBezTo>
                <a:cubicBezTo>
                  <a:pt x="1724" y="16727"/>
                  <a:pt x="2712" y="15092"/>
                  <a:pt x="4663" y="14068"/>
                </a:cubicBezTo>
                <a:cubicBezTo>
                  <a:pt x="4910" y="13861"/>
                  <a:pt x="5157" y="13861"/>
                  <a:pt x="5309" y="13965"/>
                </a:cubicBezTo>
                <a:close/>
                <a:moveTo>
                  <a:pt x="13629" y="6116"/>
                </a:moveTo>
                <a:cubicBezTo>
                  <a:pt x="13169" y="6141"/>
                  <a:pt x="12739" y="6294"/>
                  <a:pt x="12373" y="6602"/>
                </a:cubicBezTo>
                <a:cubicBezTo>
                  <a:pt x="12373" y="6800"/>
                  <a:pt x="12373" y="6800"/>
                  <a:pt x="12114" y="7018"/>
                </a:cubicBezTo>
                <a:cubicBezTo>
                  <a:pt x="11642" y="7831"/>
                  <a:pt x="11878" y="8881"/>
                  <a:pt x="13104" y="9278"/>
                </a:cubicBezTo>
                <a:cubicBezTo>
                  <a:pt x="13835" y="9694"/>
                  <a:pt x="15062" y="9694"/>
                  <a:pt x="15557" y="9080"/>
                </a:cubicBezTo>
                <a:cubicBezTo>
                  <a:pt x="15816" y="8881"/>
                  <a:pt x="15816" y="8881"/>
                  <a:pt x="15816" y="8663"/>
                </a:cubicBezTo>
                <a:cubicBezTo>
                  <a:pt x="16547" y="7831"/>
                  <a:pt x="16052" y="6800"/>
                  <a:pt x="15062" y="6403"/>
                </a:cubicBezTo>
                <a:cubicBezTo>
                  <a:pt x="14578" y="6195"/>
                  <a:pt x="14089" y="6091"/>
                  <a:pt x="13629" y="6116"/>
                </a:cubicBezTo>
                <a:close/>
                <a:moveTo>
                  <a:pt x="20721" y="0"/>
                </a:moveTo>
                <a:lnTo>
                  <a:pt x="20957" y="0"/>
                </a:lnTo>
                <a:cubicBezTo>
                  <a:pt x="21216" y="0"/>
                  <a:pt x="21452" y="0"/>
                  <a:pt x="21216" y="198"/>
                </a:cubicBezTo>
                <a:lnTo>
                  <a:pt x="21216" y="397"/>
                </a:lnTo>
                <a:cubicBezTo>
                  <a:pt x="21452" y="615"/>
                  <a:pt x="21216" y="615"/>
                  <a:pt x="21216" y="813"/>
                </a:cubicBezTo>
                <a:cubicBezTo>
                  <a:pt x="21216" y="1031"/>
                  <a:pt x="21216" y="1447"/>
                  <a:pt x="21216" y="1844"/>
                </a:cubicBezTo>
                <a:cubicBezTo>
                  <a:pt x="21216" y="2478"/>
                  <a:pt x="21216" y="3291"/>
                  <a:pt x="20957" y="4123"/>
                </a:cubicBezTo>
                <a:cubicBezTo>
                  <a:pt x="20957" y="4322"/>
                  <a:pt x="20957" y="4322"/>
                  <a:pt x="20957" y="4540"/>
                </a:cubicBezTo>
                <a:cubicBezTo>
                  <a:pt x="20721" y="4956"/>
                  <a:pt x="20721" y="5154"/>
                  <a:pt x="20721" y="5353"/>
                </a:cubicBezTo>
                <a:cubicBezTo>
                  <a:pt x="20462" y="5987"/>
                  <a:pt x="20226" y="6602"/>
                  <a:pt x="19966" y="7018"/>
                </a:cubicBezTo>
                <a:cubicBezTo>
                  <a:pt x="19259" y="8465"/>
                  <a:pt x="18269" y="9912"/>
                  <a:pt x="16783" y="11558"/>
                </a:cubicBezTo>
                <a:cubicBezTo>
                  <a:pt x="16547" y="11756"/>
                  <a:pt x="16311" y="12588"/>
                  <a:pt x="16311" y="13005"/>
                </a:cubicBezTo>
                <a:cubicBezTo>
                  <a:pt x="16783" y="14650"/>
                  <a:pt x="17042" y="18357"/>
                  <a:pt x="13104" y="20221"/>
                </a:cubicBezTo>
                <a:cubicBezTo>
                  <a:pt x="12609" y="20637"/>
                  <a:pt x="12114" y="20439"/>
                  <a:pt x="12373" y="19805"/>
                </a:cubicBezTo>
                <a:cubicBezTo>
                  <a:pt x="12373" y="17545"/>
                  <a:pt x="11383" y="12172"/>
                  <a:pt x="819" y="12390"/>
                </a:cubicBezTo>
                <a:cubicBezTo>
                  <a:pt x="88" y="12390"/>
                  <a:pt x="-148" y="11974"/>
                  <a:pt x="88" y="11558"/>
                </a:cubicBezTo>
                <a:cubicBezTo>
                  <a:pt x="819" y="10110"/>
                  <a:pt x="2800" y="7216"/>
                  <a:pt x="7704" y="7434"/>
                </a:cubicBezTo>
                <a:cubicBezTo>
                  <a:pt x="8200" y="7434"/>
                  <a:pt x="8931" y="7018"/>
                  <a:pt x="9166" y="6602"/>
                </a:cubicBezTo>
                <a:cubicBezTo>
                  <a:pt x="10157" y="5571"/>
                  <a:pt x="11878" y="3509"/>
                  <a:pt x="14826" y="2062"/>
                </a:cubicBezTo>
                <a:cubicBezTo>
                  <a:pt x="16547" y="1031"/>
                  <a:pt x="18009" y="615"/>
                  <a:pt x="19000" y="397"/>
                </a:cubicBezTo>
                <a:cubicBezTo>
                  <a:pt x="19731" y="397"/>
                  <a:pt x="20226" y="397"/>
                  <a:pt x="20226" y="198"/>
                </a:cubicBezTo>
                <a:cubicBezTo>
                  <a:pt x="20462" y="198"/>
                  <a:pt x="20462" y="0"/>
                  <a:pt x="20721" y="0"/>
                </a:cubicBezTo>
                <a:close/>
              </a:path>
            </a:pathLst>
          </a:custGeom>
          <a:solidFill>
            <a:srgbClr val="6FC661"/>
          </a:solidFill>
          <a:ln w="3175">
            <a:miter lim="400000"/>
          </a:ln>
        </p:spPr>
        <p:txBody>
          <a:bodyPr lIns="45718" tIns="45718" rIns="45718" bIns="45718" anchor="ctr"/>
          <a:lstStyle/>
          <a:p>
            <a:pPr algn="l" defTabSz="1828800">
              <a:defRPr sz="4800">
                <a:latin typeface="Open Sans"/>
                <a:ea typeface="Open Sans"/>
                <a:cs typeface="Open Sans"/>
                <a:sym typeface="Open Sans"/>
              </a:defRPr>
            </a:pPr>
            <a:endParaRPr/>
          </a:p>
        </p:txBody>
      </p:sp>
      <p:sp>
        <p:nvSpPr>
          <p:cNvPr id="262" name="Shape 262"/>
          <p:cNvSpPr/>
          <p:nvPr/>
        </p:nvSpPr>
        <p:spPr>
          <a:xfrm>
            <a:off x="1175772" y="5343336"/>
            <a:ext cx="672534" cy="672534"/>
          </a:xfrm>
          <a:prstGeom prst="ellipse">
            <a:avLst/>
          </a:prstGeom>
          <a:ln w="38100">
            <a:solidFill>
              <a:srgbClr val="6FC661"/>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63" name="Shape 263"/>
          <p:cNvSpPr/>
          <p:nvPr/>
        </p:nvSpPr>
        <p:spPr>
          <a:xfrm>
            <a:off x="1900878" y="5577149"/>
            <a:ext cx="4714800" cy="660675"/>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64" name="Shape 264"/>
          <p:cNvSpPr/>
          <p:nvPr/>
        </p:nvSpPr>
        <p:spPr>
          <a:xfrm>
            <a:off x="1900878" y="5211785"/>
            <a:ext cx="3267000"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3 Viajes A Tu Probador Perfecto</a:t>
            </a:r>
          </a:p>
        </p:txBody>
      </p:sp>
      <p:sp>
        <p:nvSpPr>
          <p:cNvPr id="265" name="Shape 265"/>
          <p:cNvSpPr/>
          <p:nvPr/>
        </p:nvSpPr>
        <p:spPr>
          <a:xfrm>
            <a:off x="1175772" y="6604561"/>
            <a:ext cx="672534" cy="672534"/>
          </a:xfrm>
          <a:prstGeom prst="ellipse">
            <a:avLst/>
          </a:prstGeom>
          <a:ln w="38100">
            <a:solidFill>
              <a:srgbClr val="6FC661"/>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66" name="Shape 266"/>
          <p:cNvSpPr/>
          <p:nvPr/>
        </p:nvSpPr>
        <p:spPr>
          <a:xfrm>
            <a:off x="1904053" y="6838374"/>
            <a:ext cx="4714800" cy="660676"/>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67" name="Shape 267"/>
          <p:cNvSpPr/>
          <p:nvPr/>
        </p:nvSpPr>
        <p:spPr>
          <a:xfrm>
            <a:off x="1904053" y="6473010"/>
            <a:ext cx="3800228"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2 Sesiones de Ajuste Perfecto</a:t>
            </a:r>
          </a:p>
        </p:txBody>
      </p:sp>
      <p:sp>
        <p:nvSpPr>
          <p:cNvPr id="268" name="Shape 268"/>
          <p:cNvSpPr/>
          <p:nvPr/>
        </p:nvSpPr>
        <p:spPr>
          <a:xfrm>
            <a:off x="1174185" y="7716443"/>
            <a:ext cx="672534" cy="672534"/>
          </a:xfrm>
          <a:prstGeom prst="ellipse">
            <a:avLst/>
          </a:prstGeom>
          <a:ln w="38100">
            <a:solidFill>
              <a:srgbClr val="6FC661"/>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69" name="Shape 269"/>
          <p:cNvSpPr/>
          <p:nvPr/>
        </p:nvSpPr>
        <p:spPr>
          <a:xfrm>
            <a:off x="1904053" y="7950255"/>
            <a:ext cx="4714800" cy="660676"/>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70" name="Shape 270"/>
          <p:cNvSpPr/>
          <p:nvPr/>
        </p:nvSpPr>
        <p:spPr>
          <a:xfrm>
            <a:off x="1891353" y="7568809"/>
            <a:ext cx="3286050"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2 Sesiones Prácticas de Estilo</a:t>
            </a:r>
          </a:p>
        </p:txBody>
      </p:sp>
      <p:sp>
        <p:nvSpPr>
          <p:cNvPr id="271" name="Shape 271"/>
          <p:cNvSpPr/>
          <p:nvPr/>
        </p:nvSpPr>
        <p:spPr>
          <a:xfrm>
            <a:off x="1344681" y="3148745"/>
            <a:ext cx="329221" cy="334070"/>
          </a:xfrm>
          <a:custGeom>
            <a:avLst/>
            <a:gdLst/>
            <a:ahLst/>
            <a:cxnLst>
              <a:cxn ang="0">
                <a:pos x="wd2" y="hd2"/>
              </a:cxn>
              <a:cxn ang="5400000">
                <a:pos x="wd2" y="hd2"/>
              </a:cxn>
              <a:cxn ang="10800000">
                <a:pos x="wd2" y="hd2"/>
              </a:cxn>
              <a:cxn ang="16200000">
                <a:pos x="wd2" y="hd2"/>
              </a:cxn>
            </a:cxnLst>
            <a:rect l="0" t="0" r="r" b="b"/>
            <a:pathLst>
              <a:path w="21600" h="21600" extrusionOk="0">
                <a:moveTo>
                  <a:pt x="20592" y="21600"/>
                </a:moveTo>
                <a:cubicBezTo>
                  <a:pt x="1008" y="21600"/>
                  <a:pt x="1008" y="21600"/>
                  <a:pt x="1008" y="21600"/>
                </a:cubicBezTo>
                <a:cubicBezTo>
                  <a:pt x="252" y="21600"/>
                  <a:pt x="0" y="21103"/>
                  <a:pt x="0" y="20605"/>
                </a:cubicBezTo>
                <a:cubicBezTo>
                  <a:pt x="0" y="3766"/>
                  <a:pt x="0" y="3766"/>
                  <a:pt x="0" y="3766"/>
                </a:cubicBezTo>
                <a:cubicBezTo>
                  <a:pt x="0" y="3268"/>
                  <a:pt x="252" y="2771"/>
                  <a:pt x="1008" y="2771"/>
                </a:cubicBezTo>
                <a:cubicBezTo>
                  <a:pt x="3024" y="2771"/>
                  <a:pt x="3024" y="2771"/>
                  <a:pt x="3024" y="2771"/>
                </a:cubicBezTo>
                <a:cubicBezTo>
                  <a:pt x="3024" y="3766"/>
                  <a:pt x="3024" y="3766"/>
                  <a:pt x="3024" y="3766"/>
                </a:cubicBezTo>
                <a:cubicBezTo>
                  <a:pt x="3024" y="5009"/>
                  <a:pt x="4068" y="6039"/>
                  <a:pt x="5328" y="6039"/>
                </a:cubicBezTo>
                <a:cubicBezTo>
                  <a:pt x="6588" y="6039"/>
                  <a:pt x="7596" y="5009"/>
                  <a:pt x="7596" y="3766"/>
                </a:cubicBezTo>
                <a:cubicBezTo>
                  <a:pt x="7596" y="2771"/>
                  <a:pt x="7596" y="2771"/>
                  <a:pt x="7596" y="2771"/>
                </a:cubicBezTo>
                <a:cubicBezTo>
                  <a:pt x="13716" y="2771"/>
                  <a:pt x="13716" y="2771"/>
                  <a:pt x="13716" y="2771"/>
                </a:cubicBezTo>
                <a:cubicBezTo>
                  <a:pt x="13716" y="3766"/>
                  <a:pt x="13716" y="3766"/>
                  <a:pt x="13716" y="3766"/>
                </a:cubicBezTo>
                <a:cubicBezTo>
                  <a:pt x="13716" y="5009"/>
                  <a:pt x="15012" y="6039"/>
                  <a:pt x="16272" y="6039"/>
                </a:cubicBezTo>
                <a:cubicBezTo>
                  <a:pt x="17532" y="6039"/>
                  <a:pt x="18540" y="5009"/>
                  <a:pt x="18540" y="3766"/>
                </a:cubicBezTo>
                <a:cubicBezTo>
                  <a:pt x="18540" y="2771"/>
                  <a:pt x="18540" y="2771"/>
                  <a:pt x="18540" y="2771"/>
                </a:cubicBezTo>
                <a:cubicBezTo>
                  <a:pt x="20592" y="2771"/>
                  <a:pt x="20592" y="2771"/>
                  <a:pt x="20592" y="2771"/>
                </a:cubicBezTo>
                <a:cubicBezTo>
                  <a:pt x="21096" y="2771"/>
                  <a:pt x="21600" y="3268"/>
                  <a:pt x="21600" y="3766"/>
                </a:cubicBezTo>
                <a:cubicBezTo>
                  <a:pt x="21600" y="20605"/>
                  <a:pt x="21600" y="20605"/>
                  <a:pt x="21600" y="20605"/>
                </a:cubicBezTo>
                <a:cubicBezTo>
                  <a:pt x="21600" y="21103"/>
                  <a:pt x="21096" y="21600"/>
                  <a:pt x="20592" y="21600"/>
                </a:cubicBezTo>
                <a:close/>
                <a:moveTo>
                  <a:pt x="19584" y="8029"/>
                </a:moveTo>
                <a:cubicBezTo>
                  <a:pt x="2016" y="8029"/>
                  <a:pt x="2016" y="8029"/>
                  <a:pt x="2016" y="8029"/>
                </a:cubicBezTo>
                <a:cubicBezTo>
                  <a:pt x="2016" y="19575"/>
                  <a:pt x="2016" y="19575"/>
                  <a:pt x="2016" y="19575"/>
                </a:cubicBezTo>
                <a:cubicBezTo>
                  <a:pt x="19584" y="19575"/>
                  <a:pt x="19584" y="19575"/>
                  <a:pt x="19584" y="19575"/>
                </a:cubicBezTo>
                <a:lnTo>
                  <a:pt x="19584" y="8029"/>
                </a:lnTo>
                <a:close/>
                <a:moveTo>
                  <a:pt x="7344" y="12789"/>
                </a:moveTo>
                <a:cubicBezTo>
                  <a:pt x="7596" y="12789"/>
                  <a:pt x="7884" y="12789"/>
                  <a:pt x="8136" y="13038"/>
                </a:cubicBezTo>
                <a:cubicBezTo>
                  <a:pt x="9648" y="14814"/>
                  <a:pt x="9648" y="14814"/>
                  <a:pt x="9648" y="14814"/>
                </a:cubicBezTo>
                <a:cubicBezTo>
                  <a:pt x="13716" y="10800"/>
                  <a:pt x="13716" y="10800"/>
                  <a:pt x="13716" y="10800"/>
                </a:cubicBezTo>
                <a:cubicBezTo>
                  <a:pt x="13968" y="10551"/>
                  <a:pt x="14220" y="10551"/>
                  <a:pt x="14472" y="10551"/>
                </a:cubicBezTo>
                <a:cubicBezTo>
                  <a:pt x="15012" y="10551"/>
                  <a:pt x="15516" y="10800"/>
                  <a:pt x="15516" y="11546"/>
                </a:cubicBezTo>
                <a:cubicBezTo>
                  <a:pt x="15516" y="11795"/>
                  <a:pt x="15516" y="12043"/>
                  <a:pt x="15264" y="12043"/>
                </a:cubicBezTo>
                <a:cubicBezTo>
                  <a:pt x="10404" y="16839"/>
                  <a:pt x="10404" y="16839"/>
                  <a:pt x="10404" y="16839"/>
                </a:cubicBezTo>
                <a:cubicBezTo>
                  <a:pt x="10152" y="17088"/>
                  <a:pt x="9900" y="17088"/>
                  <a:pt x="9648" y="17088"/>
                </a:cubicBezTo>
                <a:cubicBezTo>
                  <a:pt x="9396" y="17088"/>
                  <a:pt x="9144" y="17088"/>
                  <a:pt x="9144" y="16839"/>
                </a:cubicBezTo>
                <a:cubicBezTo>
                  <a:pt x="6588" y="14566"/>
                  <a:pt x="6588" y="14566"/>
                  <a:pt x="6588" y="14566"/>
                </a:cubicBezTo>
                <a:cubicBezTo>
                  <a:pt x="6336" y="14317"/>
                  <a:pt x="6336" y="14068"/>
                  <a:pt x="6336" y="13820"/>
                </a:cubicBezTo>
                <a:cubicBezTo>
                  <a:pt x="6336" y="13322"/>
                  <a:pt x="6840" y="12789"/>
                  <a:pt x="7344" y="12789"/>
                </a:cubicBezTo>
                <a:close/>
                <a:moveTo>
                  <a:pt x="16272" y="4761"/>
                </a:moveTo>
                <a:cubicBezTo>
                  <a:pt x="15516" y="4761"/>
                  <a:pt x="15264" y="4263"/>
                  <a:pt x="15264" y="3766"/>
                </a:cubicBezTo>
                <a:cubicBezTo>
                  <a:pt x="15264" y="995"/>
                  <a:pt x="15264" y="995"/>
                  <a:pt x="15264" y="995"/>
                </a:cubicBezTo>
                <a:cubicBezTo>
                  <a:pt x="15264" y="497"/>
                  <a:pt x="15516" y="0"/>
                  <a:pt x="16272" y="0"/>
                </a:cubicBezTo>
                <a:cubicBezTo>
                  <a:pt x="16776" y="0"/>
                  <a:pt x="17280" y="497"/>
                  <a:pt x="17280" y="995"/>
                </a:cubicBezTo>
                <a:cubicBezTo>
                  <a:pt x="17280" y="3766"/>
                  <a:pt x="17280" y="3766"/>
                  <a:pt x="17280" y="3766"/>
                </a:cubicBezTo>
                <a:cubicBezTo>
                  <a:pt x="17280" y="4263"/>
                  <a:pt x="16776" y="4761"/>
                  <a:pt x="16272" y="4761"/>
                </a:cubicBezTo>
                <a:close/>
                <a:moveTo>
                  <a:pt x="5328" y="4761"/>
                </a:moveTo>
                <a:cubicBezTo>
                  <a:pt x="4824" y="4761"/>
                  <a:pt x="4320" y="4263"/>
                  <a:pt x="4320" y="3766"/>
                </a:cubicBezTo>
                <a:cubicBezTo>
                  <a:pt x="4320" y="995"/>
                  <a:pt x="4320" y="995"/>
                  <a:pt x="4320" y="995"/>
                </a:cubicBezTo>
                <a:cubicBezTo>
                  <a:pt x="4320" y="497"/>
                  <a:pt x="4824" y="0"/>
                  <a:pt x="5328" y="0"/>
                </a:cubicBezTo>
                <a:cubicBezTo>
                  <a:pt x="5832" y="0"/>
                  <a:pt x="6336" y="497"/>
                  <a:pt x="6336" y="995"/>
                </a:cubicBezTo>
                <a:cubicBezTo>
                  <a:pt x="6336" y="3766"/>
                  <a:pt x="6336" y="3766"/>
                  <a:pt x="6336" y="3766"/>
                </a:cubicBezTo>
                <a:cubicBezTo>
                  <a:pt x="6336" y="4263"/>
                  <a:pt x="5832" y="4761"/>
                  <a:pt x="5328" y="4761"/>
                </a:cubicBezTo>
                <a:close/>
              </a:path>
            </a:pathLst>
          </a:custGeom>
          <a:solidFill>
            <a:srgbClr val="6FC661"/>
          </a:solidFill>
          <a:ln w="3175">
            <a:miter lim="400000"/>
          </a:ln>
        </p:spPr>
        <p:txBody>
          <a:bodyPr lIns="45718" tIns="45718" rIns="45718" bIns="45718" anchor="ctr"/>
          <a:lstStyle/>
          <a:p>
            <a:pPr algn="l" defTabSz="1828800">
              <a:defRPr>
                <a:latin typeface="Lato Light"/>
                <a:ea typeface="Lato Light"/>
                <a:cs typeface="Lato Light"/>
                <a:sym typeface="Lato Light"/>
              </a:defRPr>
            </a:pPr>
            <a:endParaRPr/>
          </a:p>
        </p:txBody>
      </p:sp>
      <p:sp>
        <p:nvSpPr>
          <p:cNvPr id="272" name="Shape 272"/>
          <p:cNvSpPr/>
          <p:nvPr/>
        </p:nvSpPr>
        <p:spPr>
          <a:xfrm>
            <a:off x="1393549" y="6773794"/>
            <a:ext cx="231485" cy="334069"/>
          </a:xfrm>
          <a:custGeom>
            <a:avLst/>
            <a:gdLst/>
            <a:ahLst/>
            <a:cxnLst>
              <a:cxn ang="0">
                <a:pos x="wd2" y="hd2"/>
              </a:cxn>
              <a:cxn ang="5400000">
                <a:pos x="wd2" y="hd2"/>
              </a:cxn>
              <a:cxn ang="10800000">
                <a:pos x="wd2" y="hd2"/>
              </a:cxn>
              <a:cxn ang="16200000">
                <a:pos x="wd2" y="hd2"/>
              </a:cxn>
            </a:cxnLst>
            <a:rect l="0" t="0" r="r" b="b"/>
            <a:pathLst>
              <a:path w="21600" h="21600" extrusionOk="0">
                <a:moveTo>
                  <a:pt x="21600" y="9919"/>
                </a:moveTo>
                <a:cubicBezTo>
                  <a:pt x="21600" y="13729"/>
                  <a:pt x="17560" y="16748"/>
                  <a:pt x="12069" y="17251"/>
                </a:cubicBezTo>
                <a:cubicBezTo>
                  <a:pt x="12069" y="19551"/>
                  <a:pt x="12069" y="19551"/>
                  <a:pt x="12069" y="19551"/>
                </a:cubicBezTo>
                <a:cubicBezTo>
                  <a:pt x="17197" y="19551"/>
                  <a:pt x="17197" y="19551"/>
                  <a:pt x="17197" y="19551"/>
                </a:cubicBezTo>
                <a:cubicBezTo>
                  <a:pt x="17922" y="19551"/>
                  <a:pt x="18647" y="20055"/>
                  <a:pt x="18647" y="20558"/>
                </a:cubicBezTo>
                <a:cubicBezTo>
                  <a:pt x="18647" y="21348"/>
                  <a:pt x="17922" y="21600"/>
                  <a:pt x="17197" y="21600"/>
                </a:cubicBezTo>
                <a:cubicBezTo>
                  <a:pt x="10619" y="21600"/>
                  <a:pt x="10619" y="21600"/>
                  <a:pt x="10619" y="21600"/>
                </a:cubicBezTo>
                <a:cubicBezTo>
                  <a:pt x="4403" y="21600"/>
                  <a:pt x="4403" y="21600"/>
                  <a:pt x="4403" y="21600"/>
                </a:cubicBezTo>
                <a:cubicBezTo>
                  <a:pt x="3678" y="21600"/>
                  <a:pt x="2901" y="21348"/>
                  <a:pt x="2901" y="20558"/>
                </a:cubicBezTo>
                <a:cubicBezTo>
                  <a:pt x="2901" y="20055"/>
                  <a:pt x="3678" y="19551"/>
                  <a:pt x="4403" y="19551"/>
                </a:cubicBezTo>
                <a:cubicBezTo>
                  <a:pt x="9168" y="19551"/>
                  <a:pt x="9168" y="19551"/>
                  <a:pt x="9168" y="19551"/>
                </a:cubicBezTo>
                <a:cubicBezTo>
                  <a:pt x="9168" y="17251"/>
                  <a:pt x="9168" y="17251"/>
                  <a:pt x="9168" y="17251"/>
                </a:cubicBezTo>
                <a:cubicBezTo>
                  <a:pt x="4040" y="16748"/>
                  <a:pt x="0" y="13729"/>
                  <a:pt x="0" y="9919"/>
                </a:cubicBezTo>
                <a:cubicBezTo>
                  <a:pt x="0" y="9129"/>
                  <a:pt x="725" y="8877"/>
                  <a:pt x="1450" y="8877"/>
                </a:cubicBezTo>
                <a:cubicBezTo>
                  <a:pt x="2176" y="8877"/>
                  <a:pt x="2901" y="9129"/>
                  <a:pt x="2901" y="9919"/>
                </a:cubicBezTo>
                <a:cubicBezTo>
                  <a:pt x="2901" y="12687"/>
                  <a:pt x="6578" y="15239"/>
                  <a:pt x="10619" y="15239"/>
                </a:cubicBezTo>
                <a:cubicBezTo>
                  <a:pt x="15022" y="15239"/>
                  <a:pt x="18647" y="12687"/>
                  <a:pt x="18647" y="9919"/>
                </a:cubicBezTo>
                <a:cubicBezTo>
                  <a:pt x="18647" y="9129"/>
                  <a:pt x="19010" y="8877"/>
                  <a:pt x="20150" y="8877"/>
                </a:cubicBezTo>
                <a:cubicBezTo>
                  <a:pt x="20875" y="8877"/>
                  <a:pt x="21600" y="9129"/>
                  <a:pt x="21600" y="9919"/>
                </a:cubicBezTo>
                <a:close/>
                <a:moveTo>
                  <a:pt x="10619" y="13442"/>
                </a:moveTo>
                <a:cubicBezTo>
                  <a:pt x="7304" y="13442"/>
                  <a:pt x="4765" y="11681"/>
                  <a:pt x="4765" y="9380"/>
                </a:cubicBezTo>
                <a:cubicBezTo>
                  <a:pt x="4765" y="4061"/>
                  <a:pt x="4765" y="4061"/>
                  <a:pt x="4765" y="4061"/>
                </a:cubicBezTo>
                <a:cubicBezTo>
                  <a:pt x="4765" y="1761"/>
                  <a:pt x="7304" y="0"/>
                  <a:pt x="10619" y="0"/>
                </a:cubicBezTo>
                <a:cubicBezTo>
                  <a:pt x="13934" y="0"/>
                  <a:pt x="16472" y="1761"/>
                  <a:pt x="16472" y="4061"/>
                </a:cubicBezTo>
                <a:cubicBezTo>
                  <a:pt x="16472" y="9380"/>
                  <a:pt x="16472" y="9380"/>
                  <a:pt x="16472" y="9380"/>
                </a:cubicBezTo>
                <a:cubicBezTo>
                  <a:pt x="16472" y="11681"/>
                  <a:pt x="13934" y="13442"/>
                  <a:pt x="10619" y="13442"/>
                </a:cubicBezTo>
                <a:close/>
              </a:path>
            </a:pathLst>
          </a:custGeom>
          <a:solidFill>
            <a:srgbClr val="6FC661"/>
          </a:solidFill>
          <a:ln w="3175">
            <a:miter lim="400000"/>
          </a:ln>
        </p:spPr>
        <p:txBody>
          <a:bodyPr lIns="45718" tIns="45718" rIns="45718" bIns="45718" anchor="ctr"/>
          <a:lstStyle/>
          <a:p>
            <a:pPr algn="l" defTabSz="1828800">
              <a:defRPr>
                <a:latin typeface="Lato Light"/>
                <a:ea typeface="Lato Light"/>
                <a:cs typeface="Lato Light"/>
                <a:sym typeface="Lato Light"/>
              </a:defRPr>
            </a:pPr>
            <a:endParaRPr/>
          </a:p>
        </p:txBody>
      </p:sp>
      <p:grpSp>
        <p:nvGrpSpPr>
          <p:cNvPr id="276" name="Group 276"/>
          <p:cNvGrpSpPr/>
          <p:nvPr/>
        </p:nvGrpSpPr>
        <p:grpSpPr>
          <a:xfrm>
            <a:off x="1342257" y="5528012"/>
            <a:ext cx="334069" cy="334069"/>
            <a:chOff x="0" y="0"/>
            <a:chExt cx="334068" cy="334068"/>
          </a:xfrm>
        </p:grpSpPr>
        <p:sp>
          <p:nvSpPr>
            <p:cNvPr id="273" name="Shape 273"/>
            <p:cNvSpPr/>
            <p:nvPr/>
          </p:nvSpPr>
          <p:spPr>
            <a:xfrm>
              <a:off x="-1" y="-1"/>
              <a:ext cx="334070" cy="334070"/>
            </a:xfrm>
            <a:custGeom>
              <a:avLst/>
              <a:gdLst/>
              <a:ahLst/>
              <a:cxnLst>
                <a:cxn ang="0">
                  <a:pos x="wd2" y="hd2"/>
                </a:cxn>
                <a:cxn ang="5400000">
                  <a:pos x="wd2" y="hd2"/>
                </a:cxn>
                <a:cxn ang="10800000">
                  <a:pos x="wd2" y="hd2"/>
                </a:cxn>
                <a:cxn ang="16200000">
                  <a:pos x="wd2" y="hd2"/>
                </a:cxn>
              </a:cxnLst>
              <a:rect l="0" t="0" r="r" b="b"/>
              <a:pathLst>
                <a:path w="21600" h="21600" extrusionOk="0">
                  <a:moveTo>
                    <a:pt x="18181" y="12133"/>
                  </a:moveTo>
                  <a:cubicBezTo>
                    <a:pt x="17711" y="12227"/>
                    <a:pt x="17328" y="12562"/>
                    <a:pt x="17171" y="13013"/>
                  </a:cubicBezTo>
                  <a:cubicBezTo>
                    <a:pt x="17084" y="13262"/>
                    <a:pt x="16982" y="13504"/>
                    <a:pt x="16869" y="13739"/>
                  </a:cubicBezTo>
                  <a:cubicBezTo>
                    <a:pt x="16659" y="14170"/>
                    <a:pt x="16695" y="14678"/>
                    <a:pt x="16960" y="15076"/>
                  </a:cubicBezTo>
                  <a:lnTo>
                    <a:pt x="18132" y="16834"/>
                  </a:lnTo>
                  <a:lnTo>
                    <a:pt x="16833" y="18133"/>
                  </a:lnTo>
                  <a:lnTo>
                    <a:pt x="15076" y="16961"/>
                  </a:lnTo>
                  <a:cubicBezTo>
                    <a:pt x="14851" y="16811"/>
                    <a:pt x="14590" y="16734"/>
                    <a:pt x="14327" y="16734"/>
                  </a:cubicBezTo>
                  <a:cubicBezTo>
                    <a:pt x="14127" y="16734"/>
                    <a:pt x="13925" y="16779"/>
                    <a:pt x="13739" y="16869"/>
                  </a:cubicBezTo>
                  <a:cubicBezTo>
                    <a:pt x="13505" y="16982"/>
                    <a:pt x="13263" y="17084"/>
                    <a:pt x="13013" y="17171"/>
                  </a:cubicBezTo>
                  <a:cubicBezTo>
                    <a:pt x="12562" y="17328"/>
                    <a:pt x="12227" y="17713"/>
                    <a:pt x="12134" y="18181"/>
                  </a:cubicBezTo>
                  <a:lnTo>
                    <a:pt x="11718" y="20250"/>
                  </a:lnTo>
                  <a:lnTo>
                    <a:pt x="9881" y="20250"/>
                  </a:lnTo>
                  <a:lnTo>
                    <a:pt x="9467" y="18181"/>
                  </a:lnTo>
                  <a:cubicBezTo>
                    <a:pt x="9373" y="17713"/>
                    <a:pt x="9039" y="17328"/>
                    <a:pt x="8588" y="17171"/>
                  </a:cubicBezTo>
                  <a:cubicBezTo>
                    <a:pt x="8339" y="17084"/>
                    <a:pt x="8096" y="16984"/>
                    <a:pt x="7861" y="16870"/>
                  </a:cubicBezTo>
                  <a:cubicBezTo>
                    <a:pt x="7675" y="16779"/>
                    <a:pt x="7474" y="16734"/>
                    <a:pt x="7273" y="16734"/>
                  </a:cubicBezTo>
                  <a:cubicBezTo>
                    <a:pt x="7011" y="16734"/>
                    <a:pt x="6750" y="16811"/>
                    <a:pt x="6525" y="16961"/>
                  </a:cubicBezTo>
                  <a:lnTo>
                    <a:pt x="4767" y="18133"/>
                  </a:lnTo>
                  <a:lnTo>
                    <a:pt x="3468" y="16834"/>
                  </a:lnTo>
                  <a:lnTo>
                    <a:pt x="4639" y="15076"/>
                  </a:lnTo>
                  <a:cubicBezTo>
                    <a:pt x="4904" y="14678"/>
                    <a:pt x="4939" y="14170"/>
                    <a:pt x="4732" y="13739"/>
                  </a:cubicBezTo>
                  <a:cubicBezTo>
                    <a:pt x="4618" y="13505"/>
                    <a:pt x="4516" y="13264"/>
                    <a:pt x="4429" y="13014"/>
                  </a:cubicBezTo>
                  <a:cubicBezTo>
                    <a:pt x="4273" y="12562"/>
                    <a:pt x="3888" y="12228"/>
                    <a:pt x="3419" y="12134"/>
                  </a:cubicBezTo>
                  <a:lnTo>
                    <a:pt x="1350" y="11719"/>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8" y="1350"/>
                  </a:lnTo>
                  <a:lnTo>
                    <a:pt x="12132" y="3420"/>
                  </a:lnTo>
                  <a:cubicBezTo>
                    <a:pt x="12226" y="3888"/>
                    <a:pt x="12561" y="4272"/>
                    <a:pt x="13013" y="4430"/>
                  </a:cubicBezTo>
                  <a:cubicBezTo>
                    <a:pt x="13262" y="4517"/>
                    <a:pt x="13503" y="4617"/>
                    <a:pt x="13738" y="4731"/>
                  </a:cubicBezTo>
                  <a:cubicBezTo>
                    <a:pt x="13925" y="4822"/>
                    <a:pt x="14126" y="4866"/>
                    <a:pt x="14327" y="4866"/>
                  </a:cubicBezTo>
                  <a:cubicBezTo>
                    <a:pt x="14590" y="4866"/>
                    <a:pt x="14851" y="4790"/>
                    <a:pt x="15076" y="4639"/>
                  </a:cubicBezTo>
                  <a:lnTo>
                    <a:pt x="16833" y="3468"/>
                  </a:lnTo>
                  <a:lnTo>
                    <a:pt x="18132" y="4767"/>
                  </a:lnTo>
                  <a:lnTo>
                    <a:pt x="16960" y="6524"/>
                  </a:lnTo>
                  <a:cubicBezTo>
                    <a:pt x="16695" y="6923"/>
                    <a:pt x="16661" y="7431"/>
                    <a:pt x="16868" y="7861"/>
                  </a:cubicBezTo>
                  <a:cubicBezTo>
                    <a:pt x="16981" y="8096"/>
                    <a:pt x="17084" y="8337"/>
                    <a:pt x="17171" y="8587"/>
                  </a:cubicBezTo>
                  <a:cubicBezTo>
                    <a:pt x="17328" y="9039"/>
                    <a:pt x="17711" y="9373"/>
                    <a:pt x="18181" y="9467"/>
                  </a:cubicBezTo>
                  <a:lnTo>
                    <a:pt x="20249" y="9882"/>
                  </a:lnTo>
                  <a:lnTo>
                    <a:pt x="20251" y="11719"/>
                  </a:lnTo>
                  <a:cubicBezTo>
                    <a:pt x="20251" y="11719"/>
                    <a:pt x="18181" y="12133"/>
                    <a:pt x="18181" y="12133"/>
                  </a:cubicBezTo>
                  <a:close/>
                  <a:moveTo>
                    <a:pt x="20514" y="8558"/>
                  </a:moveTo>
                  <a:lnTo>
                    <a:pt x="18446" y="8143"/>
                  </a:lnTo>
                  <a:cubicBezTo>
                    <a:pt x="18342" y="7844"/>
                    <a:pt x="18219" y="7554"/>
                    <a:pt x="18083" y="7273"/>
                  </a:cubicBezTo>
                  <a:lnTo>
                    <a:pt x="19255" y="5516"/>
                  </a:lnTo>
                  <a:cubicBezTo>
                    <a:pt x="19612" y="4980"/>
                    <a:pt x="19541" y="4268"/>
                    <a:pt x="19086" y="3813"/>
                  </a:cubicBezTo>
                  <a:lnTo>
                    <a:pt x="17788" y="2514"/>
                  </a:lnTo>
                  <a:cubicBezTo>
                    <a:pt x="17527" y="2253"/>
                    <a:pt x="17182" y="2118"/>
                    <a:pt x="16832" y="2118"/>
                  </a:cubicBezTo>
                  <a:cubicBezTo>
                    <a:pt x="16574" y="2118"/>
                    <a:pt x="16313" y="2193"/>
                    <a:pt x="16085" y="2345"/>
                  </a:cubicBezTo>
                  <a:lnTo>
                    <a:pt x="14327" y="3516"/>
                  </a:lnTo>
                  <a:cubicBezTo>
                    <a:pt x="14045" y="3380"/>
                    <a:pt x="13755" y="3258"/>
                    <a:pt x="13456" y="3155"/>
                  </a:cubicBezTo>
                  <a:lnTo>
                    <a:pt x="13042" y="1085"/>
                  </a:lnTo>
                  <a:cubicBezTo>
                    <a:pt x="12917" y="454"/>
                    <a:pt x="12362" y="0"/>
                    <a:pt x="11718"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9"/>
                  </a:lnTo>
                  <a:cubicBezTo>
                    <a:pt x="0" y="12362"/>
                    <a:pt x="454" y="12917"/>
                    <a:pt x="1085" y="13043"/>
                  </a:cubicBezTo>
                  <a:lnTo>
                    <a:pt x="3154" y="13457"/>
                  </a:lnTo>
                  <a:cubicBezTo>
                    <a:pt x="3258" y="13756"/>
                    <a:pt x="3380" y="14047"/>
                    <a:pt x="3516" y="14327"/>
                  </a:cubicBezTo>
                  <a:lnTo>
                    <a:pt x="2345" y="16084"/>
                  </a:lnTo>
                  <a:cubicBezTo>
                    <a:pt x="1988" y="16620"/>
                    <a:pt x="2059" y="17333"/>
                    <a:pt x="2514" y="17788"/>
                  </a:cubicBezTo>
                  <a:lnTo>
                    <a:pt x="3812" y="19087"/>
                  </a:lnTo>
                  <a:cubicBezTo>
                    <a:pt x="4073" y="19347"/>
                    <a:pt x="4419" y="19483"/>
                    <a:pt x="4767" y="19483"/>
                  </a:cubicBezTo>
                  <a:cubicBezTo>
                    <a:pt x="5026" y="19483"/>
                    <a:pt x="5287" y="19407"/>
                    <a:pt x="5516" y="19255"/>
                  </a:cubicBezTo>
                  <a:lnTo>
                    <a:pt x="7273" y="18084"/>
                  </a:lnTo>
                  <a:cubicBezTo>
                    <a:pt x="7554" y="18221"/>
                    <a:pt x="7843" y="18342"/>
                    <a:pt x="8143" y="18446"/>
                  </a:cubicBezTo>
                  <a:lnTo>
                    <a:pt x="8557" y="20515"/>
                  </a:lnTo>
                  <a:cubicBezTo>
                    <a:pt x="8684" y="21147"/>
                    <a:pt x="9238" y="21600"/>
                    <a:pt x="9881" y="21600"/>
                  </a:cubicBezTo>
                  <a:lnTo>
                    <a:pt x="11718" y="21600"/>
                  </a:lnTo>
                  <a:cubicBezTo>
                    <a:pt x="12362" y="21600"/>
                    <a:pt x="12917" y="21147"/>
                    <a:pt x="13042" y="20515"/>
                  </a:cubicBezTo>
                  <a:lnTo>
                    <a:pt x="13457" y="18446"/>
                  </a:lnTo>
                  <a:cubicBezTo>
                    <a:pt x="13756" y="18342"/>
                    <a:pt x="14047" y="18220"/>
                    <a:pt x="14327" y="18084"/>
                  </a:cubicBezTo>
                  <a:lnTo>
                    <a:pt x="16085" y="19255"/>
                  </a:lnTo>
                  <a:cubicBezTo>
                    <a:pt x="16313" y="19407"/>
                    <a:pt x="16574" y="19483"/>
                    <a:pt x="16832" y="19483"/>
                  </a:cubicBezTo>
                  <a:cubicBezTo>
                    <a:pt x="17182" y="19483"/>
                    <a:pt x="17527" y="19347"/>
                    <a:pt x="17788" y="19087"/>
                  </a:cubicBezTo>
                  <a:lnTo>
                    <a:pt x="19086" y="17788"/>
                  </a:lnTo>
                  <a:cubicBezTo>
                    <a:pt x="19541" y="17333"/>
                    <a:pt x="19612" y="16620"/>
                    <a:pt x="19255" y="16084"/>
                  </a:cubicBezTo>
                  <a:lnTo>
                    <a:pt x="18083" y="14327"/>
                  </a:lnTo>
                  <a:cubicBezTo>
                    <a:pt x="18220" y="14046"/>
                    <a:pt x="18342" y="13756"/>
                    <a:pt x="18446" y="13457"/>
                  </a:cubicBezTo>
                  <a:lnTo>
                    <a:pt x="20514" y="13043"/>
                  </a:lnTo>
                  <a:cubicBezTo>
                    <a:pt x="21146" y="12917"/>
                    <a:pt x="21600" y="12362"/>
                    <a:pt x="21600" y="11719"/>
                  </a:cubicBezTo>
                  <a:lnTo>
                    <a:pt x="21600" y="9882"/>
                  </a:lnTo>
                  <a:cubicBezTo>
                    <a:pt x="21600" y="9238"/>
                    <a:pt x="21146" y="8684"/>
                    <a:pt x="20514" y="8558"/>
                  </a:cubicBezTo>
                </a:path>
              </a:pathLst>
            </a:custGeom>
            <a:solidFill>
              <a:srgbClr val="6FC661"/>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274" name="Shape 274"/>
            <p:cNvSpPr/>
            <p:nvPr/>
          </p:nvSpPr>
          <p:spPr>
            <a:xfrm>
              <a:off x="94228" y="93657"/>
              <a:ext cx="146192" cy="146198"/>
            </a:xfrm>
            <a:custGeom>
              <a:avLst/>
              <a:gdLst/>
              <a:ahLst/>
              <a:cxnLst>
                <a:cxn ang="0">
                  <a:pos x="wd2" y="hd2"/>
                </a:cxn>
                <a:cxn ang="5400000">
                  <a:pos x="wd2" y="hd2"/>
                </a:cxn>
                <a:cxn ang="10800000">
                  <a:pos x="wd2" y="hd2"/>
                </a:cxn>
                <a:cxn ang="16200000">
                  <a:pos x="wd2" y="hd2"/>
                </a:cxn>
              </a:cxnLst>
              <a:rect l="0" t="0" r="r" b="b"/>
              <a:pathLst>
                <a:path w="21600" h="21600" extrusionOk="0">
                  <a:moveTo>
                    <a:pt x="10800" y="20250"/>
                  </a:moveTo>
                  <a:cubicBezTo>
                    <a:pt x="5580" y="20250"/>
                    <a:pt x="1350" y="16017"/>
                    <a:pt x="1350" y="10800"/>
                  </a:cubicBezTo>
                  <a:cubicBezTo>
                    <a:pt x="1350" y="5582"/>
                    <a:pt x="5580" y="1349"/>
                    <a:pt x="10800" y="1349"/>
                  </a:cubicBezTo>
                  <a:cubicBezTo>
                    <a:pt x="16017" y="1349"/>
                    <a:pt x="20251" y="5582"/>
                    <a:pt x="20251" y="10800"/>
                  </a:cubicBezTo>
                  <a:cubicBezTo>
                    <a:pt x="20251" y="16017"/>
                    <a:pt x="16017" y="20250"/>
                    <a:pt x="10800" y="20250"/>
                  </a:cubicBezTo>
                  <a:moveTo>
                    <a:pt x="10800" y="0"/>
                  </a:moveTo>
                  <a:cubicBezTo>
                    <a:pt x="4836" y="0"/>
                    <a:pt x="0" y="4836"/>
                    <a:pt x="0" y="10800"/>
                  </a:cubicBezTo>
                  <a:cubicBezTo>
                    <a:pt x="0" y="16763"/>
                    <a:pt x="4836" y="21600"/>
                    <a:pt x="10800" y="21600"/>
                  </a:cubicBezTo>
                  <a:cubicBezTo>
                    <a:pt x="16764" y="21600"/>
                    <a:pt x="21600" y="16763"/>
                    <a:pt x="21600" y="10800"/>
                  </a:cubicBezTo>
                  <a:cubicBezTo>
                    <a:pt x="21600" y="4836"/>
                    <a:pt x="16764" y="0"/>
                    <a:pt x="10800" y="0"/>
                  </a:cubicBezTo>
                </a:path>
              </a:pathLst>
            </a:custGeom>
            <a:solidFill>
              <a:srgbClr val="6FC661"/>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275" name="Shape 275"/>
            <p:cNvSpPr/>
            <p:nvPr/>
          </p:nvSpPr>
          <p:spPr>
            <a:xfrm>
              <a:off x="125066" y="125066"/>
              <a:ext cx="83951" cy="83947"/>
            </a:xfrm>
            <a:custGeom>
              <a:avLst/>
              <a:gdLst/>
              <a:ahLst/>
              <a:cxnLst>
                <a:cxn ang="0">
                  <a:pos x="wd2" y="hd2"/>
                </a:cxn>
                <a:cxn ang="5400000">
                  <a:pos x="wd2" y="hd2"/>
                </a:cxn>
                <a:cxn ang="10800000">
                  <a:pos x="wd2" y="hd2"/>
                </a:cxn>
                <a:cxn ang="16200000">
                  <a:pos x="wd2" y="hd2"/>
                </a:cxn>
              </a:cxnLst>
              <a:rect l="0" t="0" r="r" b="b"/>
              <a:pathLst>
                <a:path w="21600" h="21600" extrusionOk="0">
                  <a:moveTo>
                    <a:pt x="10800" y="18901"/>
                  </a:moveTo>
                  <a:cubicBezTo>
                    <a:pt x="6328" y="18901"/>
                    <a:pt x="2699" y="15272"/>
                    <a:pt x="2699" y="10801"/>
                  </a:cubicBezTo>
                  <a:cubicBezTo>
                    <a:pt x="2699" y="6329"/>
                    <a:pt x="6328" y="2700"/>
                    <a:pt x="10800" y="2700"/>
                  </a:cubicBezTo>
                  <a:cubicBezTo>
                    <a:pt x="15271" y="2700"/>
                    <a:pt x="18899" y="6329"/>
                    <a:pt x="18899" y="10801"/>
                  </a:cubicBezTo>
                  <a:cubicBezTo>
                    <a:pt x="18899" y="15272"/>
                    <a:pt x="15271" y="18901"/>
                    <a:pt x="10800" y="18901"/>
                  </a:cubicBezTo>
                  <a:moveTo>
                    <a:pt x="10800" y="0"/>
                  </a:moveTo>
                  <a:cubicBezTo>
                    <a:pt x="4830" y="0"/>
                    <a:pt x="0" y="4833"/>
                    <a:pt x="0" y="10801"/>
                  </a:cubicBezTo>
                  <a:cubicBezTo>
                    <a:pt x="0" y="16767"/>
                    <a:pt x="4830" y="21600"/>
                    <a:pt x="10800" y="21600"/>
                  </a:cubicBezTo>
                  <a:cubicBezTo>
                    <a:pt x="16764" y="21600"/>
                    <a:pt x="21600" y="16767"/>
                    <a:pt x="21600" y="10801"/>
                  </a:cubicBezTo>
                  <a:cubicBezTo>
                    <a:pt x="21600" y="4833"/>
                    <a:pt x="16764" y="0"/>
                    <a:pt x="10800" y="0"/>
                  </a:cubicBezTo>
                </a:path>
              </a:pathLst>
            </a:custGeom>
            <a:solidFill>
              <a:srgbClr val="6FC661"/>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grpSp>
      <p:grpSp>
        <p:nvGrpSpPr>
          <p:cNvPr id="279" name="Group 279"/>
          <p:cNvGrpSpPr/>
          <p:nvPr/>
        </p:nvGrpSpPr>
        <p:grpSpPr>
          <a:xfrm>
            <a:off x="1331481" y="2092477"/>
            <a:ext cx="355620" cy="311243"/>
            <a:chOff x="0" y="0"/>
            <a:chExt cx="355618" cy="311242"/>
          </a:xfrm>
        </p:grpSpPr>
        <p:sp>
          <p:nvSpPr>
            <p:cNvPr id="277" name="Shape 277"/>
            <p:cNvSpPr/>
            <p:nvPr/>
          </p:nvSpPr>
          <p:spPr>
            <a:xfrm>
              <a:off x="55925" y="55318"/>
              <a:ext cx="127660" cy="83891"/>
            </a:xfrm>
            <a:custGeom>
              <a:avLst/>
              <a:gdLst/>
              <a:ahLst/>
              <a:cxnLst>
                <a:cxn ang="0">
                  <a:pos x="wd2" y="hd2"/>
                </a:cxn>
                <a:cxn ang="5400000">
                  <a:pos x="wd2" y="hd2"/>
                </a:cxn>
                <a:cxn ang="10800000">
                  <a:pos x="wd2" y="hd2"/>
                </a:cxn>
                <a:cxn ang="16200000">
                  <a:pos x="wd2" y="hd2"/>
                </a:cxn>
              </a:cxnLst>
              <a:rect l="0" t="0" r="r" b="b"/>
              <a:pathLst>
                <a:path w="21600" h="21600" extrusionOk="0">
                  <a:moveTo>
                    <a:pt x="20660" y="0"/>
                  </a:moveTo>
                  <a:cubicBezTo>
                    <a:pt x="9461" y="0"/>
                    <a:pt x="0" y="9233"/>
                    <a:pt x="0" y="20160"/>
                  </a:cubicBezTo>
                  <a:cubicBezTo>
                    <a:pt x="0" y="20954"/>
                    <a:pt x="420" y="21600"/>
                    <a:pt x="939" y="21600"/>
                  </a:cubicBezTo>
                  <a:cubicBezTo>
                    <a:pt x="1457" y="21600"/>
                    <a:pt x="1878" y="20954"/>
                    <a:pt x="1878" y="20160"/>
                  </a:cubicBezTo>
                  <a:cubicBezTo>
                    <a:pt x="1878" y="10956"/>
                    <a:pt x="10655" y="2880"/>
                    <a:pt x="20660" y="2880"/>
                  </a:cubicBezTo>
                  <a:cubicBezTo>
                    <a:pt x="21179" y="2880"/>
                    <a:pt x="21600" y="2234"/>
                    <a:pt x="21600" y="1440"/>
                  </a:cubicBezTo>
                  <a:cubicBezTo>
                    <a:pt x="21600" y="645"/>
                    <a:pt x="21179" y="0"/>
                    <a:pt x="20660" y="0"/>
                  </a:cubicBezTo>
                </a:path>
              </a:pathLst>
            </a:custGeom>
            <a:solidFill>
              <a:srgbClr val="6FC661"/>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278" name="Shape 278"/>
            <p:cNvSpPr/>
            <p:nvPr/>
          </p:nvSpPr>
          <p:spPr>
            <a:xfrm>
              <a:off x="0" y="0"/>
              <a:ext cx="355619" cy="311243"/>
            </a:xfrm>
            <a:custGeom>
              <a:avLst/>
              <a:gdLst/>
              <a:ahLst/>
              <a:cxnLst>
                <a:cxn ang="0">
                  <a:pos x="wd2" y="hd2"/>
                </a:cxn>
                <a:cxn ang="5400000">
                  <a:pos x="wd2" y="hd2"/>
                </a:cxn>
                <a:cxn ang="10800000">
                  <a:pos x="wd2" y="hd2"/>
                </a:cxn>
                <a:cxn ang="16200000">
                  <a:pos x="wd2" y="hd2"/>
                </a:cxn>
              </a:cxnLst>
              <a:rect l="0" t="0" r="r" b="b"/>
              <a:pathLst>
                <a:path w="21600" h="21600" extrusionOk="0">
                  <a:moveTo>
                    <a:pt x="10800" y="16971"/>
                  </a:moveTo>
                  <a:cubicBezTo>
                    <a:pt x="10181" y="16971"/>
                    <a:pt x="9546" y="16918"/>
                    <a:pt x="8912" y="16811"/>
                  </a:cubicBezTo>
                  <a:cubicBezTo>
                    <a:pt x="8847" y="16800"/>
                    <a:pt x="8781" y="16794"/>
                    <a:pt x="8716" y="16794"/>
                  </a:cubicBezTo>
                  <a:cubicBezTo>
                    <a:pt x="8315" y="16794"/>
                    <a:pt x="7931" y="16999"/>
                    <a:pt x="7673" y="17359"/>
                  </a:cubicBezTo>
                  <a:cubicBezTo>
                    <a:pt x="7384" y="17761"/>
                    <a:pt x="6563" y="18657"/>
                    <a:pt x="5591" y="19318"/>
                  </a:cubicBezTo>
                  <a:cubicBezTo>
                    <a:pt x="5854" y="18628"/>
                    <a:pt x="6060" y="17853"/>
                    <a:pt x="6074" y="17056"/>
                  </a:cubicBezTo>
                  <a:cubicBezTo>
                    <a:pt x="6078" y="17006"/>
                    <a:pt x="6080" y="16956"/>
                    <a:pt x="6080" y="16914"/>
                  </a:cubicBezTo>
                  <a:cubicBezTo>
                    <a:pt x="6080" y="16334"/>
                    <a:pt x="5796" y="15803"/>
                    <a:pt x="5344" y="15540"/>
                  </a:cubicBezTo>
                  <a:cubicBezTo>
                    <a:pt x="2843" y="14080"/>
                    <a:pt x="1349" y="11731"/>
                    <a:pt x="1349" y="9257"/>
                  </a:cubicBezTo>
                  <a:cubicBezTo>
                    <a:pt x="1349" y="5003"/>
                    <a:pt x="5588" y="1542"/>
                    <a:pt x="10800" y="1542"/>
                  </a:cubicBezTo>
                  <a:cubicBezTo>
                    <a:pt x="16011" y="1542"/>
                    <a:pt x="20249" y="5003"/>
                    <a:pt x="20249" y="9257"/>
                  </a:cubicBezTo>
                  <a:cubicBezTo>
                    <a:pt x="20249" y="13510"/>
                    <a:pt x="16011" y="16971"/>
                    <a:pt x="10800" y="16971"/>
                  </a:cubicBezTo>
                  <a:moveTo>
                    <a:pt x="10800" y="0"/>
                  </a:moveTo>
                  <a:cubicBezTo>
                    <a:pt x="4835" y="0"/>
                    <a:pt x="0" y="4144"/>
                    <a:pt x="0" y="9257"/>
                  </a:cubicBezTo>
                  <a:cubicBezTo>
                    <a:pt x="0" y="12440"/>
                    <a:pt x="1875" y="15248"/>
                    <a:pt x="4730" y="16914"/>
                  </a:cubicBezTo>
                  <a:cubicBezTo>
                    <a:pt x="4730" y="16935"/>
                    <a:pt x="4724" y="16949"/>
                    <a:pt x="4724" y="16971"/>
                  </a:cubicBezTo>
                  <a:cubicBezTo>
                    <a:pt x="4724" y="18354"/>
                    <a:pt x="3821" y="19843"/>
                    <a:pt x="3423" y="20625"/>
                  </a:cubicBezTo>
                  <a:lnTo>
                    <a:pt x="3425" y="20625"/>
                  </a:lnTo>
                  <a:cubicBezTo>
                    <a:pt x="3393" y="20709"/>
                    <a:pt x="3374" y="20802"/>
                    <a:pt x="3374" y="20900"/>
                  </a:cubicBezTo>
                  <a:cubicBezTo>
                    <a:pt x="3374" y="21287"/>
                    <a:pt x="3648" y="21600"/>
                    <a:pt x="3986" y="21600"/>
                  </a:cubicBezTo>
                  <a:cubicBezTo>
                    <a:pt x="4049" y="21600"/>
                    <a:pt x="4161" y="21580"/>
                    <a:pt x="4158" y="21590"/>
                  </a:cubicBezTo>
                  <a:cubicBezTo>
                    <a:pt x="6268" y="21195"/>
                    <a:pt x="8255" y="18979"/>
                    <a:pt x="8716" y="18338"/>
                  </a:cubicBezTo>
                  <a:cubicBezTo>
                    <a:pt x="9391" y="18451"/>
                    <a:pt x="10086" y="18514"/>
                    <a:pt x="10800" y="18514"/>
                  </a:cubicBezTo>
                  <a:cubicBezTo>
                    <a:pt x="16764" y="18514"/>
                    <a:pt x="21600" y="14369"/>
                    <a:pt x="21600" y="9257"/>
                  </a:cubicBezTo>
                  <a:cubicBezTo>
                    <a:pt x="21600" y="4144"/>
                    <a:pt x="16764" y="0"/>
                    <a:pt x="10800" y="0"/>
                  </a:cubicBezTo>
                </a:path>
              </a:pathLst>
            </a:custGeom>
            <a:solidFill>
              <a:srgbClr val="6FC661"/>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grpSp>
      <p:grpSp>
        <p:nvGrpSpPr>
          <p:cNvPr id="283" name="Group 283"/>
          <p:cNvGrpSpPr/>
          <p:nvPr/>
        </p:nvGrpSpPr>
        <p:grpSpPr>
          <a:xfrm>
            <a:off x="1344681" y="7908888"/>
            <a:ext cx="329221" cy="287644"/>
            <a:chOff x="0" y="0"/>
            <a:chExt cx="329219" cy="287643"/>
          </a:xfrm>
        </p:grpSpPr>
        <p:sp>
          <p:nvSpPr>
            <p:cNvPr id="280" name="Shape 280"/>
            <p:cNvSpPr/>
            <p:nvPr/>
          </p:nvSpPr>
          <p:spPr>
            <a:xfrm>
              <a:off x="-1" y="-1"/>
              <a:ext cx="329221" cy="236523"/>
            </a:xfrm>
            <a:custGeom>
              <a:avLst/>
              <a:gdLst/>
              <a:ahLst/>
              <a:cxnLst>
                <a:cxn ang="0">
                  <a:pos x="wd2" y="hd2"/>
                </a:cxn>
                <a:cxn ang="5400000">
                  <a:pos x="wd2" y="hd2"/>
                </a:cxn>
                <a:cxn ang="10800000">
                  <a:pos x="wd2" y="hd2"/>
                </a:cxn>
                <a:cxn ang="16200000">
                  <a:pos x="wd2" y="hd2"/>
                </a:cxn>
              </a:cxnLst>
              <a:rect l="0" t="0" r="r" b="b"/>
              <a:pathLst>
                <a:path w="21600" h="21600" extrusionOk="0">
                  <a:moveTo>
                    <a:pt x="10951" y="9367"/>
                  </a:moveTo>
                  <a:cubicBezTo>
                    <a:pt x="10901" y="9383"/>
                    <a:pt x="10851" y="9391"/>
                    <a:pt x="10800" y="9391"/>
                  </a:cubicBezTo>
                  <a:cubicBezTo>
                    <a:pt x="10748" y="9391"/>
                    <a:pt x="10698" y="9383"/>
                    <a:pt x="10648" y="9367"/>
                  </a:cubicBezTo>
                  <a:lnTo>
                    <a:pt x="1873" y="6550"/>
                  </a:lnTo>
                  <a:cubicBezTo>
                    <a:pt x="1566" y="6452"/>
                    <a:pt x="1349" y="6072"/>
                    <a:pt x="1349" y="5634"/>
                  </a:cubicBezTo>
                  <a:cubicBezTo>
                    <a:pt x="1349" y="5197"/>
                    <a:pt x="1566" y="4817"/>
                    <a:pt x="1873" y="4719"/>
                  </a:cubicBezTo>
                  <a:lnTo>
                    <a:pt x="10648" y="1902"/>
                  </a:lnTo>
                  <a:cubicBezTo>
                    <a:pt x="10698" y="1886"/>
                    <a:pt x="10748" y="1878"/>
                    <a:pt x="10800" y="1878"/>
                  </a:cubicBezTo>
                  <a:cubicBezTo>
                    <a:pt x="10851" y="1878"/>
                    <a:pt x="10901" y="1886"/>
                    <a:pt x="10951" y="1902"/>
                  </a:cubicBezTo>
                  <a:lnTo>
                    <a:pt x="19726" y="4719"/>
                  </a:lnTo>
                  <a:cubicBezTo>
                    <a:pt x="20033" y="4817"/>
                    <a:pt x="20249" y="5197"/>
                    <a:pt x="20249" y="5634"/>
                  </a:cubicBezTo>
                  <a:cubicBezTo>
                    <a:pt x="20249" y="6072"/>
                    <a:pt x="20033" y="6452"/>
                    <a:pt x="19726" y="6550"/>
                  </a:cubicBezTo>
                  <a:cubicBezTo>
                    <a:pt x="19726" y="6550"/>
                    <a:pt x="10951" y="9367"/>
                    <a:pt x="10951" y="9367"/>
                  </a:cubicBezTo>
                  <a:close/>
                  <a:moveTo>
                    <a:pt x="16874" y="16904"/>
                  </a:moveTo>
                  <a:cubicBezTo>
                    <a:pt x="16874" y="17942"/>
                    <a:pt x="14849" y="19721"/>
                    <a:pt x="10800" y="19721"/>
                  </a:cubicBezTo>
                  <a:cubicBezTo>
                    <a:pt x="6749" y="19721"/>
                    <a:pt x="4724" y="17942"/>
                    <a:pt x="4724" y="16904"/>
                  </a:cubicBezTo>
                  <a:lnTo>
                    <a:pt x="4724" y="9394"/>
                  </a:lnTo>
                  <a:lnTo>
                    <a:pt x="10353" y="11200"/>
                  </a:lnTo>
                  <a:cubicBezTo>
                    <a:pt x="10501" y="11246"/>
                    <a:pt x="10651" y="11269"/>
                    <a:pt x="10800" y="11269"/>
                  </a:cubicBezTo>
                  <a:cubicBezTo>
                    <a:pt x="10949" y="11269"/>
                    <a:pt x="11098" y="11246"/>
                    <a:pt x="11255" y="11198"/>
                  </a:cubicBezTo>
                  <a:lnTo>
                    <a:pt x="16874" y="9394"/>
                  </a:lnTo>
                  <a:cubicBezTo>
                    <a:pt x="16874" y="9394"/>
                    <a:pt x="16874" y="16904"/>
                    <a:pt x="16874" y="16904"/>
                  </a:cubicBezTo>
                  <a:close/>
                  <a:moveTo>
                    <a:pt x="21600" y="5634"/>
                  </a:moveTo>
                  <a:cubicBezTo>
                    <a:pt x="21600" y="4314"/>
                    <a:pt x="20954" y="3185"/>
                    <a:pt x="20030" y="2888"/>
                  </a:cubicBezTo>
                  <a:lnTo>
                    <a:pt x="11246" y="68"/>
                  </a:lnTo>
                  <a:cubicBezTo>
                    <a:pt x="11098" y="22"/>
                    <a:pt x="10949" y="0"/>
                    <a:pt x="10800" y="0"/>
                  </a:cubicBezTo>
                  <a:cubicBezTo>
                    <a:pt x="10651" y="0"/>
                    <a:pt x="10501" y="22"/>
                    <a:pt x="10344" y="71"/>
                  </a:cubicBezTo>
                  <a:lnTo>
                    <a:pt x="1570" y="2888"/>
                  </a:lnTo>
                  <a:cubicBezTo>
                    <a:pt x="645" y="3185"/>
                    <a:pt x="0" y="4314"/>
                    <a:pt x="0" y="5634"/>
                  </a:cubicBezTo>
                  <a:cubicBezTo>
                    <a:pt x="0" y="6955"/>
                    <a:pt x="645" y="8084"/>
                    <a:pt x="1569" y="8380"/>
                  </a:cubicBezTo>
                  <a:lnTo>
                    <a:pt x="3374" y="8960"/>
                  </a:lnTo>
                  <a:lnTo>
                    <a:pt x="3374" y="16904"/>
                  </a:lnTo>
                  <a:cubicBezTo>
                    <a:pt x="3374" y="19397"/>
                    <a:pt x="5425" y="21600"/>
                    <a:pt x="10800" y="21600"/>
                  </a:cubicBezTo>
                  <a:cubicBezTo>
                    <a:pt x="16174" y="21600"/>
                    <a:pt x="18224" y="19397"/>
                    <a:pt x="18224" y="16904"/>
                  </a:cubicBezTo>
                  <a:lnTo>
                    <a:pt x="18224" y="8960"/>
                  </a:lnTo>
                  <a:lnTo>
                    <a:pt x="20030" y="8380"/>
                  </a:lnTo>
                  <a:cubicBezTo>
                    <a:pt x="20954" y="8084"/>
                    <a:pt x="21600" y="6955"/>
                    <a:pt x="21600" y="5634"/>
                  </a:cubicBezTo>
                </a:path>
              </a:pathLst>
            </a:custGeom>
            <a:solidFill>
              <a:srgbClr val="6FC661"/>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281" name="Shape 281"/>
            <p:cNvSpPr/>
            <p:nvPr/>
          </p:nvSpPr>
          <p:spPr>
            <a:xfrm>
              <a:off x="298319" y="102810"/>
              <a:ext cx="20227" cy="112920"/>
            </a:xfrm>
            <a:custGeom>
              <a:avLst/>
              <a:gdLst/>
              <a:ahLst/>
              <a:cxnLst>
                <a:cxn ang="0">
                  <a:pos x="wd2" y="hd2"/>
                </a:cxn>
                <a:cxn ang="5400000">
                  <a:pos x="wd2" y="hd2"/>
                </a:cxn>
                <a:cxn ang="10800000">
                  <a:pos x="wd2" y="hd2"/>
                </a:cxn>
                <a:cxn ang="16200000">
                  <a:pos x="wd2" y="hd2"/>
                </a:cxn>
              </a:cxnLst>
              <a:rect l="0" t="0" r="r" b="b"/>
              <a:pathLst>
                <a:path w="21600" h="21600" extrusionOk="0">
                  <a:moveTo>
                    <a:pt x="0" y="1963"/>
                  </a:moveTo>
                  <a:lnTo>
                    <a:pt x="0" y="19637"/>
                  </a:lnTo>
                  <a:cubicBezTo>
                    <a:pt x="0" y="20722"/>
                    <a:pt x="4841" y="21600"/>
                    <a:pt x="10800" y="21600"/>
                  </a:cubicBezTo>
                  <a:cubicBezTo>
                    <a:pt x="16758" y="21600"/>
                    <a:pt x="21600" y="20722"/>
                    <a:pt x="21600" y="19637"/>
                  </a:cubicBezTo>
                  <a:lnTo>
                    <a:pt x="21600" y="1963"/>
                  </a:lnTo>
                  <a:cubicBezTo>
                    <a:pt x="21600" y="878"/>
                    <a:pt x="16758" y="0"/>
                    <a:pt x="10800" y="0"/>
                  </a:cubicBezTo>
                  <a:cubicBezTo>
                    <a:pt x="4841" y="0"/>
                    <a:pt x="0" y="878"/>
                    <a:pt x="0" y="1963"/>
                  </a:cubicBezTo>
                </a:path>
              </a:pathLst>
            </a:custGeom>
            <a:solidFill>
              <a:srgbClr val="6FC661"/>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282" name="Shape 282"/>
            <p:cNvSpPr/>
            <p:nvPr/>
          </p:nvSpPr>
          <p:spPr>
            <a:xfrm>
              <a:off x="287645" y="225846"/>
              <a:ext cx="41575" cy="61798"/>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8" y="0"/>
                    <a:pt x="0" y="10427"/>
                    <a:pt x="0" y="14401"/>
                  </a:cubicBezTo>
                  <a:cubicBezTo>
                    <a:pt x="0" y="18373"/>
                    <a:pt x="4838" y="21600"/>
                    <a:pt x="10800" y="21600"/>
                  </a:cubicBezTo>
                  <a:cubicBezTo>
                    <a:pt x="16761" y="21600"/>
                    <a:pt x="21600" y="18373"/>
                    <a:pt x="21600" y="14401"/>
                  </a:cubicBezTo>
                  <a:cubicBezTo>
                    <a:pt x="21600" y="10427"/>
                    <a:pt x="16761" y="0"/>
                    <a:pt x="10800" y="0"/>
                  </a:cubicBezTo>
                </a:path>
              </a:pathLst>
            </a:custGeom>
            <a:solidFill>
              <a:srgbClr val="6FC661"/>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grpSp>
      <p:sp>
        <p:nvSpPr>
          <p:cNvPr id="284" name="Shape 284"/>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4E8F43"/>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Shape 286"/>
          <p:cNvSpPr/>
          <p:nvPr/>
        </p:nvSpPr>
        <p:spPr>
          <a:xfrm>
            <a:off x="1174979" y="929785"/>
            <a:ext cx="672534" cy="672534"/>
          </a:xfrm>
          <a:prstGeom prst="ellipse">
            <a:avLst/>
          </a:prstGeom>
          <a:ln w="38100">
            <a:solidFill>
              <a:srgbClr val="6FC661"/>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87" name="Shape 287"/>
          <p:cNvSpPr/>
          <p:nvPr/>
        </p:nvSpPr>
        <p:spPr>
          <a:xfrm>
            <a:off x="1171804" y="2049727"/>
            <a:ext cx="672534" cy="672533"/>
          </a:xfrm>
          <a:prstGeom prst="ellipse">
            <a:avLst/>
          </a:prstGeom>
          <a:ln w="38100">
            <a:solidFill>
              <a:srgbClr val="6FC661"/>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88" name="Shape 288"/>
          <p:cNvSpPr/>
          <p:nvPr/>
        </p:nvSpPr>
        <p:spPr>
          <a:xfrm>
            <a:off x="1171804" y="3198452"/>
            <a:ext cx="672534" cy="672534"/>
          </a:xfrm>
          <a:prstGeom prst="ellipse">
            <a:avLst/>
          </a:prstGeom>
          <a:ln w="38100">
            <a:solidFill>
              <a:srgbClr val="6FC661"/>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89" name="Shape 289"/>
          <p:cNvSpPr/>
          <p:nvPr/>
        </p:nvSpPr>
        <p:spPr>
          <a:xfrm>
            <a:off x="1904847" y="1136543"/>
            <a:ext cx="4714799" cy="598781"/>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90" name="Shape 290"/>
          <p:cNvSpPr/>
          <p:nvPr/>
        </p:nvSpPr>
        <p:spPr>
          <a:xfrm>
            <a:off x="1904847" y="771180"/>
            <a:ext cx="2993752"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1 Sesión Para Crear Tu Estilo</a:t>
            </a:r>
          </a:p>
        </p:txBody>
      </p:sp>
      <p:sp>
        <p:nvSpPr>
          <p:cNvPr id="291" name="Shape 291"/>
          <p:cNvSpPr/>
          <p:nvPr/>
        </p:nvSpPr>
        <p:spPr>
          <a:xfrm>
            <a:off x="1901672" y="2253457"/>
            <a:ext cx="4714800" cy="660676"/>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92" name="Shape 292"/>
          <p:cNvSpPr/>
          <p:nvPr/>
        </p:nvSpPr>
        <p:spPr>
          <a:xfrm>
            <a:off x="1901672" y="1888093"/>
            <a:ext cx="3806578"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Carpeta Personalizada</a:t>
            </a:r>
          </a:p>
        </p:txBody>
      </p:sp>
      <p:sp>
        <p:nvSpPr>
          <p:cNvPr id="293" name="Shape 293"/>
          <p:cNvSpPr/>
          <p:nvPr/>
        </p:nvSpPr>
        <p:spPr>
          <a:xfrm>
            <a:off x="1901672" y="3432265"/>
            <a:ext cx="4714800" cy="660676"/>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94" name="Shape 294"/>
          <p:cNvSpPr/>
          <p:nvPr/>
        </p:nvSpPr>
        <p:spPr>
          <a:xfrm>
            <a:off x="1901672" y="3066901"/>
            <a:ext cx="2601440"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Inventario del Vestuario</a:t>
            </a:r>
          </a:p>
        </p:txBody>
      </p:sp>
      <p:sp>
        <p:nvSpPr>
          <p:cNvPr id="295" name="Shape 295"/>
          <p:cNvSpPr/>
          <p:nvPr/>
        </p:nvSpPr>
        <p:spPr>
          <a:xfrm>
            <a:off x="1171804" y="4459678"/>
            <a:ext cx="672534" cy="672534"/>
          </a:xfrm>
          <a:prstGeom prst="ellipse">
            <a:avLst/>
          </a:prstGeom>
          <a:ln w="38100">
            <a:solidFill>
              <a:srgbClr val="6FC661"/>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96" name="Shape 296"/>
          <p:cNvSpPr/>
          <p:nvPr/>
        </p:nvSpPr>
        <p:spPr>
          <a:xfrm>
            <a:off x="1901672" y="4693491"/>
            <a:ext cx="4714800" cy="660675"/>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97" name="Shape 297"/>
          <p:cNvSpPr/>
          <p:nvPr/>
        </p:nvSpPr>
        <p:spPr>
          <a:xfrm>
            <a:off x="1901672" y="4328127"/>
            <a:ext cx="2601440"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Email Marketing</a:t>
            </a:r>
          </a:p>
        </p:txBody>
      </p:sp>
      <p:grpSp>
        <p:nvGrpSpPr>
          <p:cNvPr id="301" name="Group 301"/>
          <p:cNvGrpSpPr/>
          <p:nvPr/>
        </p:nvGrpSpPr>
        <p:grpSpPr>
          <a:xfrm>
            <a:off x="1345387" y="1139052"/>
            <a:ext cx="331717" cy="254001"/>
            <a:chOff x="0" y="0"/>
            <a:chExt cx="331716" cy="254000"/>
          </a:xfrm>
        </p:grpSpPr>
        <p:sp>
          <p:nvSpPr>
            <p:cNvPr id="298" name="Shape 298"/>
            <p:cNvSpPr/>
            <p:nvPr/>
          </p:nvSpPr>
          <p:spPr>
            <a:xfrm>
              <a:off x="0" y="147850"/>
              <a:ext cx="331717" cy="106151"/>
            </a:xfrm>
            <a:custGeom>
              <a:avLst/>
              <a:gdLst/>
              <a:ahLst/>
              <a:cxnLst>
                <a:cxn ang="0">
                  <a:pos x="wd2" y="hd2"/>
                </a:cxn>
                <a:cxn ang="5400000">
                  <a:pos x="wd2" y="hd2"/>
                </a:cxn>
                <a:cxn ang="10800000">
                  <a:pos x="wd2" y="hd2"/>
                </a:cxn>
                <a:cxn ang="16200000">
                  <a:pos x="wd2" y="hd2"/>
                </a:cxn>
              </a:cxnLst>
              <a:rect l="0" t="0" r="r" b="b"/>
              <a:pathLst>
                <a:path w="21600" h="21600" extrusionOk="0">
                  <a:moveTo>
                    <a:pt x="13022" y="5979"/>
                  </a:moveTo>
                  <a:lnTo>
                    <a:pt x="8640" y="5979"/>
                  </a:lnTo>
                  <a:lnTo>
                    <a:pt x="8640" y="0"/>
                  </a:lnTo>
                  <a:lnTo>
                    <a:pt x="0" y="0"/>
                  </a:lnTo>
                  <a:lnTo>
                    <a:pt x="0" y="18514"/>
                  </a:lnTo>
                  <a:lnTo>
                    <a:pt x="123" y="19671"/>
                  </a:lnTo>
                  <a:lnTo>
                    <a:pt x="247" y="20636"/>
                  </a:lnTo>
                  <a:lnTo>
                    <a:pt x="555" y="21407"/>
                  </a:lnTo>
                  <a:lnTo>
                    <a:pt x="1049" y="21600"/>
                  </a:lnTo>
                  <a:lnTo>
                    <a:pt x="20613" y="21600"/>
                  </a:lnTo>
                  <a:lnTo>
                    <a:pt x="21045" y="21407"/>
                  </a:lnTo>
                  <a:lnTo>
                    <a:pt x="21415" y="20636"/>
                  </a:lnTo>
                  <a:lnTo>
                    <a:pt x="21600" y="19671"/>
                  </a:lnTo>
                  <a:lnTo>
                    <a:pt x="21600" y="0"/>
                  </a:lnTo>
                  <a:lnTo>
                    <a:pt x="13022" y="0"/>
                  </a:lnTo>
                  <a:lnTo>
                    <a:pt x="13022" y="5979"/>
                  </a:lnTo>
                  <a:close/>
                </a:path>
              </a:pathLst>
            </a:custGeom>
            <a:solidFill>
              <a:srgbClr val="6FC661"/>
            </a:solidFill>
            <a:ln w="3175" cap="flat">
              <a:noFill/>
              <a:miter lim="400000"/>
            </a:ln>
            <a:effectLst/>
          </p:spPr>
          <p:txBody>
            <a:bodyPr wrap="square" lIns="45718" tIns="45718" rIns="45718" bIns="45718" numCol="1" anchor="t">
              <a:noAutofit/>
            </a:bodyPr>
            <a:lstStyle/>
            <a:p>
              <a:pPr algn="l" defTabSz="1828800">
                <a:defRPr sz="4800">
                  <a:latin typeface="Lato Light"/>
                  <a:ea typeface="Lato Light"/>
                  <a:cs typeface="Lato Light"/>
                  <a:sym typeface="Lato Light"/>
                </a:defRPr>
              </a:pPr>
              <a:endParaRPr/>
            </a:p>
          </p:txBody>
        </p:sp>
        <p:sp>
          <p:nvSpPr>
            <p:cNvPr id="299" name="Shape 299"/>
            <p:cNvSpPr/>
            <p:nvPr/>
          </p:nvSpPr>
          <p:spPr>
            <a:xfrm>
              <a:off x="0" y="0"/>
              <a:ext cx="331717" cy="125105"/>
            </a:xfrm>
            <a:custGeom>
              <a:avLst/>
              <a:gdLst/>
              <a:ahLst/>
              <a:cxnLst>
                <a:cxn ang="0">
                  <a:pos x="wd2" y="hd2"/>
                </a:cxn>
                <a:cxn ang="5400000">
                  <a:pos x="wd2" y="hd2"/>
                </a:cxn>
                <a:cxn ang="10800000">
                  <a:pos x="wd2" y="hd2"/>
                </a:cxn>
                <a:cxn ang="16200000">
                  <a:pos x="wd2" y="hd2"/>
                </a:cxn>
              </a:cxnLst>
              <a:rect l="0" t="0" r="r" b="b"/>
              <a:pathLst>
                <a:path w="21600" h="21600" extrusionOk="0">
                  <a:moveTo>
                    <a:pt x="20613" y="6978"/>
                  </a:moveTo>
                  <a:lnTo>
                    <a:pt x="13886" y="6978"/>
                  </a:lnTo>
                  <a:lnTo>
                    <a:pt x="13886" y="332"/>
                  </a:lnTo>
                  <a:lnTo>
                    <a:pt x="13762" y="0"/>
                  </a:lnTo>
                  <a:lnTo>
                    <a:pt x="7406" y="0"/>
                  </a:lnTo>
                  <a:lnTo>
                    <a:pt x="7097" y="831"/>
                  </a:lnTo>
                  <a:lnTo>
                    <a:pt x="7097" y="6978"/>
                  </a:lnTo>
                  <a:lnTo>
                    <a:pt x="555" y="6978"/>
                  </a:lnTo>
                  <a:lnTo>
                    <a:pt x="247" y="7477"/>
                  </a:lnTo>
                  <a:lnTo>
                    <a:pt x="123" y="8474"/>
                  </a:lnTo>
                  <a:lnTo>
                    <a:pt x="0" y="9637"/>
                  </a:lnTo>
                  <a:lnTo>
                    <a:pt x="0" y="21600"/>
                  </a:lnTo>
                  <a:lnTo>
                    <a:pt x="21600" y="21600"/>
                  </a:lnTo>
                  <a:lnTo>
                    <a:pt x="21600" y="8474"/>
                  </a:lnTo>
                  <a:lnTo>
                    <a:pt x="21415" y="7477"/>
                  </a:lnTo>
                  <a:lnTo>
                    <a:pt x="21045" y="6978"/>
                  </a:lnTo>
                  <a:lnTo>
                    <a:pt x="20613" y="6978"/>
                  </a:lnTo>
                  <a:close/>
                  <a:moveTo>
                    <a:pt x="8208" y="6978"/>
                  </a:moveTo>
                  <a:lnTo>
                    <a:pt x="8208" y="2160"/>
                  </a:lnTo>
                  <a:lnTo>
                    <a:pt x="12898" y="2160"/>
                  </a:lnTo>
                  <a:lnTo>
                    <a:pt x="12898" y="6978"/>
                  </a:lnTo>
                  <a:lnTo>
                    <a:pt x="8208" y="6978"/>
                  </a:lnTo>
                  <a:close/>
                </a:path>
              </a:pathLst>
            </a:custGeom>
            <a:solidFill>
              <a:srgbClr val="6FC661"/>
            </a:solidFill>
            <a:ln w="3175" cap="flat">
              <a:noFill/>
              <a:miter lim="400000"/>
            </a:ln>
            <a:effectLst/>
          </p:spPr>
          <p:txBody>
            <a:bodyPr wrap="square" lIns="45718" tIns="45718" rIns="45718" bIns="45718" numCol="1" anchor="t">
              <a:noAutofit/>
            </a:bodyPr>
            <a:lstStyle/>
            <a:p>
              <a:pPr algn="l" defTabSz="1828800">
                <a:defRPr sz="4800">
                  <a:latin typeface="Lato Light"/>
                  <a:ea typeface="Lato Light"/>
                  <a:cs typeface="Lato Light"/>
                  <a:sym typeface="Lato Light"/>
                </a:defRPr>
              </a:pPr>
              <a:endParaRPr/>
            </a:p>
          </p:txBody>
        </p:sp>
        <p:sp>
          <p:nvSpPr>
            <p:cNvPr id="300" name="Shape 300"/>
            <p:cNvSpPr/>
            <p:nvPr/>
          </p:nvSpPr>
          <p:spPr>
            <a:xfrm>
              <a:off x="144058" y="147850"/>
              <a:ext cx="41702" cy="17061"/>
            </a:xfrm>
            <a:prstGeom prst="rect">
              <a:avLst/>
            </a:prstGeom>
            <a:solidFill>
              <a:srgbClr val="6FC661"/>
            </a:solidFill>
            <a:ln w="3175" cap="flat">
              <a:noFill/>
              <a:miter lim="400000"/>
            </a:ln>
            <a:effectLst/>
          </p:spPr>
          <p:txBody>
            <a:bodyPr wrap="square" lIns="45718" tIns="45718" rIns="45718" bIns="45718" numCol="1" anchor="t">
              <a:noAutofit/>
            </a:bodyPr>
            <a:lstStyle/>
            <a:p>
              <a:pPr algn="l" defTabSz="1828800">
                <a:defRPr sz="4800">
                  <a:latin typeface="Lato Light"/>
                  <a:ea typeface="Lato Light"/>
                  <a:cs typeface="Lato Light"/>
                  <a:sym typeface="Lato Light"/>
                </a:defRPr>
              </a:pPr>
              <a:endParaRPr/>
            </a:p>
          </p:txBody>
        </p:sp>
      </p:grpSp>
      <p:sp>
        <p:nvSpPr>
          <p:cNvPr id="302" name="Shape 302"/>
          <p:cNvSpPr/>
          <p:nvPr/>
        </p:nvSpPr>
        <p:spPr>
          <a:xfrm>
            <a:off x="1171804" y="5750985"/>
            <a:ext cx="672534" cy="672534"/>
          </a:xfrm>
          <a:prstGeom prst="ellipse">
            <a:avLst/>
          </a:prstGeom>
          <a:ln w="38100">
            <a:solidFill>
              <a:srgbClr val="6FC661"/>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303" name="Shape 303"/>
          <p:cNvSpPr/>
          <p:nvPr/>
        </p:nvSpPr>
        <p:spPr>
          <a:xfrm>
            <a:off x="1171804" y="6899711"/>
            <a:ext cx="672534" cy="672534"/>
          </a:xfrm>
          <a:prstGeom prst="ellipse">
            <a:avLst/>
          </a:prstGeom>
          <a:ln w="38100">
            <a:solidFill>
              <a:srgbClr val="6FC661"/>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304" name="Shape 304"/>
          <p:cNvSpPr/>
          <p:nvPr/>
        </p:nvSpPr>
        <p:spPr>
          <a:xfrm>
            <a:off x="1901672" y="5954716"/>
            <a:ext cx="4714800" cy="660675"/>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305" name="Shape 305"/>
          <p:cNvSpPr/>
          <p:nvPr/>
        </p:nvSpPr>
        <p:spPr>
          <a:xfrm>
            <a:off x="1901672" y="5589352"/>
            <a:ext cx="3806578"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Carpeta Personalizada</a:t>
            </a:r>
          </a:p>
        </p:txBody>
      </p:sp>
      <p:sp>
        <p:nvSpPr>
          <p:cNvPr id="306" name="Shape 306"/>
          <p:cNvSpPr/>
          <p:nvPr/>
        </p:nvSpPr>
        <p:spPr>
          <a:xfrm>
            <a:off x="1901672" y="7133524"/>
            <a:ext cx="4714800" cy="660675"/>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307" name="Shape 307"/>
          <p:cNvSpPr/>
          <p:nvPr/>
        </p:nvSpPr>
        <p:spPr>
          <a:xfrm>
            <a:off x="1901672" y="6768160"/>
            <a:ext cx="2601440"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Inventario del Vestuario</a:t>
            </a:r>
          </a:p>
        </p:txBody>
      </p:sp>
      <p:sp>
        <p:nvSpPr>
          <p:cNvPr id="308" name="Shape 308"/>
          <p:cNvSpPr/>
          <p:nvPr/>
        </p:nvSpPr>
        <p:spPr>
          <a:xfrm>
            <a:off x="1171804" y="8160937"/>
            <a:ext cx="672534" cy="672534"/>
          </a:xfrm>
          <a:prstGeom prst="ellipse">
            <a:avLst/>
          </a:prstGeom>
          <a:ln w="38100">
            <a:solidFill>
              <a:srgbClr val="6FC661"/>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309" name="Shape 309"/>
          <p:cNvSpPr/>
          <p:nvPr/>
        </p:nvSpPr>
        <p:spPr>
          <a:xfrm>
            <a:off x="1901672" y="8394749"/>
            <a:ext cx="4714800" cy="660676"/>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310" name="Shape 310"/>
          <p:cNvSpPr/>
          <p:nvPr/>
        </p:nvSpPr>
        <p:spPr>
          <a:xfrm>
            <a:off x="1901672" y="8029385"/>
            <a:ext cx="2601440"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Inversión</a:t>
            </a:r>
          </a:p>
        </p:txBody>
      </p:sp>
      <p:sp>
        <p:nvSpPr>
          <p:cNvPr id="311" name="Shape 311"/>
          <p:cNvSpPr/>
          <p:nvPr/>
        </p:nvSpPr>
        <p:spPr>
          <a:xfrm>
            <a:off x="1349066" y="5974644"/>
            <a:ext cx="324359" cy="254001"/>
          </a:xfrm>
          <a:custGeom>
            <a:avLst/>
            <a:gdLst/>
            <a:ahLst/>
            <a:cxnLst>
              <a:cxn ang="0">
                <a:pos x="wd2" y="hd2"/>
              </a:cxn>
              <a:cxn ang="5400000">
                <a:pos x="wd2" y="hd2"/>
              </a:cxn>
              <a:cxn ang="10800000">
                <a:pos x="wd2" y="hd2"/>
              </a:cxn>
              <a:cxn ang="16200000">
                <a:pos x="wd2" y="hd2"/>
              </a:cxn>
            </a:cxnLst>
            <a:rect l="0" t="0" r="r" b="b"/>
            <a:pathLst>
              <a:path w="21431" h="21600" extrusionOk="0">
                <a:moveTo>
                  <a:pt x="16875" y="17280"/>
                </a:moveTo>
                <a:cubicBezTo>
                  <a:pt x="16875" y="19872"/>
                  <a:pt x="15187" y="21600"/>
                  <a:pt x="13500" y="21600"/>
                </a:cubicBezTo>
                <a:cubicBezTo>
                  <a:pt x="3375" y="21600"/>
                  <a:pt x="3375" y="21600"/>
                  <a:pt x="3375" y="21600"/>
                </a:cubicBezTo>
                <a:cubicBezTo>
                  <a:pt x="1350" y="21600"/>
                  <a:pt x="0" y="19872"/>
                  <a:pt x="0" y="17280"/>
                </a:cubicBezTo>
                <a:cubicBezTo>
                  <a:pt x="0" y="4320"/>
                  <a:pt x="0" y="4320"/>
                  <a:pt x="0" y="4320"/>
                </a:cubicBezTo>
                <a:cubicBezTo>
                  <a:pt x="0" y="2160"/>
                  <a:pt x="1350" y="0"/>
                  <a:pt x="3375" y="0"/>
                </a:cubicBezTo>
                <a:cubicBezTo>
                  <a:pt x="13500" y="0"/>
                  <a:pt x="13500" y="0"/>
                  <a:pt x="13500" y="0"/>
                </a:cubicBezTo>
                <a:cubicBezTo>
                  <a:pt x="13837" y="0"/>
                  <a:pt x="14512" y="0"/>
                  <a:pt x="14850" y="432"/>
                </a:cubicBezTo>
                <a:cubicBezTo>
                  <a:pt x="14850" y="432"/>
                  <a:pt x="14850" y="432"/>
                  <a:pt x="15187" y="864"/>
                </a:cubicBezTo>
                <a:cubicBezTo>
                  <a:pt x="15187" y="864"/>
                  <a:pt x="15187" y="864"/>
                  <a:pt x="14850" y="1296"/>
                </a:cubicBezTo>
                <a:cubicBezTo>
                  <a:pt x="14175" y="1728"/>
                  <a:pt x="14175" y="1728"/>
                  <a:pt x="14175" y="1728"/>
                </a:cubicBezTo>
                <a:cubicBezTo>
                  <a:pt x="14175" y="2160"/>
                  <a:pt x="14175" y="2160"/>
                  <a:pt x="13837" y="2160"/>
                </a:cubicBezTo>
                <a:cubicBezTo>
                  <a:pt x="13837" y="2160"/>
                  <a:pt x="13500" y="1728"/>
                  <a:pt x="13500" y="1728"/>
                </a:cubicBezTo>
                <a:cubicBezTo>
                  <a:pt x="3375" y="1728"/>
                  <a:pt x="3375" y="1728"/>
                  <a:pt x="3375" y="1728"/>
                </a:cubicBezTo>
                <a:cubicBezTo>
                  <a:pt x="2362" y="1728"/>
                  <a:pt x="1350" y="3024"/>
                  <a:pt x="1350" y="4320"/>
                </a:cubicBezTo>
                <a:cubicBezTo>
                  <a:pt x="1350" y="17280"/>
                  <a:pt x="1350" y="17280"/>
                  <a:pt x="1350" y="17280"/>
                </a:cubicBezTo>
                <a:cubicBezTo>
                  <a:pt x="1350" y="18576"/>
                  <a:pt x="2362" y="19872"/>
                  <a:pt x="3375" y="19872"/>
                </a:cubicBezTo>
                <a:cubicBezTo>
                  <a:pt x="13500" y="19872"/>
                  <a:pt x="13500" y="19872"/>
                  <a:pt x="13500" y="19872"/>
                </a:cubicBezTo>
                <a:cubicBezTo>
                  <a:pt x="14512" y="19872"/>
                  <a:pt x="15187" y="18576"/>
                  <a:pt x="15187" y="17280"/>
                </a:cubicBezTo>
                <a:cubicBezTo>
                  <a:pt x="15187" y="15120"/>
                  <a:pt x="15187" y="15120"/>
                  <a:pt x="15187" y="15120"/>
                </a:cubicBezTo>
                <a:cubicBezTo>
                  <a:pt x="15187" y="15120"/>
                  <a:pt x="15525" y="15120"/>
                  <a:pt x="15525" y="15120"/>
                </a:cubicBezTo>
                <a:cubicBezTo>
                  <a:pt x="16200" y="13824"/>
                  <a:pt x="16200" y="13824"/>
                  <a:pt x="16200" y="13824"/>
                </a:cubicBezTo>
                <a:cubicBezTo>
                  <a:pt x="16200" y="13824"/>
                  <a:pt x="16537" y="13824"/>
                  <a:pt x="16537" y="13824"/>
                </a:cubicBezTo>
                <a:cubicBezTo>
                  <a:pt x="16875" y="13824"/>
                  <a:pt x="16875" y="14256"/>
                  <a:pt x="16875" y="14256"/>
                </a:cubicBezTo>
                <a:lnTo>
                  <a:pt x="16875" y="17280"/>
                </a:lnTo>
                <a:close/>
                <a:moveTo>
                  <a:pt x="19237" y="7344"/>
                </a:moveTo>
                <a:cubicBezTo>
                  <a:pt x="11138" y="17712"/>
                  <a:pt x="11138" y="17712"/>
                  <a:pt x="11138" y="17712"/>
                </a:cubicBezTo>
                <a:cubicBezTo>
                  <a:pt x="7762" y="17712"/>
                  <a:pt x="7762" y="17712"/>
                  <a:pt x="7762" y="17712"/>
                </a:cubicBezTo>
                <a:cubicBezTo>
                  <a:pt x="7762" y="13392"/>
                  <a:pt x="7762" y="13392"/>
                  <a:pt x="7762" y="13392"/>
                </a:cubicBezTo>
                <a:cubicBezTo>
                  <a:pt x="15862" y="3024"/>
                  <a:pt x="15862" y="3024"/>
                  <a:pt x="15862" y="3024"/>
                </a:cubicBezTo>
                <a:lnTo>
                  <a:pt x="19237" y="7344"/>
                </a:lnTo>
                <a:close/>
                <a:moveTo>
                  <a:pt x="12150" y="14256"/>
                </a:moveTo>
                <a:cubicBezTo>
                  <a:pt x="10125" y="12096"/>
                  <a:pt x="10125" y="12096"/>
                  <a:pt x="10125" y="12096"/>
                </a:cubicBezTo>
                <a:cubicBezTo>
                  <a:pt x="8775" y="13824"/>
                  <a:pt x="8775" y="13824"/>
                  <a:pt x="8775" y="13824"/>
                </a:cubicBezTo>
                <a:cubicBezTo>
                  <a:pt x="8775" y="14688"/>
                  <a:pt x="8775" y="14688"/>
                  <a:pt x="8775" y="14688"/>
                </a:cubicBezTo>
                <a:cubicBezTo>
                  <a:pt x="9787" y="14688"/>
                  <a:pt x="9787" y="14688"/>
                  <a:pt x="9787" y="14688"/>
                </a:cubicBezTo>
                <a:cubicBezTo>
                  <a:pt x="9787" y="16416"/>
                  <a:pt x="9787" y="16416"/>
                  <a:pt x="9787" y="16416"/>
                </a:cubicBezTo>
                <a:cubicBezTo>
                  <a:pt x="10462" y="16416"/>
                  <a:pt x="10462" y="16416"/>
                  <a:pt x="10462" y="16416"/>
                </a:cubicBezTo>
                <a:lnTo>
                  <a:pt x="12150" y="14256"/>
                </a:lnTo>
                <a:close/>
                <a:moveTo>
                  <a:pt x="15525" y="5184"/>
                </a:moveTo>
                <a:cubicBezTo>
                  <a:pt x="11475" y="10368"/>
                  <a:pt x="11475" y="10368"/>
                  <a:pt x="11475" y="10368"/>
                </a:cubicBezTo>
                <a:cubicBezTo>
                  <a:pt x="11138" y="10800"/>
                  <a:pt x="11138" y="10800"/>
                  <a:pt x="11138" y="11232"/>
                </a:cubicBezTo>
                <a:cubicBezTo>
                  <a:pt x="11475" y="11232"/>
                  <a:pt x="11475" y="11232"/>
                  <a:pt x="11813" y="11232"/>
                </a:cubicBezTo>
                <a:cubicBezTo>
                  <a:pt x="15862" y="5616"/>
                  <a:pt x="15862" y="5616"/>
                  <a:pt x="15862" y="5616"/>
                </a:cubicBezTo>
                <a:cubicBezTo>
                  <a:pt x="15862" y="5616"/>
                  <a:pt x="15862" y="5184"/>
                  <a:pt x="15862" y="5184"/>
                </a:cubicBezTo>
                <a:cubicBezTo>
                  <a:pt x="15862" y="5184"/>
                  <a:pt x="15525" y="5184"/>
                  <a:pt x="15525" y="5184"/>
                </a:cubicBezTo>
                <a:close/>
                <a:moveTo>
                  <a:pt x="19912" y="6480"/>
                </a:moveTo>
                <a:cubicBezTo>
                  <a:pt x="16537" y="1728"/>
                  <a:pt x="16537" y="1728"/>
                  <a:pt x="16537" y="1728"/>
                </a:cubicBezTo>
                <a:cubicBezTo>
                  <a:pt x="17550" y="432"/>
                  <a:pt x="17550" y="432"/>
                  <a:pt x="17550" y="432"/>
                </a:cubicBezTo>
                <a:cubicBezTo>
                  <a:pt x="17887" y="0"/>
                  <a:pt x="18900" y="0"/>
                  <a:pt x="19237" y="432"/>
                </a:cubicBezTo>
                <a:cubicBezTo>
                  <a:pt x="20925" y="3024"/>
                  <a:pt x="20925" y="3024"/>
                  <a:pt x="20925" y="3024"/>
                </a:cubicBezTo>
                <a:cubicBezTo>
                  <a:pt x="21600" y="3456"/>
                  <a:pt x="21600" y="4320"/>
                  <a:pt x="20925" y="4752"/>
                </a:cubicBezTo>
                <a:lnTo>
                  <a:pt x="19912" y="6480"/>
                </a:lnTo>
                <a:close/>
              </a:path>
            </a:pathLst>
          </a:custGeom>
          <a:solidFill>
            <a:srgbClr val="6FC661"/>
          </a:solidFill>
          <a:ln w="3175">
            <a:miter lim="400000"/>
          </a:ln>
        </p:spPr>
        <p:txBody>
          <a:bodyPr lIns="45718" tIns="45718" rIns="45718" bIns="45718"/>
          <a:lstStyle/>
          <a:p>
            <a:pPr algn="l" defTabSz="1828800">
              <a:defRPr>
                <a:latin typeface="Lato Light"/>
                <a:ea typeface="Lato Light"/>
                <a:cs typeface="Lato Light"/>
                <a:sym typeface="Lato Light"/>
              </a:defRPr>
            </a:pPr>
            <a:endParaRPr/>
          </a:p>
        </p:txBody>
      </p:sp>
      <p:sp>
        <p:nvSpPr>
          <p:cNvPr id="312" name="Shape 312"/>
          <p:cNvSpPr/>
          <p:nvPr/>
        </p:nvSpPr>
        <p:spPr>
          <a:xfrm>
            <a:off x="1322671" y="8384182"/>
            <a:ext cx="377150" cy="254001"/>
          </a:xfrm>
          <a:custGeom>
            <a:avLst/>
            <a:gdLst/>
            <a:ahLst/>
            <a:cxnLst>
              <a:cxn ang="0">
                <a:pos x="wd2" y="hd2"/>
              </a:cxn>
              <a:cxn ang="5400000">
                <a:pos x="wd2" y="hd2"/>
              </a:cxn>
              <a:cxn ang="10800000">
                <a:pos x="wd2" y="hd2"/>
              </a:cxn>
              <a:cxn ang="16200000">
                <a:pos x="wd2" y="hd2"/>
              </a:cxn>
            </a:cxnLst>
            <a:rect l="0" t="0" r="r" b="b"/>
            <a:pathLst>
              <a:path w="21600" h="21600" extrusionOk="0">
                <a:moveTo>
                  <a:pt x="21600" y="20191"/>
                </a:moveTo>
                <a:cubicBezTo>
                  <a:pt x="21600" y="21130"/>
                  <a:pt x="21282" y="21600"/>
                  <a:pt x="20965" y="21600"/>
                </a:cubicBezTo>
                <a:cubicBezTo>
                  <a:pt x="635" y="21600"/>
                  <a:pt x="635" y="21600"/>
                  <a:pt x="635" y="21600"/>
                </a:cubicBezTo>
                <a:cubicBezTo>
                  <a:pt x="318" y="21600"/>
                  <a:pt x="0" y="21130"/>
                  <a:pt x="0" y="20191"/>
                </a:cubicBezTo>
                <a:cubicBezTo>
                  <a:pt x="0" y="939"/>
                  <a:pt x="0" y="939"/>
                  <a:pt x="0" y="939"/>
                </a:cubicBezTo>
                <a:cubicBezTo>
                  <a:pt x="0" y="470"/>
                  <a:pt x="318" y="0"/>
                  <a:pt x="635" y="0"/>
                </a:cubicBezTo>
                <a:cubicBezTo>
                  <a:pt x="20965" y="0"/>
                  <a:pt x="20965" y="0"/>
                  <a:pt x="20965" y="0"/>
                </a:cubicBezTo>
                <a:cubicBezTo>
                  <a:pt x="21282" y="0"/>
                  <a:pt x="21600" y="470"/>
                  <a:pt x="21600" y="939"/>
                </a:cubicBezTo>
                <a:lnTo>
                  <a:pt x="21600" y="20191"/>
                </a:lnTo>
                <a:close/>
                <a:moveTo>
                  <a:pt x="20329" y="6574"/>
                </a:moveTo>
                <a:cubicBezTo>
                  <a:pt x="18741" y="6574"/>
                  <a:pt x="17471" y="4696"/>
                  <a:pt x="17471" y="1878"/>
                </a:cubicBezTo>
                <a:cubicBezTo>
                  <a:pt x="4129" y="1878"/>
                  <a:pt x="4129" y="1878"/>
                  <a:pt x="4129" y="1878"/>
                </a:cubicBezTo>
                <a:cubicBezTo>
                  <a:pt x="4129" y="4696"/>
                  <a:pt x="2859" y="6574"/>
                  <a:pt x="1271" y="6574"/>
                </a:cubicBezTo>
                <a:cubicBezTo>
                  <a:pt x="1271" y="15026"/>
                  <a:pt x="1271" y="15026"/>
                  <a:pt x="1271" y="15026"/>
                </a:cubicBezTo>
                <a:cubicBezTo>
                  <a:pt x="2859" y="15026"/>
                  <a:pt x="4129" y="16904"/>
                  <a:pt x="4129" y="19252"/>
                </a:cubicBezTo>
                <a:cubicBezTo>
                  <a:pt x="17471" y="19252"/>
                  <a:pt x="17471" y="19252"/>
                  <a:pt x="17471" y="19252"/>
                </a:cubicBezTo>
                <a:cubicBezTo>
                  <a:pt x="17471" y="16904"/>
                  <a:pt x="18741" y="15026"/>
                  <a:pt x="20329" y="15026"/>
                </a:cubicBezTo>
                <a:lnTo>
                  <a:pt x="20329" y="6574"/>
                </a:lnTo>
                <a:close/>
                <a:moveTo>
                  <a:pt x="10800" y="17843"/>
                </a:moveTo>
                <a:cubicBezTo>
                  <a:pt x="8576" y="17843"/>
                  <a:pt x="7306" y="13617"/>
                  <a:pt x="7306" y="10800"/>
                </a:cubicBezTo>
                <a:cubicBezTo>
                  <a:pt x="7306" y="7513"/>
                  <a:pt x="8576" y="3757"/>
                  <a:pt x="10800" y="3757"/>
                </a:cubicBezTo>
                <a:cubicBezTo>
                  <a:pt x="13341" y="3757"/>
                  <a:pt x="14294" y="7513"/>
                  <a:pt x="14294" y="10800"/>
                </a:cubicBezTo>
                <a:cubicBezTo>
                  <a:pt x="14294" y="13617"/>
                  <a:pt x="13341" y="17843"/>
                  <a:pt x="10800" y="17843"/>
                </a:cubicBezTo>
                <a:close/>
                <a:moveTo>
                  <a:pt x="13024" y="15026"/>
                </a:moveTo>
                <a:cubicBezTo>
                  <a:pt x="13024" y="13148"/>
                  <a:pt x="13024" y="13148"/>
                  <a:pt x="13024" y="13148"/>
                </a:cubicBezTo>
                <a:cubicBezTo>
                  <a:pt x="11435" y="13148"/>
                  <a:pt x="11435" y="13148"/>
                  <a:pt x="11435" y="13148"/>
                </a:cubicBezTo>
                <a:cubicBezTo>
                  <a:pt x="11435" y="5635"/>
                  <a:pt x="11435" y="5635"/>
                  <a:pt x="11435" y="5635"/>
                </a:cubicBezTo>
                <a:cubicBezTo>
                  <a:pt x="10165" y="5635"/>
                  <a:pt x="10165" y="5635"/>
                  <a:pt x="10165" y="5635"/>
                </a:cubicBezTo>
                <a:cubicBezTo>
                  <a:pt x="8576" y="7983"/>
                  <a:pt x="8576" y="7983"/>
                  <a:pt x="8576" y="7983"/>
                </a:cubicBezTo>
                <a:cubicBezTo>
                  <a:pt x="9529" y="9391"/>
                  <a:pt x="9529" y="9391"/>
                  <a:pt x="9529" y="9391"/>
                </a:cubicBezTo>
                <a:cubicBezTo>
                  <a:pt x="9847" y="8922"/>
                  <a:pt x="9847" y="8922"/>
                  <a:pt x="10165" y="8452"/>
                </a:cubicBezTo>
                <a:cubicBezTo>
                  <a:pt x="10165" y="8452"/>
                  <a:pt x="10165" y="8452"/>
                  <a:pt x="10165" y="8452"/>
                </a:cubicBezTo>
                <a:cubicBezTo>
                  <a:pt x="10165" y="13148"/>
                  <a:pt x="10165" y="13148"/>
                  <a:pt x="10165" y="13148"/>
                </a:cubicBezTo>
                <a:cubicBezTo>
                  <a:pt x="8576" y="13148"/>
                  <a:pt x="8576" y="13148"/>
                  <a:pt x="8576" y="13148"/>
                </a:cubicBezTo>
                <a:cubicBezTo>
                  <a:pt x="8576" y="15026"/>
                  <a:pt x="8576" y="15026"/>
                  <a:pt x="8576" y="15026"/>
                </a:cubicBezTo>
                <a:lnTo>
                  <a:pt x="13024" y="15026"/>
                </a:lnTo>
                <a:close/>
              </a:path>
            </a:pathLst>
          </a:custGeom>
          <a:solidFill>
            <a:srgbClr val="6FC661"/>
          </a:solidFill>
          <a:ln w="3175">
            <a:miter lim="400000"/>
          </a:ln>
        </p:spPr>
        <p:txBody>
          <a:bodyPr lIns="45718" tIns="45718" rIns="45718" bIns="45718"/>
          <a:lstStyle/>
          <a:p>
            <a:pPr algn="l" defTabSz="1828800">
              <a:defRPr>
                <a:latin typeface="Lato Light"/>
                <a:ea typeface="Lato Light"/>
                <a:cs typeface="Lato Light"/>
                <a:sym typeface="Lato Light"/>
              </a:defRPr>
            </a:pPr>
            <a:endParaRPr/>
          </a:p>
        </p:txBody>
      </p:sp>
      <p:sp>
        <p:nvSpPr>
          <p:cNvPr id="313" name="Shape 313"/>
          <p:cNvSpPr/>
          <p:nvPr/>
        </p:nvSpPr>
        <p:spPr>
          <a:xfrm>
            <a:off x="1349423" y="7108977"/>
            <a:ext cx="323646" cy="254001"/>
          </a:xfrm>
          <a:custGeom>
            <a:avLst/>
            <a:gdLst/>
            <a:ahLst/>
            <a:cxnLst>
              <a:cxn ang="0">
                <a:pos x="wd2" y="hd2"/>
              </a:cxn>
              <a:cxn ang="5400000">
                <a:pos x="wd2" y="hd2"/>
              </a:cxn>
              <a:cxn ang="10800000">
                <a:pos x="wd2" y="hd2"/>
              </a:cxn>
              <a:cxn ang="16200000">
                <a:pos x="wd2" y="hd2"/>
              </a:cxn>
            </a:cxnLst>
            <a:rect l="0" t="0" r="r" b="b"/>
            <a:pathLst>
              <a:path w="21600" h="21600" extrusionOk="0">
                <a:moveTo>
                  <a:pt x="16866" y="14021"/>
                </a:moveTo>
                <a:cubicBezTo>
                  <a:pt x="11244" y="21221"/>
                  <a:pt x="11244" y="21221"/>
                  <a:pt x="11244" y="21221"/>
                </a:cubicBezTo>
                <a:cubicBezTo>
                  <a:pt x="10948" y="21600"/>
                  <a:pt x="10652" y="21600"/>
                  <a:pt x="10060" y="21600"/>
                </a:cubicBezTo>
                <a:cubicBezTo>
                  <a:pt x="9764" y="21600"/>
                  <a:pt x="9468" y="21600"/>
                  <a:pt x="9173" y="21221"/>
                </a:cubicBezTo>
                <a:cubicBezTo>
                  <a:pt x="1184" y="10611"/>
                  <a:pt x="1184" y="10611"/>
                  <a:pt x="1184" y="10611"/>
                </a:cubicBezTo>
                <a:cubicBezTo>
                  <a:pt x="592" y="10232"/>
                  <a:pt x="0" y="8716"/>
                  <a:pt x="0" y="7579"/>
                </a:cubicBezTo>
                <a:cubicBezTo>
                  <a:pt x="0" y="1516"/>
                  <a:pt x="0" y="1516"/>
                  <a:pt x="0" y="1516"/>
                </a:cubicBezTo>
                <a:cubicBezTo>
                  <a:pt x="0" y="758"/>
                  <a:pt x="888" y="0"/>
                  <a:pt x="1479" y="0"/>
                </a:cubicBezTo>
                <a:cubicBezTo>
                  <a:pt x="6214" y="0"/>
                  <a:pt x="6214" y="0"/>
                  <a:pt x="6214" y="0"/>
                </a:cubicBezTo>
                <a:cubicBezTo>
                  <a:pt x="7101" y="0"/>
                  <a:pt x="7989" y="379"/>
                  <a:pt x="8581" y="1137"/>
                </a:cubicBezTo>
                <a:cubicBezTo>
                  <a:pt x="16866" y="11368"/>
                  <a:pt x="16866" y="11368"/>
                  <a:pt x="16866" y="11368"/>
                </a:cubicBezTo>
                <a:cubicBezTo>
                  <a:pt x="16866" y="11747"/>
                  <a:pt x="17162" y="12126"/>
                  <a:pt x="17162" y="12884"/>
                </a:cubicBezTo>
                <a:cubicBezTo>
                  <a:pt x="17162" y="13263"/>
                  <a:pt x="16866" y="13642"/>
                  <a:pt x="16866" y="14021"/>
                </a:cubicBezTo>
                <a:close/>
                <a:moveTo>
                  <a:pt x="3847" y="2653"/>
                </a:moveTo>
                <a:cubicBezTo>
                  <a:pt x="2959" y="2653"/>
                  <a:pt x="2367" y="3411"/>
                  <a:pt x="2367" y="4547"/>
                </a:cubicBezTo>
                <a:cubicBezTo>
                  <a:pt x="2367" y="5305"/>
                  <a:pt x="2959" y="6442"/>
                  <a:pt x="3847" y="6442"/>
                </a:cubicBezTo>
                <a:cubicBezTo>
                  <a:pt x="4438" y="6442"/>
                  <a:pt x="5030" y="5305"/>
                  <a:pt x="5030" y="4547"/>
                </a:cubicBezTo>
                <a:cubicBezTo>
                  <a:pt x="5030" y="3411"/>
                  <a:pt x="4438" y="2653"/>
                  <a:pt x="3847" y="2653"/>
                </a:cubicBezTo>
                <a:close/>
                <a:moveTo>
                  <a:pt x="21008" y="14021"/>
                </a:moveTo>
                <a:cubicBezTo>
                  <a:pt x="15386" y="21221"/>
                  <a:pt x="15386" y="21221"/>
                  <a:pt x="15386" y="21221"/>
                </a:cubicBezTo>
                <a:cubicBezTo>
                  <a:pt x="15386" y="21600"/>
                  <a:pt x="14795" y="21600"/>
                  <a:pt x="14499" y="21600"/>
                </a:cubicBezTo>
                <a:cubicBezTo>
                  <a:pt x="13907" y="21600"/>
                  <a:pt x="13611" y="21221"/>
                  <a:pt x="13315" y="20842"/>
                </a:cubicBezTo>
                <a:cubicBezTo>
                  <a:pt x="18641" y="14021"/>
                  <a:pt x="18641" y="14021"/>
                  <a:pt x="18641" y="14021"/>
                </a:cubicBezTo>
                <a:cubicBezTo>
                  <a:pt x="18641" y="13642"/>
                  <a:pt x="18937" y="13263"/>
                  <a:pt x="18937" y="12884"/>
                </a:cubicBezTo>
                <a:cubicBezTo>
                  <a:pt x="18937" y="12126"/>
                  <a:pt x="18641" y="11747"/>
                  <a:pt x="18641" y="11368"/>
                </a:cubicBezTo>
                <a:cubicBezTo>
                  <a:pt x="10356" y="1137"/>
                  <a:pt x="10356" y="1137"/>
                  <a:pt x="10356" y="1137"/>
                </a:cubicBezTo>
                <a:cubicBezTo>
                  <a:pt x="10060" y="379"/>
                  <a:pt x="8877" y="0"/>
                  <a:pt x="7989" y="0"/>
                </a:cubicBezTo>
                <a:cubicBezTo>
                  <a:pt x="10652" y="0"/>
                  <a:pt x="10652" y="0"/>
                  <a:pt x="10652" y="0"/>
                </a:cubicBezTo>
                <a:cubicBezTo>
                  <a:pt x="11244" y="0"/>
                  <a:pt x="12427" y="379"/>
                  <a:pt x="13019" y="1137"/>
                </a:cubicBezTo>
                <a:cubicBezTo>
                  <a:pt x="21008" y="11368"/>
                  <a:pt x="21008" y="11368"/>
                  <a:pt x="21008" y="11368"/>
                </a:cubicBezTo>
                <a:cubicBezTo>
                  <a:pt x="21304" y="11747"/>
                  <a:pt x="21600" y="12126"/>
                  <a:pt x="21600" y="12884"/>
                </a:cubicBezTo>
                <a:cubicBezTo>
                  <a:pt x="21600" y="13263"/>
                  <a:pt x="21304" y="13642"/>
                  <a:pt x="21008" y="14021"/>
                </a:cubicBezTo>
                <a:close/>
              </a:path>
            </a:pathLst>
          </a:custGeom>
          <a:solidFill>
            <a:srgbClr val="6FC661"/>
          </a:solidFill>
          <a:ln w="3175">
            <a:miter lim="400000"/>
          </a:ln>
        </p:spPr>
        <p:txBody>
          <a:bodyPr lIns="45718" tIns="45718" rIns="45718" bIns="45718"/>
          <a:lstStyle/>
          <a:p>
            <a:pPr algn="l" defTabSz="1828800">
              <a:defRPr>
                <a:latin typeface="Lato Light"/>
                <a:ea typeface="Lato Light"/>
                <a:cs typeface="Lato Light"/>
                <a:sym typeface="Lato Light"/>
              </a:defRPr>
            </a:pPr>
            <a:endParaRPr/>
          </a:p>
        </p:txBody>
      </p:sp>
      <p:sp>
        <p:nvSpPr>
          <p:cNvPr id="314" name="Shape 314"/>
          <p:cNvSpPr/>
          <p:nvPr/>
        </p:nvSpPr>
        <p:spPr>
          <a:xfrm>
            <a:off x="1349423" y="2224178"/>
            <a:ext cx="323646" cy="323631"/>
          </a:xfrm>
          <a:custGeom>
            <a:avLst/>
            <a:gdLst/>
            <a:ahLst/>
            <a:cxnLst>
              <a:cxn ang="0">
                <a:pos x="wd2" y="hd2"/>
              </a:cxn>
              <a:cxn ang="5400000">
                <a:pos x="wd2" y="hd2"/>
              </a:cxn>
              <a:cxn ang="10800000">
                <a:pos x="wd2" y="hd2"/>
              </a:cxn>
              <a:cxn ang="16200000">
                <a:pos x="wd2" y="hd2"/>
              </a:cxn>
            </a:cxnLst>
            <a:rect l="0" t="0" r="r" b="b"/>
            <a:pathLst>
              <a:path w="21600" h="21600" extrusionOk="0">
                <a:moveTo>
                  <a:pt x="16874" y="17550"/>
                </a:moveTo>
                <a:cubicBezTo>
                  <a:pt x="15513" y="17550"/>
                  <a:pt x="14343" y="15613"/>
                  <a:pt x="13809" y="12826"/>
                </a:cubicBezTo>
                <a:lnTo>
                  <a:pt x="15524" y="12826"/>
                </a:lnTo>
                <a:cubicBezTo>
                  <a:pt x="17038" y="12826"/>
                  <a:pt x="18224" y="11344"/>
                  <a:pt x="18224" y="9450"/>
                </a:cubicBezTo>
                <a:cubicBezTo>
                  <a:pt x="18224" y="7558"/>
                  <a:pt x="17038" y="6075"/>
                  <a:pt x="15524" y="6075"/>
                </a:cubicBezTo>
                <a:lnTo>
                  <a:pt x="13809" y="6075"/>
                </a:lnTo>
                <a:cubicBezTo>
                  <a:pt x="14343" y="3289"/>
                  <a:pt x="15513" y="1350"/>
                  <a:pt x="16874" y="1350"/>
                </a:cubicBezTo>
                <a:cubicBezTo>
                  <a:pt x="18739" y="1350"/>
                  <a:pt x="20249" y="4976"/>
                  <a:pt x="20249" y="9450"/>
                </a:cubicBezTo>
                <a:cubicBezTo>
                  <a:pt x="20249" y="13924"/>
                  <a:pt x="18739" y="17550"/>
                  <a:pt x="16874" y="17550"/>
                </a:cubicBezTo>
                <a:moveTo>
                  <a:pt x="8926" y="11483"/>
                </a:moveTo>
                <a:lnTo>
                  <a:pt x="8774" y="11483"/>
                </a:lnTo>
                <a:lnTo>
                  <a:pt x="8774" y="11476"/>
                </a:lnTo>
                <a:cubicBezTo>
                  <a:pt x="8028" y="11476"/>
                  <a:pt x="7424" y="10569"/>
                  <a:pt x="7424" y="9450"/>
                </a:cubicBezTo>
                <a:cubicBezTo>
                  <a:pt x="7424" y="8332"/>
                  <a:pt x="8028" y="7425"/>
                  <a:pt x="8774" y="7425"/>
                </a:cubicBezTo>
                <a:lnTo>
                  <a:pt x="8926" y="7425"/>
                </a:lnTo>
                <a:cubicBezTo>
                  <a:pt x="10200" y="7425"/>
                  <a:pt x="11391" y="6924"/>
                  <a:pt x="12441" y="6063"/>
                </a:cubicBezTo>
                <a:cubicBezTo>
                  <a:pt x="12248" y="7149"/>
                  <a:pt x="12149" y="8300"/>
                  <a:pt x="12149" y="9450"/>
                </a:cubicBezTo>
                <a:cubicBezTo>
                  <a:pt x="12149" y="10603"/>
                  <a:pt x="12248" y="11759"/>
                  <a:pt x="12442" y="12847"/>
                </a:cubicBezTo>
                <a:cubicBezTo>
                  <a:pt x="11393" y="11984"/>
                  <a:pt x="10200" y="11483"/>
                  <a:pt x="8926" y="11483"/>
                </a:cubicBezTo>
                <a:moveTo>
                  <a:pt x="8096" y="20250"/>
                </a:moveTo>
                <a:lnTo>
                  <a:pt x="5396" y="20250"/>
                </a:lnTo>
                <a:lnTo>
                  <a:pt x="5396" y="14176"/>
                </a:lnTo>
                <a:cubicBezTo>
                  <a:pt x="5396" y="13684"/>
                  <a:pt x="5264" y="13224"/>
                  <a:pt x="5033" y="12826"/>
                </a:cubicBezTo>
                <a:lnTo>
                  <a:pt x="5505" y="12826"/>
                </a:lnTo>
                <a:lnTo>
                  <a:pt x="5505" y="12833"/>
                </a:lnTo>
                <a:lnTo>
                  <a:pt x="7535" y="12833"/>
                </a:lnTo>
                <a:cubicBezTo>
                  <a:pt x="7463" y="13043"/>
                  <a:pt x="7421" y="13266"/>
                  <a:pt x="7421" y="13501"/>
                </a:cubicBezTo>
                <a:lnTo>
                  <a:pt x="7421" y="18226"/>
                </a:lnTo>
                <a:cubicBezTo>
                  <a:pt x="7421" y="18875"/>
                  <a:pt x="7784" y="19308"/>
                  <a:pt x="8001" y="19566"/>
                </a:cubicBezTo>
                <a:cubicBezTo>
                  <a:pt x="8031" y="19602"/>
                  <a:pt x="8065" y="19639"/>
                  <a:pt x="8096" y="19678"/>
                </a:cubicBezTo>
                <a:cubicBezTo>
                  <a:pt x="8096" y="19678"/>
                  <a:pt x="8096" y="20250"/>
                  <a:pt x="8096" y="20250"/>
                </a:cubicBezTo>
                <a:close/>
                <a:moveTo>
                  <a:pt x="1349" y="9450"/>
                </a:moveTo>
                <a:cubicBezTo>
                  <a:pt x="1349" y="8332"/>
                  <a:pt x="1953" y="7425"/>
                  <a:pt x="2699" y="7425"/>
                </a:cubicBezTo>
                <a:lnTo>
                  <a:pt x="7434" y="7425"/>
                </a:lnTo>
                <a:cubicBezTo>
                  <a:pt x="7014" y="7916"/>
                  <a:pt x="6749" y="8631"/>
                  <a:pt x="6749" y="9450"/>
                </a:cubicBezTo>
                <a:cubicBezTo>
                  <a:pt x="6749" y="10270"/>
                  <a:pt x="7014" y="10985"/>
                  <a:pt x="7434" y="11476"/>
                </a:cubicBezTo>
                <a:lnTo>
                  <a:pt x="2699" y="11476"/>
                </a:lnTo>
                <a:cubicBezTo>
                  <a:pt x="1953" y="11476"/>
                  <a:pt x="1349" y="10569"/>
                  <a:pt x="1349" y="9450"/>
                </a:cubicBezTo>
                <a:moveTo>
                  <a:pt x="13499" y="9450"/>
                </a:moveTo>
                <a:cubicBezTo>
                  <a:pt x="13499" y="8749"/>
                  <a:pt x="13540" y="8073"/>
                  <a:pt x="13610" y="7425"/>
                </a:cubicBezTo>
                <a:lnTo>
                  <a:pt x="15524" y="7425"/>
                </a:lnTo>
                <a:cubicBezTo>
                  <a:pt x="16269" y="7425"/>
                  <a:pt x="16874" y="8332"/>
                  <a:pt x="16874" y="9450"/>
                </a:cubicBezTo>
                <a:cubicBezTo>
                  <a:pt x="16874" y="10569"/>
                  <a:pt x="16269" y="11476"/>
                  <a:pt x="15524" y="11476"/>
                </a:cubicBezTo>
                <a:lnTo>
                  <a:pt x="13610" y="11476"/>
                </a:lnTo>
                <a:cubicBezTo>
                  <a:pt x="13540" y="10827"/>
                  <a:pt x="13499" y="10151"/>
                  <a:pt x="13499" y="9450"/>
                </a:cubicBezTo>
                <a:moveTo>
                  <a:pt x="16874" y="0"/>
                </a:moveTo>
                <a:cubicBezTo>
                  <a:pt x="15489" y="0"/>
                  <a:pt x="14400" y="951"/>
                  <a:pt x="13618" y="2420"/>
                </a:cubicBezTo>
                <a:lnTo>
                  <a:pt x="13604" y="2412"/>
                </a:lnTo>
                <a:cubicBezTo>
                  <a:pt x="12469" y="4635"/>
                  <a:pt x="10778" y="6075"/>
                  <a:pt x="8926" y="6075"/>
                </a:cubicBezTo>
                <a:lnTo>
                  <a:pt x="2699" y="6075"/>
                </a:lnTo>
                <a:cubicBezTo>
                  <a:pt x="1185" y="6075"/>
                  <a:pt x="0" y="7558"/>
                  <a:pt x="0" y="9450"/>
                </a:cubicBezTo>
                <a:cubicBezTo>
                  <a:pt x="0" y="11344"/>
                  <a:pt x="1185" y="12826"/>
                  <a:pt x="2699" y="12826"/>
                </a:cubicBezTo>
                <a:cubicBezTo>
                  <a:pt x="3443" y="12828"/>
                  <a:pt x="4046" y="13431"/>
                  <a:pt x="4046" y="14176"/>
                </a:cubicBezTo>
                <a:lnTo>
                  <a:pt x="4046" y="20250"/>
                </a:lnTo>
                <a:cubicBezTo>
                  <a:pt x="4046" y="20997"/>
                  <a:pt x="4651" y="21600"/>
                  <a:pt x="5396" y="21600"/>
                </a:cubicBezTo>
                <a:lnTo>
                  <a:pt x="8096" y="21600"/>
                </a:lnTo>
                <a:cubicBezTo>
                  <a:pt x="8842" y="21600"/>
                  <a:pt x="9446" y="20997"/>
                  <a:pt x="9446" y="20250"/>
                </a:cubicBezTo>
                <a:lnTo>
                  <a:pt x="9446" y="19576"/>
                </a:lnTo>
                <a:cubicBezTo>
                  <a:pt x="9446" y="18901"/>
                  <a:pt x="8771" y="18599"/>
                  <a:pt x="8771" y="18226"/>
                </a:cubicBezTo>
                <a:lnTo>
                  <a:pt x="8771" y="13501"/>
                </a:lnTo>
                <a:cubicBezTo>
                  <a:pt x="8771" y="13485"/>
                  <a:pt x="8781" y="13474"/>
                  <a:pt x="8782" y="13459"/>
                </a:cubicBezTo>
                <a:cubicBezTo>
                  <a:pt x="8789" y="13362"/>
                  <a:pt x="8815" y="13272"/>
                  <a:pt x="8859" y="13192"/>
                </a:cubicBezTo>
                <a:cubicBezTo>
                  <a:pt x="8871" y="13170"/>
                  <a:pt x="8884" y="13152"/>
                  <a:pt x="8898" y="13133"/>
                </a:cubicBezTo>
                <a:cubicBezTo>
                  <a:pt x="8952" y="13052"/>
                  <a:pt x="9020" y="12986"/>
                  <a:pt x="9103" y="12935"/>
                </a:cubicBezTo>
                <a:cubicBezTo>
                  <a:pt x="9107" y="12932"/>
                  <a:pt x="9108" y="12928"/>
                  <a:pt x="9112" y="12926"/>
                </a:cubicBezTo>
                <a:cubicBezTo>
                  <a:pt x="9115" y="12926"/>
                  <a:pt x="9117" y="12923"/>
                  <a:pt x="9120" y="12923"/>
                </a:cubicBezTo>
                <a:cubicBezTo>
                  <a:pt x="9174" y="12893"/>
                  <a:pt x="9238" y="12886"/>
                  <a:pt x="9299" y="12869"/>
                </a:cubicBezTo>
                <a:cubicBezTo>
                  <a:pt x="11003" y="13050"/>
                  <a:pt x="12545" y="14425"/>
                  <a:pt x="13604" y="16496"/>
                </a:cubicBezTo>
                <a:lnTo>
                  <a:pt x="13621" y="16488"/>
                </a:lnTo>
                <a:cubicBezTo>
                  <a:pt x="14404" y="17951"/>
                  <a:pt x="15490" y="18901"/>
                  <a:pt x="16874" y="18901"/>
                </a:cubicBezTo>
                <a:cubicBezTo>
                  <a:pt x="19977" y="18901"/>
                  <a:pt x="21600" y="14146"/>
                  <a:pt x="21600" y="9450"/>
                </a:cubicBezTo>
                <a:cubicBezTo>
                  <a:pt x="21600" y="4754"/>
                  <a:pt x="19977" y="0"/>
                  <a:pt x="16874" y="0"/>
                </a:cubicBezTo>
              </a:path>
            </a:pathLst>
          </a:custGeom>
          <a:solidFill>
            <a:srgbClr val="6FC661"/>
          </a:solidFill>
          <a:ln w="3175">
            <a:miter lim="400000"/>
          </a:ln>
        </p:spPr>
        <p:txBody>
          <a:bodyPr lIns="45718" tIns="45718" rIns="45718" bIns="45718" anchor="ct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grpSp>
        <p:nvGrpSpPr>
          <p:cNvPr id="317" name="Group 317"/>
          <p:cNvGrpSpPr/>
          <p:nvPr/>
        </p:nvGrpSpPr>
        <p:grpSpPr>
          <a:xfrm>
            <a:off x="1349423" y="3371191"/>
            <a:ext cx="323645" cy="323631"/>
            <a:chOff x="0" y="0"/>
            <a:chExt cx="323644" cy="323629"/>
          </a:xfrm>
        </p:grpSpPr>
        <p:sp>
          <p:nvSpPr>
            <p:cNvPr id="315" name="Shape 315"/>
            <p:cNvSpPr/>
            <p:nvPr/>
          </p:nvSpPr>
          <p:spPr>
            <a:xfrm>
              <a:off x="0" y="-1"/>
              <a:ext cx="323645" cy="323631"/>
            </a:xfrm>
            <a:custGeom>
              <a:avLst/>
              <a:gdLst/>
              <a:ahLst/>
              <a:cxnLst>
                <a:cxn ang="0">
                  <a:pos x="wd2" y="hd2"/>
                </a:cxn>
                <a:cxn ang="5400000">
                  <a:pos x="wd2" y="hd2"/>
                </a:cxn>
                <a:cxn ang="10800000">
                  <a:pos x="wd2" y="hd2"/>
                </a:cxn>
                <a:cxn ang="16200000">
                  <a:pos x="wd2" y="hd2"/>
                </a:cxn>
              </a:cxnLst>
              <a:rect l="0" t="0" r="r" b="b"/>
              <a:pathLst>
                <a:path w="21600" h="21600" extrusionOk="0">
                  <a:moveTo>
                    <a:pt x="20235" y="9811"/>
                  </a:moveTo>
                  <a:cubicBezTo>
                    <a:pt x="20220" y="10144"/>
                    <a:pt x="20081" y="10800"/>
                    <a:pt x="18899" y="10800"/>
                  </a:cubicBezTo>
                  <a:lnTo>
                    <a:pt x="17549" y="10800"/>
                  </a:lnTo>
                  <a:cubicBezTo>
                    <a:pt x="17363" y="10800"/>
                    <a:pt x="17212" y="10951"/>
                    <a:pt x="17212" y="11138"/>
                  </a:cubicBezTo>
                  <a:cubicBezTo>
                    <a:pt x="17212" y="11325"/>
                    <a:pt x="17363" y="11476"/>
                    <a:pt x="17549" y="11476"/>
                  </a:cubicBezTo>
                  <a:lnTo>
                    <a:pt x="18858" y="11476"/>
                  </a:lnTo>
                  <a:cubicBezTo>
                    <a:pt x="19870" y="11476"/>
                    <a:pt x="20003" y="12315"/>
                    <a:pt x="19938" y="12720"/>
                  </a:cubicBezTo>
                  <a:cubicBezTo>
                    <a:pt x="19855" y="13224"/>
                    <a:pt x="19618" y="14176"/>
                    <a:pt x="18478" y="14176"/>
                  </a:cubicBezTo>
                  <a:lnTo>
                    <a:pt x="16874" y="14176"/>
                  </a:lnTo>
                  <a:cubicBezTo>
                    <a:pt x="16688" y="14176"/>
                    <a:pt x="16537" y="14326"/>
                    <a:pt x="16537" y="14513"/>
                  </a:cubicBezTo>
                  <a:cubicBezTo>
                    <a:pt x="16537" y="14700"/>
                    <a:pt x="16688" y="14851"/>
                    <a:pt x="16874" y="14851"/>
                  </a:cubicBezTo>
                  <a:lnTo>
                    <a:pt x="18203" y="14851"/>
                  </a:lnTo>
                  <a:cubicBezTo>
                    <a:pt x="19343" y="14851"/>
                    <a:pt x="19243" y="15719"/>
                    <a:pt x="19079" y="16238"/>
                  </a:cubicBezTo>
                  <a:cubicBezTo>
                    <a:pt x="18864" y="16919"/>
                    <a:pt x="18732" y="17550"/>
                    <a:pt x="17297" y="17550"/>
                  </a:cubicBezTo>
                  <a:lnTo>
                    <a:pt x="16196" y="17550"/>
                  </a:lnTo>
                  <a:cubicBezTo>
                    <a:pt x="16009" y="17550"/>
                    <a:pt x="15859" y="17701"/>
                    <a:pt x="15859" y="17888"/>
                  </a:cubicBezTo>
                  <a:cubicBezTo>
                    <a:pt x="15859" y="18074"/>
                    <a:pt x="16009" y="18226"/>
                    <a:pt x="16196" y="18226"/>
                  </a:cubicBezTo>
                  <a:lnTo>
                    <a:pt x="17255" y="18226"/>
                  </a:lnTo>
                  <a:cubicBezTo>
                    <a:pt x="17993" y="18226"/>
                    <a:pt x="18027" y="18924"/>
                    <a:pt x="17950" y="19175"/>
                  </a:cubicBezTo>
                  <a:cubicBezTo>
                    <a:pt x="17866" y="19449"/>
                    <a:pt x="17767" y="19652"/>
                    <a:pt x="17762" y="19661"/>
                  </a:cubicBezTo>
                  <a:cubicBezTo>
                    <a:pt x="17558" y="20029"/>
                    <a:pt x="17229" y="20250"/>
                    <a:pt x="16534" y="20250"/>
                  </a:cubicBezTo>
                  <a:lnTo>
                    <a:pt x="12844" y="20250"/>
                  </a:lnTo>
                  <a:cubicBezTo>
                    <a:pt x="10990" y="20250"/>
                    <a:pt x="9151" y="19830"/>
                    <a:pt x="9104" y="19819"/>
                  </a:cubicBezTo>
                  <a:cubicBezTo>
                    <a:pt x="6299" y="19173"/>
                    <a:pt x="6152" y="19123"/>
                    <a:pt x="5976" y="19073"/>
                  </a:cubicBezTo>
                  <a:cubicBezTo>
                    <a:pt x="5976" y="19073"/>
                    <a:pt x="5405" y="18977"/>
                    <a:pt x="5405" y="18479"/>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6"/>
                  </a:moveTo>
                  <a:cubicBezTo>
                    <a:pt x="4724" y="19949"/>
                    <a:pt x="4423" y="20250"/>
                    <a:pt x="4049" y="20250"/>
                  </a:cubicBezTo>
                  <a:lnTo>
                    <a:pt x="2024" y="20250"/>
                  </a:lnTo>
                  <a:cubicBezTo>
                    <a:pt x="1652" y="20250"/>
                    <a:pt x="1349" y="19949"/>
                    <a:pt x="1349" y="19576"/>
                  </a:cubicBezTo>
                  <a:lnTo>
                    <a:pt x="1349" y="8774"/>
                  </a:lnTo>
                  <a:cubicBezTo>
                    <a:pt x="1349" y="8401"/>
                    <a:pt x="1652" y="8100"/>
                    <a:pt x="2024" y="8100"/>
                  </a:cubicBezTo>
                  <a:lnTo>
                    <a:pt x="4049" y="8100"/>
                  </a:lnTo>
                  <a:cubicBezTo>
                    <a:pt x="4423" y="8100"/>
                    <a:pt x="4724" y="8401"/>
                    <a:pt x="4724" y="8774"/>
                  </a:cubicBezTo>
                  <a:cubicBezTo>
                    <a:pt x="4724" y="8774"/>
                    <a:pt x="4724" y="19576"/>
                    <a:pt x="4724" y="19576"/>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6"/>
                  </a:lnTo>
                  <a:cubicBezTo>
                    <a:pt x="0" y="20692"/>
                    <a:pt x="908" y="21600"/>
                    <a:pt x="2024" y="21600"/>
                  </a:cubicBezTo>
                  <a:lnTo>
                    <a:pt x="4049" y="21600"/>
                  </a:lnTo>
                  <a:cubicBezTo>
                    <a:pt x="4853" y="21600"/>
                    <a:pt x="5525" y="21115"/>
                    <a:pt x="5850" y="20435"/>
                  </a:cubicBezTo>
                  <a:cubicBezTo>
                    <a:pt x="5859" y="20438"/>
                    <a:pt x="5873" y="20442"/>
                    <a:pt x="5882" y="20443"/>
                  </a:cubicBezTo>
                  <a:cubicBezTo>
                    <a:pt x="5927" y="20455"/>
                    <a:pt x="5979" y="20468"/>
                    <a:pt x="6044" y="20486"/>
                  </a:cubicBezTo>
                  <a:cubicBezTo>
                    <a:pt x="6056" y="20488"/>
                    <a:pt x="6062" y="20489"/>
                    <a:pt x="6074" y="20493"/>
                  </a:cubicBezTo>
                  <a:cubicBezTo>
                    <a:pt x="6464" y="20589"/>
                    <a:pt x="7212" y="20769"/>
                    <a:pt x="8812" y="21136"/>
                  </a:cubicBezTo>
                  <a:cubicBezTo>
                    <a:pt x="9155" y="21214"/>
                    <a:pt x="10966" y="21600"/>
                    <a:pt x="12844" y="21600"/>
                  </a:cubicBezTo>
                  <a:lnTo>
                    <a:pt x="16534" y="21600"/>
                  </a:lnTo>
                  <a:cubicBezTo>
                    <a:pt x="17659" y="21600"/>
                    <a:pt x="18469" y="21168"/>
                    <a:pt x="18952" y="20299"/>
                  </a:cubicBezTo>
                  <a:cubicBezTo>
                    <a:pt x="18958" y="20286"/>
                    <a:pt x="19114" y="19983"/>
                    <a:pt x="19240" y="19573"/>
                  </a:cubicBezTo>
                  <a:cubicBezTo>
                    <a:pt x="19336" y="19264"/>
                    <a:pt x="19371" y="18828"/>
                    <a:pt x="19256" y="18385"/>
                  </a:cubicBezTo>
                  <a:cubicBezTo>
                    <a:pt x="19981" y="17887"/>
                    <a:pt x="20214" y="17134"/>
                    <a:pt x="20366" y="16644"/>
                  </a:cubicBezTo>
                  <a:cubicBezTo>
                    <a:pt x="20620" y="15839"/>
                    <a:pt x="20544" y="15236"/>
                    <a:pt x="20367" y="14804"/>
                  </a:cubicBezTo>
                  <a:cubicBezTo>
                    <a:pt x="20775" y="14419"/>
                    <a:pt x="21122" y="13832"/>
                    <a:pt x="21269" y="12936"/>
                  </a:cubicBezTo>
                  <a:cubicBezTo>
                    <a:pt x="21361" y="12381"/>
                    <a:pt x="21263" y="11810"/>
                    <a:pt x="21007" y="11335"/>
                  </a:cubicBezTo>
                  <a:cubicBezTo>
                    <a:pt x="21389" y="10906"/>
                    <a:pt x="21564" y="10365"/>
                    <a:pt x="21583" y="9865"/>
                  </a:cubicBezTo>
                  <a:lnTo>
                    <a:pt x="21591" y="9724"/>
                  </a:lnTo>
                  <a:cubicBezTo>
                    <a:pt x="21596" y="9635"/>
                    <a:pt x="21600" y="9581"/>
                    <a:pt x="21600" y="9386"/>
                  </a:cubicBezTo>
                  <a:cubicBezTo>
                    <a:pt x="21600" y="8533"/>
                    <a:pt x="21010" y="7446"/>
                    <a:pt x="19686" y="7069"/>
                  </a:cubicBezTo>
                </a:path>
              </a:pathLst>
            </a:custGeom>
            <a:solidFill>
              <a:srgbClr val="6FC661"/>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316" name="Shape 316"/>
            <p:cNvSpPr/>
            <p:nvPr/>
          </p:nvSpPr>
          <p:spPr>
            <a:xfrm>
              <a:off x="30427" y="262788"/>
              <a:ext cx="30430" cy="30427"/>
            </a:xfrm>
            <a:custGeom>
              <a:avLst/>
              <a:gdLst/>
              <a:ahLst/>
              <a:cxnLst>
                <a:cxn ang="0">
                  <a:pos x="wd2" y="hd2"/>
                </a:cxn>
                <a:cxn ang="5400000">
                  <a:pos x="wd2" y="hd2"/>
                </a:cxn>
                <a:cxn ang="10800000">
                  <a:pos x="wd2" y="hd2"/>
                </a:cxn>
                <a:cxn ang="16200000">
                  <a:pos x="wd2" y="hd2"/>
                </a:cxn>
              </a:cxnLst>
              <a:rect l="0" t="0" r="r" b="b"/>
              <a:pathLst>
                <a:path w="21600" h="21600" extrusionOk="0">
                  <a:moveTo>
                    <a:pt x="10800" y="14401"/>
                  </a:moveTo>
                  <a:cubicBezTo>
                    <a:pt x="8820" y="14401"/>
                    <a:pt x="7200" y="12783"/>
                    <a:pt x="7200" y="10801"/>
                  </a:cubicBezTo>
                  <a:cubicBezTo>
                    <a:pt x="7200" y="8817"/>
                    <a:pt x="8820" y="7200"/>
                    <a:pt x="10800" y="7200"/>
                  </a:cubicBezTo>
                  <a:cubicBezTo>
                    <a:pt x="12779" y="7200"/>
                    <a:pt x="14400" y="8817"/>
                    <a:pt x="14400" y="10801"/>
                  </a:cubicBezTo>
                  <a:cubicBezTo>
                    <a:pt x="14400" y="12783"/>
                    <a:pt x="12779" y="14401"/>
                    <a:pt x="10800" y="14401"/>
                  </a:cubicBezTo>
                  <a:moveTo>
                    <a:pt x="10800" y="0"/>
                  </a:moveTo>
                  <a:cubicBezTo>
                    <a:pt x="4837" y="0"/>
                    <a:pt x="0" y="4837"/>
                    <a:pt x="0" y="10801"/>
                  </a:cubicBezTo>
                  <a:cubicBezTo>
                    <a:pt x="0" y="16763"/>
                    <a:pt x="4837" y="21600"/>
                    <a:pt x="10800" y="21600"/>
                  </a:cubicBezTo>
                  <a:cubicBezTo>
                    <a:pt x="16762" y="21600"/>
                    <a:pt x="21600" y="16763"/>
                    <a:pt x="21600" y="10801"/>
                  </a:cubicBezTo>
                  <a:cubicBezTo>
                    <a:pt x="21600" y="4837"/>
                    <a:pt x="16762" y="0"/>
                    <a:pt x="10800" y="0"/>
                  </a:cubicBezTo>
                </a:path>
              </a:pathLst>
            </a:custGeom>
            <a:solidFill>
              <a:srgbClr val="6FC661"/>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grpSp>
      <p:sp>
        <p:nvSpPr>
          <p:cNvPr id="318" name="Shape 318"/>
          <p:cNvSpPr/>
          <p:nvPr/>
        </p:nvSpPr>
        <p:spPr>
          <a:xfrm>
            <a:off x="1349423" y="4689723"/>
            <a:ext cx="323646" cy="212444"/>
          </a:xfrm>
          <a:custGeom>
            <a:avLst/>
            <a:gdLst/>
            <a:ahLst/>
            <a:cxnLst>
              <a:cxn ang="0">
                <a:pos x="wd2" y="hd2"/>
              </a:cxn>
              <a:cxn ang="5400000">
                <a:pos x="wd2" y="hd2"/>
              </a:cxn>
              <a:cxn ang="10800000">
                <a:pos x="wd2" y="hd2"/>
              </a:cxn>
              <a:cxn ang="16200000">
                <a:pos x="wd2" y="hd2"/>
              </a:cxn>
            </a:cxnLst>
            <a:rect l="0" t="0" r="r" b="b"/>
            <a:pathLst>
              <a:path w="21600" h="21600" extrusionOk="0">
                <a:moveTo>
                  <a:pt x="11610" y="13990"/>
                </a:moveTo>
                <a:cubicBezTo>
                  <a:pt x="11373" y="14259"/>
                  <a:pt x="11093" y="14400"/>
                  <a:pt x="10800" y="14400"/>
                </a:cubicBezTo>
                <a:cubicBezTo>
                  <a:pt x="10505" y="14400"/>
                  <a:pt x="10225" y="14259"/>
                  <a:pt x="9990" y="13990"/>
                </a:cubicBezTo>
                <a:lnTo>
                  <a:pt x="7198" y="10800"/>
                </a:lnTo>
                <a:lnTo>
                  <a:pt x="6636" y="10157"/>
                </a:lnTo>
                <a:lnTo>
                  <a:pt x="1349" y="4115"/>
                </a:lnTo>
                <a:lnTo>
                  <a:pt x="1349" y="4114"/>
                </a:lnTo>
                <a:cubicBezTo>
                  <a:pt x="1349" y="2980"/>
                  <a:pt x="1955" y="2057"/>
                  <a:pt x="2699" y="2057"/>
                </a:cubicBezTo>
                <a:lnTo>
                  <a:pt x="18899" y="2057"/>
                </a:lnTo>
                <a:cubicBezTo>
                  <a:pt x="19643" y="2057"/>
                  <a:pt x="20249" y="2980"/>
                  <a:pt x="20249" y="4114"/>
                </a:cubicBezTo>
                <a:cubicBezTo>
                  <a:pt x="20249" y="4114"/>
                  <a:pt x="11610" y="13990"/>
                  <a:pt x="11610" y="13990"/>
                </a:cubicBezTo>
                <a:close/>
                <a:moveTo>
                  <a:pt x="20249" y="16198"/>
                </a:moveTo>
                <a:lnTo>
                  <a:pt x="15525" y="10800"/>
                </a:lnTo>
                <a:lnTo>
                  <a:pt x="20249" y="5399"/>
                </a:lnTo>
                <a:cubicBezTo>
                  <a:pt x="20249" y="5399"/>
                  <a:pt x="20249" y="16198"/>
                  <a:pt x="20249" y="16198"/>
                </a:cubicBezTo>
                <a:close/>
                <a:moveTo>
                  <a:pt x="20249" y="17484"/>
                </a:moveTo>
                <a:cubicBezTo>
                  <a:pt x="20249" y="18620"/>
                  <a:pt x="19643" y="19541"/>
                  <a:pt x="18899" y="19541"/>
                </a:cubicBezTo>
                <a:lnTo>
                  <a:pt x="2699" y="19541"/>
                </a:lnTo>
                <a:cubicBezTo>
                  <a:pt x="1955" y="19541"/>
                  <a:pt x="1349" y="18620"/>
                  <a:pt x="1349" y="17484"/>
                </a:cubicBezTo>
                <a:lnTo>
                  <a:pt x="6636" y="11442"/>
                </a:lnTo>
                <a:lnTo>
                  <a:pt x="9585" y="14813"/>
                </a:lnTo>
                <a:cubicBezTo>
                  <a:pt x="9945" y="15222"/>
                  <a:pt x="10372" y="15429"/>
                  <a:pt x="10800" y="15429"/>
                </a:cubicBezTo>
                <a:cubicBezTo>
                  <a:pt x="11228" y="15429"/>
                  <a:pt x="11654" y="15222"/>
                  <a:pt x="12015" y="14813"/>
                </a:cubicBezTo>
                <a:lnTo>
                  <a:pt x="14963" y="11442"/>
                </a:lnTo>
                <a:cubicBezTo>
                  <a:pt x="14963" y="11442"/>
                  <a:pt x="20249" y="17484"/>
                  <a:pt x="20249" y="17484"/>
                </a:cubicBezTo>
                <a:close/>
                <a:moveTo>
                  <a:pt x="1349" y="5399"/>
                </a:moveTo>
                <a:lnTo>
                  <a:pt x="6074" y="10800"/>
                </a:lnTo>
                <a:lnTo>
                  <a:pt x="1349" y="16198"/>
                </a:lnTo>
                <a:cubicBezTo>
                  <a:pt x="1349" y="16198"/>
                  <a:pt x="1349" y="5399"/>
                  <a:pt x="1349" y="5399"/>
                </a:cubicBezTo>
                <a:close/>
                <a:moveTo>
                  <a:pt x="18899" y="0"/>
                </a:moveTo>
                <a:lnTo>
                  <a:pt x="2699" y="0"/>
                </a:lnTo>
                <a:cubicBezTo>
                  <a:pt x="1208" y="0"/>
                  <a:pt x="0" y="1842"/>
                  <a:pt x="0" y="4114"/>
                </a:cubicBezTo>
                <a:lnTo>
                  <a:pt x="0" y="17484"/>
                </a:lnTo>
                <a:cubicBezTo>
                  <a:pt x="0" y="19756"/>
                  <a:pt x="1208" y="21600"/>
                  <a:pt x="2699" y="21600"/>
                </a:cubicBezTo>
                <a:lnTo>
                  <a:pt x="18899" y="21600"/>
                </a:lnTo>
                <a:cubicBezTo>
                  <a:pt x="20391" y="21600"/>
                  <a:pt x="21600" y="19756"/>
                  <a:pt x="21600" y="17484"/>
                </a:cubicBezTo>
                <a:lnTo>
                  <a:pt x="21600" y="4114"/>
                </a:lnTo>
                <a:cubicBezTo>
                  <a:pt x="21600" y="1842"/>
                  <a:pt x="20391" y="0"/>
                  <a:pt x="18899" y="0"/>
                </a:cubicBezTo>
              </a:path>
            </a:pathLst>
          </a:custGeom>
          <a:solidFill>
            <a:srgbClr val="6FC661"/>
          </a:solidFill>
          <a:ln w="3175">
            <a:miter lim="400000"/>
          </a:ln>
        </p:spPr>
        <p:txBody>
          <a:bodyPr lIns="45718" tIns="45718" rIns="45718" bIns="45718" anchor="ct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319" name="Shape 319"/>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4E8F43"/>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Shape 321"/>
          <p:cNvSpPr/>
          <p:nvPr/>
        </p:nvSpPr>
        <p:spPr>
          <a:xfrm>
            <a:off x="580849" y="703765"/>
            <a:ext cx="6610703" cy="7874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spAutoFit/>
          </a:bodyPr>
          <a:lstStyle/>
          <a:p>
            <a:pPr defTabSz="584200">
              <a:defRPr sz="2300">
                <a:latin typeface="Montserrat Bold"/>
                <a:ea typeface="Montserrat Bold"/>
                <a:cs typeface="Montserrat Bold"/>
                <a:sym typeface="Montserrat Bold"/>
              </a:defRPr>
            </a:pPr>
            <a:r>
              <a:t>¿ </a:t>
            </a:r>
            <a:r>
              <a:rPr>
                <a:latin typeface="Montserrat Black"/>
                <a:ea typeface="Montserrat Black"/>
                <a:cs typeface="Montserrat Black"/>
                <a:sym typeface="Montserrat Black"/>
              </a:rPr>
              <a:t>P A R A</a:t>
            </a:r>
            <a:r>
              <a:t>  Q U I E N  </a:t>
            </a:r>
            <a:r>
              <a:rPr>
                <a:latin typeface="Montserrat Black"/>
                <a:ea typeface="Montserrat Black"/>
                <a:cs typeface="Montserrat Black"/>
                <a:sym typeface="Montserrat Black"/>
              </a:rPr>
              <a:t>S Í</a:t>
            </a:r>
            <a:r>
              <a:t>  E S  </a:t>
            </a:r>
            <a:r>
              <a:rPr>
                <a:latin typeface="Montserrat Black"/>
                <a:ea typeface="Montserrat Black"/>
                <a:cs typeface="Montserrat Black"/>
                <a:sym typeface="Montserrat Black"/>
              </a:rPr>
              <a:t>E S T E</a:t>
            </a:r>
          </a:p>
          <a:p>
            <a:pPr defTabSz="584200">
              <a:defRPr sz="2300">
                <a:latin typeface="Montserrat Bold"/>
                <a:ea typeface="Montserrat Bold"/>
                <a:cs typeface="Montserrat Bold"/>
                <a:sym typeface="Montserrat Bold"/>
              </a:defRPr>
            </a:pPr>
            <a:r>
              <a:t>P R O G R A M A ?</a:t>
            </a:r>
          </a:p>
        </p:txBody>
      </p:sp>
      <p:sp>
        <p:nvSpPr>
          <p:cNvPr id="322" name="Shape 322"/>
          <p:cNvSpPr/>
          <p:nvPr/>
        </p:nvSpPr>
        <p:spPr>
          <a:xfrm>
            <a:off x="580849" y="5080185"/>
            <a:ext cx="6610703" cy="7874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spAutoFit/>
          </a:bodyPr>
          <a:lstStyle/>
          <a:p>
            <a:pPr defTabSz="584200">
              <a:defRPr sz="2300">
                <a:latin typeface="Montserrat Bold"/>
                <a:ea typeface="Montserrat Bold"/>
                <a:cs typeface="Montserrat Bold"/>
                <a:sym typeface="Montserrat Bold"/>
              </a:defRPr>
            </a:pPr>
            <a:r>
              <a:t>¿ </a:t>
            </a:r>
            <a:r>
              <a:rPr>
                <a:latin typeface="Montserrat Black"/>
                <a:ea typeface="Montserrat Black"/>
                <a:cs typeface="Montserrat Black"/>
                <a:sym typeface="Montserrat Black"/>
              </a:rPr>
              <a:t>P A R A</a:t>
            </a:r>
            <a:r>
              <a:t>  Q U I E N  </a:t>
            </a:r>
            <a:r>
              <a:rPr>
                <a:latin typeface="Montserrat Black"/>
                <a:ea typeface="Montserrat Black"/>
                <a:cs typeface="Montserrat Black"/>
                <a:sym typeface="Montserrat Black"/>
              </a:rPr>
              <a:t>N O  </a:t>
            </a:r>
            <a:r>
              <a:rPr>
                <a:latin typeface="Montserrat"/>
                <a:ea typeface="Montserrat"/>
                <a:cs typeface="Montserrat"/>
                <a:sym typeface="Montserrat"/>
              </a:rPr>
              <a:t>E S </a:t>
            </a:r>
            <a:r>
              <a:rPr>
                <a:latin typeface="Montserrat Black"/>
                <a:ea typeface="Montserrat Black"/>
                <a:cs typeface="Montserrat Black"/>
                <a:sym typeface="Montserrat Black"/>
              </a:rPr>
              <a:t> </a:t>
            </a:r>
            <a:r>
              <a:t>E S T E</a:t>
            </a:r>
          </a:p>
          <a:p>
            <a:pPr defTabSz="584200">
              <a:defRPr sz="2300">
                <a:latin typeface="Montserrat Bold"/>
                <a:ea typeface="Montserrat Bold"/>
                <a:cs typeface="Montserrat Bold"/>
                <a:sym typeface="Montserrat Bold"/>
              </a:defRPr>
            </a:pPr>
            <a:r>
              <a:t>P R O G R A M A ?</a:t>
            </a:r>
          </a:p>
        </p:txBody>
      </p:sp>
      <p:grpSp>
        <p:nvGrpSpPr>
          <p:cNvPr id="334" name="Group 334"/>
          <p:cNvGrpSpPr/>
          <p:nvPr/>
        </p:nvGrpSpPr>
        <p:grpSpPr>
          <a:xfrm>
            <a:off x="454013" y="1659761"/>
            <a:ext cx="2698891" cy="2629201"/>
            <a:chOff x="0" y="0"/>
            <a:chExt cx="2698890" cy="2629199"/>
          </a:xfrm>
        </p:grpSpPr>
        <p:sp>
          <p:nvSpPr>
            <p:cNvPr id="323" name="Shape 323"/>
            <p:cNvSpPr/>
            <p:nvPr/>
          </p:nvSpPr>
          <p:spPr>
            <a:xfrm>
              <a:off x="1356453" y="0"/>
              <a:ext cx="536348" cy="802037"/>
            </a:xfrm>
            <a:custGeom>
              <a:avLst/>
              <a:gdLst/>
              <a:ahLst/>
              <a:cxnLst>
                <a:cxn ang="0">
                  <a:pos x="wd2" y="hd2"/>
                </a:cxn>
                <a:cxn ang="5400000">
                  <a:pos x="wd2" y="hd2"/>
                </a:cxn>
                <a:cxn ang="10800000">
                  <a:pos x="wd2" y="hd2"/>
                </a:cxn>
                <a:cxn ang="16200000">
                  <a:pos x="wd2" y="hd2"/>
                </a:cxn>
              </a:cxnLst>
              <a:rect l="0" t="0" r="r" b="b"/>
              <a:pathLst>
                <a:path w="21224" h="21600" extrusionOk="0">
                  <a:moveTo>
                    <a:pt x="15324" y="3079"/>
                  </a:moveTo>
                  <a:cubicBezTo>
                    <a:pt x="13573" y="1390"/>
                    <a:pt x="11384" y="50"/>
                    <a:pt x="8757" y="0"/>
                  </a:cubicBezTo>
                  <a:cubicBezTo>
                    <a:pt x="8757" y="0"/>
                    <a:pt x="8757" y="0"/>
                    <a:pt x="8757" y="0"/>
                  </a:cubicBezTo>
                  <a:cubicBezTo>
                    <a:pt x="8538" y="0"/>
                    <a:pt x="8392" y="0"/>
                    <a:pt x="8173" y="0"/>
                  </a:cubicBezTo>
                  <a:cubicBezTo>
                    <a:pt x="8173" y="0"/>
                    <a:pt x="8173" y="0"/>
                    <a:pt x="8173" y="0"/>
                  </a:cubicBezTo>
                  <a:cubicBezTo>
                    <a:pt x="8027" y="0"/>
                    <a:pt x="8027" y="0"/>
                    <a:pt x="8027" y="0"/>
                  </a:cubicBezTo>
                  <a:cubicBezTo>
                    <a:pt x="8027" y="50"/>
                    <a:pt x="8027" y="50"/>
                    <a:pt x="8027" y="50"/>
                  </a:cubicBezTo>
                  <a:cubicBezTo>
                    <a:pt x="6714" y="50"/>
                    <a:pt x="5473" y="447"/>
                    <a:pt x="4670" y="1043"/>
                  </a:cubicBezTo>
                  <a:cubicBezTo>
                    <a:pt x="3795" y="1589"/>
                    <a:pt x="3211" y="2334"/>
                    <a:pt x="2773" y="3079"/>
                  </a:cubicBezTo>
                  <a:cubicBezTo>
                    <a:pt x="4962" y="10179"/>
                    <a:pt x="3868" y="15840"/>
                    <a:pt x="0" y="21600"/>
                  </a:cubicBezTo>
                  <a:cubicBezTo>
                    <a:pt x="8611" y="21600"/>
                    <a:pt x="8611" y="21600"/>
                    <a:pt x="8611" y="21600"/>
                  </a:cubicBezTo>
                  <a:cubicBezTo>
                    <a:pt x="8611" y="21153"/>
                    <a:pt x="8611" y="21153"/>
                    <a:pt x="8611" y="21153"/>
                  </a:cubicBezTo>
                  <a:cubicBezTo>
                    <a:pt x="8611" y="21004"/>
                    <a:pt x="8465" y="20954"/>
                    <a:pt x="8027" y="20557"/>
                  </a:cubicBezTo>
                  <a:cubicBezTo>
                    <a:pt x="7662" y="20210"/>
                    <a:pt x="7151" y="19663"/>
                    <a:pt x="7151" y="19018"/>
                  </a:cubicBezTo>
                  <a:cubicBezTo>
                    <a:pt x="7151" y="18422"/>
                    <a:pt x="7297" y="17826"/>
                    <a:pt x="7954" y="17330"/>
                  </a:cubicBezTo>
                  <a:cubicBezTo>
                    <a:pt x="8538" y="16833"/>
                    <a:pt x="9559" y="16486"/>
                    <a:pt x="10800" y="16486"/>
                  </a:cubicBezTo>
                  <a:cubicBezTo>
                    <a:pt x="12041" y="16436"/>
                    <a:pt x="13135" y="16833"/>
                    <a:pt x="13719" y="17280"/>
                  </a:cubicBezTo>
                  <a:cubicBezTo>
                    <a:pt x="14376" y="17826"/>
                    <a:pt x="14522" y="18422"/>
                    <a:pt x="14522" y="19018"/>
                  </a:cubicBezTo>
                  <a:cubicBezTo>
                    <a:pt x="14522" y="19663"/>
                    <a:pt x="14084" y="20160"/>
                    <a:pt x="13719" y="20508"/>
                  </a:cubicBezTo>
                  <a:cubicBezTo>
                    <a:pt x="13281" y="20905"/>
                    <a:pt x="13208" y="20954"/>
                    <a:pt x="13208" y="21004"/>
                  </a:cubicBezTo>
                  <a:cubicBezTo>
                    <a:pt x="13208" y="21600"/>
                    <a:pt x="13208" y="21600"/>
                    <a:pt x="13208" y="21600"/>
                  </a:cubicBezTo>
                  <a:cubicBezTo>
                    <a:pt x="20797" y="21600"/>
                    <a:pt x="20797" y="21600"/>
                    <a:pt x="20797" y="21600"/>
                  </a:cubicBezTo>
                  <a:cubicBezTo>
                    <a:pt x="21600" y="17479"/>
                    <a:pt x="21235" y="13556"/>
                    <a:pt x="19995" y="10279"/>
                  </a:cubicBezTo>
                  <a:cubicBezTo>
                    <a:pt x="18900" y="7349"/>
                    <a:pt x="17222" y="4866"/>
                    <a:pt x="15324" y="3079"/>
                  </a:cubicBezTo>
                  <a:close/>
                </a:path>
              </a:pathLst>
            </a:custGeom>
            <a:solidFill>
              <a:srgbClr val="5EA851"/>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24" name="Shape 324"/>
            <p:cNvSpPr/>
            <p:nvPr/>
          </p:nvSpPr>
          <p:spPr>
            <a:xfrm>
              <a:off x="770889" y="648636"/>
              <a:ext cx="1232644" cy="859659"/>
            </a:xfrm>
            <a:custGeom>
              <a:avLst/>
              <a:gdLst/>
              <a:ahLst/>
              <a:cxnLst>
                <a:cxn ang="0">
                  <a:pos x="wd2" y="hd2"/>
                </a:cxn>
                <a:cxn ang="5400000">
                  <a:pos x="wd2" y="hd2"/>
                </a:cxn>
                <a:cxn ang="10800000">
                  <a:pos x="wd2" y="hd2"/>
                </a:cxn>
                <a:cxn ang="16200000">
                  <a:pos x="wd2" y="hd2"/>
                </a:cxn>
              </a:cxnLst>
              <a:rect l="0" t="0" r="r" b="b"/>
              <a:pathLst>
                <a:path w="21600" h="21600" extrusionOk="0">
                  <a:moveTo>
                    <a:pt x="21309" y="14184"/>
                  </a:moveTo>
                  <a:cubicBezTo>
                    <a:pt x="21116" y="13998"/>
                    <a:pt x="20890" y="13906"/>
                    <a:pt x="20599" y="13906"/>
                  </a:cubicBezTo>
                  <a:cubicBezTo>
                    <a:pt x="20373" y="13906"/>
                    <a:pt x="20179" y="14045"/>
                    <a:pt x="19986" y="14276"/>
                  </a:cubicBezTo>
                  <a:cubicBezTo>
                    <a:pt x="19824" y="14462"/>
                    <a:pt x="19598" y="14786"/>
                    <a:pt x="19275" y="14833"/>
                  </a:cubicBezTo>
                  <a:cubicBezTo>
                    <a:pt x="19275" y="14833"/>
                    <a:pt x="19275" y="14833"/>
                    <a:pt x="19243" y="14833"/>
                  </a:cubicBezTo>
                  <a:cubicBezTo>
                    <a:pt x="18113" y="14833"/>
                    <a:pt x="18113" y="14833"/>
                    <a:pt x="18113" y="14833"/>
                  </a:cubicBezTo>
                  <a:cubicBezTo>
                    <a:pt x="18113" y="10985"/>
                    <a:pt x="18113" y="10985"/>
                    <a:pt x="18113" y="10985"/>
                  </a:cubicBezTo>
                  <a:cubicBezTo>
                    <a:pt x="18113" y="10846"/>
                    <a:pt x="18145" y="10707"/>
                    <a:pt x="18210" y="10615"/>
                  </a:cubicBezTo>
                  <a:cubicBezTo>
                    <a:pt x="18726" y="8714"/>
                    <a:pt x="19114" y="6814"/>
                    <a:pt x="19340" y="4960"/>
                  </a:cubicBezTo>
                  <a:cubicBezTo>
                    <a:pt x="15465" y="4960"/>
                    <a:pt x="15465" y="4960"/>
                    <a:pt x="15465" y="4960"/>
                  </a:cubicBezTo>
                  <a:cubicBezTo>
                    <a:pt x="15465" y="3291"/>
                    <a:pt x="15465" y="3291"/>
                    <a:pt x="15465" y="3291"/>
                  </a:cubicBezTo>
                  <a:cubicBezTo>
                    <a:pt x="15465" y="2827"/>
                    <a:pt x="15659" y="2549"/>
                    <a:pt x="15821" y="2271"/>
                  </a:cubicBezTo>
                  <a:cubicBezTo>
                    <a:pt x="15950" y="1993"/>
                    <a:pt x="16047" y="1761"/>
                    <a:pt x="16047" y="1437"/>
                  </a:cubicBezTo>
                  <a:cubicBezTo>
                    <a:pt x="16047" y="1066"/>
                    <a:pt x="15982" y="649"/>
                    <a:pt x="15821" y="417"/>
                  </a:cubicBezTo>
                  <a:cubicBezTo>
                    <a:pt x="15691" y="139"/>
                    <a:pt x="15465" y="0"/>
                    <a:pt x="15046" y="0"/>
                  </a:cubicBezTo>
                  <a:cubicBezTo>
                    <a:pt x="14626" y="0"/>
                    <a:pt x="14432" y="185"/>
                    <a:pt x="14271" y="417"/>
                  </a:cubicBezTo>
                  <a:cubicBezTo>
                    <a:pt x="14142" y="695"/>
                    <a:pt x="14077" y="1020"/>
                    <a:pt x="14077" y="1437"/>
                  </a:cubicBezTo>
                  <a:cubicBezTo>
                    <a:pt x="14077" y="1761"/>
                    <a:pt x="14174" y="1993"/>
                    <a:pt x="14335" y="2271"/>
                  </a:cubicBezTo>
                  <a:cubicBezTo>
                    <a:pt x="14497" y="2549"/>
                    <a:pt x="14691" y="2827"/>
                    <a:pt x="14723" y="3337"/>
                  </a:cubicBezTo>
                  <a:cubicBezTo>
                    <a:pt x="14723" y="3337"/>
                    <a:pt x="14723" y="3337"/>
                    <a:pt x="14723" y="3337"/>
                  </a:cubicBezTo>
                  <a:cubicBezTo>
                    <a:pt x="14723" y="4960"/>
                    <a:pt x="14723" y="4960"/>
                    <a:pt x="14723" y="4960"/>
                  </a:cubicBezTo>
                  <a:cubicBezTo>
                    <a:pt x="9912" y="4960"/>
                    <a:pt x="9912" y="4960"/>
                    <a:pt x="9912" y="4960"/>
                  </a:cubicBezTo>
                  <a:cubicBezTo>
                    <a:pt x="9040" y="7416"/>
                    <a:pt x="7943" y="9919"/>
                    <a:pt x="6619" y="12608"/>
                  </a:cubicBezTo>
                  <a:cubicBezTo>
                    <a:pt x="3874" y="14972"/>
                    <a:pt x="3100" y="15760"/>
                    <a:pt x="0" y="16270"/>
                  </a:cubicBezTo>
                  <a:cubicBezTo>
                    <a:pt x="0" y="21600"/>
                    <a:pt x="0" y="21600"/>
                    <a:pt x="0" y="21600"/>
                  </a:cubicBezTo>
                  <a:cubicBezTo>
                    <a:pt x="3196" y="21600"/>
                    <a:pt x="3196" y="21600"/>
                    <a:pt x="3196" y="21600"/>
                  </a:cubicBezTo>
                  <a:cubicBezTo>
                    <a:pt x="3196" y="20997"/>
                    <a:pt x="3196" y="20997"/>
                    <a:pt x="3196" y="20997"/>
                  </a:cubicBezTo>
                  <a:cubicBezTo>
                    <a:pt x="3196" y="20905"/>
                    <a:pt x="3132" y="20858"/>
                    <a:pt x="2938" y="20488"/>
                  </a:cubicBezTo>
                  <a:cubicBezTo>
                    <a:pt x="2744" y="20163"/>
                    <a:pt x="2518" y="19653"/>
                    <a:pt x="2518" y="19051"/>
                  </a:cubicBezTo>
                  <a:cubicBezTo>
                    <a:pt x="2518" y="18494"/>
                    <a:pt x="2615" y="17938"/>
                    <a:pt x="2874" y="17428"/>
                  </a:cubicBezTo>
                  <a:cubicBezTo>
                    <a:pt x="3132" y="17011"/>
                    <a:pt x="3616" y="16687"/>
                    <a:pt x="4165" y="16687"/>
                  </a:cubicBezTo>
                  <a:cubicBezTo>
                    <a:pt x="4714" y="16640"/>
                    <a:pt x="5198" y="17011"/>
                    <a:pt x="5457" y="17428"/>
                  </a:cubicBezTo>
                  <a:cubicBezTo>
                    <a:pt x="5715" y="17938"/>
                    <a:pt x="5779" y="18494"/>
                    <a:pt x="5779" y="19051"/>
                  </a:cubicBezTo>
                  <a:cubicBezTo>
                    <a:pt x="5779" y="19653"/>
                    <a:pt x="5586" y="20117"/>
                    <a:pt x="5424" y="20441"/>
                  </a:cubicBezTo>
                  <a:cubicBezTo>
                    <a:pt x="5263" y="20812"/>
                    <a:pt x="5230" y="20858"/>
                    <a:pt x="5230" y="20905"/>
                  </a:cubicBezTo>
                  <a:cubicBezTo>
                    <a:pt x="5230" y="21600"/>
                    <a:pt x="5230" y="21600"/>
                    <a:pt x="5230" y="21600"/>
                  </a:cubicBezTo>
                  <a:cubicBezTo>
                    <a:pt x="12624" y="21600"/>
                    <a:pt x="12624" y="21600"/>
                    <a:pt x="12624" y="21600"/>
                  </a:cubicBezTo>
                  <a:cubicBezTo>
                    <a:pt x="12624" y="20997"/>
                    <a:pt x="12624" y="20997"/>
                    <a:pt x="12624" y="20997"/>
                  </a:cubicBezTo>
                  <a:cubicBezTo>
                    <a:pt x="12624" y="20905"/>
                    <a:pt x="12592" y="20858"/>
                    <a:pt x="12366" y="20488"/>
                  </a:cubicBezTo>
                  <a:cubicBezTo>
                    <a:pt x="12204" y="20163"/>
                    <a:pt x="11978" y="19653"/>
                    <a:pt x="11978" y="19051"/>
                  </a:cubicBezTo>
                  <a:cubicBezTo>
                    <a:pt x="11978" y="18494"/>
                    <a:pt x="12043" y="17938"/>
                    <a:pt x="12334" y="17428"/>
                  </a:cubicBezTo>
                  <a:cubicBezTo>
                    <a:pt x="12592" y="17011"/>
                    <a:pt x="13044" y="16687"/>
                    <a:pt x="13593" y="16687"/>
                  </a:cubicBezTo>
                  <a:cubicBezTo>
                    <a:pt x="14142" y="16640"/>
                    <a:pt x="14658" y="17011"/>
                    <a:pt x="14884" y="17428"/>
                  </a:cubicBezTo>
                  <a:cubicBezTo>
                    <a:pt x="15175" y="17938"/>
                    <a:pt x="15239" y="18494"/>
                    <a:pt x="15239" y="19051"/>
                  </a:cubicBezTo>
                  <a:cubicBezTo>
                    <a:pt x="15239" y="19653"/>
                    <a:pt x="15046" y="20117"/>
                    <a:pt x="14884" y="20441"/>
                  </a:cubicBezTo>
                  <a:cubicBezTo>
                    <a:pt x="14691" y="20812"/>
                    <a:pt x="14658" y="20858"/>
                    <a:pt x="14658" y="20905"/>
                  </a:cubicBezTo>
                  <a:cubicBezTo>
                    <a:pt x="14658" y="21600"/>
                    <a:pt x="14658" y="21600"/>
                    <a:pt x="14658" y="21600"/>
                  </a:cubicBezTo>
                  <a:cubicBezTo>
                    <a:pt x="18113" y="21600"/>
                    <a:pt x="18113" y="21600"/>
                    <a:pt x="18113" y="21600"/>
                  </a:cubicBezTo>
                  <a:cubicBezTo>
                    <a:pt x="18113" y="15899"/>
                    <a:pt x="18113" y="15899"/>
                    <a:pt x="18113" y="15899"/>
                  </a:cubicBezTo>
                  <a:cubicBezTo>
                    <a:pt x="19308" y="15899"/>
                    <a:pt x="19308" y="15899"/>
                    <a:pt x="19308" y="15899"/>
                  </a:cubicBezTo>
                  <a:cubicBezTo>
                    <a:pt x="19630" y="15899"/>
                    <a:pt x="19824" y="16177"/>
                    <a:pt x="20018" y="16362"/>
                  </a:cubicBezTo>
                  <a:cubicBezTo>
                    <a:pt x="20179" y="16594"/>
                    <a:pt x="20373" y="16733"/>
                    <a:pt x="20599" y="16733"/>
                  </a:cubicBezTo>
                  <a:cubicBezTo>
                    <a:pt x="20857" y="16733"/>
                    <a:pt x="21116" y="16640"/>
                    <a:pt x="21309" y="16409"/>
                  </a:cubicBezTo>
                  <a:cubicBezTo>
                    <a:pt x="21471" y="16223"/>
                    <a:pt x="21600" y="15899"/>
                    <a:pt x="21600" y="15296"/>
                  </a:cubicBezTo>
                  <a:cubicBezTo>
                    <a:pt x="21600" y="14694"/>
                    <a:pt x="21471" y="14369"/>
                    <a:pt x="21309" y="14184"/>
                  </a:cubicBezTo>
                  <a:close/>
                </a:path>
              </a:pathLst>
            </a:custGeom>
            <a:solidFill>
              <a:srgbClr val="5EA851"/>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25" name="Shape 325"/>
            <p:cNvSpPr/>
            <p:nvPr/>
          </p:nvSpPr>
          <p:spPr>
            <a:xfrm>
              <a:off x="239" y="988139"/>
              <a:ext cx="726266" cy="415035"/>
            </a:xfrm>
            <a:custGeom>
              <a:avLst/>
              <a:gdLst/>
              <a:ahLst/>
              <a:cxnLst>
                <a:cxn ang="0">
                  <a:pos x="wd2" y="hd2"/>
                </a:cxn>
                <a:cxn ang="5400000">
                  <a:pos x="wd2" y="hd2"/>
                </a:cxn>
                <a:cxn ang="10800000">
                  <a:pos x="wd2" y="hd2"/>
                </a:cxn>
                <a:cxn ang="16200000">
                  <a:pos x="wd2" y="hd2"/>
                </a:cxn>
              </a:cxnLst>
              <a:rect l="0" t="0" r="r" b="b"/>
              <a:pathLst>
                <a:path w="21547" h="21600" extrusionOk="0">
                  <a:moveTo>
                    <a:pt x="19742" y="768"/>
                  </a:moveTo>
                  <a:cubicBezTo>
                    <a:pt x="19250" y="288"/>
                    <a:pt x="18649" y="0"/>
                    <a:pt x="18102" y="0"/>
                  </a:cubicBezTo>
                  <a:cubicBezTo>
                    <a:pt x="3392" y="480"/>
                    <a:pt x="3392" y="480"/>
                    <a:pt x="3392" y="480"/>
                  </a:cubicBezTo>
                  <a:cubicBezTo>
                    <a:pt x="1533" y="480"/>
                    <a:pt x="-53" y="3552"/>
                    <a:pt x="2" y="6720"/>
                  </a:cubicBezTo>
                  <a:cubicBezTo>
                    <a:pt x="2" y="21600"/>
                    <a:pt x="2" y="21600"/>
                    <a:pt x="2" y="21600"/>
                  </a:cubicBezTo>
                  <a:cubicBezTo>
                    <a:pt x="9134" y="21600"/>
                    <a:pt x="9134" y="21600"/>
                    <a:pt x="9134" y="21600"/>
                  </a:cubicBezTo>
                  <a:cubicBezTo>
                    <a:pt x="9134" y="20832"/>
                    <a:pt x="9134" y="20832"/>
                    <a:pt x="9134" y="20832"/>
                  </a:cubicBezTo>
                  <a:cubicBezTo>
                    <a:pt x="9134" y="20640"/>
                    <a:pt x="9024" y="20544"/>
                    <a:pt x="8696" y="19776"/>
                  </a:cubicBezTo>
                  <a:cubicBezTo>
                    <a:pt x="8423" y="19104"/>
                    <a:pt x="8040" y="18048"/>
                    <a:pt x="8040" y="16800"/>
                  </a:cubicBezTo>
                  <a:cubicBezTo>
                    <a:pt x="8040" y="15648"/>
                    <a:pt x="8150" y="14496"/>
                    <a:pt x="8642" y="13440"/>
                  </a:cubicBezTo>
                  <a:cubicBezTo>
                    <a:pt x="9024" y="12576"/>
                    <a:pt x="9845" y="11904"/>
                    <a:pt x="10774" y="11904"/>
                  </a:cubicBezTo>
                  <a:cubicBezTo>
                    <a:pt x="11704" y="11808"/>
                    <a:pt x="12524" y="12576"/>
                    <a:pt x="12962" y="13440"/>
                  </a:cubicBezTo>
                  <a:cubicBezTo>
                    <a:pt x="13399" y="14496"/>
                    <a:pt x="13563" y="15648"/>
                    <a:pt x="13563" y="16800"/>
                  </a:cubicBezTo>
                  <a:cubicBezTo>
                    <a:pt x="13563" y="18048"/>
                    <a:pt x="13180" y="19008"/>
                    <a:pt x="12962" y="19680"/>
                  </a:cubicBezTo>
                  <a:cubicBezTo>
                    <a:pt x="12634" y="20448"/>
                    <a:pt x="12579" y="20544"/>
                    <a:pt x="12579" y="20640"/>
                  </a:cubicBezTo>
                  <a:cubicBezTo>
                    <a:pt x="12579" y="21600"/>
                    <a:pt x="12579" y="21600"/>
                    <a:pt x="12579" y="21600"/>
                  </a:cubicBezTo>
                  <a:cubicBezTo>
                    <a:pt x="21547" y="21600"/>
                    <a:pt x="21547" y="21600"/>
                    <a:pt x="21547" y="21600"/>
                  </a:cubicBezTo>
                  <a:cubicBezTo>
                    <a:pt x="21547" y="5664"/>
                    <a:pt x="21547" y="5664"/>
                    <a:pt x="21547" y="5664"/>
                  </a:cubicBezTo>
                  <a:cubicBezTo>
                    <a:pt x="21492" y="3648"/>
                    <a:pt x="20781" y="1728"/>
                    <a:pt x="19742" y="768"/>
                  </a:cubicBezTo>
                  <a:close/>
                </a:path>
              </a:pathLst>
            </a:custGeom>
            <a:solidFill>
              <a:srgbClr val="4E8F43"/>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26" name="Shape 326"/>
            <p:cNvSpPr/>
            <p:nvPr/>
          </p:nvSpPr>
          <p:spPr>
            <a:xfrm>
              <a:off x="0" y="1252894"/>
              <a:ext cx="921949" cy="686788"/>
            </a:xfrm>
            <a:custGeom>
              <a:avLst/>
              <a:gdLst/>
              <a:ahLst/>
              <a:cxnLst>
                <a:cxn ang="0">
                  <a:pos x="wd2" y="hd2"/>
                </a:cxn>
                <a:cxn ang="5400000">
                  <a:pos x="wd2" y="hd2"/>
                </a:cxn>
                <a:cxn ang="10800000">
                  <a:pos x="wd2" y="hd2"/>
                </a:cxn>
                <a:cxn ang="16200000">
                  <a:pos x="wd2" y="hd2"/>
                </a:cxn>
              </a:cxnLst>
              <a:rect l="0" t="0" r="r" b="b"/>
              <a:pathLst>
                <a:path w="21563" h="21551" extrusionOk="0">
                  <a:moveTo>
                    <a:pt x="21169" y="12401"/>
                  </a:moveTo>
                  <a:cubicBezTo>
                    <a:pt x="20910" y="12170"/>
                    <a:pt x="20608" y="12054"/>
                    <a:pt x="20220" y="12054"/>
                  </a:cubicBezTo>
                  <a:cubicBezTo>
                    <a:pt x="19919" y="12054"/>
                    <a:pt x="19703" y="12228"/>
                    <a:pt x="19444" y="12517"/>
                  </a:cubicBezTo>
                  <a:cubicBezTo>
                    <a:pt x="19186" y="12749"/>
                    <a:pt x="18927" y="13154"/>
                    <a:pt x="18453" y="13212"/>
                  </a:cubicBezTo>
                  <a:cubicBezTo>
                    <a:pt x="18453" y="13212"/>
                    <a:pt x="18453" y="13212"/>
                    <a:pt x="18453" y="13212"/>
                  </a:cubicBezTo>
                  <a:cubicBezTo>
                    <a:pt x="16987" y="13212"/>
                    <a:pt x="16987" y="13212"/>
                    <a:pt x="16987" y="13212"/>
                  </a:cubicBezTo>
                  <a:cubicBezTo>
                    <a:pt x="16987" y="6089"/>
                    <a:pt x="16987" y="6089"/>
                    <a:pt x="16987" y="6089"/>
                  </a:cubicBezTo>
                  <a:cubicBezTo>
                    <a:pt x="9054" y="6089"/>
                    <a:pt x="9054" y="6089"/>
                    <a:pt x="9054" y="6089"/>
                  </a:cubicBezTo>
                  <a:cubicBezTo>
                    <a:pt x="9054" y="4120"/>
                    <a:pt x="9054" y="4120"/>
                    <a:pt x="9054" y="4120"/>
                  </a:cubicBezTo>
                  <a:cubicBezTo>
                    <a:pt x="9054" y="3541"/>
                    <a:pt x="9313" y="3194"/>
                    <a:pt x="9485" y="2846"/>
                  </a:cubicBezTo>
                  <a:cubicBezTo>
                    <a:pt x="9701" y="2499"/>
                    <a:pt x="9830" y="2209"/>
                    <a:pt x="9830" y="1804"/>
                  </a:cubicBezTo>
                  <a:cubicBezTo>
                    <a:pt x="9830" y="1341"/>
                    <a:pt x="9744" y="820"/>
                    <a:pt x="9528" y="530"/>
                  </a:cubicBezTo>
                  <a:cubicBezTo>
                    <a:pt x="9356" y="183"/>
                    <a:pt x="9054" y="-49"/>
                    <a:pt x="8493" y="9"/>
                  </a:cubicBezTo>
                  <a:cubicBezTo>
                    <a:pt x="7933" y="9"/>
                    <a:pt x="7631" y="241"/>
                    <a:pt x="7459" y="530"/>
                  </a:cubicBezTo>
                  <a:cubicBezTo>
                    <a:pt x="7286" y="878"/>
                    <a:pt x="7200" y="1283"/>
                    <a:pt x="7200" y="1804"/>
                  </a:cubicBezTo>
                  <a:cubicBezTo>
                    <a:pt x="7200" y="2209"/>
                    <a:pt x="7329" y="2499"/>
                    <a:pt x="7545" y="2846"/>
                  </a:cubicBezTo>
                  <a:cubicBezTo>
                    <a:pt x="7717" y="3194"/>
                    <a:pt x="8019" y="3541"/>
                    <a:pt x="8062" y="4178"/>
                  </a:cubicBezTo>
                  <a:cubicBezTo>
                    <a:pt x="8062" y="4178"/>
                    <a:pt x="8062" y="4178"/>
                    <a:pt x="8062" y="4178"/>
                  </a:cubicBezTo>
                  <a:cubicBezTo>
                    <a:pt x="8062" y="6089"/>
                    <a:pt x="8062" y="6089"/>
                    <a:pt x="8062" y="6089"/>
                  </a:cubicBezTo>
                  <a:cubicBezTo>
                    <a:pt x="0" y="6089"/>
                    <a:pt x="0" y="6089"/>
                    <a:pt x="0" y="6089"/>
                  </a:cubicBezTo>
                  <a:cubicBezTo>
                    <a:pt x="0" y="21493"/>
                    <a:pt x="0" y="21493"/>
                    <a:pt x="0" y="21493"/>
                  </a:cubicBezTo>
                  <a:cubicBezTo>
                    <a:pt x="7200" y="21493"/>
                    <a:pt x="7200" y="21493"/>
                    <a:pt x="7200" y="21493"/>
                  </a:cubicBezTo>
                  <a:cubicBezTo>
                    <a:pt x="7200" y="20451"/>
                    <a:pt x="7200" y="20451"/>
                    <a:pt x="7200" y="20451"/>
                  </a:cubicBezTo>
                  <a:cubicBezTo>
                    <a:pt x="7200" y="20335"/>
                    <a:pt x="7114" y="20277"/>
                    <a:pt x="6855" y="19814"/>
                  </a:cubicBezTo>
                  <a:cubicBezTo>
                    <a:pt x="6640" y="19408"/>
                    <a:pt x="6338" y="18771"/>
                    <a:pt x="6338" y="18019"/>
                  </a:cubicBezTo>
                  <a:cubicBezTo>
                    <a:pt x="6338" y="17324"/>
                    <a:pt x="6424" y="16629"/>
                    <a:pt x="6812" y="15992"/>
                  </a:cubicBezTo>
                  <a:cubicBezTo>
                    <a:pt x="7114" y="15471"/>
                    <a:pt x="7760" y="15065"/>
                    <a:pt x="8493" y="15065"/>
                  </a:cubicBezTo>
                  <a:cubicBezTo>
                    <a:pt x="9226" y="15007"/>
                    <a:pt x="9873" y="15471"/>
                    <a:pt x="10218" y="15992"/>
                  </a:cubicBezTo>
                  <a:cubicBezTo>
                    <a:pt x="10563" y="16629"/>
                    <a:pt x="10692" y="17324"/>
                    <a:pt x="10692" y="18019"/>
                  </a:cubicBezTo>
                  <a:cubicBezTo>
                    <a:pt x="10692" y="18771"/>
                    <a:pt x="10390" y="19350"/>
                    <a:pt x="10218" y="19756"/>
                  </a:cubicBezTo>
                  <a:cubicBezTo>
                    <a:pt x="9959" y="20219"/>
                    <a:pt x="9916" y="20277"/>
                    <a:pt x="9916" y="20335"/>
                  </a:cubicBezTo>
                  <a:cubicBezTo>
                    <a:pt x="9916" y="21493"/>
                    <a:pt x="9916" y="21493"/>
                    <a:pt x="9916" y="21493"/>
                  </a:cubicBezTo>
                  <a:cubicBezTo>
                    <a:pt x="16814" y="21493"/>
                    <a:pt x="16814" y="21493"/>
                    <a:pt x="16814" y="21493"/>
                  </a:cubicBezTo>
                  <a:cubicBezTo>
                    <a:pt x="16901" y="21493"/>
                    <a:pt x="16944" y="21493"/>
                    <a:pt x="16987" y="21551"/>
                  </a:cubicBezTo>
                  <a:cubicBezTo>
                    <a:pt x="16987" y="14544"/>
                    <a:pt x="16987" y="14544"/>
                    <a:pt x="16987" y="14544"/>
                  </a:cubicBezTo>
                  <a:cubicBezTo>
                    <a:pt x="18496" y="14544"/>
                    <a:pt x="18496" y="14544"/>
                    <a:pt x="18496" y="14544"/>
                  </a:cubicBezTo>
                  <a:cubicBezTo>
                    <a:pt x="18927" y="14544"/>
                    <a:pt x="19186" y="14891"/>
                    <a:pt x="19444" y="15123"/>
                  </a:cubicBezTo>
                  <a:cubicBezTo>
                    <a:pt x="19703" y="15413"/>
                    <a:pt x="19919" y="15586"/>
                    <a:pt x="20220" y="15586"/>
                  </a:cubicBezTo>
                  <a:cubicBezTo>
                    <a:pt x="20565" y="15586"/>
                    <a:pt x="20953" y="15471"/>
                    <a:pt x="21169" y="15181"/>
                  </a:cubicBezTo>
                  <a:cubicBezTo>
                    <a:pt x="21428" y="14949"/>
                    <a:pt x="21600" y="14544"/>
                    <a:pt x="21557" y="13791"/>
                  </a:cubicBezTo>
                  <a:cubicBezTo>
                    <a:pt x="21557" y="13038"/>
                    <a:pt x="21384" y="12691"/>
                    <a:pt x="21169" y="12401"/>
                  </a:cubicBezTo>
                  <a:close/>
                </a:path>
              </a:pathLst>
            </a:custGeom>
            <a:solidFill>
              <a:srgbClr val="4E8F43"/>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27" name="Shape 327"/>
            <p:cNvSpPr/>
            <p:nvPr/>
          </p:nvSpPr>
          <p:spPr>
            <a:xfrm>
              <a:off x="1847018" y="1074572"/>
              <a:ext cx="850053" cy="365200"/>
            </a:xfrm>
            <a:custGeom>
              <a:avLst/>
              <a:gdLst/>
              <a:ahLst/>
              <a:cxnLst>
                <a:cxn ang="0">
                  <a:pos x="wd2" y="hd2"/>
                </a:cxn>
                <a:cxn ang="5400000">
                  <a:pos x="wd2" y="hd2"/>
                </a:cxn>
                <a:cxn ang="10800000">
                  <a:pos x="wd2" y="hd2"/>
                </a:cxn>
                <a:cxn ang="16200000">
                  <a:pos x="wd2" y="hd2"/>
                </a:cxn>
              </a:cxnLst>
              <a:rect l="0" t="0" r="r" b="b"/>
              <a:pathLst>
                <a:path w="21515" h="21600" extrusionOk="0">
                  <a:moveTo>
                    <a:pt x="15535" y="109"/>
                  </a:moveTo>
                  <a:cubicBezTo>
                    <a:pt x="13203" y="0"/>
                    <a:pt x="9704" y="0"/>
                    <a:pt x="6485" y="0"/>
                  </a:cubicBezTo>
                  <a:cubicBezTo>
                    <a:pt x="6485" y="0"/>
                    <a:pt x="6485" y="0"/>
                    <a:pt x="6485" y="0"/>
                  </a:cubicBezTo>
                  <a:cubicBezTo>
                    <a:pt x="3779" y="0"/>
                    <a:pt x="1493" y="0"/>
                    <a:pt x="0" y="109"/>
                  </a:cubicBezTo>
                  <a:cubicBezTo>
                    <a:pt x="47" y="218"/>
                    <a:pt x="47" y="436"/>
                    <a:pt x="47" y="655"/>
                  </a:cubicBezTo>
                  <a:cubicBezTo>
                    <a:pt x="47" y="7527"/>
                    <a:pt x="47" y="7527"/>
                    <a:pt x="47" y="7527"/>
                  </a:cubicBezTo>
                  <a:cubicBezTo>
                    <a:pt x="513" y="7527"/>
                    <a:pt x="513" y="7527"/>
                    <a:pt x="513" y="7527"/>
                  </a:cubicBezTo>
                  <a:cubicBezTo>
                    <a:pt x="653" y="7527"/>
                    <a:pt x="700" y="7309"/>
                    <a:pt x="1073" y="6655"/>
                  </a:cubicBezTo>
                  <a:cubicBezTo>
                    <a:pt x="1400" y="6109"/>
                    <a:pt x="1913" y="5345"/>
                    <a:pt x="2519" y="5345"/>
                  </a:cubicBezTo>
                  <a:cubicBezTo>
                    <a:pt x="3079" y="5345"/>
                    <a:pt x="3639" y="5564"/>
                    <a:pt x="4105" y="6545"/>
                  </a:cubicBezTo>
                  <a:cubicBezTo>
                    <a:pt x="4572" y="7309"/>
                    <a:pt x="4898" y="8945"/>
                    <a:pt x="4898" y="10800"/>
                  </a:cubicBezTo>
                  <a:cubicBezTo>
                    <a:pt x="4898" y="12655"/>
                    <a:pt x="4572" y="14291"/>
                    <a:pt x="4152" y="15164"/>
                  </a:cubicBezTo>
                  <a:cubicBezTo>
                    <a:pt x="3639" y="16036"/>
                    <a:pt x="3079" y="16364"/>
                    <a:pt x="2519" y="16364"/>
                  </a:cubicBezTo>
                  <a:cubicBezTo>
                    <a:pt x="1913" y="16364"/>
                    <a:pt x="1446" y="15600"/>
                    <a:pt x="1120" y="15164"/>
                  </a:cubicBezTo>
                  <a:cubicBezTo>
                    <a:pt x="746" y="14509"/>
                    <a:pt x="700" y="14400"/>
                    <a:pt x="653" y="14400"/>
                  </a:cubicBezTo>
                  <a:cubicBezTo>
                    <a:pt x="47" y="14400"/>
                    <a:pt x="47" y="14400"/>
                    <a:pt x="47" y="14400"/>
                  </a:cubicBezTo>
                  <a:cubicBezTo>
                    <a:pt x="47" y="21600"/>
                    <a:pt x="47" y="21600"/>
                    <a:pt x="47" y="21600"/>
                  </a:cubicBezTo>
                  <a:cubicBezTo>
                    <a:pt x="12503" y="21600"/>
                    <a:pt x="12503" y="21600"/>
                    <a:pt x="12503" y="21600"/>
                  </a:cubicBezTo>
                  <a:cubicBezTo>
                    <a:pt x="12503" y="20836"/>
                    <a:pt x="12503" y="20836"/>
                    <a:pt x="12503" y="20836"/>
                  </a:cubicBezTo>
                  <a:cubicBezTo>
                    <a:pt x="12503" y="20618"/>
                    <a:pt x="12410" y="20400"/>
                    <a:pt x="12130" y="19527"/>
                  </a:cubicBezTo>
                  <a:cubicBezTo>
                    <a:pt x="11896" y="18764"/>
                    <a:pt x="11570" y="17673"/>
                    <a:pt x="11570" y="16145"/>
                  </a:cubicBezTo>
                  <a:cubicBezTo>
                    <a:pt x="11570" y="14945"/>
                    <a:pt x="11663" y="13527"/>
                    <a:pt x="12083" y="12436"/>
                  </a:cubicBezTo>
                  <a:cubicBezTo>
                    <a:pt x="12456" y="11345"/>
                    <a:pt x="13109" y="10582"/>
                    <a:pt x="13902" y="10582"/>
                  </a:cubicBezTo>
                  <a:cubicBezTo>
                    <a:pt x="14695" y="10582"/>
                    <a:pt x="15395" y="11345"/>
                    <a:pt x="15768" y="12436"/>
                  </a:cubicBezTo>
                  <a:cubicBezTo>
                    <a:pt x="16188" y="13527"/>
                    <a:pt x="16282" y="14945"/>
                    <a:pt x="16282" y="16145"/>
                  </a:cubicBezTo>
                  <a:cubicBezTo>
                    <a:pt x="16282" y="17564"/>
                    <a:pt x="16002" y="18764"/>
                    <a:pt x="15768" y="19418"/>
                  </a:cubicBezTo>
                  <a:cubicBezTo>
                    <a:pt x="15489" y="20291"/>
                    <a:pt x="15442" y="20400"/>
                    <a:pt x="15442" y="20509"/>
                  </a:cubicBezTo>
                  <a:cubicBezTo>
                    <a:pt x="15442" y="21600"/>
                    <a:pt x="15442" y="21600"/>
                    <a:pt x="15442" y="21600"/>
                  </a:cubicBezTo>
                  <a:cubicBezTo>
                    <a:pt x="19547" y="21600"/>
                    <a:pt x="19547" y="21600"/>
                    <a:pt x="19547" y="21600"/>
                  </a:cubicBezTo>
                  <a:cubicBezTo>
                    <a:pt x="20854" y="18764"/>
                    <a:pt x="21600" y="15164"/>
                    <a:pt x="21507" y="11564"/>
                  </a:cubicBezTo>
                  <a:cubicBezTo>
                    <a:pt x="21367" y="5345"/>
                    <a:pt x="18894" y="109"/>
                    <a:pt x="15535" y="109"/>
                  </a:cubicBezTo>
                  <a:close/>
                </a:path>
              </a:pathLst>
            </a:custGeom>
            <a:solidFill>
              <a:srgbClr val="7ADA6A"/>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28" name="Shape 328"/>
            <p:cNvSpPr/>
            <p:nvPr/>
          </p:nvSpPr>
          <p:spPr>
            <a:xfrm>
              <a:off x="1848576" y="1290265"/>
              <a:ext cx="850315" cy="706260"/>
            </a:xfrm>
            <a:custGeom>
              <a:avLst/>
              <a:gdLst/>
              <a:ahLst/>
              <a:cxnLst>
                <a:cxn ang="0">
                  <a:pos x="wd2" y="hd2"/>
                </a:cxn>
                <a:cxn ang="5400000">
                  <a:pos x="wd2" y="hd2"/>
                </a:cxn>
                <a:cxn ang="10800000">
                  <a:pos x="wd2" y="hd2"/>
                </a:cxn>
                <a:cxn ang="16200000">
                  <a:pos x="wd2" y="hd2"/>
                </a:cxn>
              </a:cxnLst>
              <a:rect l="0" t="0" r="r" b="b"/>
              <a:pathLst>
                <a:path w="21600" h="21600" extrusionOk="0">
                  <a:moveTo>
                    <a:pt x="19679" y="5922"/>
                  </a:moveTo>
                  <a:cubicBezTo>
                    <a:pt x="14525" y="5922"/>
                    <a:pt x="14525" y="5922"/>
                    <a:pt x="14525" y="5922"/>
                  </a:cubicBezTo>
                  <a:cubicBezTo>
                    <a:pt x="14525" y="4061"/>
                    <a:pt x="14525" y="4061"/>
                    <a:pt x="14525" y="4061"/>
                  </a:cubicBezTo>
                  <a:cubicBezTo>
                    <a:pt x="14525" y="3497"/>
                    <a:pt x="14806" y="3158"/>
                    <a:pt x="15040" y="2820"/>
                  </a:cubicBezTo>
                  <a:cubicBezTo>
                    <a:pt x="15228" y="2481"/>
                    <a:pt x="15368" y="2143"/>
                    <a:pt x="15368" y="1748"/>
                  </a:cubicBezTo>
                  <a:cubicBezTo>
                    <a:pt x="15368" y="1297"/>
                    <a:pt x="15275" y="846"/>
                    <a:pt x="15087" y="508"/>
                  </a:cubicBezTo>
                  <a:cubicBezTo>
                    <a:pt x="14853" y="226"/>
                    <a:pt x="14525" y="0"/>
                    <a:pt x="13963" y="0"/>
                  </a:cubicBezTo>
                  <a:cubicBezTo>
                    <a:pt x="13354" y="0"/>
                    <a:pt x="13026" y="226"/>
                    <a:pt x="12791" y="564"/>
                  </a:cubicBezTo>
                  <a:cubicBezTo>
                    <a:pt x="12604" y="846"/>
                    <a:pt x="12510" y="1297"/>
                    <a:pt x="12510" y="1748"/>
                  </a:cubicBezTo>
                  <a:cubicBezTo>
                    <a:pt x="12510" y="2199"/>
                    <a:pt x="12651" y="2481"/>
                    <a:pt x="12885" y="2820"/>
                  </a:cubicBezTo>
                  <a:cubicBezTo>
                    <a:pt x="13119" y="3158"/>
                    <a:pt x="13400" y="3497"/>
                    <a:pt x="13447" y="4061"/>
                  </a:cubicBezTo>
                  <a:cubicBezTo>
                    <a:pt x="13447" y="4061"/>
                    <a:pt x="13447" y="4117"/>
                    <a:pt x="13447" y="4117"/>
                  </a:cubicBezTo>
                  <a:cubicBezTo>
                    <a:pt x="13447" y="5922"/>
                    <a:pt x="13447" y="5922"/>
                    <a:pt x="13447" y="5922"/>
                  </a:cubicBezTo>
                  <a:cubicBezTo>
                    <a:pt x="0" y="5922"/>
                    <a:pt x="0" y="5922"/>
                    <a:pt x="0" y="5922"/>
                  </a:cubicBezTo>
                  <a:cubicBezTo>
                    <a:pt x="0" y="8798"/>
                    <a:pt x="0" y="8798"/>
                    <a:pt x="0" y="8798"/>
                  </a:cubicBezTo>
                  <a:cubicBezTo>
                    <a:pt x="469" y="8798"/>
                    <a:pt x="469" y="8798"/>
                    <a:pt x="469" y="8798"/>
                  </a:cubicBezTo>
                  <a:cubicBezTo>
                    <a:pt x="609" y="8798"/>
                    <a:pt x="656" y="8685"/>
                    <a:pt x="1031" y="8347"/>
                  </a:cubicBezTo>
                  <a:cubicBezTo>
                    <a:pt x="1359" y="8008"/>
                    <a:pt x="1874" y="7614"/>
                    <a:pt x="2483" y="7614"/>
                  </a:cubicBezTo>
                  <a:cubicBezTo>
                    <a:pt x="3046" y="7614"/>
                    <a:pt x="3608" y="7783"/>
                    <a:pt x="4076" y="8234"/>
                  </a:cubicBezTo>
                  <a:cubicBezTo>
                    <a:pt x="4545" y="8685"/>
                    <a:pt x="4873" y="9531"/>
                    <a:pt x="4873" y="10490"/>
                  </a:cubicBezTo>
                  <a:cubicBezTo>
                    <a:pt x="4873" y="11449"/>
                    <a:pt x="4545" y="12295"/>
                    <a:pt x="4123" y="12746"/>
                  </a:cubicBezTo>
                  <a:cubicBezTo>
                    <a:pt x="3608" y="13197"/>
                    <a:pt x="3046" y="13310"/>
                    <a:pt x="2483" y="13310"/>
                  </a:cubicBezTo>
                  <a:cubicBezTo>
                    <a:pt x="1874" y="13310"/>
                    <a:pt x="1406" y="12971"/>
                    <a:pt x="1078" y="12689"/>
                  </a:cubicBezTo>
                  <a:cubicBezTo>
                    <a:pt x="703" y="12407"/>
                    <a:pt x="656" y="12351"/>
                    <a:pt x="609" y="12351"/>
                  </a:cubicBezTo>
                  <a:cubicBezTo>
                    <a:pt x="0" y="12351"/>
                    <a:pt x="0" y="12351"/>
                    <a:pt x="0" y="12351"/>
                  </a:cubicBezTo>
                  <a:cubicBezTo>
                    <a:pt x="0" y="15058"/>
                    <a:pt x="0" y="15058"/>
                    <a:pt x="0" y="15058"/>
                  </a:cubicBezTo>
                  <a:cubicBezTo>
                    <a:pt x="10636" y="15058"/>
                    <a:pt x="10636" y="15058"/>
                    <a:pt x="10636" y="15058"/>
                  </a:cubicBezTo>
                  <a:cubicBezTo>
                    <a:pt x="10636" y="17483"/>
                    <a:pt x="10636" y="17483"/>
                    <a:pt x="10636" y="17483"/>
                  </a:cubicBezTo>
                  <a:cubicBezTo>
                    <a:pt x="10636" y="17483"/>
                    <a:pt x="10636" y="17539"/>
                    <a:pt x="10636" y="17539"/>
                  </a:cubicBezTo>
                  <a:cubicBezTo>
                    <a:pt x="10589" y="18103"/>
                    <a:pt x="10308" y="18442"/>
                    <a:pt x="10074" y="18780"/>
                  </a:cubicBezTo>
                  <a:cubicBezTo>
                    <a:pt x="9839" y="19119"/>
                    <a:pt x="9699" y="19401"/>
                    <a:pt x="9699" y="19852"/>
                  </a:cubicBezTo>
                  <a:cubicBezTo>
                    <a:pt x="9699" y="20303"/>
                    <a:pt x="9793" y="20754"/>
                    <a:pt x="9980" y="21036"/>
                  </a:cubicBezTo>
                  <a:cubicBezTo>
                    <a:pt x="10214" y="21374"/>
                    <a:pt x="10542" y="21600"/>
                    <a:pt x="11151" y="21600"/>
                  </a:cubicBezTo>
                  <a:cubicBezTo>
                    <a:pt x="11714" y="21600"/>
                    <a:pt x="12042" y="21374"/>
                    <a:pt x="12276" y="21092"/>
                  </a:cubicBezTo>
                  <a:cubicBezTo>
                    <a:pt x="12463" y="20754"/>
                    <a:pt x="12557" y="20303"/>
                    <a:pt x="12557" y="19852"/>
                  </a:cubicBezTo>
                  <a:cubicBezTo>
                    <a:pt x="12557" y="19401"/>
                    <a:pt x="12416" y="19119"/>
                    <a:pt x="12229" y="18780"/>
                  </a:cubicBezTo>
                  <a:cubicBezTo>
                    <a:pt x="11995" y="18442"/>
                    <a:pt x="11714" y="18103"/>
                    <a:pt x="11714" y="17539"/>
                  </a:cubicBezTo>
                  <a:cubicBezTo>
                    <a:pt x="11714" y="15058"/>
                    <a:pt x="11714" y="15058"/>
                    <a:pt x="11714" y="15058"/>
                  </a:cubicBezTo>
                  <a:cubicBezTo>
                    <a:pt x="19773" y="15058"/>
                    <a:pt x="19773" y="15058"/>
                    <a:pt x="19773" y="15058"/>
                  </a:cubicBezTo>
                  <a:cubicBezTo>
                    <a:pt x="20944" y="13761"/>
                    <a:pt x="21600" y="12238"/>
                    <a:pt x="21600" y="10546"/>
                  </a:cubicBezTo>
                  <a:cubicBezTo>
                    <a:pt x="21600" y="8798"/>
                    <a:pt x="20897" y="7219"/>
                    <a:pt x="19679" y="5922"/>
                  </a:cubicBezTo>
                  <a:close/>
                </a:path>
              </a:pathLst>
            </a:custGeom>
            <a:solidFill>
              <a:srgbClr val="7ADA6A"/>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29" name="Shape 329"/>
            <p:cNvSpPr/>
            <p:nvPr/>
          </p:nvSpPr>
          <p:spPr>
            <a:xfrm>
              <a:off x="770889" y="1349448"/>
              <a:ext cx="474993" cy="1152438"/>
            </a:xfrm>
            <a:custGeom>
              <a:avLst/>
              <a:gdLst/>
              <a:ahLst/>
              <a:cxnLst>
                <a:cxn ang="0">
                  <a:pos x="wd2" y="hd2"/>
                </a:cxn>
                <a:cxn ang="5400000">
                  <a:pos x="wd2" y="hd2"/>
                </a:cxn>
                <a:cxn ang="10800000">
                  <a:pos x="wd2" y="hd2"/>
                </a:cxn>
                <a:cxn ang="16200000">
                  <a:pos x="wd2" y="hd2"/>
                </a:cxn>
              </a:cxnLst>
              <a:rect l="0" t="0" r="r" b="b"/>
              <a:pathLst>
                <a:path w="21600" h="21571" extrusionOk="0">
                  <a:moveTo>
                    <a:pt x="11888" y="2455"/>
                  </a:moveTo>
                  <a:cubicBezTo>
                    <a:pt x="11888" y="2110"/>
                    <a:pt x="12391" y="1903"/>
                    <a:pt x="12726" y="1696"/>
                  </a:cubicBezTo>
                  <a:cubicBezTo>
                    <a:pt x="13060" y="1489"/>
                    <a:pt x="13312" y="1317"/>
                    <a:pt x="13312" y="1075"/>
                  </a:cubicBezTo>
                  <a:cubicBezTo>
                    <a:pt x="13312" y="799"/>
                    <a:pt x="13144" y="489"/>
                    <a:pt x="12809" y="316"/>
                  </a:cubicBezTo>
                  <a:cubicBezTo>
                    <a:pt x="12474" y="109"/>
                    <a:pt x="11888" y="-29"/>
                    <a:pt x="10800" y="6"/>
                  </a:cubicBezTo>
                  <a:cubicBezTo>
                    <a:pt x="9712" y="6"/>
                    <a:pt x="9126" y="144"/>
                    <a:pt x="8791" y="316"/>
                  </a:cubicBezTo>
                  <a:cubicBezTo>
                    <a:pt x="8372" y="523"/>
                    <a:pt x="8205" y="765"/>
                    <a:pt x="8205" y="1075"/>
                  </a:cubicBezTo>
                  <a:cubicBezTo>
                    <a:pt x="8205" y="1317"/>
                    <a:pt x="8540" y="1489"/>
                    <a:pt x="8874" y="1696"/>
                  </a:cubicBezTo>
                  <a:cubicBezTo>
                    <a:pt x="9293" y="1903"/>
                    <a:pt x="9879" y="2110"/>
                    <a:pt x="9963" y="2490"/>
                  </a:cubicBezTo>
                  <a:cubicBezTo>
                    <a:pt x="9963" y="2490"/>
                    <a:pt x="9963" y="2490"/>
                    <a:pt x="9963" y="2490"/>
                  </a:cubicBezTo>
                  <a:cubicBezTo>
                    <a:pt x="9963" y="3801"/>
                    <a:pt x="9963" y="3801"/>
                    <a:pt x="9963" y="3801"/>
                  </a:cubicBezTo>
                  <a:cubicBezTo>
                    <a:pt x="0" y="3801"/>
                    <a:pt x="0" y="3801"/>
                    <a:pt x="0" y="3801"/>
                  </a:cubicBezTo>
                  <a:cubicBezTo>
                    <a:pt x="0" y="5388"/>
                    <a:pt x="0" y="5388"/>
                    <a:pt x="0" y="5388"/>
                  </a:cubicBezTo>
                  <a:cubicBezTo>
                    <a:pt x="753" y="5388"/>
                    <a:pt x="753" y="5388"/>
                    <a:pt x="753" y="5388"/>
                  </a:cubicBezTo>
                  <a:cubicBezTo>
                    <a:pt x="921" y="5388"/>
                    <a:pt x="1005" y="5319"/>
                    <a:pt x="1674" y="5112"/>
                  </a:cubicBezTo>
                  <a:cubicBezTo>
                    <a:pt x="2260" y="4940"/>
                    <a:pt x="3181" y="4698"/>
                    <a:pt x="4270" y="4698"/>
                  </a:cubicBezTo>
                  <a:cubicBezTo>
                    <a:pt x="5274" y="4698"/>
                    <a:pt x="6279" y="4767"/>
                    <a:pt x="7200" y="5078"/>
                  </a:cubicBezTo>
                  <a:cubicBezTo>
                    <a:pt x="7953" y="5354"/>
                    <a:pt x="8540" y="5837"/>
                    <a:pt x="8540" y="6423"/>
                  </a:cubicBezTo>
                  <a:cubicBezTo>
                    <a:pt x="8623" y="7010"/>
                    <a:pt x="7953" y="7528"/>
                    <a:pt x="7200" y="7804"/>
                  </a:cubicBezTo>
                  <a:cubicBezTo>
                    <a:pt x="6279" y="8114"/>
                    <a:pt x="5274" y="8183"/>
                    <a:pt x="4270" y="8183"/>
                  </a:cubicBezTo>
                  <a:cubicBezTo>
                    <a:pt x="3181" y="8183"/>
                    <a:pt x="2344" y="7942"/>
                    <a:pt x="1758" y="7804"/>
                  </a:cubicBezTo>
                  <a:cubicBezTo>
                    <a:pt x="1088" y="7597"/>
                    <a:pt x="1005" y="7562"/>
                    <a:pt x="921" y="7562"/>
                  </a:cubicBezTo>
                  <a:cubicBezTo>
                    <a:pt x="0" y="7562"/>
                    <a:pt x="0" y="7562"/>
                    <a:pt x="0" y="7562"/>
                  </a:cubicBezTo>
                  <a:cubicBezTo>
                    <a:pt x="0" y="17292"/>
                    <a:pt x="0" y="17292"/>
                    <a:pt x="0" y="17292"/>
                  </a:cubicBezTo>
                  <a:cubicBezTo>
                    <a:pt x="6865" y="17258"/>
                    <a:pt x="9460" y="17327"/>
                    <a:pt x="13228" y="18397"/>
                  </a:cubicBezTo>
                  <a:cubicBezTo>
                    <a:pt x="20177" y="21260"/>
                    <a:pt x="20177" y="21260"/>
                    <a:pt x="20177" y="21260"/>
                  </a:cubicBezTo>
                  <a:cubicBezTo>
                    <a:pt x="20595" y="21433"/>
                    <a:pt x="21014" y="21536"/>
                    <a:pt x="21600" y="21571"/>
                  </a:cubicBezTo>
                  <a:cubicBezTo>
                    <a:pt x="21600" y="12979"/>
                    <a:pt x="21600" y="12979"/>
                    <a:pt x="21600" y="12979"/>
                  </a:cubicBezTo>
                  <a:cubicBezTo>
                    <a:pt x="20428" y="12979"/>
                    <a:pt x="20428" y="12979"/>
                    <a:pt x="20428" y="12979"/>
                  </a:cubicBezTo>
                  <a:cubicBezTo>
                    <a:pt x="20260" y="12979"/>
                    <a:pt x="20177" y="13014"/>
                    <a:pt x="19591" y="13221"/>
                  </a:cubicBezTo>
                  <a:cubicBezTo>
                    <a:pt x="19005" y="13393"/>
                    <a:pt x="18167" y="13600"/>
                    <a:pt x="17079" y="13600"/>
                  </a:cubicBezTo>
                  <a:cubicBezTo>
                    <a:pt x="16074" y="13600"/>
                    <a:pt x="15070" y="13531"/>
                    <a:pt x="14149" y="13221"/>
                  </a:cubicBezTo>
                  <a:cubicBezTo>
                    <a:pt x="13312" y="12979"/>
                    <a:pt x="12726" y="12427"/>
                    <a:pt x="12726" y="11841"/>
                  </a:cubicBezTo>
                  <a:cubicBezTo>
                    <a:pt x="12809" y="11254"/>
                    <a:pt x="13312" y="10771"/>
                    <a:pt x="14149" y="10495"/>
                  </a:cubicBezTo>
                  <a:cubicBezTo>
                    <a:pt x="14986" y="10184"/>
                    <a:pt x="16074" y="10115"/>
                    <a:pt x="17079" y="10115"/>
                  </a:cubicBezTo>
                  <a:cubicBezTo>
                    <a:pt x="18167" y="10115"/>
                    <a:pt x="19088" y="10357"/>
                    <a:pt x="19591" y="10529"/>
                  </a:cubicBezTo>
                  <a:cubicBezTo>
                    <a:pt x="20260" y="10771"/>
                    <a:pt x="20428" y="10806"/>
                    <a:pt x="20595" y="10806"/>
                  </a:cubicBezTo>
                  <a:cubicBezTo>
                    <a:pt x="21600" y="10806"/>
                    <a:pt x="21600" y="10806"/>
                    <a:pt x="21600" y="10806"/>
                  </a:cubicBezTo>
                  <a:cubicBezTo>
                    <a:pt x="21600" y="3801"/>
                    <a:pt x="21600" y="3801"/>
                    <a:pt x="21600" y="3801"/>
                  </a:cubicBezTo>
                  <a:cubicBezTo>
                    <a:pt x="11888" y="3801"/>
                    <a:pt x="11888" y="3801"/>
                    <a:pt x="11888" y="3801"/>
                  </a:cubicBezTo>
                  <a:lnTo>
                    <a:pt x="11888" y="2455"/>
                  </a:lnTo>
                  <a:close/>
                </a:path>
              </a:pathLst>
            </a:custGeom>
            <a:solidFill>
              <a:srgbClr val="6FC661"/>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30" name="Shape 330"/>
            <p:cNvSpPr/>
            <p:nvPr/>
          </p:nvSpPr>
          <p:spPr>
            <a:xfrm>
              <a:off x="1087810" y="1349448"/>
              <a:ext cx="915723" cy="1159446"/>
            </a:xfrm>
            <a:custGeom>
              <a:avLst/>
              <a:gdLst/>
              <a:ahLst/>
              <a:cxnLst>
                <a:cxn ang="0">
                  <a:pos x="wd2" y="hd2"/>
                </a:cxn>
                <a:cxn ang="5400000">
                  <a:pos x="wd2" y="hd2"/>
                </a:cxn>
                <a:cxn ang="10800000">
                  <a:pos x="wd2" y="hd2"/>
                </a:cxn>
                <a:cxn ang="16200000">
                  <a:pos x="wd2" y="hd2"/>
                </a:cxn>
              </a:cxnLst>
              <a:rect l="0" t="0" r="r" b="b"/>
              <a:pathLst>
                <a:path w="21600" h="21571" extrusionOk="0">
                  <a:moveTo>
                    <a:pt x="21209" y="4462"/>
                  </a:moveTo>
                  <a:cubicBezTo>
                    <a:pt x="20948" y="4291"/>
                    <a:pt x="20644" y="4222"/>
                    <a:pt x="20253" y="4222"/>
                  </a:cubicBezTo>
                  <a:cubicBezTo>
                    <a:pt x="19948" y="4222"/>
                    <a:pt x="19688" y="4360"/>
                    <a:pt x="19427" y="4497"/>
                  </a:cubicBezTo>
                  <a:cubicBezTo>
                    <a:pt x="19210" y="4668"/>
                    <a:pt x="18905" y="4908"/>
                    <a:pt x="18471" y="4942"/>
                  </a:cubicBezTo>
                  <a:cubicBezTo>
                    <a:pt x="18471" y="4942"/>
                    <a:pt x="18471" y="4942"/>
                    <a:pt x="18427" y="4942"/>
                  </a:cubicBezTo>
                  <a:cubicBezTo>
                    <a:pt x="16906" y="4942"/>
                    <a:pt x="16906" y="4942"/>
                    <a:pt x="16906" y="4942"/>
                  </a:cubicBezTo>
                  <a:cubicBezTo>
                    <a:pt x="16906" y="3777"/>
                    <a:pt x="16906" y="3777"/>
                    <a:pt x="16906" y="3777"/>
                  </a:cubicBezTo>
                  <a:cubicBezTo>
                    <a:pt x="11387" y="3777"/>
                    <a:pt x="11387" y="3777"/>
                    <a:pt x="11387" y="3777"/>
                  </a:cubicBezTo>
                  <a:cubicBezTo>
                    <a:pt x="11387" y="2440"/>
                    <a:pt x="11387" y="2440"/>
                    <a:pt x="11387" y="2440"/>
                  </a:cubicBezTo>
                  <a:cubicBezTo>
                    <a:pt x="11387" y="2097"/>
                    <a:pt x="11647" y="1891"/>
                    <a:pt x="11865" y="1685"/>
                  </a:cubicBezTo>
                  <a:cubicBezTo>
                    <a:pt x="12039" y="1480"/>
                    <a:pt x="12169" y="1308"/>
                    <a:pt x="12169" y="1068"/>
                  </a:cubicBezTo>
                  <a:cubicBezTo>
                    <a:pt x="12169" y="794"/>
                    <a:pt x="12082" y="485"/>
                    <a:pt x="11908" y="314"/>
                  </a:cubicBezTo>
                  <a:cubicBezTo>
                    <a:pt x="11691" y="108"/>
                    <a:pt x="11430" y="-29"/>
                    <a:pt x="10865" y="5"/>
                  </a:cubicBezTo>
                  <a:cubicBezTo>
                    <a:pt x="10300" y="5"/>
                    <a:pt x="9996" y="142"/>
                    <a:pt x="9779" y="314"/>
                  </a:cubicBezTo>
                  <a:cubicBezTo>
                    <a:pt x="9605" y="520"/>
                    <a:pt x="9518" y="760"/>
                    <a:pt x="9518" y="1068"/>
                  </a:cubicBezTo>
                  <a:cubicBezTo>
                    <a:pt x="9518" y="1308"/>
                    <a:pt x="9648" y="1480"/>
                    <a:pt x="9866" y="1685"/>
                  </a:cubicBezTo>
                  <a:cubicBezTo>
                    <a:pt x="10083" y="1891"/>
                    <a:pt x="10344" y="2097"/>
                    <a:pt x="10387" y="2474"/>
                  </a:cubicBezTo>
                  <a:cubicBezTo>
                    <a:pt x="10387" y="2474"/>
                    <a:pt x="10387" y="2474"/>
                    <a:pt x="10387" y="2474"/>
                  </a:cubicBezTo>
                  <a:cubicBezTo>
                    <a:pt x="10387" y="3777"/>
                    <a:pt x="10387" y="3777"/>
                    <a:pt x="10387" y="3777"/>
                  </a:cubicBezTo>
                  <a:cubicBezTo>
                    <a:pt x="4781" y="3777"/>
                    <a:pt x="4781" y="3777"/>
                    <a:pt x="4781" y="3777"/>
                  </a:cubicBezTo>
                  <a:cubicBezTo>
                    <a:pt x="4781" y="11422"/>
                    <a:pt x="4781" y="11422"/>
                    <a:pt x="4781" y="11422"/>
                  </a:cubicBezTo>
                  <a:cubicBezTo>
                    <a:pt x="3173" y="11422"/>
                    <a:pt x="3173" y="11422"/>
                    <a:pt x="3173" y="11422"/>
                  </a:cubicBezTo>
                  <a:cubicBezTo>
                    <a:pt x="3173" y="11422"/>
                    <a:pt x="3129" y="11422"/>
                    <a:pt x="3129" y="11422"/>
                  </a:cubicBezTo>
                  <a:cubicBezTo>
                    <a:pt x="2695" y="11388"/>
                    <a:pt x="2434" y="11182"/>
                    <a:pt x="2173" y="11011"/>
                  </a:cubicBezTo>
                  <a:cubicBezTo>
                    <a:pt x="1912" y="10840"/>
                    <a:pt x="1695" y="10737"/>
                    <a:pt x="1391" y="10737"/>
                  </a:cubicBezTo>
                  <a:cubicBezTo>
                    <a:pt x="1000" y="10737"/>
                    <a:pt x="652" y="10805"/>
                    <a:pt x="435" y="10942"/>
                  </a:cubicBezTo>
                  <a:cubicBezTo>
                    <a:pt x="174" y="11114"/>
                    <a:pt x="43" y="11354"/>
                    <a:pt x="0" y="11800"/>
                  </a:cubicBezTo>
                  <a:cubicBezTo>
                    <a:pt x="0" y="12211"/>
                    <a:pt x="174" y="12451"/>
                    <a:pt x="391" y="12622"/>
                  </a:cubicBezTo>
                  <a:cubicBezTo>
                    <a:pt x="652" y="12760"/>
                    <a:pt x="1000" y="12828"/>
                    <a:pt x="1391" y="12828"/>
                  </a:cubicBezTo>
                  <a:cubicBezTo>
                    <a:pt x="1695" y="12828"/>
                    <a:pt x="1912" y="12725"/>
                    <a:pt x="2173" y="12588"/>
                  </a:cubicBezTo>
                  <a:cubicBezTo>
                    <a:pt x="2434" y="12417"/>
                    <a:pt x="2695" y="12211"/>
                    <a:pt x="3129" y="12211"/>
                  </a:cubicBezTo>
                  <a:cubicBezTo>
                    <a:pt x="4781" y="12211"/>
                    <a:pt x="4781" y="12211"/>
                    <a:pt x="4781" y="12211"/>
                  </a:cubicBezTo>
                  <a:cubicBezTo>
                    <a:pt x="4781" y="21468"/>
                    <a:pt x="4781" y="21468"/>
                    <a:pt x="4781" y="21468"/>
                  </a:cubicBezTo>
                  <a:cubicBezTo>
                    <a:pt x="5998" y="21502"/>
                    <a:pt x="16906" y="21571"/>
                    <a:pt x="16906" y="21571"/>
                  </a:cubicBezTo>
                  <a:cubicBezTo>
                    <a:pt x="16906" y="19651"/>
                    <a:pt x="16906" y="19651"/>
                    <a:pt x="16906" y="19651"/>
                  </a:cubicBezTo>
                  <a:cubicBezTo>
                    <a:pt x="16428" y="19651"/>
                    <a:pt x="16428" y="19651"/>
                    <a:pt x="16428" y="19651"/>
                  </a:cubicBezTo>
                  <a:cubicBezTo>
                    <a:pt x="16341" y="19651"/>
                    <a:pt x="16341" y="19685"/>
                    <a:pt x="15994" y="19891"/>
                  </a:cubicBezTo>
                  <a:cubicBezTo>
                    <a:pt x="15689" y="20062"/>
                    <a:pt x="15255" y="20268"/>
                    <a:pt x="14690" y="20268"/>
                  </a:cubicBezTo>
                  <a:cubicBezTo>
                    <a:pt x="14168" y="20268"/>
                    <a:pt x="13647" y="20200"/>
                    <a:pt x="13169" y="19891"/>
                  </a:cubicBezTo>
                  <a:cubicBezTo>
                    <a:pt x="12734" y="19651"/>
                    <a:pt x="12430" y="19102"/>
                    <a:pt x="12430" y="18520"/>
                  </a:cubicBezTo>
                  <a:cubicBezTo>
                    <a:pt x="12473" y="17937"/>
                    <a:pt x="12734" y="17457"/>
                    <a:pt x="13169" y="17182"/>
                  </a:cubicBezTo>
                  <a:cubicBezTo>
                    <a:pt x="13603" y="16874"/>
                    <a:pt x="14168" y="16805"/>
                    <a:pt x="14690" y="16805"/>
                  </a:cubicBezTo>
                  <a:cubicBezTo>
                    <a:pt x="15255" y="16805"/>
                    <a:pt x="15733" y="17045"/>
                    <a:pt x="15994" y="17217"/>
                  </a:cubicBezTo>
                  <a:cubicBezTo>
                    <a:pt x="16341" y="17457"/>
                    <a:pt x="16428" y="17491"/>
                    <a:pt x="16515" y="17491"/>
                  </a:cubicBezTo>
                  <a:cubicBezTo>
                    <a:pt x="16906" y="17491"/>
                    <a:pt x="16906" y="17491"/>
                    <a:pt x="16906" y="17491"/>
                  </a:cubicBezTo>
                  <a:cubicBezTo>
                    <a:pt x="16906" y="12897"/>
                    <a:pt x="16906" y="12897"/>
                    <a:pt x="16906" y="12897"/>
                  </a:cubicBezTo>
                  <a:cubicBezTo>
                    <a:pt x="16428" y="12897"/>
                    <a:pt x="16428" y="12897"/>
                    <a:pt x="16428" y="12897"/>
                  </a:cubicBezTo>
                  <a:cubicBezTo>
                    <a:pt x="16341" y="12897"/>
                    <a:pt x="16341" y="12931"/>
                    <a:pt x="15994" y="13137"/>
                  </a:cubicBezTo>
                  <a:cubicBezTo>
                    <a:pt x="15689" y="13308"/>
                    <a:pt x="15255" y="13514"/>
                    <a:pt x="14690" y="13514"/>
                  </a:cubicBezTo>
                  <a:cubicBezTo>
                    <a:pt x="14168" y="13514"/>
                    <a:pt x="13647" y="13445"/>
                    <a:pt x="13169" y="13137"/>
                  </a:cubicBezTo>
                  <a:cubicBezTo>
                    <a:pt x="12734" y="12897"/>
                    <a:pt x="12430" y="12348"/>
                    <a:pt x="12430" y="11765"/>
                  </a:cubicBezTo>
                  <a:cubicBezTo>
                    <a:pt x="12473" y="11182"/>
                    <a:pt x="12734" y="10702"/>
                    <a:pt x="13169" y="10428"/>
                  </a:cubicBezTo>
                  <a:cubicBezTo>
                    <a:pt x="13603" y="10120"/>
                    <a:pt x="14168" y="10051"/>
                    <a:pt x="14690" y="10051"/>
                  </a:cubicBezTo>
                  <a:cubicBezTo>
                    <a:pt x="15255" y="10051"/>
                    <a:pt x="15733" y="10291"/>
                    <a:pt x="15994" y="10462"/>
                  </a:cubicBezTo>
                  <a:cubicBezTo>
                    <a:pt x="16341" y="10702"/>
                    <a:pt x="16428" y="10737"/>
                    <a:pt x="16515" y="10737"/>
                  </a:cubicBezTo>
                  <a:cubicBezTo>
                    <a:pt x="16906" y="10737"/>
                    <a:pt x="16906" y="10737"/>
                    <a:pt x="16906" y="10737"/>
                  </a:cubicBezTo>
                  <a:cubicBezTo>
                    <a:pt x="16906" y="5731"/>
                    <a:pt x="16906" y="5731"/>
                    <a:pt x="16906" y="5731"/>
                  </a:cubicBezTo>
                  <a:cubicBezTo>
                    <a:pt x="18514" y="5731"/>
                    <a:pt x="18514" y="5731"/>
                    <a:pt x="18514" y="5731"/>
                  </a:cubicBezTo>
                  <a:cubicBezTo>
                    <a:pt x="18949" y="5731"/>
                    <a:pt x="19210" y="5937"/>
                    <a:pt x="19470" y="6074"/>
                  </a:cubicBezTo>
                  <a:cubicBezTo>
                    <a:pt x="19688" y="6211"/>
                    <a:pt x="19948" y="6314"/>
                    <a:pt x="20253" y="6314"/>
                  </a:cubicBezTo>
                  <a:cubicBezTo>
                    <a:pt x="20600" y="6314"/>
                    <a:pt x="20948" y="6245"/>
                    <a:pt x="21209" y="6108"/>
                  </a:cubicBezTo>
                  <a:cubicBezTo>
                    <a:pt x="21426" y="5971"/>
                    <a:pt x="21600" y="5731"/>
                    <a:pt x="21600" y="5285"/>
                  </a:cubicBezTo>
                  <a:cubicBezTo>
                    <a:pt x="21600" y="4840"/>
                    <a:pt x="21426" y="4600"/>
                    <a:pt x="21209" y="4462"/>
                  </a:cubicBezTo>
                  <a:close/>
                </a:path>
              </a:pathLst>
            </a:custGeom>
            <a:solidFill>
              <a:srgbClr val="6FC661"/>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31" name="Shape 331"/>
            <p:cNvSpPr/>
            <p:nvPr/>
          </p:nvSpPr>
          <p:spPr>
            <a:xfrm>
              <a:off x="1651571" y="1826773"/>
              <a:ext cx="1004540" cy="311471"/>
            </a:xfrm>
            <a:custGeom>
              <a:avLst/>
              <a:gdLst/>
              <a:ahLst/>
              <a:cxnLst>
                <a:cxn ang="0">
                  <a:pos x="wd2" y="hd2"/>
                </a:cxn>
                <a:cxn ang="5400000">
                  <a:pos x="wd2" y="hd2"/>
                </a:cxn>
                <a:cxn ang="10800000">
                  <a:pos x="wd2" y="hd2"/>
                </a:cxn>
                <a:cxn ang="16200000">
                  <a:pos x="wd2" y="hd2"/>
                </a:cxn>
              </a:cxnLst>
              <a:rect l="0" t="0" r="r" b="b"/>
              <a:pathLst>
                <a:path w="21468" h="21600" extrusionOk="0">
                  <a:moveTo>
                    <a:pt x="20260" y="0"/>
                  </a:moveTo>
                  <a:cubicBezTo>
                    <a:pt x="14860" y="0"/>
                    <a:pt x="14860" y="0"/>
                    <a:pt x="14860" y="0"/>
                  </a:cubicBezTo>
                  <a:cubicBezTo>
                    <a:pt x="14860" y="2684"/>
                    <a:pt x="14860" y="2684"/>
                    <a:pt x="14860" y="2684"/>
                  </a:cubicBezTo>
                  <a:cubicBezTo>
                    <a:pt x="14860" y="2812"/>
                    <a:pt x="14899" y="2940"/>
                    <a:pt x="15136" y="3962"/>
                  </a:cubicBezTo>
                  <a:cubicBezTo>
                    <a:pt x="15333" y="4729"/>
                    <a:pt x="15569" y="6135"/>
                    <a:pt x="15569" y="7796"/>
                  </a:cubicBezTo>
                  <a:cubicBezTo>
                    <a:pt x="15569" y="9202"/>
                    <a:pt x="15491" y="10864"/>
                    <a:pt x="15136" y="12142"/>
                  </a:cubicBezTo>
                  <a:cubicBezTo>
                    <a:pt x="14820" y="13420"/>
                    <a:pt x="14229" y="14315"/>
                    <a:pt x="13559" y="14315"/>
                  </a:cubicBezTo>
                  <a:cubicBezTo>
                    <a:pt x="12889" y="14315"/>
                    <a:pt x="12337" y="13420"/>
                    <a:pt x="12022" y="12142"/>
                  </a:cubicBezTo>
                  <a:cubicBezTo>
                    <a:pt x="11667" y="10864"/>
                    <a:pt x="11588" y="9202"/>
                    <a:pt x="11588" y="7796"/>
                  </a:cubicBezTo>
                  <a:cubicBezTo>
                    <a:pt x="11588" y="6007"/>
                    <a:pt x="11864" y="4729"/>
                    <a:pt x="12061" y="3834"/>
                  </a:cubicBezTo>
                  <a:cubicBezTo>
                    <a:pt x="12298" y="2812"/>
                    <a:pt x="12377" y="2556"/>
                    <a:pt x="12377" y="2301"/>
                  </a:cubicBezTo>
                  <a:cubicBezTo>
                    <a:pt x="12377" y="0"/>
                    <a:pt x="12377" y="0"/>
                    <a:pt x="12377" y="0"/>
                  </a:cubicBezTo>
                  <a:cubicBezTo>
                    <a:pt x="4218" y="0"/>
                    <a:pt x="4218" y="0"/>
                    <a:pt x="4218" y="0"/>
                  </a:cubicBezTo>
                  <a:cubicBezTo>
                    <a:pt x="4218" y="9458"/>
                    <a:pt x="4218" y="9458"/>
                    <a:pt x="4218" y="9458"/>
                  </a:cubicBezTo>
                  <a:cubicBezTo>
                    <a:pt x="2877" y="9458"/>
                    <a:pt x="2877" y="9458"/>
                    <a:pt x="2877" y="9458"/>
                  </a:cubicBezTo>
                  <a:cubicBezTo>
                    <a:pt x="2877" y="9458"/>
                    <a:pt x="2838" y="9458"/>
                    <a:pt x="2838" y="9458"/>
                  </a:cubicBezTo>
                  <a:cubicBezTo>
                    <a:pt x="2444" y="9330"/>
                    <a:pt x="2207" y="8563"/>
                    <a:pt x="1971" y="7924"/>
                  </a:cubicBezTo>
                  <a:cubicBezTo>
                    <a:pt x="1734" y="7285"/>
                    <a:pt x="1537" y="6902"/>
                    <a:pt x="1222" y="6902"/>
                  </a:cubicBezTo>
                  <a:cubicBezTo>
                    <a:pt x="907" y="6902"/>
                    <a:pt x="591" y="7157"/>
                    <a:pt x="394" y="7669"/>
                  </a:cubicBezTo>
                  <a:cubicBezTo>
                    <a:pt x="158" y="8308"/>
                    <a:pt x="39" y="9202"/>
                    <a:pt x="0" y="10864"/>
                  </a:cubicBezTo>
                  <a:cubicBezTo>
                    <a:pt x="0" y="12398"/>
                    <a:pt x="158" y="13292"/>
                    <a:pt x="355" y="13931"/>
                  </a:cubicBezTo>
                  <a:cubicBezTo>
                    <a:pt x="591" y="14443"/>
                    <a:pt x="907" y="14698"/>
                    <a:pt x="1222" y="14698"/>
                  </a:cubicBezTo>
                  <a:cubicBezTo>
                    <a:pt x="1537" y="14698"/>
                    <a:pt x="1734" y="14315"/>
                    <a:pt x="1971" y="13804"/>
                  </a:cubicBezTo>
                  <a:cubicBezTo>
                    <a:pt x="2207" y="13164"/>
                    <a:pt x="2444" y="12398"/>
                    <a:pt x="2838" y="12398"/>
                  </a:cubicBezTo>
                  <a:cubicBezTo>
                    <a:pt x="4218" y="12398"/>
                    <a:pt x="4218" y="12398"/>
                    <a:pt x="4218" y="12398"/>
                  </a:cubicBezTo>
                  <a:cubicBezTo>
                    <a:pt x="4218" y="21600"/>
                    <a:pt x="4218" y="21600"/>
                    <a:pt x="4218" y="21600"/>
                  </a:cubicBezTo>
                  <a:cubicBezTo>
                    <a:pt x="6858" y="21600"/>
                    <a:pt x="6858" y="21600"/>
                    <a:pt x="6858" y="21600"/>
                  </a:cubicBezTo>
                  <a:cubicBezTo>
                    <a:pt x="6858" y="21344"/>
                    <a:pt x="6858" y="21344"/>
                    <a:pt x="6858" y="21344"/>
                  </a:cubicBezTo>
                  <a:cubicBezTo>
                    <a:pt x="6858" y="21089"/>
                    <a:pt x="6780" y="20833"/>
                    <a:pt x="6543" y="19811"/>
                  </a:cubicBezTo>
                  <a:cubicBezTo>
                    <a:pt x="6346" y="18916"/>
                    <a:pt x="6070" y="17638"/>
                    <a:pt x="6070" y="15849"/>
                  </a:cubicBezTo>
                  <a:cubicBezTo>
                    <a:pt x="6070" y="14443"/>
                    <a:pt x="6149" y="12781"/>
                    <a:pt x="6504" y="11503"/>
                  </a:cubicBezTo>
                  <a:cubicBezTo>
                    <a:pt x="6819" y="10225"/>
                    <a:pt x="7371" y="9330"/>
                    <a:pt x="8041" y="9330"/>
                  </a:cubicBezTo>
                  <a:cubicBezTo>
                    <a:pt x="8711" y="9330"/>
                    <a:pt x="9302" y="10225"/>
                    <a:pt x="9618" y="11503"/>
                  </a:cubicBezTo>
                  <a:cubicBezTo>
                    <a:pt x="9972" y="12781"/>
                    <a:pt x="10051" y="14443"/>
                    <a:pt x="10051" y="15849"/>
                  </a:cubicBezTo>
                  <a:cubicBezTo>
                    <a:pt x="10051" y="17510"/>
                    <a:pt x="9815" y="18916"/>
                    <a:pt x="9618" y="19683"/>
                  </a:cubicBezTo>
                  <a:cubicBezTo>
                    <a:pt x="9381" y="20705"/>
                    <a:pt x="9342" y="20833"/>
                    <a:pt x="9342" y="20961"/>
                  </a:cubicBezTo>
                  <a:cubicBezTo>
                    <a:pt x="9342" y="21600"/>
                    <a:pt x="9342" y="21600"/>
                    <a:pt x="9342" y="21600"/>
                  </a:cubicBezTo>
                  <a:cubicBezTo>
                    <a:pt x="19550" y="21600"/>
                    <a:pt x="19550" y="21600"/>
                    <a:pt x="19550" y="21600"/>
                  </a:cubicBezTo>
                  <a:cubicBezTo>
                    <a:pt x="20457" y="19172"/>
                    <a:pt x="21088" y="16104"/>
                    <a:pt x="21364" y="12653"/>
                  </a:cubicBezTo>
                  <a:cubicBezTo>
                    <a:pt x="21600" y="9202"/>
                    <a:pt x="21442" y="5368"/>
                    <a:pt x="20812" y="2173"/>
                  </a:cubicBezTo>
                  <a:cubicBezTo>
                    <a:pt x="20654" y="1278"/>
                    <a:pt x="20457" y="639"/>
                    <a:pt x="20260" y="0"/>
                  </a:cubicBezTo>
                  <a:close/>
                </a:path>
              </a:pathLst>
            </a:custGeom>
            <a:solidFill>
              <a:srgbClr val="99FB98"/>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32" name="Shape 332"/>
            <p:cNvSpPr/>
            <p:nvPr/>
          </p:nvSpPr>
          <p:spPr>
            <a:xfrm>
              <a:off x="0" y="1769156"/>
              <a:ext cx="726115" cy="860044"/>
            </a:xfrm>
            <a:custGeom>
              <a:avLst/>
              <a:gdLst/>
              <a:ahLst/>
              <a:cxnLst>
                <a:cxn ang="0">
                  <a:pos x="wd2" y="hd2"/>
                </a:cxn>
                <a:cxn ang="5400000">
                  <a:pos x="wd2" y="hd2"/>
                </a:cxn>
                <a:cxn ang="10800000">
                  <a:pos x="wd2" y="hd2"/>
                </a:cxn>
                <a:cxn ang="16200000">
                  <a:pos x="wd2" y="hd2"/>
                </a:cxn>
              </a:cxnLst>
              <a:rect l="0" t="0" r="r" b="b"/>
              <a:pathLst>
                <a:path w="21496" h="21474" extrusionOk="0">
                  <a:moveTo>
                    <a:pt x="21273" y="5303"/>
                  </a:moveTo>
                  <a:cubicBezTo>
                    <a:pt x="11455" y="5303"/>
                    <a:pt x="11455" y="5303"/>
                    <a:pt x="11455" y="5303"/>
                  </a:cubicBezTo>
                  <a:cubicBezTo>
                    <a:pt x="11455" y="3277"/>
                    <a:pt x="11455" y="3277"/>
                    <a:pt x="11455" y="3277"/>
                  </a:cubicBezTo>
                  <a:cubicBezTo>
                    <a:pt x="11455" y="2816"/>
                    <a:pt x="11782" y="2540"/>
                    <a:pt x="12000" y="2264"/>
                  </a:cubicBezTo>
                  <a:cubicBezTo>
                    <a:pt x="12273" y="1987"/>
                    <a:pt x="12436" y="1757"/>
                    <a:pt x="12436" y="1435"/>
                  </a:cubicBezTo>
                  <a:cubicBezTo>
                    <a:pt x="12436" y="1066"/>
                    <a:pt x="12327" y="652"/>
                    <a:pt x="12055" y="422"/>
                  </a:cubicBezTo>
                  <a:cubicBezTo>
                    <a:pt x="11836" y="145"/>
                    <a:pt x="11455" y="-39"/>
                    <a:pt x="10745" y="7"/>
                  </a:cubicBezTo>
                  <a:cubicBezTo>
                    <a:pt x="10036" y="7"/>
                    <a:pt x="9655" y="191"/>
                    <a:pt x="9436" y="422"/>
                  </a:cubicBezTo>
                  <a:cubicBezTo>
                    <a:pt x="9218" y="698"/>
                    <a:pt x="9109" y="1020"/>
                    <a:pt x="9109" y="1435"/>
                  </a:cubicBezTo>
                  <a:cubicBezTo>
                    <a:pt x="9109" y="1757"/>
                    <a:pt x="9273" y="1987"/>
                    <a:pt x="9545" y="2264"/>
                  </a:cubicBezTo>
                  <a:cubicBezTo>
                    <a:pt x="9764" y="2540"/>
                    <a:pt x="10145" y="2816"/>
                    <a:pt x="10200" y="3323"/>
                  </a:cubicBezTo>
                  <a:cubicBezTo>
                    <a:pt x="10200" y="3323"/>
                    <a:pt x="10200" y="3323"/>
                    <a:pt x="10200" y="3323"/>
                  </a:cubicBezTo>
                  <a:cubicBezTo>
                    <a:pt x="10200" y="5303"/>
                    <a:pt x="10200" y="5303"/>
                    <a:pt x="10200" y="5303"/>
                  </a:cubicBezTo>
                  <a:cubicBezTo>
                    <a:pt x="0" y="5303"/>
                    <a:pt x="0" y="5303"/>
                    <a:pt x="0" y="5303"/>
                  </a:cubicBezTo>
                  <a:cubicBezTo>
                    <a:pt x="0" y="18752"/>
                    <a:pt x="0" y="18752"/>
                    <a:pt x="0" y="18752"/>
                  </a:cubicBezTo>
                  <a:cubicBezTo>
                    <a:pt x="55" y="20271"/>
                    <a:pt x="1800" y="21561"/>
                    <a:pt x="3600" y="21469"/>
                  </a:cubicBezTo>
                  <a:cubicBezTo>
                    <a:pt x="18273" y="20594"/>
                    <a:pt x="18273" y="20594"/>
                    <a:pt x="18273" y="20594"/>
                  </a:cubicBezTo>
                  <a:cubicBezTo>
                    <a:pt x="20018" y="20502"/>
                    <a:pt x="21600" y="19074"/>
                    <a:pt x="21491" y="17554"/>
                  </a:cubicBezTo>
                  <a:cubicBezTo>
                    <a:pt x="21491" y="5303"/>
                    <a:pt x="21491" y="5303"/>
                    <a:pt x="21491" y="5303"/>
                  </a:cubicBezTo>
                  <a:cubicBezTo>
                    <a:pt x="21491" y="5303"/>
                    <a:pt x="21491" y="5303"/>
                    <a:pt x="21491" y="5303"/>
                  </a:cubicBezTo>
                  <a:cubicBezTo>
                    <a:pt x="21436" y="5303"/>
                    <a:pt x="21327" y="5303"/>
                    <a:pt x="21273" y="5303"/>
                  </a:cubicBezTo>
                  <a:close/>
                  <a:moveTo>
                    <a:pt x="17455" y="15620"/>
                  </a:moveTo>
                  <a:cubicBezTo>
                    <a:pt x="16145" y="17923"/>
                    <a:pt x="12818" y="18890"/>
                    <a:pt x="10091" y="17784"/>
                  </a:cubicBezTo>
                  <a:cubicBezTo>
                    <a:pt x="7364" y="16679"/>
                    <a:pt x="6218" y="13916"/>
                    <a:pt x="7527" y="11613"/>
                  </a:cubicBezTo>
                  <a:cubicBezTo>
                    <a:pt x="8455" y="9955"/>
                    <a:pt x="10418" y="8942"/>
                    <a:pt x="12491" y="8942"/>
                  </a:cubicBezTo>
                  <a:cubicBezTo>
                    <a:pt x="13255" y="8942"/>
                    <a:pt x="14073" y="9080"/>
                    <a:pt x="14836" y="9402"/>
                  </a:cubicBezTo>
                  <a:cubicBezTo>
                    <a:pt x="17618" y="10508"/>
                    <a:pt x="18764" y="13271"/>
                    <a:pt x="17455" y="15620"/>
                  </a:cubicBezTo>
                  <a:close/>
                </a:path>
              </a:pathLst>
            </a:custGeom>
            <a:solidFill>
              <a:srgbClr val="4E8F43"/>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33" name="Shape 333"/>
            <p:cNvSpPr/>
            <p:nvPr/>
          </p:nvSpPr>
          <p:spPr>
            <a:xfrm>
              <a:off x="1651571" y="1998081"/>
              <a:ext cx="918473" cy="510813"/>
            </a:xfrm>
            <a:custGeom>
              <a:avLst/>
              <a:gdLst/>
              <a:ahLst/>
              <a:cxnLst>
                <a:cxn ang="0">
                  <a:pos x="wd2" y="hd2"/>
                </a:cxn>
                <a:cxn ang="5400000">
                  <a:pos x="wd2" y="hd2"/>
                </a:cxn>
                <a:cxn ang="10800000">
                  <a:pos x="wd2" y="hd2"/>
                </a:cxn>
                <a:cxn ang="16200000">
                  <a:pos x="wd2" y="hd2"/>
                </a:cxn>
              </a:cxnLst>
              <a:rect l="0" t="0" r="r" b="b"/>
              <a:pathLst>
                <a:path w="21482" h="21600" extrusionOk="0">
                  <a:moveTo>
                    <a:pt x="20781" y="7798"/>
                  </a:moveTo>
                  <a:cubicBezTo>
                    <a:pt x="9356" y="7798"/>
                    <a:pt x="9356" y="7798"/>
                    <a:pt x="9356" y="7798"/>
                  </a:cubicBezTo>
                  <a:cubicBezTo>
                    <a:pt x="9356" y="5614"/>
                    <a:pt x="9356" y="5614"/>
                    <a:pt x="9356" y="5614"/>
                  </a:cubicBezTo>
                  <a:cubicBezTo>
                    <a:pt x="9356" y="4835"/>
                    <a:pt x="9614" y="4367"/>
                    <a:pt x="9830" y="3899"/>
                  </a:cubicBezTo>
                  <a:cubicBezTo>
                    <a:pt x="10002" y="3431"/>
                    <a:pt x="10132" y="2963"/>
                    <a:pt x="10132" y="2417"/>
                  </a:cubicBezTo>
                  <a:cubicBezTo>
                    <a:pt x="10132" y="1794"/>
                    <a:pt x="10046" y="1170"/>
                    <a:pt x="9873" y="702"/>
                  </a:cubicBezTo>
                  <a:cubicBezTo>
                    <a:pt x="9657" y="312"/>
                    <a:pt x="9356" y="0"/>
                    <a:pt x="8838" y="0"/>
                  </a:cubicBezTo>
                  <a:cubicBezTo>
                    <a:pt x="8278" y="0"/>
                    <a:pt x="7976" y="312"/>
                    <a:pt x="7760" y="780"/>
                  </a:cubicBezTo>
                  <a:cubicBezTo>
                    <a:pt x="7588" y="1170"/>
                    <a:pt x="7502" y="1794"/>
                    <a:pt x="7502" y="2417"/>
                  </a:cubicBezTo>
                  <a:cubicBezTo>
                    <a:pt x="7502" y="3041"/>
                    <a:pt x="7631" y="3431"/>
                    <a:pt x="7847" y="3899"/>
                  </a:cubicBezTo>
                  <a:cubicBezTo>
                    <a:pt x="8062" y="4367"/>
                    <a:pt x="8321" y="4835"/>
                    <a:pt x="8364" y="5614"/>
                  </a:cubicBezTo>
                  <a:cubicBezTo>
                    <a:pt x="8364" y="5614"/>
                    <a:pt x="8364" y="5692"/>
                    <a:pt x="8364" y="5692"/>
                  </a:cubicBezTo>
                  <a:cubicBezTo>
                    <a:pt x="8364" y="7798"/>
                    <a:pt x="8364" y="7798"/>
                    <a:pt x="8364" y="7798"/>
                  </a:cubicBezTo>
                  <a:cubicBezTo>
                    <a:pt x="4613" y="7798"/>
                    <a:pt x="4613" y="7798"/>
                    <a:pt x="4613" y="7798"/>
                  </a:cubicBezTo>
                  <a:cubicBezTo>
                    <a:pt x="4613" y="13880"/>
                    <a:pt x="4613" y="13880"/>
                    <a:pt x="4613" y="13880"/>
                  </a:cubicBezTo>
                  <a:cubicBezTo>
                    <a:pt x="3147" y="13880"/>
                    <a:pt x="3147" y="13880"/>
                    <a:pt x="3147" y="13880"/>
                  </a:cubicBezTo>
                  <a:cubicBezTo>
                    <a:pt x="3147" y="13880"/>
                    <a:pt x="3104" y="13880"/>
                    <a:pt x="3104" y="13880"/>
                  </a:cubicBezTo>
                  <a:cubicBezTo>
                    <a:pt x="2673" y="13802"/>
                    <a:pt x="2414" y="13334"/>
                    <a:pt x="2156" y="12944"/>
                  </a:cubicBezTo>
                  <a:cubicBezTo>
                    <a:pt x="1897" y="12555"/>
                    <a:pt x="1681" y="12321"/>
                    <a:pt x="1337" y="12321"/>
                  </a:cubicBezTo>
                  <a:cubicBezTo>
                    <a:pt x="992" y="12321"/>
                    <a:pt x="647" y="12477"/>
                    <a:pt x="431" y="12788"/>
                  </a:cubicBezTo>
                  <a:cubicBezTo>
                    <a:pt x="172" y="13178"/>
                    <a:pt x="43" y="13724"/>
                    <a:pt x="0" y="14738"/>
                  </a:cubicBezTo>
                  <a:cubicBezTo>
                    <a:pt x="0" y="15674"/>
                    <a:pt x="172" y="16219"/>
                    <a:pt x="388" y="16609"/>
                  </a:cubicBezTo>
                  <a:cubicBezTo>
                    <a:pt x="647" y="16921"/>
                    <a:pt x="992" y="17077"/>
                    <a:pt x="1337" y="17077"/>
                  </a:cubicBezTo>
                  <a:cubicBezTo>
                    <a:pt x="1681" y="17077"/>
                    <a:pt x="1897" y="16843"/>
                    <a:pt x="2156" y="16531"/>
                  </a:cubicBezTo>
                  <a:cubicBezTo>
                    <a:pt x="2414" y="16142"/>
                    <a:pt x="2673" y="15674"/>
                    <a:pt x="3104" y="15674"/>
                  </a:cubicBezTo>
                  <a:cubicBezTo>
                    <a:pt x="4613" y="15674"/>
                    <a:pt x="4613" y="15674"/>
                    <a:pt x="4613" y="15674"/>
                  </a:cubicBezTo>
                  <a:cubicBezTo>
                    <a:pt x="4613" y="21600"/>
                    <a:pt x="4613" y="21600"/>
                    <a:pt x="4613" y="21600"/>
                  </a:cubicBezTo>
                  <a:cubicBezTo>
                    <a:pt x="8364" y="21600"/>
                    <a:pt x="12201" y="21522"/>
                    <a:pt x="15349" y="21366"/>
                  </a:cubicBezTo>
                  <a:cubicBezTo>
                    <a:pt x="18108" y="21210"/>
                    <a:pt x="20350" y="18481"/>
                    <a:pt x="21169" y="14738"/>
                  </a:cubicBezTo>
                  <a:cubicBezTo>
                    <a:pt x="21600" y="12866"/>
                    <a:pt x="21600" y="10683"/>
                    <a:pt x="21083" y="8734"/>
                  </a:cubicBezTo>
                  <a:cubicBezTo>
                    <a:pt x="20996" y="8422"/>
                    <a:pt x="20910" y="8110"/>
                    <a:pt x="20781" y="7798"/>
                  </a:cubicBezTo>
                  <a:close/>
                </a:path>
              </a:pathLst>
            </a:custGeom>
            <a:solidFill>
              <a:srgbClr val="99FB98"/>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grpSp>
      <p:sp>
        <p:nvSpPr>
          <p:cNvPr id="335" name="Shape 335"/>
          <p:cNvSpPr/>
          <p:nvPr/>
        </p:nvSpPr>
        <p:spPr>
          <a:xfrm>
            <a:off x="4333487" y="1730017"/>
            <a:ext cx="2556121" cy="360868"/>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defRPr sz="1000">
                <a:solidFill>
                  <a:srgbClr val="808080"/>
                </a:solidFill>
                <a:latin typeface="Montserrat Bold"/>
                <a:ea typeface="Montserrat Bold"/>
                <a:cs typeface="Montserrat Bold"/>
                <a:sym typeface="Montserrat Bold"/>
              </a:defRPr>
            </a:lvl1pPr>
          </a:lstStyle>
          <a:p>
            <a:r>
              <a:t>Emprendedores</a:t>
            </a:r>
          </a:p>
        </p:txBody>
      </p:sp>
      <p:sp>
        <p:nvSpPr>
          <p:cNvPr id="336" name="Shape 336"/>
          <p:cNvSpPr/>
          <p:nvPr/>
        </p:nvSpPr>
        <p:spPr>
          <a:xfrm>
            <a:off x="4333487" y="1964938"/>
            <a:ext cx="2984900" cy="710476"/>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337" name="Shape 337"/>
          <p:cNvSpPr/>
          <p:nvPr/>
        </p:nvSpPr>
        <p:spPr>
          <a:xfrm>
            <a:off x="4333487" y="2793927"/>
            <a:ext cx="2556121" cy="360868"/>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defRPr sz="1000">
                <a:solidFill>
                  <a:srgbClr val="808080"/>
                </a:solidFill>
                <a:latin typeface="Montserrat Bold"/>
                <a:ea typeface="Montserrat Bold"/>
                <a:cs typeface="Montserrat Bold"/>
                <a:sym typeface="Montserrat Bold"/>
              </a:defRPr>
            </a:lvl1pPr>
          </a:lstStyle>
          <a:p>
            <a:r>
              <a:t>Profesionales</a:t>
            </a:r>
          </a:p>
        </p:txBody>
      </p:sp>
      <p:sp>
        <p:nvSpPr>
          <p:cNvPr id="338" name="Shape 338"/>
          <p:cNvSpPr/>
          <p:nvPr/>
        </p:nvSpPr>
        <p:spPr>
          <a:xfrm>
            <a:off x="4333487" y="3028849"/>
            <a:ext cx="2984900" cy="710475"/>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339" name="Shape 339"/>
          <p:cNvSpPr/>
          <p:nvPr/>
        </p:nvSpPr>
        <p:spPr>
          <a:xfrm>
            <a:off x="4333487" y="3857838"/>
            <a:ext cx="2556121" cy="360868"/>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defRPr sz="1000">
                <a:solidFill>
                  <a:srgbClr val="808080"/>
                </a:solidFill>
                <a:latin typeface="Montserrat Bold"/>
                <a:ea typeface="Montserrat Bold"/>
                <a:cs typeface="Montserrat Bold"/>
                <a:sym typeface="Montserrat Bold"/>
              </a:defRPr>
            </a:lvl1pPr>
          </a:lstStyle>
          <a:p>
            <a:r>
              <a:t>Apasionados</a:t>
            </a:r>
          </a:p>
        </p:txBody>
      </p:sp>
      <p:sp>
        <p:nvSpPr>
          <p:cNvPr id="340" name="Shape 340"/>
          <p:cNvSpPr/>
          <p:nvPr/>
        </p:nvSpPr>
        <p:spPr>
          <a:xfrm>
            <a:off x="4333487" y="4092759"/>
            <a:ext cx="2984900" cy="710475"/>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341" name="Shape 341"/>
          <p:cNvSpPr/>
          <p:nvPr/>
        </p:nvSpPr>
        <p:spPr>
          <a:xfrm>
            <a:off x="3875088" y="2843873"/>
            <a:ext cx="303181" cy="260977"/>
          </a:xfrm>
          <a:custGeom>
            <a:avLst/>
            <a:gdLst/>
            <a:ahLst/>
            <a:cxnLst>
              <a:cxn ang="0">
                <a:pos x="wd2" y="hd2"/>
              </a:cxn>
              <a:cxn ang="5400000">
                <a:pos x="wd2" y="hd2"/>
              </a:cxn>
              <a:cxn ang="10800000">
                <a:pos x="wd2" y="hd2"/>
              </a:cxn>
              <a:cxn ang="16200000">
                <a:pos x="wd2" y="hd2"/>
              </a:cxn>
            </a:cxnLst>
            <a:rect l="0" t="0" r="r" b="b"/>
            <a:pathLst>
              <a:path w="21600" h="21600" extrusionOk="0">
                <a:moveTo>
                  <a:pt x="2645" y="3729"/>
                </a:moveTo>
                <a:cubicBezTo>
                  <a:pt x="4298" y="3729"/>
                  <a:pt x="4298" y="3729"/>
                  <a:pt x="4298" y="3729"/>
                </a:cubicBezTo>
                <a:cubicBezTo>
                  <a:pt x="4298" y="21600"/>
                  <a:pt x="4298" y="21600"/>
                  <a:pt x="4298" y="21600"/>
                </a:cubicBezTo>
                <a:cubicBezTo>
                  <a:pt x="2645" y="21600"/>
                  <a:pt x="2645" y="21600"/>
                  <a:pt x="2645" y="21600"/>
                </a:cubicBezTo>
                <a:cubicBezTo>
                  <a:pt x="1102" y="21600"/>
                  <a:pt x="0" y="20186"/>
                  <a:pt x="0" y="18514"/>
                </a:cubicBezTo>
                <a:cubicBezTo>
                  <a:pt x="0" y="6686"/>
                  <a:pt x="0" y="6686"/>
                  <a:pt x="0" y="6686"/>
                </a:cubicBezTo>
                <a:cubicBezTo>
                  <a:pt x="0" y="5014"/>
                  <a:pt x="1102" y="3729"/>
                  <a:pt x="2645" y="3729"/>
                </a:cubicBezTo>
                <a:close/>
                <a:moveTo>
                  <a:pt x="5731" y="3729"/>
                </a:moveTo>
                <a:cubicBezTo>
                  <a:pt x="7163" y="3729"/>
                  <a:pt x="7163" y="3729"/>
                  <a:pt x="7163" y="3729"/>
                </a:cubicBezTo>
                <a:cubicBezTo>
                  <a:pt x="7163" y="2571"/>
                  <a:pt x="7163" y="2571"/>
                  <a:pt x="7163" y="2571"/>
                </a:cubicBezTo>
                <a:cubicBezTo>
                  <a:pt x="7163" y="1929"/>
                  <a:pt x="7384" y="1286"/>
                  <a:pt x="7824" y="771"/>
                </a:cubicBezTo>
                <a:cubicBezTo>
                  <a:pt x="8265" y="257"/>
                  <a:pt x="8816" y="0"/>
                  <a:pt x="9367" y="0"/>
                </a:cubicBezTo>
                <a:cubicBezTo>
                  <a:pt x="12233" y="0"/>
                  <a:pt x="12233" y="0"/>
                  <a:pt x="12233" y="0"/>
                </a:cubicBezTo>
                <a:cubicBezTo>
                  <a:pt x="12894" y="0"/>
                  <a:pt x="13335" y="257"/>
                  <a:pt x="13776" y="771"/>
                </a:cubicBezTo>
                <a:cubicBezTo>
                  <a:pt x="14216" y="1286"/>
                  <a:pt x="14437" y="1929"/>
                  <a:pt x="14437" y="2571"/>
                </a:cubicBezTo>
                <a:cubicBezTo>
                  <a:pt x="14437" y="3729"/>
                  <a:pt x="14437" y="3729"/>
                  <a:pt x="14437" y="3729"/>
                </a:cubicBezTo>
                <a:cubicBezTo>
                  <a:pt x="15869" y="3729"/>
                  <a:pt x="15869" y="3729"/>
                  <a:pt x="15869" y="3729"/>
                </a:cubicBezTo>
                <a:cubicBezTo>
                  <a:pt x="15869" y="21600"/>
                  <a:pt x="15869" y="21600"/>
                  <a:pt x="15869" y="21600"/>
                </a:cubicBezTo>
                <a:cubicBezTo>
                  <a:pt x="5731" y="21600"/>
                  <a:pt x="5731" y="21600"/>
                  <a:pt x="5731" y="21600"/>
                </a:cubicBezTo>
                <a:cubicBezTo>
                  <a:pt x="5731" y="3729"/>
                  <a:pt x="5731" y="3729"/>
                  <a:pt x="5731" y="3729"/>
                </a:cubicBezTo>
                <a:close/>
                <a:moveTo>
                  <a:pt x="17302" y="3729"/>
                </a:moveTo>
                <a:cubicBezTo>
                  <a:pt x="19065" y="3729"/>
                  <a:pt x="19065" y="3729"/>
                  <a:pt x="19065" y="3729"/>
                </a:cubicBezTo>
                <a:cubicBezTo>
                  <a:pt x="20498" y="3729"/>
                  <a:pt x="21600" y="5014"/>
                  <a:pt x="21600" y="6686"/>
                </a:cubicBezTo>
                <a:cubicBezTo>
                  <a:pt x="21600" y="18514"/>
                  <a:pt x="21600" y="18514"/>
                  <a:pt x="21600" y="18514"/>
                </a:cubicBezTo>
                <a:cubicBezTo>
                  <a:pt x="21600" y="20186"/>
                  <a:pt x="20498" y="21600"/>
                  <a:pt x="19065" y="21600"/>
                </a:cubicBezTo>
                <a:cubicBezTo>
                  <a:pt x="17302" y="21600"/>
                  <a:pt x="17302" y="21600"/>
                  <a:pt x="17302" y="21600"/>
                </a:cubicBezTo>
                <a:cubicBezTo>
                  <a:pt x="17302" y="3729"/>
                  <a:pt x="17302" y="3729"/>
                  <a:pt x="17302" y="3729"/>
                </a:cubicBezTo>
                <a:close/>
                <a:moveTo>
                  <a:pt x="8706" y="3729"/>
                </a:moveTo>
                <a:cubicBezTo>
                  <a:pt x="13004" y="3729"/>
                  <a:pt x="13004" y="3729"/>
                  <a:pt x="13004" y="3729"/>
                </a:cubicBezTo>
                <a:cubicBezTo>
                  <a:pt x="13004" y="2571"/>
                  <a:pt x="13004" y="2571"/>
                  <a:pt x="13004" y="2571"/>
                </a:cubicBezTo>
                <a:cubicBezTo>
                  <a:pt x="13004" y="2314"/>
                  <a:pt x="12894" y="2186"/>
                  <a:pt x="12784" y="2057"/>
                </a:cubicBezTo>
                <a:cubicBezTo>
                  <a:pt x="12563" y="1800"/>
                  <a:pt x="12453" y="1800"/>
                  <a:pt x="12233" y="1800"/>
                </a:cubicBezTo>
                <a:cubicBezTo>
                  <a:pt x="9367" y="1800"/>
                  <a:pt x="9367" y="1800"/>
                  <a:pt x="9367" y="1800"/>
                </a:cubicBezTo>
                <a:cubicBezTo>
                  <a:pt x="9147" y="1800"/>
                  <a:pt x="9037" y="1800"/>
                  <a:pt x="8816" y="2057"/>
                </a:cubicBezTo>
                <a:cubicBezTo>
                  <a:pt x="8706" y="2186"/>
                  <a:pt x="8706" y="2314"/>
                  <a:pt x="8706" y="2571"/>
                </a:cubicBezTo>
                <a:lnTo>
                  <a:pt x="8706" y="3729"/>
                </a:lnTo>
                <a:close/>
              </a:path>
            </a:pathLst>
          </a:custGeom>
          <a:solidFill>
            <a:srgbClr val="6FC661"/>
          </a:solidFill>
          <a:ln w="3175">
            <a:miter lim="400000"/>
          </a:ln>
        </p:spPr>
        <p:txBody>
          <a:bodyPr lIns="91392" tIns="91392" rIns="91392" bIns="91392"/>
          <a:lstStyle/>
          <a:p>
            <a:pPr algn="l" defTabSz="1828800">
              <a:defRPr>
                <a:latin typeface="Lato Light"/>
                <a:ea typeface="Lato Light"/>
                <a:cs typeface="Lato Light"/>
                <a:sym typeface="Lato Light"/>
              </a:defRPr>
            </a:pPr>
            <a:endParaRPr/>
          </a:p>
        </p:txBody>
      </p:sp>
      <p:sp>
        <p:nvSpPr>
          <p:cNvPr id="342" name="Shape 342"/>
          <p:cNvSpPr/>
          <p:nvPr/>
        </p:nvSpPr>
        <p:spPr>
          <a:xfrm>
            <a:off x="3919365" y="1752429"/>
            <a:ext cx="214627" cy="316044"/>
          </a:xfrm>
          <a:custGeom>
            <a:avLst/>
            <a:gdLst/>
            <a:ahLst/>
            <a:cxnLst>
              <a:cxn ang="0">
                <a:pos x="wd2" y="hd2"/>
              </a:cxn>
              <a:cxn ang="5400000">
                <a:pos x="wd2" y="hd2"/>
              </a:cxn>
              <a:cxn ang="10800000">
                <a:pos x="wd2" y="hd2"/>
              </a:cxn>
              <a:cxn ang="16200000">
                <a:pos x="wd2" y="hd2"/>
              </a:cxn>
            </a:cxnLst>
            <a:rect l="0" t="0" r="r" b="b"/>
            <a:pathLst>
              <a:path w="21600" h="21600" extrusionOk="0">
                <a:moveTo>
                  <a:pt x="19029" y="10103"/>
                </a:moveTo>
                <a:cubicBezTo>
                  <a:pt x="18000" y="11148"/>
                  <a:pt x="15943" y="12890"/>
                  <a:pt x="15943" y="14284"/>
                </a:cubicBezTo>
                <a:cubicBezTo>
                  <a:pt x="16457" y="14632"/>
                  <a:pt x="16971" y="14981"/>
                  <a:pt x="16971" y="15329"/>
                </a:cubicBezTo>
                <a:cubicBezTo>
                  <a:pt x="16971" y="15677"/>
                  <a:pt x="16457" y="16026"/>
                  <a:pt x="16457" y="16374"/>
                </a:cubicBezTo>
                <a:cubicBezTo>
                  <a:pt x="16457" y="16374"/>
                  <a:pt x="16971" y="16723"/>
                  <a:pt x="16971" y="17071"/>
                </a:cubicBezTo>
                <a:cubicBezTo>
                  <a:pt x="16971" y="17768"/>
                  <a:pt x="16457" y="18116"/>
                  <a:pt x="15943" y="18465"/>
                </a:cubicBezTo>
                <a:cubicBezTo>
                  <a:pt x="15943" y="18465"/>
                  <a:pt x="15943" y="18813"/>
                  <a:pt x="15943" y="18813"/>
                </a:cubicBezTo>
                <a:cubicBezTo>
                  <a:pt x="15943" y="19858"/>
                  <a:pt x="14914" y="20206"/>
                  <a:pt x="13886" y="20206"/>
                </a:cubicBezTo>
                <a:cubicBezTo>
                  <a:pt x="13371" y="21252"/>
                  <a:pt x="12343" y="21600"/>
                  <a:pt x="10800" y="21600"/>
                </a:cubicBezTo>
                <a:cubicBezTo>
                  <a:pt x="9771" y="21600"/>
                  <a:pt x="8229" y="21252"/>
                  <a:pt x="7714" y="20206"/>
                </a:cubicBezTo>
                <a:cubicBezTo>
                  <a:pt x="6686" y="20206"/>
                  <a:pt x="5657" y="19858"/>
                  <a:pt x="5657" y="18813"/>
                </a:cubicBezTo>
                <a:cubicBezTo>
                  <a:pt x="5657" y="18813"/>
                  <a:pt x="5657" y="18465"/>
                  <a:pt x="5657" y="18465"/>
                </a:cubicBezTo>
                <a:cubicBezTo>
                  <a:pt x="5143" y="18116"/>
                  <a:pt x="4629" y="17768"/>
                  <a:pt x="4629" y="17071"/>
                </a:cubicBezTo>
                <a:cubicBezTo>
                  <a:pt x="4629" y="16723"/>
                  <a:pt x="5143" y="16374"/>
                  <a:pt x="5143" y="16374"/>
                </a:cubicBezTo>
                <a:cubicBezTo>
                  <a:pt x="5143" y="16026"/>
                  <a:pt x="4629" y="15677"/>
                  <a:pt x="4629" y="15329"/>
                </a:cubicBezTo>
                <a:cubicBezTo>
                  <a:pt x="4629" y="14981"/>
                  <a:pt x="5143" y="14632"/>
                  <a:pt x="5657" y="14284"/>
                </a:cubicBezTo>
                <a:cubicBezTo>
                  <a:pt x="5657" y="12890"/>
                  <a:pt x="3600" y="11148"/>
                  <a:pt x="2571" y="10103"/>
                </a:cubicBezTo>
                <a:cubicBezTo>
                  <a:pt x="1029" y="9058"/>
                  <a:pt x="0" y="8013"/>
                  <a:pt x="0" y="6271"/>
                </a:cubicBezTo>
                <a:cubicBezTo>
                  <a:pt x="0" y="2787"/>
                  <a:pt x="5657" y="0"/>
                  <a:pt x="10800" y="0"/>
                </a:cubicBezTo>
                <a:cubicBezTo>
                  <a:pt x="15943" y="0"/>
                  <a:pt x="21600" y="2787"/>
                  <a:pt x="21600" y="6271"/>
                </a:cubicBezTo>
                <a:cubicBezTo>
                  <a:pt x="21600" y="8013"/>
                  <a:pt x="20571" y="9058"/>
                  <a:pt x="19029" y="10103"/>
                </a:cubicBezTo>
                <a:close/>
                <a:moveTo>
                  <a:pt x="10800" y="2090"/>
                </a:moveTo>
                <a:cubicBezTo>
                  <a:pt x="7200" y="2090"/>
                  <a:pt x="3086" y="3484"/>
                  <a:pt x="3086" y="6271"/>
                </a:cubicBezTo>
                <a:cubicBezTo>
                  <a:pt x="3086" y="7316"/>
                  <a:pt x="3600" y="8361"/>
                  <a:pt x="4114" y="9058"/>
                </a:cubicBezTo>
                <a:cubicBezTo>
                  <a:pt x="4629" y="9406"/>
                  <a:pt x="5143" y="9406"/>
                  <a:pt x="5657" y="9755"/>
                </a:cubicBezTo>
                <a:cubicBezTo>
                  <a:pt x="7200" y="11148"/>
                  <a:pt x="8229" y="12542"/>
                  <a:pt x="8229" y="13935"/>
                </a:cubicBezTo>
                <a:cubicBezTo>
                  <a:pt x="13371" y="13935"/>
                  <a:pt x="13371" y="13935"/>
                  <a:pt x="13371" y="13935"/>
                </a:cubicBezTo>
                <a:cubicBezTo>
                  <a:pt x="13371" y="12542"/>
                  <a:pt x="14400" y="11148"/>
                  <a:pt x="15943" y="9755"/>
                </a:cubicBezTo>
                <a:cubicBezTo>
                  <a:pt x="16457" y="9406"/>
                  <a:pt x="16971" y="9406"/>
                  <a:pt x="17486" y="9058"/>
                </a:cubicBezTo>
                <a:cubicBezTo>
                  <a:pt x="18000" y="8361"/>
                  <a:pt x="18514" y="7316"/>
                  <a:pt x="18514" y="6271"/>
                </a:cubicBezTo>
                <a:cubicBezTo>
                  <a:pt x="18514" y="3484"/>
                  <a:pt x="14400" y="2090"/>
                  <a:pt x="10800" y="2090"/>
                </a:cubicBezTo>
                <a:close/>
                <a:moveTo>
                  <a:pt x="14914" y="6968"/>
                </a:moveTo>
                <a:cubicBezTo>
                  <a:pt x="14400" y="6968"/>
                  <a:pt x="13886" y="6619"/>
                  <a:pt x="13886" y="6271"/>
                </a:cubicBezTo>
                <a:cubicBezTo>
                  <a:pt x="13886" y="5574"/>
                  <a:pt x="11829" y="5226"/>
                  <a:pt x="10800" y="5226"/>
                </a:cubicBezTo>
                <a:cubicBezTo>
                  <a:pt x="10286" y="5226"/>
                  <a:pt x="10286" y="4877"/>
                  <a:pt x="10286" y="4529"/>
                </a:cubicBezTo>
                <a:cubicBezTo>
                  <a:pt x="10286" y="4529"/>
                  <a:pt x="10286" y="4181"/>
                  <a:pt x="10800" y="4181"/>
                </a:cubicBezTo>
                <a:cubicBezTo>
                  <a:pt x="12857" y="4181"/>
                  <a:pt x="15429" y="4877"/>
                  <a:pt x="15429" y="6271"/>
                </a:cubicBezTo>
                <a:cubicBezTo>
                  <a:pt x="15429" y="6619"/>
                  <a:pt x="14914" y="6968"/>
                  <a:pt x="14914" y="6968"/>
                </a:cubicBezTo>
                <a:close/>
              </a:path>
            </a:pathLst>
          </a:custGeom>
          <a:solidFill>
            <a:srgbClr val="6FC661"/>
          </a:solidFill>
          <a:ln w="3175">
            <a:miter lim="400000"/>
          </a:ln>
        </p:spPr>
        <p:txBody>
          <a:bodyPr lIns="91392" tIns="91392" rIns="91392" bIns="91392"/>
          <a:lstStyle/>
          <a:p>
            <a:pPr algn="l" defTabSz="1828800">
              <a:defRPr>
                <a:latin typeface="Lato Light"/>
                <a:ea typeface="Lato Light"/>
                <a:cs typeface="Lato Light"/>
                <a:sym typeface="Lato Light"/>
              </a:defRPr>
            </a:pPr>
            <a:endParaRPr/>
          </a:p>
        </p:txBody>
      </p:sp>
      <p:sp>
        <p:nvSpPr>
          <p:cNvPr id="343" name="Shape 343"/>
          <p:cNvSpPr/>
          <p:nvPr/>
        </p:nvSpPr>
        <p:spPr>
          <a:xfrm>
            <a:off x="3870349" y="3905338"/>
            <a:ext cx="312659" cy="265867"/>
          </a:xfrm>
          <a:custGeom>
            <a:avLst/>
            <a:gdLst/>
            <a:ahLst/>
            <a:cxnLst>
              <a:cxn ang="0">
                <a:pos x="wd2" y="hd2"/>
              </a:cxn>
              <a:cxn ang="5400000">
                <a:pos x="wd2" y="hd2"/>
              </a:cxn>
              <a:cxn ang="10800000">
                <a:pos x="wd2" y="hd2"/>
              </a:cxn>
              <a:cxn ang="16200000">
                <a:pos x="wd2" y="hd2"/>
              </a:cxn>
            </a:cxnLst>
            <a:rect l="0" t="0" r="r" b="b"/>
            <a:pathLst>
              <a:path w="21600" h="21600" extrusionOk="0">
                <a:moveTo>
                  <a:pt x="19059" y="12662"/>
                </a:moveTo>
                <a:cubicBezTo>
                  <a:pt x="11435" y="21228"/>
                  <a:pt x="11435" y="21228"/>
                  <a:pt x="11435" y="21228"/>
                </a:cubicBezTo>
                <a:cubicBezTo>
                  <a:pt x="11435" y="21600"/>
                  <a:pt x="11118" y="21600"/>
                  <a:pt x="10800" y="21600"/>
                </a:cubicBezTo>
                <a:cubicBezTo>
                  <a:pt x="10800" y="21600"/>
                  <a:pt x="10482" y="21600"/>
                  <a:pt x="10482" y="21228"/>
                </a:cubicBezTo>
                <a:cubicBezTo>
                  <a:pt x="2859" y="12662"/>
                  <a:pt x="2859" y="12662"/>
                  <a:pt x="2859" y="12662"/>
                </a:cubicBezTo>
                <a:cubicBezTo>
                  <a:pt x="2859" y="12662"/>
                  <a:pt x="0" y="9683"/>
                  <a:pt x="0" y="6331"/>
                </a:cubicBezTo>
                <a:cubicBezTo>
                  <a:pt x="0" y="2234"/>
                  <a:pt x="2224" y="0"/>
                  <a:pt x="6035" y="0"/>
                </a:cubicBezTo>
                <a:cubicBezTo>
                  <a:pt x="7941" y="0"/>
                  <a:pt x="9847" y="1862"/>
                  <a:pt x="10800" y="2979"/>
                </a:cubicBezTo>
                <a:cubicBezTo>
                  <a:pt x="11753" y="1862"/>
                  <a:pt x="13976" y="0"/>
                  <a:pt x="15882" y="0"/>
                </a:cubicBezTo>
                <a:cubicBezTo>
                  <a:pt x="19694" y="0"/>
                  <a:pt x="21600" y="2234"/>
                  <a:pt x="21600" y="6331"/>
                </a:cubicBezTo>
                <a:cubicBezTo>
                  <a:pt x="21600" y="9683"/>
                  <a:pt x="19059" y="12662"/>
                  <a:pt x="19059" y="12662"/>
                </a:cubicBezTo>
                <a:close/>
                <a:moveTo>
                  <a:pt x="15882" y="1490"/>
                </a:moveTo>
                <a:cubicBezTo>
                  <a:pt x="14294" y="1490"/>
                  <a:pt x="12071" y="4097"/>
                  <a:pt x="11435" y="4841"/>
                </a:cubicBezTo>
                <a:cubicBezTo>
                  <a:pt x="11118" y="5214"/>
                  <a:pt x="10800" y="5214"/>
                  <a:pt x="10482" y="4841"/>
                </a:cubicBezTo>
                <a:cubicBezTo>
                  <a:pt x="9847" y="4097"/>
                  <a:pt x="7624" y="1490"/>
                  <a:pt x="6035" y="1490"/>
                </a:cubicBezTo>
                <a:cubicBezTo>
                  <a:pt x="4129" y="1490"/>
                  <a:pt x="1588" y="2607"/>
                  <a:pt x="1588" y="6331"/>
                </a:cubicBezTo>
                <a:cubicBezTo>
                  <a:pt x="1588" y="8938"/>
                  <a:pt x="3812" y="11545"/>
                  <a:pt x="3812" y="11545"/>
                </a:cubicBezTo>
                <a:cubicBezTo>
                  <a:pt x="10800" y="19366"/>
                  <a:pt x="10800" y="19366"/>
                  <a:pt x="10800" y="19366"/>
                </a:cubicBezTo>
                <a:cubicBezTo>
                  <a:pt x="17788" y="11545"/>
                  <a:pt x="17788" y="11545"/>
                  <a:pt x="17788" y="11545"/>
                </a:cubicBezTo>
                <a:cubicBezTo>
                  <a:pt x="18106" y="11545"/>
                  <a:pt x="20329" y="8938"/>
                  <a:pt x="20329" y="6331"/>
                </a:cubicBezTo>
                <a:cubicBezTo>
                  <a:pt x="20329" y="2607"/>
                  <a:pt x="17788" y="1490"/>
                  <a:pt x="15882" y="1490"/>
                </a:cubicBezTo>
                <a:close/>
              </a:path>
            </a:pathLst>
          </a:custGeom>
          <a:solidFill>
            <a:srgbClr val="6FC661"/>
          </a:solidFill>
          <a:ln w="3175">
            <a:miter lim="400000"/>
          </a:ln>
        </p:spPr>
        <p:txBody>
          <a:bodyPr lIns="91392" tIns="91392" rIns="91392" bIns="91392"/>
          <a:lstStyle/>
          <a:p>
            <a:pPr algn="l" defTabSz="1828800">
              <a:defRPr>
                <a:latin typeface="Lato Light"/>
                <a:ea typeface="Lato Light"/>
                <a:cs typeface="Lato Light"/>
                <a:sym typeface="Lato Light"/>
              </a:defRPr>
            </a:pPr>
            <a:endParaRPr/>
          </a:p>
        </p:txBody>
      </p:sp>
      <p:sp>
        <p:nvSpPr>
          <p:cNvPr id="344" name="Shape 344"/>
          <p:cNvSpPr/>
          <p:nvPr/>
        </p:nvSpPr>
        <p:spPr>
          <a:xfrm>
            <a:off x="4333487" y="6180805"/>
            <a:ext cx="2556121" cy="360868"/>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defRPr sz="1000">
                <a:solidFill>
                  <a:srgbClr val="808080"/>
                </a:solidFill>
                <a:latin typeface="Montserrat Bold"/>
                <a:ea typeface="Montserrat Bold"/>
                <a:cs typeface="Montserrat Bold"/>
                <a:sym typeface="Montserrat Bold"/>
              </a:defRPr>
            </a:lvl1pPr>
          </a:lstStyle>
          <a:p>
            <a:r>
              <a:t>Nombre 1</a:t>
            </a:r>
          </a:p>
        </p:txBody>
      </p:sp>
      <p:sp>
        <p:nvSpPr>
          <p:cNvPr id="345" name="Shape 345"/>
          <p:cNvSpPr/>
          <p:nvPr/>
        </p:nvSpPr>
        <p:spPr>
          <a:xfrm>
            <a:off x="4333487" y="6415726"/>
            <a:ext cx="2984900" cy="710475"/>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346" name="Shape 346"/>
          <p:cNvSpPr/>
          <p:nvPr/>
        </p:nvSpPr>
        <p:spPr>
          <a:xfrm>
            <a:off x="4333487" y="7244715"/>
            <a:ext cx="2556121" cy="360868"/>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defRPr sz="1000">
                <a:solidFill>
                  <a:srgbClr val="808080"/>
                </a:solidFill>
                <a:latin typeface="Montserrat Bold"/>
                <a:ea typeface="Montserrat Bold"/>
                <a:cs typeface="Montserrat Bold"/>
                <a:sym typeface="Montserrat Bold"/>
              </a:defRPr>
            </a:lvl1pPr>
          </a:lstStyle>
          <a:p>
            <a:r>
              <a:t>Nombre 2</a:t>
            </a:r>
          </a:p>
        </p:txBody>
      </p:sp>
      <p:sp>
        <p:nvSpPr>
          <p:cNvPr id="347" name="Shape 347"/>
          <p:cNvSpPr/>
          <p:nvPr/>
        </p:nvSpPr>
        <p:spPr>
          <a:xfrm>
            <a:off x="4333487" y="7479637"/>
            <a:ext cx="2984900" cy="710475"/>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348" name="Shape 348"/>
          <p:cNvSpPr/>
          <p:nvPr/>
        </p:nvSpPr>
        <p:spPr>
          <a:xfrm>
            <a:off x="4333487" y="8308626"/>
            <a:ext cx="2556121" cy="360868"/>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defRPr sz="1000">
                <a:solidFill>
                  <a:srgbClr val="808080"/>
                </a:solidFill>
                <a:latin typeface="Montserrat Bold"/>
                <a:ea typeface="Montserrat Bold"/>
                <a:cs typeface="Montserrat Bold"/>
                <a:sym typeface="Montserrat Bold"/>
              </a:defRPr>
            </a:lvl1pPr>
          </a:lstStyle>
          <a:p>
            <a:r>
              <a:t>Nombre 3</a:t>
            </a:r>
          </a:p>
        </p:txBody>
      </p:sp>
      <p:sp>
        <p:nvSpPr>
          <p:cNvPr id="349" name="Shape 349"/>
          <p:cNvSpPr/>
          <p:nvPr/>
        </p:nvSpPr>
        <p:spPr>
          <a:xfrm>
            <a:off x="4333487" y="8543547"/>
            <a:ext cx="2984900" cy="710475"/>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350" name="Shape 350"/>
          <p:cNvSpPr/>
          <p:nvPr/>
        </p:nvSpPr>
        <p:spPr>
          <a:xfrm>
            <a:off x="3875088" y="7294660"/>
            <a:ext cx="303181" cy="260977"/>
          </a:xfrm>
          <a:custGeom>
            <a:avLst/>
            <a:gdLst/>
            <a:ahLst/>
            <a:cxnLst>
              <a:cxn ang="0">
                <a:pos x="wd2" y="hd2"/>
              </a:cxn>
              <a:cxn ang="5400000">
                <a:pos x="wd2" y="hd2"/>
              </a:cxn>
              <a:cxn ang="10800000">
                <a:pos x="wd2" y="hd2"/>
              </a:cxn>
              <a:cxn ang="16200000">
                <a:pos x="wd2" y="hd2"/>
              </a:cxn>
            </a:cxnLst>
            <a:rect l="0" t="0" r="r" b="b"/>
            <a:pathLst>
              <a:path w="21600" h="21600" extrusionOk="0">
                <a:moveTo>
                  <a:pt x="2645" y="3729"/>
                </a:moveTo>
                <a:cubicBezTo>
                  <a:pt x="4298" y="3729"/>
                  <a:pt x="4298" y="3729"/>
                  <a:pt x="4298" y="3729"/>
                </a:cubicBezTo>
                <a:cubicBezTo>
                  <a:pt x="4298" y="21600"/>
                  <a:pt x="4298" y="21600"/>
                  <a:pt x="4298" y="21600"/>
                </a:cubicBezTo>
                <a:cubicBezTo>
                  <a:pt x="2645" y="21600"/>
                  <a:pt x="2645" y="21600"/>
                  <a:pt x="2645" y="21600"/>
                </a:cubicBezTo>
                <a:cubicBezTo>
                  <a:pt x="1102" y="21600"/>
                  <a:pt x="0" y="20186"/>
                  <a:pt x="0" y="18514"/>
                </a:cubicBezTo>
                <a:cubicBezTo>
                  <a:pt x="0" y="6686"/>
                  <a:pt x="0" y="6686"/>
                  <a:pt x="0" y="6686"/>
                </a:cubicBezTo>
                <a:cubicBezTo>
                  <a:pt x="0" y="5014"/>
                  <a:pt x="1102" y="3729"/>
                  <a:pt x="2645" y="3729"/>
                </a:cubicBezTo>
                <a:close/>
                <a:moveTo>
                  <a:pt x="5731" y="3729"/>
                </a:moveTo>
                <a:cubicBezTo>
                  <a:pt x="7163" y="3729"/>
                  <a:pt x="7163" y="3729"/>
                  <a:pt x="7163" y="3729"/>
                </a:cubicBezTo>
                <a:cubicBezTo>
                  <a:pt x="7163" y="2571"/>
                  <a:pt x="7163" y="2571"/>
                  <a:pt x="7163" y="2571"/>
                </a:cubicBezTo>
                <a:cubicBezTo>
                  <a:pt x="7163" y="1929"/>
                  <a:pt x="7384" y="1286"/>
                  <a:pt x="7824" y="771"/>
                </a:cubicBezTo>
                <a:cubicBezTo>
                  <a:pt x="8265" y="257"/>
                  <a:pt x="8816" y="0"/>
                  <a:pt x="9367" y="0"/>
                </a:cubicBezTo>
                <a:cubicBezTo>
                  <a:pt x="12233" y="0"/>
                  <a:pt x="12233" y="0"/>
                  <a:pt x="12233" y="0"/>
                </a:cubicBezTo>
                <a:cubicBezTo>
                  <a:pt x="12894" y="0"/>
                  <a:pt x="13335" y="257"/>
                  <a:pt x="13776" y="771"/>
                </a:cubicBezTo>
                <a:cubicBezTo>
                  <a:pt x="14216" y="1286"/>
                  <a:pt x="14437" y="1929"/>
                  <a:pt x="14437" y="2571"/>
                </a:cubicBezTo>
                <a:cubicBezTo>
                  <a:pt x="14437" y="3729"/>
                  <a:pt x="14437" y="3729"/>
                  <a:pt x="14437" y="3729"/>
                </a:cubicBezTo>
                <a:cubicBezTo>
                  <a:pt x="15869" y="3729"/>
                  <a:pt x="15869" y="3729"/>
                  <a:pt x="15869" y="3729"/>
                </a:cubicBezTo>
                <a:cubicBezTo>
                  <a:pt x="15869" y="21600"/>
                  <a:pt x="15869" y="21600"/>
                  <a:pt x="15869" y="21600"/>
                </a:cubicBezTo>
                <a:cubicBezTo>
                  <a:pt x="5731" y="21600"/>
                  <a:pt x="5731" y="21600"/>
                  <a:pt x="5731" y="21600"/>
                </a:cubicBezTo>
                <a:cubicBezTo>
                  <a:pt x="5731" y="3729"/>
                  <a:pt x="5731" y="3729"/>
                  <a:pt x="5731" y="3729"/>
                </a:cubicBezTo>
                <a:close/>
                <a:moveTo>
                  <a:pt x="17302" y="3729"/>
                </a:moveTo>
                <a:cubicBezTo>
                  <a:pt x="19065" y="3729"/>
                  <a:pt x="19065" y="3729"/>
                  <a:pt x="19065" y="3729"/>
                </a:cubicBezTo>
                <a:cubicBezTo>
                  <a:pt x="20498" y="3729"/>
                  <a:pt x="21600" y="5014"/>
                  <a:pt x="21600" y="6686"/>
                </a:cubicBezTo>
                <a:cubicBezTo>
                  <a:pt x="21600" y="18514"/>
                  <a:pt x="21600" y="18514"/>
                  <a:pt x="21600" y="18514"/>
                </a:cubicBezTo>
                <a:cubicBezTo>
                  <a:pt x="21600" y="20186"/>
                  <a:pt x="20498" y="21600"/>
                  <a:pt x="19065" y="21600"/>
                </a:cubicBezTo>
                <a:cubicBezTo>
                  <a:pt x="17302" y="21600"/>
                  <a:pt x="17302" y="21600"/>
                  <a:pt x="17302" y="21600"/>
                </a:cubicBezTo>
                <a:cubicBezTo>
                  <a:pt x="17302" y="3729"/>
                  <a:pt x="17302" y="3729"/>
                  <a:pt x="17302" y="3729"/>
                </a:cubicBezTo>
                <a:close/>
                <a:moveTo>
                  <a:pt x="8706" y="3729"/>
                </a:moveTo>
                <a:cubicBezTo>
                  <a:pt x="13004" y="3729"/>
                  <a:pt x="13004" y="3729"/>
                  <a:pt x="13004" y="3729"/>
                </a:cubicBezTo>
                <a:cubicBezTo>
                  <a:pt x="13004" y="2571"/>
                  <a:pt x="13004" y="2571"/>
                  <a:pt x="13004" y="2571"/>
                </a:cubicBezTo>
                <a:cubicBezTo>
                  <a:pt x="13004" y="2314"/>
                  <a:pt x="12894" y="2186"/>
                  <a:pt x="12784" y="2057"/>
                </a:cubicBezTo>
                <a:cubicBezTo>
                  <a:pt x="12563" y="1800"/>
                  <a:pt x="12453" y="1800"/>
                  <a:pt x="12233" y="1800"/>
                </a:cubicBezTo>
                <a:cubicBezTo>
                  <a:pt x="9367" y="1800"/>
                  <a:pt x="9367" y="1800"/>
                  <a:pt x="9367" y="1800"/>
                </a:cubicBezTo>
                <a:cubicBezTo>
                  <a:pt x="9147" y="1800"/>
                  <a:pt x="9037" y="1800"/>
                  <a:pt x="8816" y="2057"/>
                </a:cubicBezTo>
                <a:cubicBezTo>
                  <a:pt x="8706" y="2186"/>
                  <a:pt x="8706" y="2314"/>
                  <a:pt x="8706" y="2571"/>
                </a:cubicBezTo>
                <a:lnTo>
                  <a:pt x="8706" y="3729"/>
                </a:lnTo>
                <a:close/>
              </a:path>
            </a:pathLst>
          </a:custGeom>
          <a:solidFill>
            <a:srgbClr val="6FC661"/>
          </a:solidFill>
          <a:ln w="3175">
            <a:miter lim="400000"/>
          </a:ln>
        </p:spPr>
        <p:txBody>
          <a:bodyPr lIns="91392" tIns="91392" rIns="91392" bIns="91392"/>
          <a:lstStyle/>
          <a:p>
            <a:pPr algn="l" defTabSz="1828800">
              <a:defRPr>
                <a:latin typeface="Lato Light"/>
                <a:ea typeface="Lato Light"/>
                <a:cs typeface="Lato Light"/>
                <a:sym typeface="Lato Light"/>
              </a:defRPr>
            </a:pPr>
            <a:endParaRPr/>
          </a:p>
        </p:txBody>
      </p:sp>
      <p:sp>
        <p:nvSpPr>
          <p:cNvPr id="351" name="Shape 351"/>
          <p:cNvSpPr/>
          <p:nvPr/>
        </p:nvSpPr>
        <p:spPr>
          <a:xfrm>
            <a:off x="3919365" y="6203217"/>
            <a:ext cx="214627" cy="316043"/>
          </a:xfrm>
          <a:custGeom>
            <a:avLst/>
            <a:gdLst/>
            <a:ahLst/>
            <a:cxnLst>
              <a:cxn ang="0">
                <a:pos x="wd2" y="hd2"/>
              </a:cxn>
              <a:cxn ang="5400000">
                <a:pos x="wd2" y="hd2"/>
              </a:cxn>
              <a:cxn ang="10800000">
                <a:pos x="wd2" y="hd2"/>
              </a:cxn>
              <a:cxn ang="16200000">
                <a:pos x="wd2" y="hd2"/>
              </a:cxn>
            </a:cxnLst>
            <a:rect l="0" t="0" r="r" b="b"/>
            <a:pathLst>
              <a:path w="21600" h="21600" extrusionOk="0">
                <a:moveTo>
                  <a:pt x="19029" y="10103"/>
                </a:moveTo>
                <a:cubicBezTo>
                  <a:pt x="18000" y="11148"/>
                  <a:pt x="15943" y="12890"/>
                  <a:pt x="15943" y="14284"/>
                </a:cubicBezTo>
                <a:cubicBezTo>
                  <a:pt x="16457" y="14632"/>
                  <a:pt x="16971" y="14981"/>
                  <a:pt x="16971" y="15329"/>
                </a:cubicBezTo>
                <a:cubicBezTo>
                  <a:pt x="16971" y="15677"/>
                  <a:pt x="16457" y="16026"/>
                  <a:pt x="16457" y="16374"/>
                </a:cubicBezTo>
                <a:cubicBezTo>
                  <a:pt x="16457" y="16374"/>
                  <a:pt x="16971" y="16723"/>
                  <a:pt x="16971" y="17071"/>
                </a:cubicBezTo>
                <a:cubicBezTo>
                  <a:pt x="16971" y="17768"/>
                  <a:pt x="16457" y="18116"/>
                  <a:pt x="15943" y="18465"/>
                </a:cubicBezTo>
                <a:cubicBezTo>
                  <a:pt x="15943" y="18465"/>
                  <a:pt x="15943" y="18813"/>
                  <a:pt x="15943" y="18813"/>
                </a:cubicBezTo>
                <a:cubicBezTo>
                  <a:pt x="15943" y="19858"/>
                  <a:pt x="14914" y="20206"/>
                  <a:pt x="13886" y="20206"/>
                </a:cubicBezTo>
                <a:cubicBezTo>
                  <a:pt x="13371" y="21252"/>
                  <a:pt x="12343" y="21600"/>
                  <a:pt x="10800" y="21600"/>
                </a:cubicBezTo>
                <a:cubicBezTo>
                  <a:pt x="9771" y="21600"/>
                  <a:pt x="8229" y="21252"/>
                  <a:pt x="7714" y="20206"/>
                </a:cubicBezTo>
                <a:cubicBezTo>
                  <a:pt x="6686" y="20206"/>
                  <a:pt x="5657" y="19858"/>
                  <a:pt x="5657" y="18813"/>
                </a:cubicBezTo>
                <a:cubicBezTo>
                  <a:pt x="5657" y="18813"/>
                  <a:pt x="5657" y="18465"/>
                  <a:pt x="5657" y="18465"/>
                </a:cubicBezTo>
                <a:cubicBezTo>
                  <a:pt x="5143" y="18116"/>
                  <a:pt x="4629" y="17768"/>
                  <a:pt x="4629" y="17071"/>
                </a:cubicBezTo>
                <a:cubicBezTo>
                  <a:pt x="4629" y="16723"/>
                  <a:pt x="5143" y="16374"/>
                  <a:pt x="5143" y="16374"/>
                </a:cubicBezTo>
                <a:cubicBezTo>
                  <a:pt x="5143" y="16026"/>
                  <a:pt x="4629" y="15677"/>
                  <a:pt x="4629" y="15329"/>
                </a:cubicBezTo>
                <a:cubicBezTo>
                  <a:pt x="4629" y="14981"/>
                  <a:pt x="5143" y="14632"/>
                  <a:pt x="5657" y="14284"/>
                </a:cubicBezTo>
                <a:cubicBezTo>
                  <a:pt x="5657" y="12890"/>
                  <a:pt x="3600" y="11148"/>
                  <a:pt x="2571" y="10103"/>
                </a:cubicBezTo>
                <a:cubicBezTo>
                  <a:pt x="1029" y="9058"/>
                  <a:pt x="0" y="8013"/>
                  <a:pt x="0" y="6271"/>
                </a:cubicBezTo>
                <a:cubicBezTo>
                  <a:pt x="0" y="2787"/>
                  <a:pt x="5657" y="0"/>
                  <a:pt x="10800" y="0"/>
                </a:cubicBezTo>
                <a:cubicBezTo>
                  <a:pt x="15943" y="0"/>
                  <a:pt x="21600" y="2787"/>
                  <a:pt x="21600" y="6271"/>
                </a:cubicBezTo>
                <a:cubicBezTo>
                  <a:pt x="21600" y="8013"/>
                  <a:pt x="20571" y="9058"/>
                  <a:pt x="19029" y="10103"/>
                </a:cubicBezTo>
                <a:close/>
                <a:moveTo>
                  <a:pt x="10800" y="2090"/>
                </a:moveTo>
                <a:cubicBezTo>
                  <a:pt x="7200" y="2090"/>
                  <a:pt x="3086" y="3484"/>
                  <a:pt x="3086" y="6271"/>
                </a:cubicBezTo>
                <a:cubicBezTo>
                  <a:pt x="3086" y="7316"/>
                  <a:pt x="3600" y="8361"/>
                  <a:pt x="4114" y="9058"/>
                </a:cubicBezTo>
                <a:cubicBezTo>
                  <a:pt x="4629" y="9406"/>
                  <a:pt x="5143" y="9406"/>
                  <a:pt x="5657" y="9755"/>
                </a:cubicBezTo>
                <a:cubicBezTo>
                  <a:pt x="7200" y="11148"/>
                  <a:pt x="8229" y="12542"/>
                  <a:pt x="8229" y="13935"/>
                </a:cubicBezTo>
                <a:cubicBezTo>
                  <a:pt x="13371" y="13935"/>
                  <a:pt x="13371" y="13935"/>
                  <a:pt x="13371" y="13935"/>
                </a:cubicBezTo>
                <a:cubicBezTo>
                  <a:pt x="13371" y="12542"/>
                  <a:pt x="14400" y="11148"/>
                  <a:pt x="15943" y="9755"/>
                </a:cubicBezTo>
                <a:cubicBezTo>
                  <a:pt x="16457" y="9406"/>
                  <a:pt x="16971" y="9406"/>
                  <a:pt x="17486" y="9058"/>
                </a:cubicBezTo>
                <a:cubicBezTo>
                  <a:pt x="18000" y="8361"/>
                  <a:pt x="18514" y="7316"/>
                  <a:pt x="18514" y="6271"/>
                </a:cubicBezTo>
                <a:cubicBezTo>
                  <a:pt x="18514" y="3484"/>
                  <a:pt x="14400" y="2090"/>
                  <a:pt x="10800" y="2090"/>
                </a:cubicBezTo>
                <a:close/>
                <a:moveTo>
                  <a:pt x="14914" y="6968"/>
                </a:moveTo>
                <a:cubicBezTo>
                  <a:pt x="14400" y="6968"/>
                  <a:pt x="13886" y="6619"/>
                  <a:pt x="13886" y="6271"/>
                </a:cubicBezTo>
                <a:cubicBezTo>
                  <a:pt x="13886" y="5574"/>
                  <a:pt x="11829" y="5226"/>
                  <a:pt x="10800" y="5226"/>
                </a:cubicBezTo>
                <a:cubicBezTo>
                  <a:pt x="10286" y="5226"/>
                  <a:pt x="10286" y="4877"/>
                  <a:pt x="10286" y="4529"/>
                </a:cubicBezTo>
                <a:cubicBezTo>
                  <a:pt x="10286" y="4529"/>
                  <a:pt x="10286" y="4181"/>
                  <a:pt x="10800" y="4181"/>
                </a:cubicBezTo>
                <a:cubicBezTo>
                  <a:pt x="12857" y="4181"/>
                  <a:pt x="15429" y="4877"/>
                  <a:pt x="15429" y="6271"/>
                </a:cubicBezTo>
                <a:cubicBezTo>
                  <a:pt x="15429" y="6619"/>
                  <a:pt x="14914" y="6968"/>
                  <a:pt x="14914" y="6968"/>
                </a:cubicBezTo>
                <a:close/>
              </a:path>
            </a:pathLst>
          </a:custGeom>
          <a:solidFill>
            <a:srgbClr val="6FC661"/>
          </a:solidFill>
          <a:ln w="3175">
            <a:miter lim="400000"/>
          </a:ln>
        </p:spPr>
        <p:txBody>
          <a:bodyPr lIns="91392" tIns="91392" rIns="91392" bIns="91392"/>
          <a:lstStyle/>
          <a:p>
            <a:pPr algn="l" defTabSz="1828800">
              <a:defRPr>
                <a:latin typeface="Lato Light"/>
                <a:ea typeface="Lato Light"/>
                <a:cs typeface="Lato Light"/>
                <a:sym typeface="Lato Light"/>
              </a:defRPr>
            </a:pPr>
            <a:endParaRPr/>
          </a:p>
        </p:txBody>
      </p:sp>
      <p:sp>
        <p:nvSpPr>
          <p:cNvPr id="352" name="Shape 352"/>
          <p:cNvSpPr/>
          <p:nvPr/>
        </p:nvSpPr>
        <p:spPr>
          <a:xfrm>
            <a:off x="3870349" y="8356126"/>
            <a:ext cx="312659" cy="265867"/>
          </a:xfrm>
          <a:custGeom>
            <a:avLst/>
            <a:gdLst/>
            <a:ahLst/>
            <a:cxnLst>
              <a:cxn ang="0">
                <a:pos x="wd2" y="hd2"/>
              </a:cxn>
              <a:cxn ang="5400000">
                <a:pos x="wd2" y="hd2"/>
              </a:cxn>
              <a:cxn ang="10800000">
                <a:pos x="wd2" y="hd2"/>
              </a:cxn>
              <a:cxn ang="16200000">
                <a:pos x="wd2" y="hd2"/>
              </a:cxn>
            </a:cxnLst>
            <a:rect l="0" t="0" r="r" b="b"/>
            <a:pathLst>
              <a:path w="21600" h="21600" extrusionOk="0">
                <a:moveTo>
                  <a:pt x="19059" y="12662"/>
                </a:moveTo>
                <a:cubicBezTo>
                  <a:pt x="11435" y="21228"/>
                  <a:pt x="11435" y="21228"/>
                  <a:pt x="11435" y="21228"/>
                </a:cubicBezTo>
                <a:cubicBezTo>
                  <a:pt x="11435" y="21600"/>
                  <a:pt x="11118" y="21600"/>
                  <a:pt x="10800" y="21600"/>
                </a:cubicBezTo>
                <a:cubicBezTo>
                  <a:pt x="10800" y="21600"/>
                  <a:pt x="10482" y="21600"/>
                  <a:pt x="10482" y="21228"/>
                </a:cubicBezTo>
                <a:cubicBezTo>
                  <a:pt x="2859" y="12662"/>
                  <a:pt x="2859" y="12662"/>
                  <a:pt x="2859" y="12662"/>
                </a:cubicBezTo>
                <a:cubicBezTo>
                  <a:pt x="2859" y="12662"/>
                  <a:pt x="0" y="9683"/>
                  <a:pt x="0" y="6331"/>
                </a:cubicBezTo>
                <a:cubicBezTo>
                  <a:pt x="0" y="2234"/>
                  <a:pt x="2224" y="0"/>
                  <a:pt x="6035" y="0"/>
                </a:cubicBezTo>
                <a:cubicBezTo>
                  <a:pt x="7941" y="0"/>
                  <a:pt x="9847" y="1862"/>
                  <a:pt x="10800" y="2979"/>
                </a:cubicBezTo>
                <a:cubicBezTo>
                  <a:pt x="11753" y="1862"/>
                  <a:pt x="13976" y="0"/>
                  <a:pt x="15882" y="0"/>
                </a:cubicBezTo>
                <a:cubicBezTo>
                  <a:pt x="19694" y="0"/>
                  <a:pt x="21600" y="2234"/>
                  <a:pt x="21600" y="6331"/>
                </a:cubicBezTo>
                <a:cubicBezTo>
                  <a:pt x="21600" y="9683"/>
                  <a:pt x="19059" y="12662"/>
                  <a:pt x="19059" y="12662"/>
                </a:cubicBezTo>
                <a:close/>
                <a:moveTo>
                  <a:pt x="15882" y="1490"/>
                </a:moveTo>
                <a:cubicBezTo>
                  <a:pt x="14294" y="1490"/>
                  <a:pt x="12071" y="4097"/>
                  <a:pt x="11435" y="4841"/>
                </a:cubicBezTo>
                <a:cubicBezTo>
                  <a:pt x="11118" y="5214"/>
                  <a:pt x="10800" y="5214"/>
                  <a:pt x="10482" y="4841"/>
                </a:cubicBezTo>
                <a:cubicBezTo>
                  <a:pt x="9847" y="4097"/>
                  <a:pt x="7624" y="1490"/>
                  <a:pt x="6035" y="1490"/>
                </a:cubicBezTo>
                <a:cubicBezTo>
                  <a:pt x="4129" y="1490"/>
                  <a:pt x="1588" y="2607"/>
                  <a:pt x="1588" y="6331"/>
                </a:cubicBezTo>
                <a:cubicBezTo>
                  <a:pt x="1588" y="8938"/>
                  <a:pt x="3812" y="11545"/>
                  <a:pt x="3812" y="11545"/>
                </a:cubicBezTo>
                <a:cubicBezTo>
                  <a:pt x="10800" y="19366"/>
                  <a:pt x="10800" y="19366"/>
                  <a:pt x="10800" y="19366"/>
                </a:cubicBezTo>
                <a:cubicBezTo>
                  <a:pt x="17788" y="11545"/>
                  <a:pt x="17788" y="11545"/>
                  <a:pt x="17788" y="11545"/>
                </a:cubicBezTo>
                <a:cubicBezTo>
                  <a:pt x="18106" y="11545"/>
                  <a:pt x="20329" y="8938"/>
                  <a:pt x="20329" y="6331"/>
                </a:cubicBezTo>
                <a:cubicBezTo>
                  <a:pt x="20329" y="2607"/>
                  <a:pt x="17788" y="1490"/>
                  <a:pt x="15882" y="1490"/>
                </a:cubicBezTo>
                <a:close/>
              </a:path>
            </a:pathLst>
          </a:custGeom>
          <a:solidFill>
            <a:srgbClr val="6FC661"/>
          </a:solidFill>
          <a:ln w="3175">
            <a:miter lim="400000"/>
          </a:ln>
        </p:spPr>
        <p:txBody>
          <a:bodyPr lIns="91392" tIns="91392" rIns="91392" bIns="91392"/>
          <a:lstStyle/>
          <a:p>
            <a:pPr algn="l" defTabSz="1828800">
              <a:defRPr>
                <a:latin typeface="Lato Light"/>
                <a:ea typeface="Lato Light"/>
                <a:cs typeface="Lato Light"/>
                <a:sym typeface="Lato Light"/>
              </a:defRPr>
            </a:pPr>
            <a:endParaRPr/>
          </a:p>
        </p:txBody>
      </p:sp>
      <p:sp>
        <p:nvSpPr>
          <p:cNvPr id="353" name="Shape 353"/>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4E8F43"/>
                </a:solidFill>
                <a:latin typeface="Montserrat"/>
                <a:ea typeface="Montserrat"/>
                <a:cs typeface="Montserrat"/>
                <a:sym typeface="Montserrat"/>
              </a:defRPr>
            </a:lvl1pPr>
          </a:lstStyle>
          <a:p>
            <a:r>
              <a:t>w w w . t u w e b a q u í . c o m</a:t>
            </a:r>
          </a:p>
        </p:txBody>
      </p:sp>
      <p:grpSp>
        <p:nvGrpSpPr>
          <p:cNvPr id="365" name="Group 365"/>
          <p:cNvGrpSpPr/>
          <p:nvPr/>
        </p:nvGrpSpPr>
        <p:grpSpPr>
          <a:xfrm rot="10800000" flipH="1">
            <a:off x="454013" y="6358363"/>
            <a:ext cx="2698891" cy="2629201"/>
            <a:chOff x="0" y="0"/>
            <a:chExt cx="2698890" cy="2629199"/>
          </a:xfrm>
        </p:grpSpPr>
        <p:sp>
          <p:nvSpPr>
            <p:cNvPr id="354" name="Shape 354"/>
            <p:cNvSpPr/>
            <p:nvPr/>
          </p:nvSpPr>
          <p:spPr>
            <a:xfrm>
              <a:off x="1356453" y="0"/>
              <a:ext cx="536348" cy="802037"/>
            </a:xfrm>
            <a:custGeom>
              <a:avLst/>
              <a:gdLst/>
              <a:ahLst/>
              <a:cxnLst>
                <a:cxn ang="0">
                  <a:pos x="wd2" y="hd2"/>
                </a:cxn>
                <a:cxn ang="5400000">
                  <a:pos x="wd2" y="hd2"/>
                </a:cxn>
                <a:cxn ang="10800000">
                  <a:pos x="wd2" y="hd2"/>
                </a:cxn>
                <a:cxn ang="16200000">
                  <a:pos x="wd2" y="hd2"/>
                </a:cxn>
              </a:cxnLst>
              <a:rect l="0" t="0" r="r" b="b"/>
              <a:pathLst>
                <a:path w="21224" h="21600" extrusionOk="0">
                  <a:moveTo>
                    <a:pt x="15324" y="3079"/>
                  </a:moveTo>
                  <a:cubicBezTo>
                    <a:pt x="13573" y="1390"/>
                    <a:pt x="11384" y="50"/>
                    <a:pt x="8757" y="0"/>
                  </a:cubicBezTo>
                  <a:cubicBezTo>
                    <a:pt x="8757" y="0"/>
                    <a:pt x="8757" y="0"/>
                    <a:pt x="8757" y="0"/>
                  </a:cubicBezTo>
                  <a:cubicBezTo>
                    <a:pt x="8538" y="0"/>
                    <a:pt x="8392" y="0"/>
                    <a:pt x="8173" y="0"/>
                  </a:cubicBezTo>
                  <a:cubicBezTo>
                    <a:pt x="8173" y="0"/>
                    <a:pt x="8173" y="0"/>
                    <a:pt x="8173" y="0"/>
                  </a:cubicBezTo>
                  <a:cubicBezTo>
                    <a:pt x="8027" y="0"/>
                    <a:pt x="8027" y="0"/>
                    <a:pt x="8027" y="0"/>
                  </a:cubicBezTo>
                  <a:cubicBezTo>
                    <a:pt x="8027" y="50"/>
                    <a:pt x="8027" y="50"/>
                    <a:pt x="8027" y="50"/>
                  </a:cubicBezTo>
                  <a:cubicBezTo>
                    <a:pt x="6714" y="50"/>
                    <a:pt x="5473" y="447"/>
                    <a:pt x="4670" y="1043"/>
                  </a:cubicBezTo>
                  <a:cubicBezTo>
                    <a:pt x="3795" y="1589"/>
                    <a:pt x="3211" y="2334"/>
                    <a:pt x="2773" y="3079"/>
                  </a:cubicBezTo>
                  <a:cubicBezTo>
                    <a:pt x="4962" y="10179"/>
                    <a:pt x="3868" y="15840"/>
                    <a:pt x="0" y="21600"/>
                  </a:cubicBezTo>
                  <a:cubicBezTo>
                    <a:pt x="8611" y="21600"/>
                    <a:pt x="8611" y="21600"/>
                    <a:pt x="8611" y="21600"/>
                  </a:cubicBezTo>
                  <a:cubicBezTo>
                    <a:pt x="8611" y="21153"/>
                    <a:pt x="8611" y="21153"/>
                    <a:pt x="8611" y="21153"/>
                  </a:cubicBezTo>
                  <a:cubicBezTo>
                    <a:pt x="8611" y="21004"/>
                    <a:pt x="8465" y="20954"/>
                    <a:pt x="8027" y="20557"/>
                  </a:cubicBezTo>
                  <a:cubicBezTo>
                    <a:pt x="7662" y="20210"/>
                    <a:pt x="7151" y="19663"/>
                    <a:pt x="7151" y="19018"/>
                  </a:cubicBezTo>
                  <a:cubicBezTo>
                    <a:pt x="7151" y="18422"/>
                    <a:pt x="7297" y="17826"/>
                    <a:pt x="7954" y="17330"/>
                  </a:cubicBezTo>
                  <a:cubicBezTo>
                    <a:pt x="8538" y="16833"/>
                    <a:pt x="9559" y="16486"/>
                    <a:pt x="10800" y="16486"/>
                  </a:cubicBezTo>
                  <a:cubicBezTo>
                    <a:pt x="12041" y="16436"/>
                    <a:pt x="13135" y="16833"/>
                    <a:pt x="13719" y="17280"/>
                  </a:cubicBezTo>
                  <a:cubicBezTo>
                    <a:pt x="14376" y="17826"/>
                    <a:pt x="14522" y="18422"/>
                    <a:pt x="14522" y="19018"/>
                  </a:cubicBezTo>
                  <a:cubicBezTo>
                    <a:pt x="14522" y="19663"/>
                    <a:pt x="14084" y="20160"/>
                    <a:pt x="13719" y="20508"/>
                  </a:cubicBezTo>
                  <a:cubicBezTo>
                    <a:pt x="13281" y="20905"/>
                    <a:pt x="13208" y="20954"/>
                    <a:pt x="13208" y="21004"/>
                  </a:cubicBezTo>
                  <a:cubicBezTo>
                    <a:pt x="13208" y="21600"/>
                    <a:pt x="13208" y="21600"/>
                    <a:pt x="13208" y="21600"/>
                  </a:cubicBezTo>
                  <a:cubicBezTo>
                    <a:pt x="20797" y="21600"/>
                    <a:pt x="20797" y="21600"/>
                    <a:pt x="20797" y="21600"/>
                  </a:cubicBezTo>
                  <a:cubicBezTo>
                    <a:pt x="21600" y="17479"/>
                    <a:pt x="21235" y="13556"/>
                    <a:pt x="19995" y="10279"/>
                  </a:cubicBezTo>
                  <a:cubicBezTo>
                    <a:pt x="18900" y="7349"/>
                    <a:pt x="17222" y="4866"/>
                    <a:pt x="15324" y="3079"/>
                  </a:cubicBezTo>
                  <a:close/>
                </a:path>
              </a:pathLst>
            </a:custGeom>
            <a:solidFill>
              <a:srgbClr val="5EA851"/>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55" name="Shape 355"/>
            <p:cNvSpPr/>
            <p:nvPr/>
          </p:nvSpPr>
          <p:spPr>
            <a:xfrm>
              <a:off x="770889" y="648636"/>
              <a:ext cx="1232644" cy="859659"/>
            </a:xfrm>
            <a:custGeom>
              <a:avLst/>
              <a:gdLst/>
              <a:ahLst/>
              <a:cxnLst>
                <a:cxn ang="0">
                  <a:pos x="wd2" y="hd2"/>
                </a:cxn>
                <a:cxn ang="5400000">
                  <a:pos x="wd2" y="hd2"/>
                </a:cxn>
                <a:cxn ang="10800000">
                  <a:pos x="wd2" y="hd2"/>
                </a:cxn>
                <a:cxn ang="16200000">
                  <a:pos x="wd2" y="hd2"/>
                </a:cxn>
              </a:cxnLst>
              <a:rect l="0" t="0" r="r" b="b"/>
              <a:pathLst>
                <a:path w="21600" h="21600" extrusionOk="0">
                  <a:moveTo>
                    <a:pt x="21309" y="14184"/>
                  </a:moveTo>
                  <a:cubicBezTo>
                    <a:pt x="21116" y="13998"/>
                    <a:pt x="20890" y="13906"/>
                    <a:pt x="20599" y="13906"/>
                  </a:cubicBezTo>
                  <a:cubicBezTo>
                    <a:pt x="20373" y="13906"/>
                    <a:pt x="20179" y="14045"/>
                    <a:pt x="19986" y="14276"/>
                  </a:cubicBezTo>
                  <a:cubicBezTo>
                    <a:pt x="19824" y="14462"/>
                    <a:pt x="19598" y="14786"/>
                    <a:pt x="19275" y="14833"/>
                  </a:cubicBezTo>
                  <a:cubicBezTo>
                    <a:pt x="19275" y="14833"/>
                    <a:pt x="19275" y="14833"/>
                    <a:pt x="19243" y="14833"/>
                  </a:cubicBezTo>
                  <a:cubicBezTo>
                    <a:pt x="18113" y="14833"/>
                    <a:pt x="18113" y="14833"/>
                    <a:pt x="18113" y="14833"/>
                  </a:cubicBezTo>
                  <a:cubicBezTo>
                    <a:pt x="18113" y="10985"/>
                    <a:pt x="18113" y="10985"/>
                    <a:pt x="18113" y="10985"/>
                  </a:cubicBezTo>
                  <a:cubicBezTo>
                    <a:pt x="18113" y="10846"/>
                    <a:pt x="18145" y="10707"/>
                    <a:pt x="18210" y="10615"/>
                  </a:cubicBezTo>
                  <a:cubicBezTo>
                    <a:pt x="18726" y="8714"/>
                    <a:pt x="19114" y="6814"/>
                    <a:pt x="19340" y="4960"/>
                  </a:cubicBezTo>
                  <a:cubicBezTo>
                    <a:pt x="15465" y="4960"/>
                    <a:pt x="15465" y="4960"/>
                    <a:pt x="15465" y="4960"/>
                  </a:cubicBezTo>
                  <a:cubicBezTo>
                    <a:pt x="15465" y="3291"/>
                    <a:pt x="15465" y="3291"/>
                    <a:pt x="15465" y="3291"/>
                  </a:cubicBezTo>
                  <a:cubicBezTo>
                    <a:pt x="15465" y="2827"/>
                    <a:pt x="15659" y="2549"/>
                    <a:pt x="15821" y="2271"/>
                  </a:cubicBezTo>
                  <a:cubicBezTo>
                    <a:pt x="15950" y="1993"/>
                    <a:pt x="16047" y="1761"/>
                    <a:pt x="16047" y="1437"/>
                  </a:cubicBezTo>
                  <a:cubicBezTo>
                    <a:pt x="16047" y="1066"/>
                    <a:pt x="15982" y="649"/>
                    <a:pt x="15821" y="417"/>
                  </a:cubicBezTo>
                  <a:cubicBezTo>
                    <a:pt x="15691" y="139"/>
                    <a:pt x="15465" y="0"/>
                    <a:pt x="15046" y="0"/>
                  </a:cubicBezTo>
                  <a:cubicBezTo>
                    <a:pt x="14626" y="0"/>
                    <a:pt x="14432" y="185"/>
                    <a:pt x="14271" y="417"/>
                  </a:cubicBezTo>
                  <a:cubicBezTo>
                    <a:pt x="14142" y="695"/>
                    <a:pt x="14077" y="1020"/>
                    <a:pt x="14077" y="1437"/>
                  </a:cubicBezTo>
                  <a:cubicBezTo>
                    <a:pt x="14077" y="1761"/>
                    <a:pt x="14174" y="1993"/>
                    <a:pt x="14335" y="2271"/>
                  </a:cubicBezTo>
                  <a:cubicBezTo>
                    <a:pt x="14497" y="2549"/>
                    <a:pt x="14691" y="2827"/>
                    <a:pt x="14723" y="3337"/>
                  </a:cubicBezTo>
                  <a:cubicBezTo>
                    <a:pt x="14723" y="3337"/>
                    <a:pt x="14723" y="3337"/>
                    <a:pt x="14723" y="3337"/>
                  </a:cubicBezTo>
                  <a:cubicBezTo>
                    <a:pt x="14723" y="4960"/>
                    <a:pt x="14723" y="4960"/>
                    <a:pt x="14723" y="4960"/>
                  </a:cubicBezTo>
                  <a:cubicBezTo>
                    <a:pt x="9912" y="4960"/>
                    <a:pt x="9912" y="4960"/>
                    <a:pt x="9912" y="4960"/>
                  </a:cubicBezTo>
                  <a:cubicBezTo>
                    <a:pt x="9040" y="7416"/>
                    <a:pt x="7943" y="9919"/>
                    <a:pt x="6619" y="12608"/>
                  </a:cubicBezTo>
                  <a:cubicBezTo>
                    <a:pt x="3874" y="14972"/>
                    <a:pt x="3100" y="15760"/>
                    <a:pt x="0" y="16270"/>
                  </a:cubicBezTo>
                  <a:cubicBezTo>
                    <a:pt x="0" y="21600"/>
                    <a:pt x="0" y="21600"/>
                    <a:pt x="0" y="21600"/>
                  </a:cubicBezTo>
                  <a:cubicBezTo>
                    <a:pt x="3196" y="21600"/>
                    <a:pt x="3196" y="21600"/>
                    <a:pt x="3196" y="21600"/>
                  </a:cubicBezTo>
                  <a:cubicBezTo>
                    <a:pt x="3196" y="20997"/>
                    <a:pt x="3196" y="20997"/>
                    <a:pt x="3196" y="20997"/>
                  </a:cubicBezTo>
                  <a:cubicBezTo>
                    <a:pt x="3196" y="20905"/>
                    <a:pt x="3132" y="20858"/>
                    <a:pt x="2938" y="20488"/>
                  </a:cubicBezTo>
                  <a:cubicBezTo>
                    <a:pt x="2744" y="20163"/>
                    <a:pt x="2518" y="19653"/>
                    <a:pt x="2518" y="19051"/>
                  </a:cubicBezTo>
                  <a:cubicBezTo>
                    <a:pt x="2518" y="18494"/>
                    <a:pt x="2615" y="17938"/>
                    <a:pt x="2874" y="17428"/>
                  </a:cubicBezTo>
                  <a:cubicBezTo>
                    <a:pt x="3132" y="17011"/>
                    <a:pt x="3616" y="16687"/>
                    <a:pt x="4165" y="16687"/>
                  </a:cubicBezTo>
                  <a:cubicBezTo>
                    <a:pt x="4714" y="16640"/>
                    <a:pt x="5198" y="17011"/>
                    <a:pt x="5457" y="17428"/>
                  </a:cubicBezTo>
                  <a:cubicBezTo>
                    <a:pt x="5715" y="17938"/>
                    <a:pt x="5779" y="18494"/>
                    <a:pt x="5779" y="19051"/>
                  </a:cubicBezTo>
                  <a:cubicBezTo>
                    <a:pt x="5779" y="19653"/>
                    <a:pt x="5586" y="20117"/>
                    <a:pt x="5424" y="20441"/>
                  </a:cubicBezTo>
                  <a:cubicBezTo>
                    <a:pt x="5263" y="20812"/>
                    <a:pt x="5230" y="20858"/>
                    <a:pt x="5230" y="20905"/>
                  </a:cubicBezTo>
                  <a:cubicBezTo>
                    <a:pt x="5230" y="21600"/>
                    <a:pt x="5230" y="21600"/>
                    <a:pt x="5230" y="21600"/>
                  </a:cubicBezTo>
                  <a:cubicBezTo>
                    <a:pt x="12624" y="21600"/>
                    <a:pt x="12624" y="21600"/>
                    <a:pt x="12624" y="21600"/>
                  </a:cubicBezTo>
                  <a:cubicBezTo>
                    <a:pt x="12624" y="20997"/>
                    <a:pt x="12624" y="20997"/>
                    <a:pt x="12624" y="20997"/>
                  </a:cubicBezTo>
                  <a:cubicBezTo>
                    <a:pt x="12624" y="20905"/>
                    <a:pt x="12592" y="20858"/>
                    <a:pt x="12366" y="20488"/>
                  </a:cubicBezTo>
                  <a:cubicBezTo>
                    <a:pt x="12204" y="20163"/>
                    <a:pt x="11978" y="19653"/>
                    <a:pt x="11978" y="19051"/>
                  </a:cubicBezTo>
                  <a:cubicBezTo>
                    <a:pt x="11978" y="18494"/>
                    <a:pt x="12043" y="17938"/>
                    <a:pt x="12334" y="17428"/>
                  </a:cubicBezTo>
                  <a:cubicBezTo>
                    <a:pt x="12592" y="17011"/>
                    <a:pt x="13044" y="16687"/>
                    <a:pt x="13593" y="16687"/>
                  </a:cubicBezTo>
                  <a:cubicBezTo>
                    <a:pt x="14142" y="16640"/>
                    <a:pt x="14658" y="17011"/>
                    <a:pt x="14884" y="17428"/>
                  </a:cubicBezTo>
                  <a:cubicBezTo>
                    <a:pt x="15175" y="17938"/>
                    <a:pt x="15239" y="18494"/>
                    <a:pt x="15239" y="19051"/>
                  </a:cubicBezTo>
                  <a:cubicBezTo>
                    <a:pt x="15239" y="19653"/>
                    <a:pt x="15046" y="20117"/>
                    <a:pt x="14884" y="20441"/>
                  </a:cubicBezTo>
                  <a:cubicBezTo>
                    <a:pt x="14691" y="20812"/>
                    <a:pt x="14658" y="20858"/>
                    <a:pt x="14658" y="20905"/>
                  </a:cubicBezTo>
                  <a:cubicBezTo>
                    <a:pt x="14658" y="21600"/>
                    <a:pt x="14658" y="21600"/>
                    <a:pt x="14658" y="21600"/>
                  </a:cubicBezTo>
                  <a:cubicBezTo>
                    <a:pt x="18113" y="21600"/>
                    <a:pt x="18113" y="21600"/>
                    <a:pt x="18113" y="21600"/>
                  </a:cubicBezTo>
                  <a:cubicBezTo>
                    <a:pt x="18113" y="15899"/>
                    <a:pt x="18113" y="15899"/>
                    <a:pt x="18113" y="15899"/>
                  </a:cubicBezTo>
                  <a:cubicBezTo>
                    <a:pt x="19308" y="15899"/>
                    <a:pt x="19308" y="15899"/>
                    <a:pt x="19308" y="15899"/>
                  </a:cubicBezTo>
                  <a:cubicBezTo>
                    <a:pt x="19630" y="15899"/>
                    <a:pt x="19824" y="16177"/>
                    <a:pt x="20018" y="16362"/>
                  </a:cubicBezTo>
                  <a:cubicBezTo>
                    <a:pt x="20179" y="16594"/>
                    <a:pt x="20373" y="16733"/>
                    <a:pt x="20599" y="16733"/>
                  </a:cubicBezTo>
                  <a:cubicBezTo>
                    <a:pt x="20857" y="16733"/>
                    <a:pt x="21116" y="16640"/>
                    <a:pt x="21309" y="16409"/>
                  </a:cubicBezTo>
                  <a:cubicBezTo>
                    <a:pt x="21471" y="16223"/>
                    <a:pt x="21600" y="15899"/>
                    <a:pt x="21600" y="15296"/>
                  </a:cubicBezTo>
                  <a:cubicBezTo>
                    <a:pt x="21600" y="14694"/>
                    <a:pt x="21471" y="14369"/>
                    <a:pt x="21309" y="14184"/>
                  </a:cubicBezTo>
                  <a:close/>
                </a:path>
              </a:pathLst>
            </a:custGeom>
            <a:solidFill>
              <a:srgbClr val="5EA851"/>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56" name="Shape 356"/>
            <p:cNvSpPr/>
            <p:nvPr/>
          </p:nvSpPr>
          <p:spPr>
            <a:xfrm>
              <a:off x="239" y="988139"/>
              <a:ext cx="726266" cy="415035"/>
            </a:xfrm>
            <a:custGeom>
              <a:avLst/>
              <a:gdLst/>
              <a:ahLst/>
              <a:cxnLst>
                <a:cxn ang="0">
                  <a:pos x="wd2" y="hd2"/>
                </a:cxn>
                <a:cxn ang="5400000">
                  <a:pos x="wd2" y="hd2"/>
                </a:cxn>
                <a:cxn ang="10800000">
                  <a:pos x="wd2" y="hd2"/>
                </a:cxn>
                <a:cxn ang="16200000">
                  <a:pos x="wd2" y="hd2"/>
                </a:cxn>
              </a:cxnLst>
              <a:rect l="0" t="0" r="r" b="b"/>
              <a:pathLst>
                <a:path w="21547" h="21600" extrusionOk="0">
                  <a:moveTo>
                    <a:pt x="19742" y="768"/>
                  </a:moveTo>
                  <a:cubicBezTo>
                    <a:pt x="19250" y="288"/>
                    <a:pt x="18649" y="0"/>
                    <a:pt x="18102" y="0"/>
                  </a:cubicBezTo>
                  <a:cubicBezTo>
                    <a:pt x="3392" y="480"/>
                    <a:pt x="3392" y="480"/>
                    <a:pt x="3392" y="480"/>
                  </a:cubicBezTo>
                  <a:cubicBezTo>
                    <a:pt x="1533" y="480"/>
                    <a:pt x="-53" y="3552"/>
                    <a:pt x="2" y="6720"/>
                  </a:cubicBezTo>
                  <a:cubicBezTo>
                    <a:pt x="2" y="21600"/>
                    <a:pt x="2" y="21600"/>
                    <a:pt x="2" y="21600"/>
                  </a:cubicBezTo>
                  <a:cubicBezTo>
                    <a:pt x="9134" y="21600"/>
                    <a:pt x="9134" y="21600"/>
                    <a:pt x="9134" y="21600"/>
                  </a:cubicBezTo>
                  <a:cubicBezTo>
                    <a:pt x="9134" y="20832"/>
                    <a:pt x="9134" y="20832"/>
                    <a:pt x="9134" y="20832"/>
                  </a:cubicBezTo>
                  <a:cubicBezTo>
                    <a:pt x="9134" y="20640"/>
                    <a:pt x="9024" y="20544"/>
                    <a:pt x="8696" y="19776"/>
                  </a:cubicBezTo>
                  <a:cubicBezTo>
                    <a:pt x="8423" y="19104"/>
                    <a:pt x="8040" y="18048"/>
                    <a:pt x="8040" y="16800"/>
                  </a:cubicBezTo>
                  <a:cubicBezTo>
                    <a:pt x="8040" y="15648"/>
                    <a:pt x="8150" y="14496"/>
                    <a:pt x="8642" y="13440"/>
                  </a:cubicBezTo>
                  <a:cubicBezTo>
                    <a:pt x="9024" y="12576"/>
                    <a:pt x="9845" y="11904"/>
                    <a:pt x="10774" y="11904"/>
                  </a:cubicBezTo>
                  <a:cubicBezTo>
                    <a:pt x="11704" y="11808"/>
                    <a:pt x="12524" y="12576"/>
                    <a:pt x="12962" y="13440"/>
                  </a:cubicBezTo>
                  <a:cubicBezTo>
                    <a:pt x="13399" y="14496"/>
                    <a:pt x="13563" y="15648"/>
                    <a:pt x="13563" y="16800"/>
                  </a:cubicBezTo>
                  <a:cubicBezTo>
                    <a:pt x="13563" y="18048"/>
                    <a:pt x="13180" y="19008"/>
                    <a:pt x="12962" y="19680"/>
                  </a:cubicBezTo>
                  <a:cubicBezTo>
                    <a:pt x="12634" y="20448"/>
                    <a:pt x="12579" y="20544"/>
                    <a:pt x="12579" y="20640"/>
                  </a:cubicBezTo>
                  <a:cubicBezTo>
                    <a:pt x="12579" y="21600"/>
                    <a:pt x="12579" y="21600"/>
                    <a:pt x="12579" y="21600"/>
                  </a:cubicBezTo>
                  <a:cubicBezTo>
                    <a:pt x="21547" y="21600"/>
                    <a:pt x="21547" y="21600"/>
                    <a:pt x="21547" y="21600"/>
                  </a:cubicBezTo>
                  <a:cubicBezTo>
                    <a:pt x="21547" y="5664"/>
                    <a:pt x="21547" y="5664"/>
                    <a:pt x="21547" y="5664"/>
                  </a:cubicBezTo>
                  <a:cubicBezTo>
                    <a:pt x="21492" y="3648"/>
                    <a:pt x="20781" y="1728"/>
                    <a:pt x="19742" y="768"/>
                  </a:cubicBezTo>
                  <a:close/>
                </a:path>
              </a:pathLst>
            </a:custGeom>
            <a:solidFill>
              <a:srgbClr val="4E8F43"/>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57" name="Shape 357"/>
            <p:cNvSpPr/>
            <p:nvPr/>
          </p:nvSpPr>
          <p:spPr>
            <a:xfrm>
              <a:off x="0" y="1252894"/>
              <a:ext cx="921949" cy="686788"/>
            </a:xfrm>
            <a:custGeom>
              <a:avLst/>
              <a:gdLst/>
              <a:ahLst/>
              <a:cxnLst>
                <a:cxn ang="0">
                  <a:pos x="wd2" y="hd2"/>
                </a:cxn>
                <a:cxn ang="5400000">
                  <a:pos x="wd2" y="hd2"/>
                </a:cxn>
                <a:cxn ang="10800000">
                  <a:pos x="wd2" y="hd2"/>
                </a:cxn>
                <a:cxn ang="16200000">
                  <a:pos x="wd2" y="hd2"/>
                </a:cxn>
              </a:cxnLst>
              <a:rect l="0" t="0" r="r" b="b"/>
              <a:pathLst>
                <a:path w="21563" h="21551" extrusionOk="0">
                  <a:moveTo>
                    <a:pt x="21169" y="12401"/>
                  </a:moveTo>
                  <a:cubicBezTo>
                    <a:pt x="20910" y="12170"/>
                    <a:pt x="20608" y="12054"/>
                    <a:pt x="20220" y="12054"/>
                  </a:cubicBezTo>
                  <a:cubicBezTo>
                    <a:pt x="19919" y="12054"/>
                    <a:pt x="19703" y="12228"/>
                    <a:pt x="19444" y="12517"/>
                  </a:cubicBezTo>
                  <a:cubicBezTo>
                    <a:pt x="19186" y="12749"/>
                    <a:pt x="18927" y="13154"/>
                    <a:pt x="18453" y="13212"/>
                  </a:cubicBezTo>
                  <a:cubicBezTo>
                    <a:pt x="18453" y="13212"/>
                    <a:pt x="18453" y="13212"/>
                    <a:pt x="18453" y="13212"/>
                  </a:cubicBezTo>
                  <a:cubicBezTo>
                    <a:pt x="16987" y="13212"/>
                    <a:pt x="16987" y="13212"/>
                    <a:pt x="16987" y="13212"/>
                  </a:cubicBezTo>
                  <a:cubicBezTo>
                    <a:pt x="16987" y="6089"/>
                    <a:pt x="16987" y="6089"/>
                    <a:pt x="16987" y="6089"/>
                  </a:cubicBezTo>
                  <a:cubicBezTo>
                    <a:pt x="9054" y="6089"/>
                    <a:pt x="9054" y="6089"/>
                    <a:pt x="9054" y="6089"/>
                  </a:cubicBezTo>
                  <a:cubicBezTo>
                    <a:pt x="9054" y="4120"/>
                    <a:pt x="9054" y="4120"/>
                    <a:pt x="9054" y="4120"/>
                  </a:cubicBezTo>
                  <a:cubicBezTo>
                    <a:pt x="9054" y="3541"/>
                    <a:pt x="9313" y="3194"/>
                    <a:pt x="9485" y="2846"/>
                  </a:cubicBezTo>
                  <a:cubicBezTo>
                    <a:pt x="9701" y="2499"/>
                    <a:pt x="9830" y="2209"/>
                    <a:pt x="9830" y="1804"/>
                  </a:cubicBezTo>
                  <a:cubicBezTo>
                    <a:pt x="9830" y="1341"/>
                    <a:pt x="9744" y="820"/>
                    <a:pt x="9528" y="530"/>
                  </a:cubicBezTo>
                  <a:cubicBezTo>
                    <a:pt x="9356" y="183"/>
                    <a:pt x="9054" y="-49"/>
                    <a:pt x="8493" y="9"/>
                  </a:cubicBezTo>
                  <a:cubicBezTo>
                    <a:pt x="7933" y="9"/>
                    <a:pt x="7631" y="241"/>
                    <a:pt x="7459" y="530"/>
                  </a:cubicBezTo>
                  <a:cubicBezTo>
                    <a:pt x="7286" y="878"/>
                    <a:pt x="7200" y="1283"/>
                    <a:pt x="7200" y="1804"/>
                  </a:cubicBezTo>
                  <a:cubicBezTo>
                    <a:pt x="7200" y="2209"/>
                    <a:pt x="7329" y="2499"/>
                    <a:pt x="7545" y="2846"/>
                  </a:cubicBezTo>
                  <a:cubicBezTo>
                    <a:pt x="7717" y="3194"/>
                    <a:pt x="8019" y="3541"/>
                    <a:pt x="8062" y="4178"/>
                  </a:cubicBezTo>
                  <a:cubicBezTo>
                    <a:pt x="8062" y="4178"/>
                    <a:pt x="8062" y="4178"/>
                    <a:pt x="8062" y="4178"/>
                  </a:cubicBezTo>
                  <a:cubicBezTo>
                    <a:pt x="8062" y="6089"/>
                    <a:pt x="8062" y="6089"/>
                    <a:pt x="8062" y="6089"/>
                  </a:cubicBezTo>
                  <a:cubicBezTo>
                    <a:pt x="0" y="6089"/>
                    <a:pt x="0" y="6089"/>
                    <a:pt x="0" y="6089"/>
                  </a:cubicBezTo>
                  <a:cubicBezTo>
                    <a:pt x="0" y="21493"/>
                    <a:pt x="0" y="21493"/>
                    <a:pt x="0" y="21493"/>
                  </a:cubicBezTo>
                  <a:cubicBezTo>
                    <a:pt x="7200" y="21493"/>
                    <a:pt x="7200" y="21493"/>
                    <a:pt x="7200" y="21493"/>
                  </a:cubicBezTo>
                  <a:cubicBezTo>
                    <a:pt x="7200" y="20451"/>
                    <a:pt x="7200" y="20451"/>
                    <a:pt x="7200" y="20451"/>
                  </a:cubicBezTo>
                  <a:cubicBezTo>
                    <a:pt x="7200" y="20335"/>
                    <a:pt x="7114" y="20277"/>
                    <a:pt x="6855" y="19814"/>
                  </a:cubicBezTo>
                  <a:cubicBezTo>
                    <a:pt x="6640" y="19408"/>
                    <a:pt x="6338" y="18771"/>
                    <a:pt x="6338" y="18019"/>
                  </a:cubicBezTo>
                  <a:cubicBezTo>
                    <a:pt x="6338" y="17324"/>
                    <a:pt x="6424" y="16629"/>
                    <a:pt x="6812" y="15992"/>
                  </a:cubicBezTo>
                  <a:cubicBezTo>
                    <a:pt x="7114" y="15471"/>
                    <a:pt x="7760" y="15065"/>
                    <a:pt x="8493" y="15065"/>
                  </a:cubicBezTo>
                  <a:cubicBezTo>
                    <a:pt x="9226" y="15007"/>
                    <a:pt x="9873" y="15471"/>
                    <a:pt x="10218" y="15992"/>
                  </a:cubicBezTo>
                  <a:cubicBezTo>
                    <a:pt x="10563" y="16629"/>
                    <a:pt x="10692" y="17324"/>
                    <a:pt x="10692" y="18019"/>
                  </a:cubicBezTo>
                  <a:cubicBezTo>
                    <a:pt x="10692" y="18771"/>
                    <a:pt x="10390" y="19350"/>
                    <a:pt x="10218" y="19756"/>
                  </a:cubicBezTo>
                  <a:cubicBezTo>
                    <a:pt x="9959" y="20219"/>
                    <a:pt x="9916" y="20277"/>
                    <a:pt x="9916" y="20335"/>
                  </a:cubicBezTo>
                  <a:cubicBezTo>
                    <a:pt x="9916" y="21493"/>
                    <a:pt x="9916" y="21493"/>
                    <a:pt x="9916" y="21493"/>
                  </a:cubicBezTo>
                  <a:cubicBezTo>
                    <a:pt x="16814" y="21493"/>
                    <a:pt x="16814" y="21493"/>
                    <a:pt x="16814" y="21493"/>
                  </a:cubicBezTo>
                  <a:cubicBezTo>
                    <a:pt x="16901" y="21493"/>
                    <a:pt x="16944" y="21493"/>
                    <a:pt x="16987" y="21551"/>
                  </a:cubicBezTo>
                  <a:cubicBezTo>
                    <a:pt x="16987" y="14544"/>
                    <a:pt x="16987" y="14544"/>
                    <a:pt x="16987" y="14544"/>
                  </a:cubicBezTo>
                  <a:cubicBezTo>
                    <a:pt x="18496" y="14544"/>
                    <a:pt x="18496" y="14544"/>
                    <a:pt x="18496" y="14544"/>
                  </a:cubicBezTo>
                  <a:cubicBezTo>
                    <a:pt x="18927" y="14544"/>
                    <a:pt x="19186" y="14891"/>
                    <a:pt x="19444" y="15123"/>
                  </a:cubicBezTo>
                  <a:cubicBezTo>
                    <a:pt x="19703" y="15413"/>
                    <a:pt x="19919" y="15586"/>
                    <a:pt x="20220" y="15586"/>
                  </a:cubicBezTo>
                  <a:cubicBezTo>
                    <a:pt x="20565" y="15586"/>
                    <a:pt x="20953" y="15471"/>
                    <a:pt x="21169" y="15181"/>
                  </a:cubicBezTo>
                  <a:cubicBezTo>
                    <a:pt x="21428" y="14949"/>
                    <a:pt x="21600" y="14544"/>
                    <a:pt x="21557" y="13791"/>
                  </a:cubicBezTo>
                  <a:cubicBezTo>
                    <a:pt x="21557" y="13038"/>
                    <a:pt x="21384" y="12691"/>
                    <a:pt x="21169" y="12401"/>
                  </a:cubicBezTo>
                  <a:close/>
                </a:path>
              </a:pathLst>
            </a:custGeom>
            <a:solidFill>
              <a:srgbClr val="4E8F43"/>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58" name="Shape 358"/>
            <p:cNvSpPr/>
            <p:nvPr/>
          </p:nvSpPr>
          <p:spPr>
            <a:xfrm>
              <a:off x="1847018" y="1074572"/>
              <a:ext cx="850053" cy="365200"/>
            </a:xfrm>
            <a:custGeom>
              <a:avLst/>
              <a:gdLst/>
              <a:ahLst/>
              <a:cxnLst>
                <a:cxn ang="0">
                  <a:pos x="wd2" y="hd2"/>
                </a:cxn>
                <a:cxn ang="5400000">
                  <a:pos x="wd2" y="hd2"/>
                </a:cxn>
                <a:cxn ang="10800000">
                  <a:pos x="wd2" y="hd2"/>
                </a:cxn>
                <a:cxn ang="16200000">
                  <a:pos x="wd2" y="hd2"/>
                </a:cxn>
              </a:cxnLst>
              <a:rect l="0" t="0" r="r" b="b"/>
              <a:pathLst>
                <a:path w="21515" h="21600" extrusionOk="0">
                  <a:moveTo>
                    <a:pt x="15535" y="109"/>
                  </a:moveTo>
                  <a:cubicBezTo>
                    <a:pt x="13203" y="0"/>
                    <a:pt x="9704" y="0"/>
                    <a:pt x="6485" y="0"/>
                  </a:cubicBezTo>
                  <a:cubicBezTo>
                    <a:pt x="6485" y="0"/>
                    <a:pt x="6485" y="0"/>
                    <a:pt x="6485" y="0"/>
                  </a:cubicBezTo>
                  <a:cubicBezTo>
                    <a:pt x="3779" y="0"/>
                    <a:pt x="1493" y="0"/>
                    <a:pt x="0" y="109"/>
                  </a:cubicBezTo>
                  <a:cubicBezTo>
                    <a:pt x="47" y="218"/>
                    <a:pt x="47" y="436"/>
                    <a:pt x="47" y="655"/>
                  </a:cubicBezTo>
                  <a:cubicBezTo>
                    <a:pt x="47" y="7527"/>
                    <a:pt x="47" y="7527"/>
                    <a:pt x="47" y="7527"/>
                  </a:cubicBezTo>
                  <a:cubicBezTo>
                    <a:pt x="513" y="7527"/>
                    <a:pt x="513" y="7527"/>
                    <a:pt x="513" y="7527"/>
                  </a:cubicBezTo>
                  <a:cubicBezTo>
                    <a:pt x="653" y="7527"/>
                    <a:pt x="700" y="7309"/>
                    <a:pt x="1073" y="6655"/>
                  </a:cubicBezTo>
                  <a:cubicBezTo>
                    <a:pt x="1400" y="6109"/>
                    <a:pt x="1913" y="5345"/>
                    <a:pt x="2519" y="5345"/>
                  </a:cubicBezTo>
                  <a:cubicBezTo>
                    <a:pt x="3079" y="5345"/>
                    <a:pt x="3639" y="5564"/>
                    <a:pt x="4105" y="6545"/>
                  </a:cubicBezTo>
                  <a:cubicBezTo>
                    <a:pt x="4572" y="7309"/>
                    <a:pt x="4898" y="8945"/>
                    <a:pt x="4898" y="10800"/>
                  </a:cubicBezTo>
                  <a:cubicBezTo>
                    <a:pt x="4898" y="12655"/>
                    <a:pt x="4572" y="14291"/>
                    <a:pt x="4152" y="15164"/>
                  </a:cubicBezTo>
                  <a:cubicBezTo>
                    <a:pt x="3639" y="16036"/>
                    <a:pt x="3079" y="16364"/>
                    <a:pt x="2519" y="16364"/>
                  </a:cubicBezTo>
                  <a:cubicBezTo>
                    <a:pt x="1913" y="16364"/>
                    <a:pt x="1446" y="15600"/>
                    <a:pt x="1120" y="15164"/>
                  </a:cubicBezTo>
                  <a:cubicBezTo>
                    <a:pt x="746" y="14509"/>
                    <a:pt x="700" y="14400"/>
                    <a:pt x="653" y="14400"/>
                  </a:cubicBezTo>
                  <a:cubicBezTo>
                    <a:pt x="47" y="14400"/>
                    <a:pt x="47" y="14400"/>
                    <a:pt x="47" y="14400"/>
                  </a:cubicBezTo>
                  <a:cubicBezTo>
                    <a:pt x="47" y="21600"/>
                    <a:pt x="47" y="21600"/>
                    <a:pt x="47" y="21600"/>
                  </a:cubicBezTo>
                  <a:cubicBezTo>
                    <a:pt x="12503" y="21600"/>
                    <a:pt x="12503" y="21600"/>
                    <a:pt x="12503" y="21600"/>
                  </a:cubicBezTo>
                  <a:cubicBezTo>
                    <a:pt x="12503" y="20836"/>
                    <a:pt x="12503" y="20836"/>
                    <a:pt x="12503" y="20836"/>
                  </a:cubicBezTo>
                  <a:cubicBezTo>
                    <a:pt x="12503" y="20618"/>
                    <a:pt x="12410" y="20400"/>
                    <a:pt x="12130" y="19527"/>
                  </a:cubicBezTo>
                  <a:cubicBezTo>
                    <a:pt x="11896" y="18764"/>
                    <a:pt x="11570" y="17673"/>
                    <a:pt x="11570" y="16145"/>
                  </a:cubicBezTo>
                  <a:cubicBezTo>
                    <a:pt x="11570" y="14945"/>
                    <a:pt x="11663" y="13527"/>
                    <a:pt x="12083" y="12436"/>
                  </a:cubicBezTo>
                  <a:cubicBezTo>
                    <a:pt x="12456" y="11345"/>
                    <a:pt x="13109" y="10582"/>
                    <a:pt x="13902" y="10582"/>
                  </a:cubicBezTo>
                  <a:cubicBezTo>
                    <a:pt x="14695" y="10582"/>
                    <a:pt x="15395" y="11345"/>
                    <a:pt x="15768" y="12436"/>
                  </a:cubicBezTo>
                  <a:cubicBezTo>
                    <a:pt x="16188" y="13527"/>
                    <a:pt x="16282" y="14945"/>
                    <a:pt x="16282" y="16145"/>
                  </a:cubicBezTo>
                  <a:cubicBezTo>
                    <a:pt x="16282" y="17564"/>
                    <a:pt x="16002" y="18764"/>
                    <a:pt x="15768" y="19418"/>
                  </a:cubicBezTo>
                  <a:cubicBezTo>
                    <a:pt x="15489" y="20291"/>
                    <a:pt x="15442" y="20400"/>
                    <a:pt x="15442" y="20509"/>
                  </a:cubicBezTo>
                  <a:cubicBezTo>
                    <a:pt x="15442" y="21600"/>
                    <a:pt x="15442" y="21600"/>
                    <a:pt x="15442" y="21600"/>
                  </a:cubicBezTo>
                  <a:cubicBezTo>
                    <a:pt x="19547" y="21600"/>
                    <a:pt x="19547" y="21600"/>
                    <a:pt x="19547" y="21600"/>
                  </a:cubicBezTo>
                  <a:cubicBezTo>
                    <a:pt x="20854" y="18764"/>
                    <a:pt x="21600" y="15164"/>
                    <a:pt x="21507" y="11564"/>
                  </a:cubicBezTo>
                  <a:cubicBezTo>
                    <a:pt x="21367" y="5345"/>
                    <a:pt x="18894" y="109"/>
                    <a:pt x="15535" y="109"/>
                  </a:cubicBezTo>
                  <a:close/>
                </a:path>
              </a:pathLst>
            </a:custGeom>
            <a:solidFill>
              <a:srgbClr val="7ADA6A"/>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59" name="Shape 359"/>
            <p:cNvSpPr/>
            <p:nvPr/>
          </p:nvSpPr>
          <p:spPr>
            <a:xfrm>
              <a:off x="1848576" y="1290265"/>
              <a:ext cx="850315" cy="706260"/>
            </a:xfrm>
            <a:custGeom>
              <a:avLst/>
              <a:gdLst/>
              <a:ahLst/>
              <a:cxnLst>
                <a:cxn ang="0">
                  <a:pos x="wd2" y="hd2"/>
                </a:cxn>
                <a:cxn ang="5400000">
                  <a:pos x="wd2" y="hd2"/>
                </a:cxn>
                <a:cxn ang="10800000">
                  <a:pos x="wd2" y="hd2"/>
                </a:cxn>
                <a:cxn ang="16200000">
                  <a:pos x="wd2" y="hd2"/>
                </a:cxn>
              </a:cxnLst>
              <a:rect l="0" t="0" r="r" b="b"/>
              <a:pathLst>
                <a:path w="21600" h="21600" extrusionOk="0">
                  <a:moveTo>
                    <a:pt x="19679" y="5922"/>
                  </a:moveTo>
                  <a:cubicBezTo>
                    <a:pt x="14525" y="5922"/>
                    <a:pt x="14525" y="5922"/>
                    <a:pt x="14525" y="5922"/>
                  </a:cubicBezTo>
                  <a:cubicBezTo>
                    <a:pt x="14525" y="4061"/>
                    <a:pt x="14525" y="4061"/>
                    <a:pt x="14525" y="4061"/>
                  </a:cubicBezTo>
                  <a:cubicBezTo>
                    <a:pt x="14525" y="3497"/>
                    <a:pt x="14806" y="3158"/>
                    <a:pt x="15040" y="2820"/>
                  </a:cubicBezTo>
                  <a:cubicBezTo>
                    <a:pt x="15228" y="2481"/>
                    <a:pt x="15368" y="2143"/>
                    <a:pt x="15368" y="1748"/>
                  </a:cubicBezTo>
                  <a:cubicBezTo>
                    <a:pt x="15368" y="1297"/>
                    <a:pt x="15275" y="846"/>
                    <a:pt x="15087" y="508"/>
                  </a:cubicBezTo>
                  <a:cubicBezTo>
                    <a:pt x="14853" y="226"/>
                    <a:pt x="14525" y="0"/>
                    <a:pt x="13963" y="0"/>
                  </a:cubicBezTo>
                  <a:cubicBezTo>
                    <a:pt x="13354" y="0"/>
                    <a:pt x="13026" y="226"/>
                    <a:pt x="12791" y="564"/>
                  </a:cubicBezTo>
                  <a:cubicBezTo>
                    <a:pt x="12604" y="846"/>
                    <a:pt x="12510" y="1297"/>
                    <a:pt x="12510" y="1748"/>
                  </a:cubicBezTo>
                  <a:cubicBezTo>
                    <a:pt x="12510" y="2199"/>
                    <a:pt x="12651" y="2481"/>
                    <a:pt x="12885" y="2820"/>
                  </a:cubicBezTo>
                  <a:cubicBezTo>
                    <a:pt x="13119" y="3158"/>
                    <a:pt x="13400" y="3497"/>
                    <a:pt x="13447" y="4061"/>
                  </a:cubicBezTo>
                  <a:cubicBezTo>
                    <a:pt x="13447" y="4061"/>
                    <a:pt x="13447" y="4117"/>
                    <a:pt x="13447" y="4117"/>
                  </a:cubicBezTo>
                  <a:cubicBezTo>
                    <a:pt x="13447" y="5922"/>
                    <a:pt x="13447" y="5922"/>
                    <a:pt x="13447" y="5922"/>
                  </a:cubicBezTo>
                  <a:cubicBezTo>
                    <a:pt x="0" y="5922"/>
                    <a:pt x="0" y="5922"/>
                    <a:pt x="0" y="5922"/>
                  </a:cubicBezTo>
                  <a:cubicBezTo>
                    <a:pt x="0" y="8798"/>
                    <a:pt x="0" y="8798"/>
                    <a:pt x="0" y="8798"/>
                  </a:cubicBezTo>
                  <a:cubicBezTo>
                    <a:pt x="469" y="8798"/>
                    <a:pt x="469" y="8798"/>
                    <a:pt x="469" y="8798"/>
                  </a:cubicBezTo>
                  <a:cubicBezTo>
                    <a:pt x="609" y="8798"/>
                    <a:pt x="656" y="8685"/>
                    <a:pt x="1031" y="8347"/>
                  </a:cubicBezTo>
                  <a:cubicBezTo>
                    <a:pt x="1359" y="8008"/>
                    <a:pt x="1874" y="7614"/>
                    <a:pt x="2483" y="7614"/>
                  </a:cubicBezTo>
                  <a:cubicBezTo>
                    <a:pt x="3046" y="7614"/>
                    <a:pt x="3608" y="7783"/>
                    <a:pt x="4076" y="8234"/>
                  </a:cubicBezTo>
                  <a:cubicBezTo>
                    <a:pt x="4545" y="8685"/>
                    <a:pt x="4873" y="9531"/>
                    <a:pt x="4873" y="10490"/>
                  </a:cubicBezTo>
                  <a:cubicBezTo>
                    <a:pt x="4873" y="11449"/>
                    <a:pt x="4545" y="12295"/>
                    <a:pt x="4123" y="12746"/>
                  </a:cubicBezTo>
                  <a:cubicBezTo>
                    <a:pt x="3608" y="13197"/>
                    <a:pt x="3046" y="13310"/>
                    <a:pt x="2483" y="13310"/>
                  </a:cubicBezTo>
                  <a:cubicBezTo>
                    <a:pt x="1874" y="13310"/>
                    <a:pt x="1406" y="12971"/>
                    <a:pt x="1078" y="12689"/>
                  </a:cubicBezTo>
                  <a:cubicBezTo>
                    <a:pt x="703" y="12407"/>
                    <a:pt x="656" y="12351"/>
                    <a:pt x="609" y="12351"/>
                  </a:cubicBezTo>
                  <a:cubicBezTo>
                    <a:pt x="0" y="12351"/>
                    <a:pt x="0" y="12351"/>
                    <a:pt x="0" y="12351"/>
                  </a:cubicBezTo>
                  <a:cubicBezTo>
                    <a:pt x="0" y="15058"/>
                    <a:pt x="0" y="15058"/>
                    <a:pt x="0" y="15058"/>
                  </a:cubicBezTo>
                  <a:cubicBezTo>
                    <a:pt x="10636" y="15058"/>
                    <a:pt x="10636" y="15058"/>
                    <a:pt x="10636" y="15058"/>
                  </a:cubicBezTo>
                  <a:cubicBezTo>
                    <a:pt x="10636" y="17483"/>
                    <a:pt x="10636" y="17483"/>
                    <a:pt x="10636" y="17483"/>
                  </a:cubicBezTo>
                  <a:cubicBezTo>
                    <a:pt x="10636" y="17483"/>
                    <a:pt x="10636" y="17539"/>
                    <a:pt x="10636" y="17539"/>
                  </a:cubicBezTo>
                  <a:cubicBezTo>
                    <a:pt x="10589" y="18103"/>
                    <a:pt x="10308" y="18442"/>
                    <a:pt x="10074" y="18780"/>
                  </a:cubicBezTo>
                  <a:cubicBezTo>
                    <a:pt x="9839" y="19119"/>
                    <a:pt x="9699" y="19401"/>
                    <a:pt x="9699" y="19852"/>
                  </a:cubicBezTo>
                  <a:cubicBezTo>
                    <a:pt x="9699" y="20303"/>
                    <a:pt x="9793" y="20754"/>
                    <a:pt x="9980" y="21036"/>
                  </a:cubicBezTo>
                  <a:cubicBezTo>
                    <a:pt x="10214" y="21374"/>
                    <a:pt x="10542" y="21600"/>
                    <a:pt x="11151" y="21600"/>
                  </a:cubicBezTo>
                  <a:cubicBezTo>
                    <a:pt x="11714" y="21600"/>
                    <a:pt x="12042" y="21374"/>
                    <a:pt x="12276" y="21092"/>
                  </a:cubicBezTo>
                  <a:cubicBezTo>
                    <a:pt x="12463" y="20754"/>
                    <a:pt x="12557" y="20303"/>
                    <a:pt x="12557" y="19852"/>
                  </a:cubicBezTo>
                  <a:cubicBezTo>
                    <a:pt x="12557" y="19401"/>
                    <a:pt x="12416" y="19119"/>
                    <a:pt x="12229" y="18780"/>
                  </a:cubicBezTo>
                  <a:cubicBezTo>
                    <a:pt x="11995" y="18442"/>
                    <a:pt x="11714" y="18103"/>
                    <a:pt x="11714" y="17539"/>
                  </a:cubicBezTo>
                  <a:cubicBezTo>
                    <a:pt x="11714" y="15058"/>
                    <a:pt x="11714" y="15058"/>
                    <a:pt x="11714" y="15058"/>
                  </a:cubicBezTo>
                  <a:cubicBezTo>
                    <a:pt x="19773" y="15058"/>
                    <a:pt x="19773" y="15058"/>
                    <a:pt x="19773" y="15058"/>
                  </a:cubicBezTo>
                  <a:cubicBezTo>
                    <a:pt x="20944" y="13761"/>
                    <a:pt x="21600" y="12238"/>
                    <a:pt x="21600" y="10546"/>
                  </a:cubicBezTo>
                  <a:cubicBezTo>
                    <a:pt x="21600" y="8798"/>
                    <a:pt x="20897" y="7219"/>
                    <a:pt x="19679" y="5922"/>
                  </a:cubicBezTo>
                  <a:close/>
                </a:path>
              </a:pathLst>
            </a:custGeom>
            <a:solidFill>
              <a:srgbClr val="7ADA6A"/>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60" name="Shape 360"/>
            <p:cNvSpPr/>
            <p:nvPr/>
          </p:nvSpPr>
          <p:spPr>
            <a:xfrm>
              <a:off x="770889" y="1349448"/>
              <a:ext cx="474993" cy="1152438"/>
            </a:xfrm>
            <a:custGeom>
              <a:avLst/>
              <a:gdLst/>
              <a:ahLst/>
              <a:cxnLst>
                <a:cxn ang="0">
                  <a:pos x="wd2" y="hd2"/>
                </a:cxn>
                <a:cxn ang="5400000">
                  <a:pos x="wd2" y="hd2"/>
                </a:cxn>
                <a:cxn ang="10800000">
                  <a:pos x="wd2" y="hd2"/>
                </a:cxn>
                <a:cxn ang="16200000">
                  <a:pos x="wd2" y="hd2"/>
                </a:cxn>
              </a:cxnLst>
              <a:rect l="0" t="0" r="r" b="b"/>
              <a:pathLst>
                <a:path w="21600" h="21571" extrusionOk="0">
                  <a:moveTo>
                    <a:pt x="11888" y="2455"/>
                  </a:moveTo>
                  <a:cubicBezTo>
                    <a:pt x="11888" y="2110"/>
                    <a:pt x="12391" y="1903"/>
                    <a:pt x="12726" y="1696"/>
                  </a:cubicBezTo>
                  <a:cubicBezTo>
                    <a:pt x="13060" y="1489"/>
                    <a:pt x="13312" y="1317"/>
                    <a:pt x="13312" y="1075"/>
                  </a:cubicBezTo>
                  <a:cubicBezTo>
                    <a:pt x="13312" y="799"/>
                    <a:pt x="13144" y="489"/>
                    <a:pt x="12809" y="316"/>
                  </a:cubicBezTo>
                  <a:cubicBezTo>
                    <a:pt x="12474" y="109"/>
                    <a:pt x="11888" y="-29"/>
                    <a:pt x="10800" y="6"/>
                  </a:cubicBezTo>
                  <a:cubicBezTo>
                    <a:pt x="9712" y="6"/>
                    <a:pt x="9126" y="144"/>
                    <a:pt x="8791" y="316"/>
                  </a:cubicBezTo>
                  <a:cubicBezTo>
                    <a:pt x="8372" y="523"/>
                    <a:pt x="8205" y="765"/>
                    <a:pt x="8205" y="1075"/>
                  </a:cubicBezTo>
                  <a:cubicBezTo>
                    <a:pt x="8205" y="1317"/>
                    <a:pt x="8540" y="1489"/>
                    <a:pt x="8874" y="1696"/>
                  </a:cubicBezTo>
                  <a:cubicBezTo>
                    <a:pt x="9293" y="1903"/>
                    <a:pt x="9879" y="2110"/>
                    <a:pt x="9963" y="2490"/>
                  </a:cubicBezTo>
                  <a:cubicBezTo>
                    <a:pt x="9963" y="2490"/>
                    <a:pt x="9963" y="2490"/>
                    <a:pt x="9963" y="2490"/>
                  </a:cubicBezTo>
                  <a:cubicBezTo>
                    <a:pt x="9963" y="3801"/>
                    <a:pt x="9963" y="3801"/>
                    <a:pt x="9963" y="3801"/>
                  </a:cubicBezTo>
                  <a:cubicBezTo>
                    <a:pt x="0" y="3801"/>
                    <a:pt x="0" y="3801"/>
                    <a:pt x="0" y="3801"/>
                  </a:cubicBezTo>
                  <a:cubicBezTo>
                    <a:pt x="0" y="5388"/>
                    <a:pt x="0" y="5388"/>
                    <a:pt x="0" y="5388"/>
                  </a:cubicBezTo>
                  <a:cubicBezTo>
                    <a:pt x="753" y="5388"/>
                    <a:pt x="753" y="5388"/>
                    <a:pt x="753" y="5388"/>
                  </a:cubicBezTo>
                  <a:cubicBezTo>
                    <a:pt x="921" y="5388"/>
                    <a:pt x="1005" y="5319"/>
                    <a:pt x="1674" y="5112"/>
                  </a:cubicBezTo>
                  <a:cubicBezTo>
                    <a:pt x="2260" y="4940"/>
                    <a:pt x="3181" y="4698"/>
                    <a:pt x="4270" y="4698"/>
                  </a:cubicBezTo>
                  <a:cubicBezTo>
                    <a:pt x="5274" y="4698"/>
                    <a:pt x="6279" y="4767"/>
                    <a:pt x="7200" y="5078"/>
                  </a:cubicBezTo>
                  <a:cubicBezTo>
                    <a:pt x="7953" y="5354"/>
                    <a:pt x="8540" y="5837"/>
                    <a:pt x="8540" y="6423"/>
                  </a:cubicBezTo>
                  <a:cubicBezTo>
                    <a:pt x="8623" y="7010"/>
                    <a:pt x="7953" y="7528"/>
                    <a:pt x="7200" y="7804"/>
                  </a:cubicBezTo>
                  <a:cubicBezTo>
                    <a:pt x="6279" y="8114"/>
                    <a:pt x="5274" y="8183"/>
                    <a:pt x="4270" y="8183"/>
                  </a:cubicBezTo>
                  <a:cubicBezTo>
                    <a:pt x="3181" y="8183"/>
                    <a:pt x="2344" y="7942"/>
                    <a:pt x="1758" y="7804"/>
                  </a:cubicBezTo>
                  <a:cubicBezTo>
                    <a:pt x="1088" y="7597"/>
                    <a:pt x="1005" y="7562"/>
                    <a:pt x="921" y="7562"/>
                  </a:cubicBezTo>
                  <a:cubicBezTo>
                    <a:pt x="0" y="7562"/>
                    <a:pt x="0" y="7562"/>
                    <a:pt x="0" y="7562"/>
                  </a:cubicBezTo>
                  <a:cubicBezTo>
                    <a:pt x="0" y="17292"/>
                    <a:pt x="0" y="17292"/>
                    <a:pt x="0" y="17292"/>
                  </a:cubicBezTo>
                  <a:cubicBezTo>
                    <a:pt x="6865" y="17258"/>
                    <a:pt x="9460" y="17327"/>
                    <a:pt x="13228" y="18397"/>
                  </a:cubicBezTo>
                  <a:cubicBezTo>
                    <a:pt x="20177" y="21260"/>
                    <a:pt x="20177" y="21260"/>
                    <a:pt x="20177" y="21260"/>
                  </a:cubicBezTo>
                  <a:cubicBezTo>
                    <a:pt x="20595" y="21433"/>
                    <a:pt x="21014" y="21536"/>
                    <a:pt x="21600" y="21571"/>
                  </a:cubicBezTo>
                  <a:cubicBezTo>
                    <a:pt x="21600" y="12979"/>
                    <a:pt x="21600" y="12979"/>
                    <a:pt x="21600" y="12979"/>
                  </a:cubicBezTo>
                  <a:cubicBezTo>
                    <a:pt x="20428" y="12979"/>
                    <a:pt x="20428" y="12979"/>
                    <a:pt x="20428" y="12979"/>
                  </a:cubicBezTo>
                  <a:cubicBezTo>
                    <a:pt x="20260" y="12979"/>
                    <a:pt x="20177" y="13014"/>
                    <a:pt x="19591" y="13221"/>
                  </a:cubicBezTo>
                  <a:cubicBezTo>
                    <a:pt x="19005" y="13393"/>
                    <a:pt x="18167" y="13600"/>
                    <a:pt x="17079" y="13600"/>
                  </a:cubicBezTo>
                  <a:cubicBezTo>
                    <a:pt x="16074" y="13600"/>
                    <a:pt x="15070" y="13531"/>
                    <a:pt x="14149" y="13221"/>
                  </a:cubicBezTo>
                  <a:cubicBezTo>
                    <a:pt x="13312" y="12979"/>
                    <a:pt x="12726" y="12427"/>
                    <a:pt x="12726" y="11841"/>
                  </a:cubicBezTo>
                  <a:cubicBezTo>
                    <a:pt x="12809" y="11254"/>
                    <a:pt x="13312" y="10771"/>
                    <a:pt x="14149" y="10495"/>
                  </a:cubicBezTo>
                  <a:cubicBezTo>
                    <a:pt x="14986" y="10184"/>
                    <a:pt x="16074" y="10115"/>
                    <a:pt x="17079" y="10115"/>
                  </a:cubicBezTo>
                  <a:cubicBezTo>
                    <a:pt x="18167" y="10115"/>
                    <a:pt x="19088" y="10357"/>
                    <a:pt x="19591" y="10529"/>
                  </a:cubicBezTo>
                  <a:cubicBezTo>
                    <a:pt x="20260" y="10771"/>
                    <a:pt x="20428" y="10806"/>
                    <a:pt x="20595" y="10806"/>
                  </a:cubicBezTo>
                  <a:cubicBezTo>
                    <a:pt x="21600" y="10806"/>
                    <a:pt x="21600" y="10806"/>
                    <a:pt x="21600" y="10806"/>
                  </a:cubicBezTo>
                  <a:cubicBezTo>
                    <a:pt x="21600" y="3801"/>
                    <a:pt x="21600" y="3801"/>
                    <a:pt x="21600" y="3801"/>
                  </a:cubicBezTo>
                  <a:cubicBezTo>
                    <a:pt x="11888" y="3801"/>
                    <a:pt x="11888" y="3801"/>
                    <a:pt x="11888" y="3801"/>
                  </a:cubicBezTo>
                  <a:lnTo>
                    <a:pt x="11888" y="2455"/>
                  </a:lnTo>
                  <a:close/>
                </a:path>
              </a:pathLst>
            </a:custGeom>
            <a:solidFill>
              <a:srgbClr val="6FC661"/>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61" name="Shape 361"/>
            <p:cNvSpPr/>
            <p:nvPr/>
          </p:nvSpPr>
          <p:spPr>
            <a:xfrm>
              <a:off x="1087810" y="1349448"/>
              <a:ext cx="915723" cy="1159446"/>
            </a:xfrm>
            <a:custGeom>
              <a:avLst/>
              <a:gdLst/>
              <a:ahLst/>
              <a:cxnLst>
                <a:cxn ang="0">
                  <a:pos x="wd2" y="hd2"/>
                </a:cxn>
                <a:cxn ang="5400000">
                  <a:pos x="wd2" y="hd2"/>
                </a:cxn>
                <a:cxn ang="10800000">
                  <a:pos x="wd2" y="hd2"/>
                </a:cxn>
                <a:cxn ang="16200000">
                  <a:pos x="wd2" y="hd2"/>
                </a:cxn>
              </a:cxnLst>
              <a:rect l="0" t="0" r="r" b="b"/>
              <a:pathLst>
                <a:path w="21600" h="21571" extrusionOk="0">
                  <a:moveTo>
                    <a:pt x="21209" y="4462"/>
                  </a:moveTo>
                  <a:cubicBezTo>
                    <a:pt x="20948" y="4291"/>
                    <a:pt x="20644" y="4222"/>
                    <a:pt x="20253" y="4222"/>
                  </a:cubicBezTo>
                  <a:cubicBezTo>
                    <a:pt x="19948" y="4222"/>
                    <a:pt x="19688" y="4360"/>
                    <a:pt x="19427" y="4497"/>
                  </a:cubicBezTo>
                  <a:cubicBezTo>
                    <a:pt x="19210" y="4668"/>
                    <a:pt x="18905" y="4908"/>
                    <a:pt x="18471" y="4942"/>
                  </a:cubicBezTo>
                  <a:cubicBezTo>
                    <a:pt x="18471" y="4942"/>
                    <a:pt x="18471" y="4942"/>
                    <a:pt x="18427" y="4942"/>
                  </a:cubicBezTo>
                  <a:cubicBezTo>
                    <a:pt x="16906" y="4942"/>
                    <a:pt x="16906" y="4942"/>
                    <a:pt x="16906" y="4942"/>
                  </a:cubicBezTo>
                  <a:cubicBezTo>
                    <a:pt x="16906" y="3777"/>
                    <a:pt x="16906" y="3777"/>
                    <a:pt x="16906" y="3777"/>
                  </a:cubicBezTo>
                  <a:cubicBezTo>
                    <a:pt x="11387" y="3777"/>
                    <a:pt x="11387" y="3777"/>
                    <a:pt x="11387" y="3777"/>
                  </a:cubicBezTo>
                  <a:cubicBezTo>
                    <a:pt x="11387" y="2440"/>
                    <a:pt x="11387" y="2440"/>
                    <a:pt x="11387" y="2440"/>
                  </a:cubicBezTo>
                  <a:cubicBezTo>
                    <a:pt x="11387" y="2097"/>
                    <a:pt x="11647" y="1891"/>
                    <a:pt x="11865" y="1685"/>
                  </a:cubicBezTo>
                  <a:cubicBezTo>
                    <a:pt x="12039" y="1480"/>
                    <a:pt x="12169" y="1308"/>
                    <a:pt x="12169" y="1068"/>
                  </a:cubicBezTo>
                  <a:cubicBezTo>
                    <a:pt x="12169" y="794"/>
                    <a:pt x="12082" y="485"/>
                    <a:pt x="11908" y="314"/>
                  </a:cubicBezTo>
                  <a:cubicBezTo>
                    <a:pt x="11691" y="108"/>
                    <a:pt x="11430" y="-29"/>
                    <a:pt x="10865" y="5"/>
                  </a:cubicBezTo>
                  <a:cubicBezTo>
                    <a:pt x="10300" y="5"/>
                    <a:pt x="9996" y="142"/>
                    <a:pt x="9779" y="314"/>
                  </a:cubicBezTo>
                  <a:cubicBezTo>
                    <a:pt x="9605" y="520"/>
                    <a:pt x="9518" y="760"/>
                    <a:pt x="9518" y="1068"/>
                  </a:cubicBezTo>
                  <a:cubicBezTo>
                    <a:pt x="9518" y="1308"/>
                    <a:pt x="9648" y="1480"/>
                    <a:pt x="9866" y="1685"/>
                  </a:cubicBezTo>
                  <a:cubicBezTo>
                    <a:pt x="10083" y="1891"/>
                    <a:pt x="10344" y="2097"/>
                    <a:pt x="10387" y="2474"/>
                  </a:cubicBezTo>
                  <a:cubicBezTo>
                    <a:pt x="10387" y="2474"/>
                    <a:pt x="10387" y="2474"/>
                    <a:pt x="10387" y="2474"/>
                  </a:cubicBezTo>
                  <a:cubicBezTo>
                    <a:pt x="10387" y="3777"/>
                    <a:pt x="10387" y="3777"/>
                    <a:pt x="10387" y="3777"/>
                  </a:cubicBezTo>
                  <a:cubicBezTo>
                    <a:pt x="4781" y="3777"/>
                    <a:pt x="4781" y="3777"/>
                    <a:pt x="4781" y="3777"/>
                  </a:cubicBezTo>
                  <a:cubicBezTo>
                    <a:pt x="4781" y="11422"/>
                    <a:pt x="4781" y="11422"/>
                    <a:pt x="4781" y="11422"/>
                  </a:cubicBezTo>
                  <a:cubicBezTo>
                    <a:pt x="3173" y="11422"/>
                    <a:pt x="3173" y="11422"/>
                    <a:pt x="3173" y="11422"/>
                  </a:cubicBezTo>
                  <a:cubicBezTo>
                    <a:pt x="3173" y="11422"/>
                    <a:pt x="3129" y="11422"/>
                    <a:pt x="3129" y="11422"/>
                  </a:cubicBezTo>
                  <a:cubicBezTo>
                    <a:pt x="2695" y="11388"/>
                    <a:pt x="2434" y="11182"/>
                    <a:pt x="2173" y="11011"/>
                  </a:cubicBezTo>
                  <a:cubicBezTo>
                    <a:pt x="1912" y="10840"/>
                    <a:pt x="1695" y="10737"/>
                    <a:pt x="1391" y="10737"/>
                  </a:cubicBezTo>
                  <a:cubicBezTo>
                    <a:pt x="1000" y="10737"/>
                    <a:pt x="652" y="10805"/>
                    <a:pt x="435" y="10942"/>
                  </a:cubicBezTo>
                  <a:cubicBezTo>
                    <a:pt x="174" y="11114"/>
                    <a:pt x="43" y="11354"/>
                    <a:pt x="0" y="11800"/>
                  </a:cubicBezTo>
                  <a:cubicBezTo>
                    <a:pt x="0" y="12211"/>
                    <a:pt x="174" y="12451"/>
                    <a:pt x="391" y="12622"/>
                  </a:cubicBezTo>
                  <a:cubicBezTo>
                    <a:pt x="652" y="12760"/>
                    <a:pt x="1000" y="12828"/>
                    <a:pt x="1391" y="12828"/>
                  </a:cubicBezTo>
                  <a:cubicBezTo>
                    <a:pt x="1695" y="12828"/>
                    <a:pt x="1912" y="12725"/>
                    <a:pt x="2173" y="12588"/>
                  </a:cubicBezTo>
                  <a:cubicBezTo>
                    <a:pt x="2434" y="12417"/>
                    <a:pt x="2695" y="12211"/>
                    <a:pt x="3129" y="12211"/>
                  </a:cubicBezTo>
                  <a:cubicBezTo>
                    <a:pt x="4781" y="12211"/>
                    <a:pt x="4781" y="12211"/>
                    <a:pt x="4781" y="12211"/>
                  </a:cubicBezTo>
                  <a:cubicBezTo>
                    <a:pt x="4781" y="21468"/>
                    <a:pt x="4781" y="21468"/>
                    <a:pt x="4781" y="21468"/>
                  </a:cubicBezTo>
                  <a:cubicBezTo>
                    <a:pt x="5998" y="21502"/>
                    <a:pt x="16906" y="21571"/>
                    <a:pt x="16906" y="21571"/>
                  </a:cubicBezTo>
                  <a:cubicBezTo>
                    <a:pt x="16906" y="19651"/>
                    <a:pt x="16906" y="19651"/>
                    <a:pt x="16906" y="19651"/>
                  </a:cubicBezTo>
                  <a:cubicBezTo>
                    <a:pt x="16428" y="19651"/>
                    <a:pt x="16428" y="19651"/>
                    <a:pt x="16428" y="19651"/>
                  </a:cubicBezTo>
                  <a:cubicBezTo>
                    <a:pt x="16341" y="19651"/>
                    <a:pt x="16341" y="19685"/>
                    <a:pt x="15994" y="19891"/>
                  </a:cubicBezTo>
                  <a:cubicBezTo>
                    <a:pt x="15689" y="20062"/>
                    <a:pt x="15255" y="20268"/>
                    <a:pt x="14690" y="20268"/>
                  </a:cubicBezTo>
                  <a:cubicBezTo>
                    <a:pt x="14168" y="20268"/>
                    <a:pt x="13647" y="20200"/>
                    <a:pt x="13169" y="19891"/>
                  </a:cubicBezTo>
                  <a:cubicBezTo>
                    <a:pt x="12734" y="19651"/>
                    <a:pt x="12430" y="19102"/>
                    <a:pt x="12430" y="18520"/>
                  </a:cubicBezTo>
                  <a:cubicBezTo>
                    <a:pt x="12473" y="17937"/>
                    <a:pt x="12734" y="17457"/>
                    <a:pt x="13169" y="17182"/>
                  </a:cubicBezTo>
                  <a:cubicBezTo>
                    <a:pt x="13603" y="16874"/>
                    <a:pt x="14168" y="16805"/>
                    <a:pt x="14690" y="16805"/>
                  </a:cubicBezTo>
                  <a:cubicBezTo>
                    <a:pt x="15255" y="16805"/>
                    <a:pt x="15733" y="17045"/>
                    <a:pt x="15994" y="17217"/>
                  </a:cubicBezTo>
                  <a:cubicBezTo>
                    <a:pt x="16341" y="17457"/>
                    <a:pt x="16428" y="17491"/>
                    <a:pt x="16515" y="17491"/>
                  </a:cubicBezTo>
                  <a:cubicBezTo>
                    <a:pt x="16906" y="17491"/>
                    <a:pt x="16906" y="17491"/>
                    <a:pt x="16906" y="17491"/>
                  </a:cubicBezTo>
                  <a:cubicBezTo>
                    <a:pt x="16906" y="12897"/>
                    <a:pt x="16906" y="12897"/>
                    <a:pt x="16906" y="12897"/>
                  </a:cubicBezTo>
                  <a:cubicBezTo>
                    <a:pt x="16428" y="12897"/>
                    <a:pt x="16428" y="12897"/>
                    <a:pt x="16428" y="12897"/>
                  </a:cubicBezTo>
                  <a:cubicBezTo>
                    <a:pt x="16341" y="12897"/>
                    <a:pt x="16341" y="12931"/>
                    <a:pt x="15994" y="13137"/>
                  </a:cubicBezTo>
                  <a:cubicBezTo>
                    <a:pt x="15689" y="13308"/>
                    <a:pt x="15255" y="13514"/>
                    <a:pt x="14690" y="13514"/>
                  </a:cubicBezTo>
                  <a:cubicBezTo>
                    <a:pt x="14168" y="13514"/>
                    <a:pt x="13647" y="13445"/>
                    <a:pt x="13169" y="13137"/>
                  </a:cubicBezTo>
                  <a:cubicBezTo>
                    <a:pt x="12734" y="12897"/>
                    <a:pt x="12430" y="12348"/>
                    <a:pt x="12430" y="11765"/>
                  </a:cubicBezTo>
                  <a:cubicBezTo>
                    <a:pt x="12473" y="11182"/>
                    <a:pt x="12734" y="10702"/>
                    <a:pt x="13169" y="10428"/>
                  </a:cubicBezTo>
                  <a:cubicBezTo>
                    <a:pt x="13603" y="10120"/>
                    <a:pt x="14168" y="10051"/>
                    <a:pt x="14690" y="10051"/>
                  </a:cubicBezTo>
                  <a:cubicBezTo>
                    <a:pt x="15255" y="10051"/>
                    <a:pt x="15733" y="10291"/>
                    <a:pt x="15994" y="10462"/>
                  </a:cubicBezTo>
                  <a:cubicBezTo>
                    <a:pt x="16341" y="10702"/>
                    <a:pt x="16428" y="10737"/>
                    <a:pt x="16515" y="10737"/>
                  </a:cubicBezTo>
                  <a:cubicBezTo>
                    <a:pt x="16906" y="10737"/>
                    <a:pt x="16906" y="10737"/>
                    <a:pt x="16906" y="10737"/>
                  </a:cubicBezTo>
                  <a:cubicBezTo>
                    <a:pt x="16906" y="5731"/>
                    <a:pt x="16906" y="5731"/>
                    <a:pt x="16906" y="5731"/>
                  </a:cubicBezTo>
                  <a:cubicBezTo>
                    <a:pt x="18514" y="5731"/>
                    <a:pt x="18514" y="5731"/>
                    <a:pt x="18514" y="5731"/>
                  </a:cubicBezTo>
                  <a:cubicBezTo>
                    <a:pt x="18949" y="5731"/>
                    <a:pt x="19210" y="5937"/>
                    <a:pt x="19470" y="6074"/>
                  </a:cubicBezTo>
                  <a:cubicBezTo>
                    <a:pt x="19688" y="6211"/>
                    <a:pt x="19948" y="6314"/>
                    <a:pt x="20253" y="6314"/>
                  </a:cubicBezTo>
                  <a:cubicBezTo>
                    <a:pt x="20600" y="6314"/>
                    <a:pt x="20948" y="6245"/>
                    <a:pt x="21209" y="6108"/>
                  </a:cubicBezTo>
                  <a:cubicBezTo>
                    <a:pt x="21426" y="5971"/>
                    <a:pt x="21600" y="5731"/>
                    <a:pt x="21600" y="5285"/>
                  </a:cubicBezTo>
                  <a:cubicBezTo>
                    <a:pt x="21600" y="4840"/>
                    <a:pt x="21426" y="4600"/>
                    <a:pt x="21209" y="4462"/>
                  </a:cubicBezTo>
                  <a:close/>
                </a:path>
              </a:pathLst>
            </a:custGeom>
            <a:solidFill>
              <a:srgbClr val="6FC661"/>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62" name="Shape 362"/>
            <p:cNvSpPr/>
            <p:nvPr/>
          </p:nvSpPr>
          <p:spPr>
            <a:xfrm>
              <a:off x="1651571" y="1826773"/>
              <a:ext cx="1004540" cy="311471"/>
            </a:xfrm>
            <a:custGeom>
              <a:avLst/>
              <a:gdLst/>
              <a:ahLst/>
              <a:cxnLst>
                <a:cxn ang="0">
                  <a:pos x="wd2" y="hd2"/>
                </a:cxn>
                <a:cxn ang="5400000">
                  <a:pos x="wd2" y="hd2"/>
                </a:cxn>
                <a:cxn ang="10800000">
                  <a:pos x="wd2" y="hd2"/>
                </a:cxn>
                <a:cxn ang="16200000">
                  <a:pos x="wd2" y="hd2"/>
                </a:cxn>
              </a:cxnLst>
              <a:rect l="0" t="0" r="r" b="b"/>
              <a:pathLst>
                <a:path w="21468" h="21600" extrusionOk="0">
                  <a:moveTo>
                    <a:pt x="20260" y="0"/>
                  </a:moveTo>
                  <a:cubicBezTo>
                    <a:pt x="14860" y="0"/>
                    <a:pt x="14860" y="0"/>
                    <a:pt x="14860" y="0"/>
                  </a:cubicBezTo>
                  <a:cubicBezTo>
                    <a:pt x="14860" y="2684"/>
                    <a:pt x="14860" y="2684"/>
                    <a:pt x="14860" y="2684"/>
                  </a:cubicBezTo>
                  <a:cubicBezTo>
                    <a:pt x="14860" y="2812"/>
                    <a:pt x="14899" y="2940"/>
                    <a:pt x="15136" y="3962"/>
                  </a:cubicBezTo>
                  <a:cubicBezTo>
                    <a:pt x="15333" y="4729"/>
                    <a:pt x="15569" y="6135"/>
                    <a:pt x="15569" y="7796"/>
                  </a:cubicBezTo>
                  <a:cubicBezTo>
                    <a:pt x="15569" y="9202"/>
                    <a:pt x="15491" y="10864"/>
                    <a:pt x="15136" y="12142"/>
                  </a:cubicBezTo>
                  <a:cubicBezTo>
                    <a:pt x="14820" y="13420"/>
                    <a:pt x="14229" y="14315"/>
                    <a:pt x="13559" y="14315"/>
                  </a:cubicBezTo>
                  <a:cubicBezTo>
                    <a:pt x="12889" y="14315"/>
                    <a:pt x="12337" y="13420"/>
                    <a:pt x="12022" y="12142"/>
                  </a:cubicBezTo>
                  <a:cubicBezTo>
                    <a:pt x="11667" y="10864"/>
                    <a:pt x="11588" y="9202"/>
                    <a:pt x="11588" y="7796"/>
                  </a:cubicBezTo>
                  <a:cubicBezTo>
                    <a:pt x="11588" y="6007"/>
                    <a:pt x="11864" y="4729"/>
                    <a:pt x="12061" y="3834"/>
                  </a:cubicBezTo>
                  <a:cubicBezTo>
                    <a:pt x="12298" y="2812"/>
                    <a:pt x="12377" y="2556"/>
                    <a:pt x="12377" y="2301"/>
                  </a:cubicBezTo>
                  <a:cubicBezTo>
                    <a:pt x="12377" y="0"/>
                    <a:pt x="12377" y="0"/>
                    <a:pt x="12377" y="0"/>
                  </a:cubicBezTo>
                  <a:cubicBezTo>
                    <a:pt x="4218" y="0"/>
                    <a:pt x="4218" y="0"/>
                    <a:pt x="4218" y="0"/>
                  </a:cubicBezTo>
                  <a:cubicBezTo>
                    <a:pt x="4218" y="9458"/>
                    <a:pt x="4218" y="9458"/>
                    <a:pt x="4218" y="9458"/>
                  </a:cubicBezTo>
                  <a:cubicBezTo>
                    <a:pt x="2877" y="9458"/>
                    <a:pt x="2877" y="9458"/>
                    <a:pt x="2877" y="9458"/>
                  </a:cubicBezTo>
                  <a:cubicBezTo>
                    <a:pt x="2877" y="9458"/>
                    <a:pt x="2838" y="9458"/>
                    <a:pt x="2838" y="9458"/>
                  </a:cubicBezTo>
                  <a:cubicBezTo>
                    <a:pt x="2444" y="9330"/>
                    <a:pt x="2207" y="8563"/>
                    <a:pt x="1971" y="7924"/>
                  </a:cubicBezTo>
                  <a:cubicBezTo>
                    <a:pt x="1734" y="7285"/>
                    <a:pt x="1537" y="6902"/>
                    <a:pt x="1222" y="6902"/>
                  </a:cubicBezTo>
                  <a:cubicBezTo>
                    <a:pt x="907" y="6902"/>
                    <a:pt x="591" y="7157"/>
                    <a:pt x="394" y="7669"/>
                  </a:cubicBezTo>
                  <a:cubicBezTo>
                    <a:pt x="158" y="8308"/>
                    <a:pt x="39" y="9202"/>
                    <a:pt x="0" y="10864"/>
                  </a:cubicBezTo>
                  <a:cubicBezTo>
                    <a:pt x="0" y="12398"/>
                    <a:pt x="158" y="13292"/>
                    <a:pt x="355" y="13931"/>
                  </a:cubicBezTo>
                  <a:cubicBezTo>
                    <a:pt x="591" y="14443"/>
                    <a:pt x="907" y="14698"/>
                    <a:pt x="1222" y="14698"/>
                  </a:cubicBezTo>
                  <a:cubicBezTo>
                    <a:pt x="1537" y="14698"/>
                    <a:pt x="1734" y="14315"/>
                    <a:pt x="1971" y="13804"/>
                  </a:cubicBezTo>
                  <a:cubicBezTo>
                    <a:pt x="2207" y="13164"/>
                    <a:pt x="2444" y="12398"/>
                    <a:pt x="2838" y="12398"/>
                  </a:cubicBezTo>
                  <a:cubicBezTo>
                    <a:pt x="4218" y="12398"/>
                    <a:pt x="4218" y="12398"/>
                    <a:pt x="4218" y="12398"/>
                  </a:cubicBezTo>
                  <a:cubicBezTo>
                    <a:pt x="4218" y="21600"/>
                    <a:pt x="4218" y="21600"/>
                    <a:pt x="4218" y="21600"/>
                  </a:cubicBezTo>
                  <a:cubicBezTo>
                    <a:pt x="6858" y="21600"/>
                    <a:pt x="6858" y="21600"/>
                    <a:pt x="6858" y="21600"/>
                  </a:cubicBezTo>
                  <a:cubicBezTo>
                    <a:pt x="6858" y="21344"/>
                    <a:pt x="6858" y="21344"/>
                    <a:pt x="6858" y="21344"/>
                  </a:cubicBezTo>
                  <a:cubicBezTo>
                    <a:pt x="6858" y="21089"/>
                    <a:pt x="6780" y="20833"/>
                    <a:pt x="6543" y="19811"/>
                  </a:cubicBezTo>
                  <a:cubicBezTo>
                    <a:pt x="6346" y="18916"/>
                    <a:pt x="6070" y="17638"/>
                    <a:pt x="6070" y="15849"/>
                  </a:cubicBezTo>
                  <a:cubicBezTo>
                    <a:pt x="6070" y="14443"/>
                    <a:pt x="6149" y="12781"/>
                    <a:pt x="6504" y="11503"/>
                  </a:cubicBezTo>
                  <a:cubicBezTo>
                    <a:pt x="6819" y="10225"/>
                    <a:pt x="7371" y="9330"/>
                    <a:pt x="8041" y="9330"/>
                  </a:cubicBezTo>
                  <a:cubicBezTo>
                    <a:pt x="8711" y="9330"/>
                    <a:pt x="9302" y="10225"/>
                    <a:pt x="9618" y="11503"/>
                  </a:cubicBezTo>
                  <a:cubicBezTo>
                    <a:pt x="9972" y="12781"/>
                    <a:pt x="10051" y="14443"/>
                    <a:pt x="10051" y="15849"/>
                  </a:cubicBezTo>
                  <a:cubicBezTo>
                    <a:pt x="10051" y="17510"/>
                    <a:pt x="9815" y="18916"/>
                    <a:pt x="9618" y="19683"/>
                  </a:cubicBezTo>
                  <a:cubicBezTo>
                    <a:pt x="9381" y="20705"/>
                    <a:pt x="9342" y="20833"/>
                    <a:pt x="9342" y="20961"/>
                  </a:cubicBezTo>
                  <a:cubicBezTo>
                    <a:pt x="9342" y="21600"/>
                    <a:pt x="9342" y="21600"/>
                    <a:pt x="9342" y="21600"/>
                  </a:cubicBezTo>
                  <a:cubicBezTo>
                    <a:pt x="19550" y="21600"/>
                    <a:pt x="19550" y="21600"/>
                    <a:pt x="19550" y="21600"/>
                  </a:cubicBezTo>
                  <a:cubicBezTo>
                    <a:pt x="20457" y="19172"/>
                    <a:pt x="21088" y="16104"/>
                    <a:pt x="21364" y="12653"/>
                  </a:cubicBezTo>
                  <a:cubicBezTo>
                    <a:pt x="21600" y="9202"/>
                    <a:pt x="21442" y="5368"/>
                    <a:pt x="20812" y="2173"/>
                  </a:cubicBezTo>
                  <a:cubicBezTo>
                    <a:pt x="20654" y="1278"/>
                    <a:pt x="20457" y="639"/>
                    <a:pt x="20260" y="0"/>
                  </a:cubicBezTo>
                  <a:close/>
                </a:path>
              </a:pathLst>
            </a:custGeom>
            <a:solidFill>
              <a:srgbClr val="99FB98"/>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63" name="Shape 363"/>
            <p:cNvSpPr/>
            <p:nvPr/>
          </p:nvSpPr>
          <p:spPr>
            <a:xfrm>
              <a:off x="0" y="1769156"/>
              <a:ext cx="726115" cy="860044"/>
            </a:xfrm>
            <a:custGeom>
              <a:avLst/>
              <a:gdLst/>
              <a:ahLst/>
              <a:cxnLst>
                <a:cxn ang="0">
                  <a:pos x="wd2" y="hd2"/>
                </a:cxn>
                <a:cxn ang="5400000">
                  <a:pos x="wd2" y="hd2"/>
                </a:cxn>
                <a:cxn ang="10800000">
                  <a:pos x="wd2" y="hd2"/>
                </a:cxn>
                <a:cxn ang="16200000">
                  <a:pos x="wd2" y="hd2"/>
                </a:cxn>
              </a:cxnLst>
              <a:rect l="0" t="0" r="r" b="b"/>
              <a:pathLst>
                <a:path w="21496" h="21474" extrusionOk="0">
                  <a:moveTo>
                    <a:pt x="21273" y="5303"/>
                  </a:moveTo>
                  <a:cubicBezTo>
                    <a:pt x="11455" y="5303"/>
                    <a:pt x="11455" y="5303"/>
                    <a:pt x="11455" y="5303"/>
                  </a:cubicBezTo>
                  <a:cubicBezTo>
                    <a:pt x="11455" y="3277"/>
                    <a:pt x="11455" y="3277"/>
                    <a:pt x="11455" y="3277"/>
                  </a:cubicBezTo>
                  <a:cubicBezTo>
                    <a:pt x="11455" y="2816"/>
                    <a:pt x="11782" y="2540"/>
                    <a:pt x="12000" y="2264"/>
                  </a:cubicBezTo>
                  <a:cubicBezTo>
                    <a:pt x="12273" y="1987"/>
                    <a:pt x="12436" y="1757"/>
                    <a:pt x="12436" y="1435"/>
                  </a:cubicBezTo>
                  <a:cubicBezTo>
                    <a:pt x="12436" y="1066"/>
                    <a:pt x="12327" y="652"/>
                    <a:pt x="12055" y="422"/>
                  </a:cubicBezTo>
                  <a:cubicBezTo>
                    <a:pt x="11836" y="145"/>
                    <a:pt x="11455" y="-39"/>
                    <a:pt x="10745" y="7"/>
                  </a:cubicBezTo>
                  <a:cubicBezTo>
                    <a:pt x="10036" y="7"/>
                    <a:pt x="9655" y="191"/>
                    <a:pt x="9436" y="422"/>
                  </a:cubicBezTo>
                  <a:cubicBezTo>
                    <a:pt x="9218" y="698"/>
                    <a:pt x="9109" y="1020"/>
                    <a:pt x="9109" y="1435"/>
                  </a:cubicBezTo>
                  <a:cubicBezTo>
                    <a:pt x="9109" y="1757"/>
                    <a:pt x="9273" y="1987"/>
                    <a:pt x="9545" y="2264"/>
                  </a:cubicBezTo>
                  <a:cubicBezTo>
                    <a:pt x="9764" y="2540"/>
                    <a:pt x="10145" y="2816"/>
                    <a:pt x="10200" y="3323"/>
                  </a:cubicBezTo>
                  <a:cubicBezTo>
                    <a:pt x="10200" y="3323"/>
                    <a:pt x="10200" y="3323"/>
                    <a:pt x="10200" y="3323"/>
                  </a:cubicBezTo>
                  <a:cubicBezTo>
                    <a:pt x="10200" y="5303"/>
                    <a:pt x="10200" y="5303"/>
                    <a:pt x="10200" y="5303"/>
                  </a:cubicBezTo>
                  <a:cubicBezTo>
                    <a:pt x="0" y="5303"/>
                    <a:pt x="0" y="5303"/>
                    <a:pt x="0" y="5303"/>
                  </a:cubicBezTo>
                  <a:cubicBezTo>
                    <a:pt x="0" y="18752"/>
                    <a:pt x="0" y="18752"/>
                    <a:pt x="0" y="18752"/>
                  </a:cubicBezTo>
                  <a:cubicBezTo>
                    <a:pt x="55" y="20271"/>
                    <a:pt x="1800" y="21561"/>
                    <a:pt x="3600" y="21469"/>
                  </a:cubicBezTo>
                  <a:cubicBezTo>
                    <a:pt x="18273" y="20594"/>
                    <a:pt x="18273" y="20594"/>
                    <a:pt x="18273" y="20594"/>
                  </a:cubicBezTo>
                  <a:cubicBezTo>
                    <a:pt x="20018" y="20502"/>
                    <a:pt x="21600" y="19074"/>
                    <a:pt x="21491" y="17554"/>
                  </a:cubicBezTo>
                  <a:cubicBezTo>
                    <a:pt x="21491" y="5303"/>
                    <a:pt x="21491" y="5303"/>
                    <a:pt x="21491" y="5303"/>
                  </a:cubicBezTo>
                  <a:cubicBezTo>
                    <a:pt x="21491" y="5303"/>
                    <a:pt x="21491" y="5303"/>
                    <a:pt x="21491" y="5303"/>
                  </a:cubicBezTo>
                  <a:cubicBezTo>
                    <a:pt x="21436" y="5303"/>
                    <a:pt x="21327" y="5303"/>
                    <a:pt x="21273" y="5303"/>
                  </a:cubicBezTo>
                  <a:close/>
                  <a:moveTo>
                    <a:pt x="17455" y="15620"/>
                  </a:moveTo>
                  <a:cubicBezTo>
                    <a:pt x="16145" y="17923"/>
                    <a:pt x="12818" y="18890"/>
                    <a:pt x="10091" y="17784"/>
                  </a:cubicBezTo>
                  <a:cubicBezTo>
                    <a:pt x="7364" y="16679"/>
                    <a:pt x="6218" y="13916"/>
                    <a:pt x="7527" y="11613"/>
                  </a:cubicBezTo>
                  <a:cubicBezTo>
                    <a:pt x="8455" y="9955"/>
                    <a:pt x="10418" y="8942"/>
                    <a:pt x="12491" y="8942"/>
                  </a:cubicBezTo>
                  <a:cubicBezTo>
                    <a:pt x="13255" y="8942"/>
                    <a:pt x="14073" y="9080"/>
                    <a:pt x="14836" y="9402"/>
                  </a:cubicBezTo>
                  <a:cubicBezTo>
                    <a:pt x="17618" y="10508"/>
                    <a:pt x="18764" y="13271"/>
                    <a:pt x="17455" y="15620"/>
                  </a:cubicBezTo>
                  <a:close/>
                </a:path>
              </a:pathLst>
            </a:custGeom>
            <a:solidFill>
              <a:srgbClr val="4E8F43"/>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64" name="Shape 364"/>
            <p:cNvSpPr/>
            <p:nvPr/>
          </p:nvSpPr>
          <p:spPr>
            <a:xfrm>
              <a:off x="1651571" y="1998081"/>
              <a:ext cx="918473" cy="510813"/>
            </a:xfrm>
            <a:custGeom>
              <a:avLst/>
              <a:gdLst/>
              <a:ahLst/>
              <a:cxnLst>
                <a:cxn ang="0">
                  <a:pos x="wd2" y="hd2"/>
                </a:cxn>
                <a:cxn ang="5400000">
                  <a:pos x="wd2" y="hd2"/>
                </a:cxn>
                <a:cxn ang="10800000">
                  <a:pos x="wd2" y="hd2"/>
                </a:cxn>
                <a:cxn ang="16200000">
                  <a:pos x="wd2" y="hd2"/>
                </a:cxn>
              </a:cxnLst>
              <a:rect l="0" t="0" r="r" b="b"/>
              <a:pathLst>
                <a:path w="21482" h="21600" extrusionOk="0">
                  <a:moveTo>
                    <a:pt x="20781" y="7798"/>
                  </a:moveTo>
                  <a:cubicBezTo>
                    <a:pt x="9356" y="7798"/>
                    <a:pt x="9356" y="7798"/>
                    <a:pt x="9356" y="7798"/>
                  </a:cubicBezTo>
                  <a:cubicBezTo>
                    <a:pt x="9356" y="5614"/>
                    <a:pt x="9356" y="5614"/>
                    <a:pt x="9356" y="5614"/>
                  </a:cubicBezTo>
                  <a:cubicBezTo>
                    <a:pt x="9356" y="4835"/>
                    <a:pt x="9614" y="4367"/>
                    <a:pt x="9830" y="3899"/>
                  </a:cubicBezTo>
                  <a:cubicBezTo>
                    <a:pt x="10002" y="3431"/>
                    <a:pt x="10132" y="2963"/>
                    <a:pt x="10132" y="2417"/>
                  </a:cubicBezTo>
                  <a:cubicBezTo>
                    <a:pt x="10132" y="1794"/>
                    <a:pt x="10046" y="1170"/>
                    <a:pt x="9873" y="702"/>
                  </a:cubicBezTo>
                  <a:cubicBezTo>
                    <a:pt x="9657" y="312"/>
                    <a:pt x="9356" y="0"/>
                    <a:pt x="8838" y="0"/>
                  </a:cubicBezTo>
                  <a:cubicBezTo>
                    <a:pt x="8278" y="0"/>
                    <a:pt x="7976" y="312"/>
                    <a:pt x="7760" y="780"/>
                  </a:cubicBezTo>
                  <a:cubicBezTo>
                    <a:pt x="7588" y="1170"/>
                    <a:pt x="7502" y="1794"/>
                    <a:pt x="7502" y="2417"/>
                  </a:cubicBezTo>
                  <a:cubicBezTo>
                    <a:pt x="7502" y="3041"/>
                    <a:pt x="7631" y="3431"/>
                    <a:pt x="7847" y="3899"/>
                  </a:cubicBezTo>
                  <a:cubicBezTo>
                    <a:pt x="8062" y="4367"/>
                    <a:pt x="8321" y="4835"/>
                    <a:pt x="8364" y="5614"/>
                  </a:cubicBezTo>
                  <a:cubicBezTo>
                    <a:pt x="8364" y="5614"/>
                    <a:pt x="8364" y="5692"/>
                    <a:pt x="8364" y="5692"/>
                  </a:cubicBezTo>
                  <a:cubicBezTo>
                    <a:pt x="8364" y="7798"/>
                    <a:pt x="8364" y="7798"/>
                    <a:pt x="8364" y="7798"/>
                  </a:cubicBezTo>
                  <a:cubicBezTo>
                    <a:pt x="4613" y="7798"/>
                    <a:pt x="4613" y="7798"/>
                    <a:pt x="4613" y="7798"/>
                  </a:cubicBezTo>
                  <a:cubicBezTo>
                    <a:pt x="4613" y="13880"/>
                    <a:pt x="4613" y="13880"/>
                    <a:pt x="4613" y="13880"/>
                  </a:cubicBezTo>
                  <a:cubicBezTo>
                    <a:pt x="3147" y="13880"/>
                    <a:pt x="3147" y="13880"/>
                    <a:pt x="3147" y="13880"/>
                  </a:cubicBezTo>
                  <a:cubicBezTo>
                    <a:pt x="3147" y="13880"/>
                    <a:pt x="3104" y="13880"/>
                    <a:pt x="3104" y="13880"/>
                  </a:cubicBezTo>
                  <a:cubicBezTo>
                    <a:pt x="2673" y="13802"/>
                    <a:pt x="2414" y="13334"/>
                    <a:pt x="2156" y="12944"/>
                  </a:cubicBezTo>
                  <a:cubicBezTo>
                    <a:pt x="1897" y="12555"/>
                    <a:pt x="1681" y="12321"/>
                    <a:pt x="1337" y="12321"/>
                  </a:cubicBezTo>
                  <a:cubicBezTo>
                    <a:pt x="992" y="12321"/>
                    <a:pt x="647" y="12477"/>
                    <a:pt x="431" y="12788"/>
                  </a:cubicBezTo>
                  <a:cubicBezTo>
                    <a:pt x="172" y="13178"/>
                    <a:pt x="43" y="13724"/>
                    <a:pt x="0" y="14738"/>
                  </a:cubicBezTo>
                  <a:cubicBezTo>
                    <a:pt x="0" y="15674"/>
                    <a:pt x="172" y="16219"/>
                    <a:pt x="388" y="16609"/>
                  </a:cubicBezTo>
                  <a:cubicBezTo>
                    <a:pt x="647" y="16921"/>
                    <a:pt x="992" y="17077"/>
                    <a:pt x="1337" y="17077"/>
                  </a:cubicBezTo>
                  <a:cubicBezTo>
                    <a:pt x="1681" y="17077"/>
                    <a:pt x="1897" y="16843"/>
                    <a:pt x="2156" y="16531"/>
                  </a:cubicBezTo>
                  <a:cubicBezTo>
                    <a:pt x="2414" y="16142"/>
                    <a:pt x="2673" y="15674"/>
                    <a:pt x="3104" y="15674"/>
                  </a:cubicBezTo>
                  <a:cubicBezTo>
                    <a:pt x="4613" y="15674"/>
                    <a:pt x="4613" y="15674"/>
                    <a:pt x="4613" y="15674"/>
                  </a:cubicBezTo>
                  <a:cubicBezTo>
                    <a:pt x="4613" y="21600"/>
                    <a:pt x="4613" y="21600"/>
                    <a:pt x="4613" y="21600"/>
                  </a:cubicBezTo>
                  <a:cubicBezTo>
                    <a:pt x="8364" y="21600"/>
                    <a:pt x="12201" y="21522"/>
                    <a:pt x="15349" y="21366"/>
                  </a:cubicBezTo>
                  <a:cubicBezTo>
                    <a:pt x="18108" y="21210"/>
                    <a:pt x="20350" y="18481"/>
                    <a:pt x="21169" y="14738"/>
                  </a:cubicBezTo>
                  <a:cubicBezTo>
                    <a:pt x="21600" y="12866"/>
                    <a:pt x="21600" y="10683"/>
                    <a:pt x="21083" y="8734"/>
                  </a:cubicBezTo>
                  <a:cubicBezTo>
                    <a:pt x="20996" y="8422"/>
                    <a:pt x="20910" y="8110"/>
                    <a:pt x="20781" y="7798"/>
                  </a:cubicBezTo>
                  <a:close/>
                </a:path>
              </a:pathLst>
            </a:custGeom>
            <a:solidFill>
              <a:srgbClr val="99FB98"/>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grpSp>
    </p:spTree>
  </p:cSld>
  <p:clrMapOvr>
    <a:masterClrMapping/>
  </p:clrMapOvr>
  <p:transition xmlns:p14="http://schemas.microsoft.com/office/powerpoint/2010/mai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 name="Shape 367"/>
          <p:cNvSpPr/>
          <p:nvPr/>
        </p:nvSpPr>
        <p:spPr>
          <a:xfrm>
            <a:off x="580849" y="703765"/>
            <a:ext cx="6610703" cy="4445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spAutoFit/>
          </a:bodyPr>
          <a:lstStyle/>
          <a:p>
            <a:pPr defTabSz="584200">
              <a:defRPr sz="2300">
                <a:latin typeface="Montserrat Bold"/>
                <a:ea typeface="Montserrat Bold"/>
                <a:cs typeface="Montserrat Bold"/>
                <a:sym typeface="Montserrat Bold"/>
              </a:defRPr>
            </a:pPr>
            <a:r>
              <a:t>P R O P U E S T A   </a:t>
            </a:r>
            <a:r>
              <a:rPr>
                <a:latin typeface="Montserrat Black"/>
                <a:ea typeface="Montserrat Black"/>
                <a:cs typeface="Montserrat Black"/>
                <a:sym typeface="Montserrat Black"/>
              </a:rPr>
              <a:t>E S T R A T É G I C A</a:t>
            </a:r>
          </a:p>
        </p:txBody>
      </p:sp>
      <p:sp>
        <p:nvSpPr>
          <p:cNvPr id="368" name="Shape 368"/>
          <p:cNvSpPr/>
          <p:nvPr/>
        </p:nvSpPr>
        <p:spPr>
          <a:xfrm>
            <a:off x="641201" y="1392995"/>
            <a:ext cx="6489998" cy="9243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lvl1pPr algn="just" defTabSz="584200">
              <a:defRPr sz="1400">
                <a:latin typeface="Montserrat"/>
                <a:ea typeface="Montserrat"/>
                <a:cs typeface="Montserrat"/>
                <a:sym typeface="Montserrat"/>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graphicFrame>
        <p:nvGraphicFramePr>
          <p:cNvPr id="369" name="Table 369"/>
          <p:cNvGraphicFramePr/>
          <p:nvPr/>
        </p:nvGraphicFramePr>
        <p:xfrm>
          <a:off x="271523" y="2460999"/>
          <a:ext cx="7232529" cy="4518349"/>
        </p:xfrm>
        <a:graphic>
          <a:graphicData uri="http://schemas.openxmlformats.org/drawingml/2006/table">
            <a:tbl>
              <a:tblPr firstRow="1" bandRow="1">
                <a:tableStyleId>{4C3C2611-4C71-4FC5-86AE-919BDF0F9419}</a:tableStyleId>
              </a:tblPr>
              <a:tblGrid>
                <a:gridCol w="3170426"/>
                <a:gridCol w="431907"/>
                <a:gridCol w="440342"/>
                <a:gridCol w="468564"/>
                <a:gridCol w="407964"/>
                <a:gridCol w="497337"/>
                <a:gridCol w="447243"/>
                <a:gridCol w="459921"/>
                <a:gridCol w="474618"/>
                <a:gridCol w="431027"/>
              </a:tblGrid>
              <a:tr h="452667">
                <a:tc>
                  <a:txBody>
                    <a:bodyPr/>
                    <a:lstStyle/>
                    <a:p>
                      <a:pPr defTabSz="914400">
                        <a:defRPr sz="1400" b="0">
                          <a:latin typeface="Montserrat Semi Bold"/>
                          <a:ea typeface="Montserrat Semi Bold"/>
                          <a:cs typeface="Montserrat Semi Bold"/>
                          <a:sym typeface="Montserrat Semi Bold"/>
                        </a:defRPr>
                      </a:pPr>
                      <a:endParaRPr/>
                    </a:p>
                  </a:txBody>
                  <a:tcPr marL="50800" marR="50800" marT="50800" marB="50800" anchor="ctr" horzOverflow="overflow">
                    <a:noFill/>
                  </a:tcPr>
                </a:tc>
                <a:tc gridSpan="9">
                  <a:txBody>
                    <a:bodyPr/>
                    <a:lstStyle/>
                    <a:p>
                      <a:pPr defTabSz="914400">
                        <a:defRPr b="0">
                          <a:solidFill>
                            <a:srgbClr val="000000"/>
                          </a:solidFill>
                        </a:defRPr>
                      </a:pPr>
                      <a:r>
                        <a:rPr sz="1400">
                          <a:solidFill>
                            <a:srgbClr val="FFFFFF"/>
                          </a:solidFill>
                          <a:latin typeface="Montserrat Semi Bold"/>
                          <a:ea typeface="Montserrat Semi Bold"/>
                          <a:cs typeface="Montserrat Semi Bold"/>
                          <a:sym typeface="Montserrat Semi Bold"/>
                        </a:rPr>
                        <a:t>Consultoría</a:t>
                      </a:r>
                    </a:p>
                  </a:txBody>
                  <a:tcPr marL="50800" marR="50800" marT="50800" marB="50800" anchor="ctr" horzOverflow="overflow">
                    <a:lnB w="3175">
                      <a:solidFill>
                        <a:srgbClr val="FFFFFF"/>
                      </a:solidFill>
                      <a:miter lim="400000"/>
                    </a:lnB>
                    <a:solidFill>
                      <a:srgbClr val="6FC66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68046">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R w="3175">
                      <a:solidFill>
                        <a:srgbClr val="FFFFFF"/>
                      </a:solidFill>
                      <a:miter lim="400000"/>
                    </a:lnR>
                    <a:lnB w="3175">
                      <a:solidFill>
                        <a:srgbClr val="FFFFFF"/>
                      </a:solidFill>
                      <a:miter lim="400000"/>
                    </a:lnB>
                    <a:noFill/>
                  </a:tcPr>
                </a:tc>
                <a:tc>
                  <a:txBody>
                    <a:bodyPr/>
                    <a:lstStyle/>
                    <a:p>
                      <a:pPr defTabSz="914400"/>
                      <a:r>
                        <a:rPr sz="1400">
                          <a:latin typeface="Montserrat"/>
                          <a:ea typeface="Montserrat"/>
                          <a:cs typeface="Montserrat"/>
                          <a:sym typeface="Montserrat"/>
                        </a:rPr>
                        <a:t>S1</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S2</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S3</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S4</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S5</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S6</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S7</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S8</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S9</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r>
              <a:tr h="592858">
                <a:tc>
                  <a:txBody>
                    <a:bodyPr/>
                    <a:lstStyle/>
                    <a:p>
                      <a:pPr algn="l" defTabSz="914400"/>
                      <a:r>
                        <a:rPr sz="1400">
                          <a:solidFill>
                            <a:srgbClr val="FFFFFF"/>
                          </a:solidFill>
                          <a:latin typeface="Montserrat"/>
                          <a:ea typeface="Montserrat"/>
                          <a:cs typeface="Montserrat"/>
                          <a:sym typeface="Montserrat"/>
                        </a:rPr>
                        <a:t>Sesión inicial</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FFFFFF"/>
                      </a:solidFill>
                      <a:miter lim="400000"/>
                    </a:lnB>
                    <a:solidFill>
                      <a:srgbClr val="6FC661"/>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FFFFF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r>
              <a:tr h="889407">
                <a:tc>
                  <a:txBody>
                    <a:bodyPr/>
                    <a:lstStyle/>
                    <a:p>
                      <a:pPr algn="l" defTabSz="914400"/>
                      <a:r>
                        <a:rPr sz="1400">
                          <a:solidFill>
                            <a:srgbClr val="FFFFFF"/>
                          </a:solidFill>
                          <a:latin typeface="Montserrat"/>
                          <a:ea typeface="Montserrat"/>
                          <a:cs typeface="Montserrat"/>
                          <a:sym typeface="Montserrat"/>
                        </a:rPr>
                        <a:t>Auditoría</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FFFFFF"/>
                      </a:solidFill>
                      <a:miter lim="400000"/>
                    </a:lnB>
                    <a:solidFill>
                      <a:srgbClr val="6FC661"/>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FFFFF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r>
              <a:tr h="668525">
                <a:tc>
                  <a:txBody>
                    <a:bodyPr/>
                    <a:lstStyle/>
                    <a:p>
                      <a:pPr algn="l" defTabSz="914400"/>
                      <a:r>
                        <a:rPr sz="1400">
                          <a:solidFill>
                            <a:srgbClr val="FFFFFF"/>
                          </a:solidFill>
                          <a:latin typeface="Montserrat"/>
                          <a:ea typeface="Montserrat"/>
                          <a:cs typeface="Montserrat"/>
                          <a:sym typeface="Montserrat"/>
                        </a:rPr>
                        <a:t>Plan de marketing</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FFFFFF"/>
                      </a:solidFill>
                      <a:miter lim="400000"/>
                    </a:lnB>
                    <a:solidFill>
                      <a:srgbClr val="6FC661"/>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FFFFF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r>
              <a:tr h="759161">
                <a:tc>
                  <a:txBody>
                    <a:bodyPr/>
                    <a:lstStyle/>
                    <a:p>
                      <a:pPr algn="l" defTabSz="914400"/>
                      <a:r>
                        <a:rPr sz="1400">
                          <a:solidFill>
                            <a:srgbClr val="FFFFFF"/>
                          </a:solidFill>
                          <a:latin typeface="Montserrat"/>
                          <a:ea typeface="Montserrat"/>
                          <a:cs typeface="Montserrat"/>
                          <a:sym typeface="Montserrat"/>
                        </a:rPr>
                        <a:t>Formación</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FFFFFF"/>
                      </a:solidFill>
                      <a:miter lim="400000"/>
                    </a:lnB>
                    <a:solidFill>
                      <a:srgbClr val="6FC661"/>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FFFFF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r>
              <a:tr h="786092">
                <a:tc>
                  <a:txBody>
                    <a:bodyPr/>
                    <a:lstStyle/>
                    <a:p>
                      <a:pPr algn="l" defTabSz="914400"/>
                      <a:r>
                        <a:rPr sz="1400">
                          <a:solidFill>
                            <a:srgbClr val="FFFFFF"/>
                          </a:solidFill>
                          <a:latin typeface="Montserrat"/>
                          <a:ea typeface="Montserrat"/>
                          <a:cs typeface="Montserrat"/>
                          <a:sym typeface="Montserrat"/>
                        </a:rPr>
                        <a:t>Implementación</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FFFFFF"/>
                      </a:solidFill>
                      <a:miter lim="400000"/>
                    </a:lnB>
                    <a:solidFill>
                      <a:srgbClr val="6FC661"/>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FFFFF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r>
            </a:tbl>
          </a:graphicData>
        </a:graphic>
      </p:graphicFrame>
      <p:sp>
        <p:nvSpPr>
          <p:cNvPr id="370" name="Shape 370"/>
          <p:cNvSpPr/>
          <p:nvPr/>
        </p:nvSpPr>
        <p:spPr>
          <a:xfrm>
            <a:off x="3530599" y="3606145"/>
            <a:ext cx="1238250" cy="1"/>
          </a:xfrm>
          <a:prstGeom prst="line">
            <a:avLst/>
          </a:prstGeom>
          <a:ln w="25400">
            <a:solidFill>
              <a:srgbClr val="000000"/>
            </a:solidFill>
            <a:miter lim="400000"/>
            <a:headEnd type="oval"/>
            <a:tailEnd type="triangle"/>
          </a:ln>
        </p:spPr>
        <p:txBody>
          <a:bodyPr lIns="30360" tIns="30360" rIns="30360" bIns="30360" anchor="ctr"/>
          <a:lstStyle/>
          <a:p>
            <a:pPr>
              <a:defRPr sz="2400"/>
            </a:pPr>
            <a:endParaRPr/>
          </a:p>
        </p:txBody>
      </p:sp>
      <p:sp>
        <p:nvSpPr>
          <p:cNvPr id="371" name="Shape 371"/>
          <p:cNvSpPr/>
          <p:nvPr/>
        </p:nvSpPr>
        <p:spPr>
          <a:xfrm>
            <a:off x="4927599" y="4420817"/>
            <a:ext cx="603772" cy="1"/>
          </a:xfrm>
          <a:prstGeom prst="line">
            <a:avLst/>
          </a:prstGeom>
          <a:ln w="25400">
            <a:solidFill>
              <a:srgbClr val="000000"/>
            </a:solidFill>
            <a:miter lim="400000"/>
            <a:headEnd type="oval"/>
            <a:tailEnd type="triangle"/>
          </a:ln>
        </p:spPr>
        <p:txBody>
          <a:bodyPr lIns="30360" tIns="30360" rIns="30360" bIns="30360" anchor="ctr"/>
          <a:lstStyle/>
          <a:p>
            <a:pPr>
              <a:defRPr sz="2400"/>
            </a:pPr>
            <a:endParaRPr/>
          </a:p>
        </p:txBody>
      </p:sp>
      <p:sp>
        <p:nvSpPr>
          <p:cNvPr id="372" name="Shape 372"/>
          <p:cNvSpPr/>
          <p:nvPr/>
        </p:nvSpPr>
        <p:spPr>
          <a:xfrm>
            <a:off x="5902659" y="5245097"/>
            <a:ext cx="603772" cy="1"/>
          </a:xfrm>
          <a:prstGeom prst="line">
            <a:avLst/>
          </a:prstGeom>
          <a:ln w="25400">
            <a:solidFill>
              <a:srgbClr val="000000"/>
            </a:solidFill>
            <a:miter lim="400000"/>
            <a:headEnd type="oval"/>
            <a:tailEnd type="triangle"/>
          </a:ln>
        </p:spPr>
        <p:txBody>
          <a:bodyPr lIns="30360" tIns="30360" rIns="30360" bIns="30360" anchor="ctr"/>
          <a:lstStyle/>
          <a:p>
            <a:pPr>
              <a:defRPr sz="2400"/>
            </a:pPr>
            <a:endParaRPr/>
          </a:p>
        </p:txBody>
      </p:sp>
      <p:sp>
        <p:nvSpPr>
          <p:cNvPr id="373" name="Shape 373"/>
          <p:cNvSpPr/>
          <p:nvPr/>
        </p:nvSpPr>
        <p:spPr>
          <a:xfrm>
            <a:off x="5926292" y="5953205"/>
            <a:ext cx="1063899" cy="1"/>
          </a:xfrm>
          <a:prstGeom prst="line">
            <a:avLst/>
          </a:prstGeom>
          <a:ln w="25400">
            <a:solidFill>
              <a:srgbClr val="000000"/>
            </a:solidFill>
            <a:miter lim="400000"/>
            <a:headEnd type="oval"/>
            <a:tailEnd type="triangle"/>
          </a:ln>
        </p:spPr>
        <p:txBody>
          <a:bodyPr lIns="30360" tIns="30360" rIns="30360" bIns="30360" anchor="ctr"/>
          <a:lstStyle/>
          <a:p>
            <a:pPr>
              <a:defRPr sz="2400"/>
            </a:pPr>
            <a:endParaRPr/>
          </a:p>
        </p:txBody>
      </p:sp>
      <p:sp>
        <p:nvSpPr>
          <p:cNvPr id="374" name="Shape 374"/>
          <p:cNvSpPr/>
          <p:nvPr/>
        </p:nvSpPr>
        <p:spPr>
          <a:xfrm>
            <a:off x="5935926" y="6689805"/>
            <a:ext cx="1428697" cy="1"/>
          </a:xfrm>
          <a:prstGeom prst="line">
            <a:avLst/>
          </a:prstGeom>
          <a:ln w="25400">
            <a:solidFill>
              <a:srgbClr val="000000"/>
            </a:solidFill>
            <a:miter lim="400000"/>
            <a:headEnd type="oval"/>
            <a:tailEnd type="triangle"/>
          </a:ln>
        </p:spPr>
        <p:txBody>
          <a:bodyPr lIns="30360" tIns="30360" rIns="30360" bIns="30360" anchor="ctr"/>
          <a:lstStyle/>
          <a:p>
            <a:pPr>
              <a:defRPr sz="2400"/>
            </a:pPr>
            <a:endParaRPr/>
          </a:p>
        </p:txBody>
      </p:sp>
      <p:sp>
        <p:nvSpPr>
          <p:cNvPr id="375" name="Shape 375"/>
          <p:cNvSpPr/>
          <p:nvPr/>
        </p:nvSpPr>
        <p:spPr>
          <a:xfrm>
            <a:off x="285871" y="7205579"/>
            <a:ext cx="7194429" cy="2080503"/>
          </a:xfrm>
          <a:prstGeom prst="rect">
            <a:avLst/>
          </a:prstGeom>
          <a:ln w="38100">
            <a:solidFill>
              <a:srgbClr val="4E8F43"/>
            </a:solidFill>
            <a:miter lim="400000"/>
          </a:ln>
        </p:spPr>
        <p:txBody>
          <a:bodyPr lIns="30360" tIns="30360" rIns="30360" bIns="30360" anchor="ctr"/>
          <a:lstStyle/>
          <a:p>
            <a:pPr>
              <a:defRPr sz="2400">
                <a:solidFill>
                  <a:srgbClr val="FFFFFF"/>
                </a:solidFill>
              </a:defRPr>
            </a:pPr>
            <a:endParaRPr/>
          </a:p>
        </p:txBody>
      </p:sp>
      <p:sp>
        <p:nvSpPr>
          <p:cNvPr id="376" name="Shape 376"/>
          <p:cNvSpPr/>
          <p:nvPr/>
        </p:nvSpPr>
        <p:spPr>
          <a:xfrm>
            <a:off x="457200" y="7299355"/>
            <a:ext cx="3997913" cy="8989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l">
              <a:defRPr sz="1400">
                <a:latin typeface="Montserrat Semi Bold"/>
                <a:ea typeface="Montserrat Semi Bold"/>
                <a:cs typeface="Montserrat Semi Bold"/>
                <a:sym typeface="Montserrat Semi Bold"/>
              </a:defRPr>
            </a:pPr>
            <a:r>
              <a:t>Mentoring (Pago único)</a:t>
            </a:r>
          </a:p>
          <a:p>
            <a:pPr algn="l">
              <a:defRPr sz="1300">
                <a:latin typeface="Montserrat"/>
                <a:ea typeface="Montserrat"/>
                <a:cs typeface="Montserrat"/>
                <a:sym typeface="Montserrat"/>
              </a:defRPr>
            </a:pPr>
            <a:r>
              <a:t>Pago único del momento completo del servicio de mentoring. Este pago se realiza antes de iniciar el servicio.</a:t>
            </a:r>
          </a:p>
        </p:txBody>
      </p:sp>
      <p:sp>
        <p:nvSpPr>
          <p:cNvPr id="377" name="Shape 377"/>
          <p:cNvSpPr/>
          <p:nvPr/>
        </p:nvSpPr>
        <p:spPr>
          <a:xfrm>
            <a:off x="457200" y="8338048"/>
            <a:ext cx="3997913" cy="8989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l">
              <a:defRPr sz="1400">
                <a:latin typeface="Montserrat Semi Bold"/>
                <a:ea typeface="Montserrat Semi Bold"/>
                <a:cs typeface="Montserrat Semi Bold"/>
                <a:sym typeface="Montserrat Semi Bold"/>
              </a:defRPr>
            </a:pPr>
            <a:r>
              <a:t>Mentoring (Opción dos pagos)</a:t>
            </a:r>
          </a:p>
          <a:p>
            <a:pPr algn="l">
              <a:defRPr sz="1300">
                <a:latin typeface="Montserrat"/>
                <a:ea typeface="Montserrat"/>
                <a:cs typeface="Montserrat"/>
                <a:sym typeface="Montserrat"/>
              </a:defRPr>
            </a:pPr>
            <a:r>
              <a:t>Pago del mentoring en dos pagos únicos. El 1er pago se realiza antes de iniciar el servicio y el último pago en la semana 6 del mentoring.</a:t>
            </a:r>
          </a:p>
        </p:txBody>
      </p:sp>
      <p:sp>
        <p:nvSpPr>
          <p:cNvPr id="378" name="Shape 378"/>
          <p:cNvSpPr/>
          <p:nvPr/>
        </p:nvSpPr>
        <p:spPr>
          <a:xfrm>
            <a:off x="495300" y="8258530"/>
            <a:ext cx="6781800" cy="1"/>
          </a:xfrm>
          <a:prstGeom prst="line">
            <a:avLst/>
          </a:prstGeom>
          <a:ln w="12700">
            <a:solidFill>
              <a:srgbClr val="DCDEE0"/>
            </a:solidFill>
            <a:miter lim="400000"/>
          </a:ln>
        </p:spPr>
        <p:txBody>
          <a:bodyPr lIns="30360" tIns="30360" rIns="30360" bIns="30360" anchor="ctr"/>
          <a:lstStyle/>
          <a:p>
            <a:pPr>
              <a:defRPr sz="2400"/>
            </a:pPr>
            <a:endParaRPr/>
          </a:p>
        </p:txBody>
      </p:sp>
      <p:grpSp>
        <p:nvGrpSpPr>
          <p:cNvPr id="383" name="Group 383"/>
          <p:cNvGrpSpPr/>
          <p:nvPr/>
        </p:nvGrpSpPr>
        <p:grpSpPr>
          <a:xfrm>
            <a:off x="4838699" y="7537480"/>
            <a:ext cx="409979" cy="409973"/>
            <a:chOff x="8" y="0"/>
            <a:chExt cx="409977" cy="409971"/>
          </a:xfrm>
        </p:grpSpPr>
        <p:sp>
          <p:nvSpPr>
            <p:cNvPr id="379" name="Shape 379"/>
            <p:cNvSpPr/>
            <p:nvPr/>
          </p:nvSpPr>
          <p:spPr>
            <a:xfrm>
              <a:off x="8" y="0"/>
              <a:ext cx="409979" cy="409973"/>
            </a:xfrm>
            <a:custGeom>
              <a:avLst/>
              <a:gdLst/>
              <a:ahLst/>
              <a:cxnLst>
                <a:cxn ang="0">
                  <a:pos x="wd2" y="hd2"/>
                </a:cxn>
                <a:cxn ang="5400000">
                  <a:pos x="wd2" y="hd2"/>
                </a:cxn>
                <a:cxn ang="10800000">
                  <a:pos x="wd2" y="hd2"/>
                </a:cxn>
                <a:cxn ang="16200000">
                  <a:pos x="wd2" y="hd2"/>
                </a:cxn>
              </a:cxnLst>
              <a:rect l="0" t="0" r="r" b="b"/>
              <a:pathLst>
                <a:path w="21427" h="21454" extrusionOk="0">
                  <a:moveTo>
                    <a:pt x="8035" y="20113"/>
                  </a:moveTo>
                  <a:cubicBezTo>
                    <a:pt x="5817" y="17893"/>
                    <a:pt x="3557" y="15629"/>
                    <a:pt x="1339" y="13409"/>
                  </a:cubicBezTo>
                  <a:cubicBezTo>
                    <a:pt x="3242" y="7240"/>
                    <a:pt x="11490" y="7509"/>
                    <a:pt x="13393" y="1341"/>
                  </a:cubicBezTo>
                  <a:cubicBezTo>
                    <a:pt x="15611" y="3560"/>
                    <a:pt x="17871" y="5825"/>
                    <a:pt x="20089" y="8045"/>
                  </a:cubicBezTo>
                  <a:cubicBezTo>
                    <a:pt x="18186" y="14213"/>
                    <a:pt x="9938" y="13945"/>
                    <a:pt x="8035" y="20113"/>
                  </a:cubicBezTo>
                  <a:moveTo>
                    <a:pt x="21036" y="7097"/>
                  </a:moveTo>
                  <a:lnTo>
                    <a:pt x="14340" y="393"/>
                  </a:lnTo>
                  <a:cubicBezTo>
                    <a:pt x="14008" y="60"/>
                    <a:pt x="13527" y="-73"/>
                    <a:pt x="13071" y="39"/>
                  </a:cubicBezTo>
                  <a:cubicBezTo>
                    <a:pt x="12830" y="98"/>
                    <a:pt x="12616" y="222"/>
                    <a:pt x="12446" y="393"/>
                  </a:cubicBezTo>
                  <a:cubicBezTo>
                    <a:pt x="12294" y="545"/>
                    <a:pt x="12179" y="733"/>
                    <a:pt x="12114" y="944"/>
                  </a:cubicBezTo>
                  <a:cubicBezTo>
                    <a:pt x="11810" y="1929"/>
                    <a:pt x="11285" y="2785"/>
                    <a:pt x="10508" y="3562"/>
                  </a:cubicBezTo>
                  <a:cubicBezTo>
                    <a:pt x="9472" y="4598"/>
                    <a:pt x="8122" y="5384"/>
                    <a:pt x="6694" y="6214"/>
                  </a:cubicBezTo>
                  <a:cubicBezTo>
                    <a:pt x="5178" y="7094"/>
                    <a:pt x="3612" y="8006"/>
                    <a:pt x="2329" y="9290"/>
                  </a:cubicBezTo>
                  <a:cubicBezTo>
                    <a:pt x="1238" y="10383"/>
                    <a:pt x="494" y="11601"/>
                    <a:pt x="60" y="13012"/>
                  </a:cubicBezTo>
                  <a:cubicBezTo>
                    <a:pt x="-86" y="13489"/>
                    <a:pt x="41" y="14005"/>
                    <a:pt x="392" y="14357"/>
                  </a:cubicBezTo>
                  <a:lnTo>
                    <a:pt x="7088" y="21061"/>
                  </a:lnTo>
                  <a:cubicBezTo>
                    <a:pt x="7420" y="21394"/>
                    <a:pt x="7901" y="21527"/>
                    <a:pt x="8357" y="21415"/>
                  </a:cubicBezTo>
                  <a:cubicBezTo>
                    <a:pt x="8598" y="21355"/>
                    <a:pt x="8812" y="21232"/>
                    <a:pt x="8982" y="21061"/>
                  </a:cubicBezTo>
                  <a:cubicBezTo>
                    <a:pt x="9134" y="20909"/>
                    <a:pt x="9249" y="20721"/>
                    <a:pt x="9315" y="20509"/>
                  </a:cubicBezTo>
                  <a:cubicBezTo>
                    <a:pt x="9618" y="19524"/>
                    <a:pt x="10143" y="18668"/>
                    <a:pt x="10920" y="17891"/>
                  </a:cubicBezTo>
                  <a:cubicBezTo>
                    <a:pt x="11956" y="16854"/>
                    <a:pt x="13306" y="16070"/>
                    <a:pt x="14735" y="15240"/>
                  </a:cubicBezTo>
                  <a:cubicBezTo>
                    <a:pt x="16250" y="14358"/>
                    <a:pt x="17816" y="13447"/>
                    <a:pt x="19099" y="12163"/>
                  </a:cubicBezTo>
                  <a:cubicBezTo>
                    <a:pt x="20190" y="11071"/>
                    <a:pt x="20934" y="9852"/>
                    <a:pt x="21368" y="8440"/>
                  </a:cubicBezTo>
                  <a:cubicBezTo>
                    <a:pt x="21514" y="7965"/>
                    <a:pt x="21387" y="7448"/>
                    <a:pt x="21036" y="7097"/>
                  </a:cubicBezTo>
                </a:path>
              </a:pathLst>
            </a:custGeom>
            <a:solidFill>
              <a:srgbClr val="6FC661"/>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380" name="Shape 380"/>
            <p:cNvSpPr/>
            <p:nvPr/>
          </p:nvSpPr>
          <p:spPr>
            <a:xfrm>
              <a:off x="154187" y="140858"/>
              <a:ext cx="110729" cy="114932"/>
            </a:xfrm>
            <a:custGeom>
              <a:avLst/>
              <a:gdLst/>
              <a:ahLst/>
              <a:cxnLst>
                <a:cxn ang="0">
                  <a:pos x="wd2" y="hd2"/>
                </a:cxn>
                <a:cxn ang="5400000">
                  <a:pos x="wd2" y="hd2"/>
                </a:cxn>
                <a:cxn ang="10800000">
                  <a:pos x="wd2" y="hd2"/>
                </a:cxn>
                <a:cxn ang="16200000">
                  <a:pos x="wd2" y="hd2"/>
                </a:cxn>
              </a:cxnLst>
              <a:rect l="0" t="0" r="r" b="b"/>
              <a:pathLst>
                <a:path w="21484" h="21516" extrusionOk="0">
                  <a:moveTo>
                    <a:pt x="17512" y="14987"/>
                  </a:moveTo>
                  <a:cubicBezTo>
                    <a:pt x="17288" y="15384"/>
                    <a:pt x="17033" y="15740"/>
                    <a:pt x="16732" y="16049"/>
                  </a:cubicBezTo>
                  <a:cubicBezTo>
                    <a:pt x="15341" y="14692"/>
                    <a:pt x="13948" y="13205"/>
                    <a:pt x="12560" y="11675"/>
                  </a:cubicBezTo>
                  <a:cubicBezTo>
                    <a:pt x="12913" y="11521"/>
                    <a:pt x="13288" y="11362"/>
                    <a:pt x="13690" y="11198"/>
                  </a:cubicBezTo>
                  <a:cubicBezTo>
                    <a:pt x="14093" y="11034"/>
                    <a:pt x="14495" y="10927"/>
                    <a:pt x="14896" y="10861"/>
                  </a:cubicBezTo>
                  <a:cubicBezTo>
                    <a:pt x="15309" y="10801"/>
                    <a:pt x="15716" y="10819"/>
                    <a:pt x="16123" y="10913"/>
                  </a:cubicBezTo>
                  <a:cubicBezTo>
                    <a:pt x="16528" y="11011"/>
                    <a:pt x="16910" y="11222"/>
                    <a:pt x="17263" y="11554"/>
                  </a:cubicBezTo>
                  <a:cubicBezTo>
                    <a:pt x="17613" y="11890"/>
                    <a:pt x="17836" y="12244"/>
                    <a:pt x="17924" y="12620"/>
                  </a:cubicBezTo>
                  <a:cubicBezTo>
                    <a:pt x="18021" y="13004"/>
                    <a:pt x="18026" y="13392"/>
                    <a:pt x="17959" y="13789"/>
                  </a:cubicBezTo>
                  <a:cubicBezTo>
                    <a:pt x="17884" y="14187"/>
                    <a:pt x="17739" y="14585"/>
                    <a:pt x="17512" y="14987"/>
                  </a:cubicBezTo>
                  <a:moveTo>
                    <a:pt x="5799" y="10193"/>
                  </a:moveTo>
                  <a:cubicBezTo>
                    <a:pt x="5096" y="10221"/>
                    <a:pt x="4482" y="9996"/>
                    <a:pt x="3946" y="9496"/>
                  </a:cubicBezTo>
                  <a:cubicBezTo>
                    <a:pt x="3717" y="9285"/>
                    <a:pt x="3558" y="9028"/>
                    <a:pt x="3461" y="8724"/>
                  </a:cubicBezTo>
                  <a:cubicBezTo>
                    <a:pt x="3359" y="8420"/>
                    <a:pt x="3326" y="8088"/>
                    <a:pt x="3366" y="7723"/>
                  </a:cubicBezTo>
                  <a:cubicBezTo>
                    <a:pt x="3397" y="7363"/>
                    <a:pt x="3509" y="6989"/>
                    <a:pt x="3703" y="6610"/>
                  </a:cubicBezTo>
                  <a:cubicBezTo>
                    <a:pt x="3889" y="6231"/>
                    <a:pt x="4160" y="5852"/>
                    <a:pt x="4510" y="5487"/>
                  </a:cubicBezTo>
                  <a:cubicBezTo>
                    <a:pt x="5768" y="6694"/>
                    <a:pt x="7022" y="8018"/>
                    <a:pt x="8282" y="9388"/>
                  </a:cubicBezTo>
                  <a:cubicBezTo>
                    <a:pt x="7330" y="9893"/>
                    <a:pt x="6501" y="10164"/>
                    <a:pt x="5799" y="10193"/>
                  </a:cubicBezTo>
                  <a:moveTo>
                    <a:pt x="19679" y="8570"/>
                  </a:moveTo>
                  <a:cubicBezTo>
                    <a:pt x="18869" y="7915"/>
                    <a:pt x="18056" y="7470"/>
                    <a:pt x="17236" y="7250"/>
                  </a:cubicBezTo>
                  <a:cubicBezTo>
                    <a:pt x="16422" y="7031"/>
                    <a:pt x="15604" y="6942"/>
                    <a:pt x="14780" y="6998"/>
                  </a:cubicBezTo>
                  <a:cubicBezTo>
                    <a:pt x="13965" y="7059"/>
                    <a:pt x="13131" y="7236"/>
                    <a:pt x="12297" y="7545"/>
                  </a:cubicBezTo>
                  <a:cubicBezTo>
                    <a:pt x="11463" y="7859"/>
                    <a:pt x="10625" y="8200"/>
                    <a:pt x="9782" y="8593"/>
                  </a:cubicBezTo>
                  <a:cubicBezTo>
                    <a:pt x="8448" y="7115"/>
                    <a:pt x="7114" y="5658"/>
                    <a:pt x="5778" y="4299"/>
                  </a:cubicBezTo>
                  <a:cubicBezTo>
                    <a:pt x="6382" y="3775"/>
                    <a:pt x="6963" y="3509"/>
                    <a:pt x="7526" y="3490"/>
                  </a:cubicBezTo>
                  <a:cubicBezTo>
                    <a:pt x="8088" y="3467"/>
                    <a:pt x="8631" y="3523"/>
                    <a:pt x="9145" y="3649"/>
                  </a:cubicBezTo>
                  <a:cubicBezTo>
                    <a:pt x="9669" y="3775"/>
                    <a:pt x="10149" y="3883"/>
                    <a:pt x="10590" y="3967"/>
                  </a:cubicBezTo>
                  <a:cubicBezTo>
                    <a:pt x="11039" y="4051"/>
                    <a:pt x="11425" y="3958"/>
                    <a:pt x="11766" y="3682"/>
                  </a:cubicBezTo>
                  <a:cubicBezTo>
                    <a:pt x="12124" y="3382"/>
                    <a:pt x="12322" y="2994"/>
                    <a:pt x="12352" y="2526"/>
                  </a:cubicBezTo>
                  <a:cubicBezTo>
                    <a:pt x="12377" y="2054"/>
                    <a:pt x="12190" y="1596"/>
                    <a:pt x="11783" y="1147"/>
                  </a:cubicBezTo>
                  <a:cubicBezTo>
                    <a:pt x="11259" y="569"/>
                    <a:pt x="10630" y="216"/>
                    <a:pt x="9872" y="85"/>
                  </a:cubicBezTo>
                  <a:cubicBezTo>
                    <a:pt x="9126" y="-41"/>
                    <a:pt x="8358" y="-30"/>
                    <a:pt x="7564" y="136"/>
                  </a:cubicBezTo>
                  <a:cubicBezTo>
                    <a:pt x="6780" y="309"/>
                    <a:pt x="6032" y="595"/>
                    <a:pt x="5324" y="997"/>
                  </a:cubicBezTo>
                  <a:cubicBezTo>
                    <a:pt x="4617" y="1399"/>
                    <a:pt x="4048" y="1811"/>
                    <a:pt x="3626" y="2213"/>
                  </a:cubicBezTo>
                  <a:cubicBezTo>
                    <a:pt x="3464" y="2066"/>
                    <a:pt x="3302" y="1918"/>
                    <a:pt x="3141" y="1773"/>
                  </a:cubicBezTo>
                  <a:cubicBezTo>
                    <a:pt x="2963" y="1614"/>
                    <a:pt x="2739" y="1530"/>
                    <a:pt x="2471" y="1535"/>
                  </a:cubicBezTo>
                  <a:cubicBezTo>
                    <a:pt x="2200" y="1535"/>
                    <a:pt x="1977" y="1647"/>
                    <a:pt x="1793" y="1853"/>
                  </a:cubicBezTo>
                  <a:cubicBezTo>
                    <a:pt x="1615" y="2054"/>
                    <a:pt x="1530" y="2288"/>
                    <a:pt x="1565" y="2536"/>
                  </a:cubicBezTo>
                  <a:cubicBezTo>
                    <a:pt x="1589" y="2793"/>
                    <a:pt x="1696" y="2989"/>
                    <a:pt x="1880" y="3139"/>
                  </a:cubicBezTo>
                  <a:cubicBezTo>
                    <a:pt x="2044" y="3270"/>
                    <a:pt x="2203" y="3401"/>
                    <a:pt x="2364" y="3537"/>
                  </a:cubicBezTo>
                  <a:cubicBezTo>
                    <a:pt x="1731" y="4276"/>
                    <a:pt x="1207" y="5094"/>
                    <a:pt x="795" y="5957"/>
                  </a:cubicBezTo>
                  <a:cubicBezTo>
                    <a:pt x="378" y="6820"/>
                    <a:pt x="130" y="7676"/>
                    <a:pt x="37" y="8509"/>
                  </a:cubicBezTo>
                  <a:cubicBezTo>
                    <a:pt x="-59" y="9346"/>
                    <a:pt x="33" y="10113"/>
                    <a:pt x="298" y="10824"/>
                  </a:cubicBezTo>
                  <a:cubicBezTo>
                    <a:pt x="566" y="11540"/>
                    <a:pt x="1056" y="12148"/>
                    <a:pt x="1774" y="12723"/>
                  </a:cubicBezTo>
                  <a:cubicBezTo>
                    <a:pt x="2942" y="13658"/>
                    <a:pt x="4321" y="14056"/>
                    <a:pt x="5915" y="13967"/>
                  </a:cubicBezTo>
                  <a:cubicBezTo>
                    <a:pt x="7507" y="13874"/>
                    <a:pt x="9223" y="13415"/>
                    <a:pt x="11065" y="12461"/>
                  </a:cubicBezTo>
                  <a:cubicBezTo>
                    <a:pt x="12533" y="14093"/>
                    <a:pt x="14003" y="15716"/>
                    <a:pt x="15471" y="17223"/>
                  </a:cubicBezTo>
                  <a:cubicBezTo>
                    <a:pt x="14850" y="17728"/>
                    <a:pt x="14306" y="18018"/>
                    <a:pt x="13827" y="18111"/>
                  </a:cubicBezTo>
                  <a:cubicBezTo>
                    <a:pt x="13345" y="18210"/>
                    <a:pt x="12918" y="18200"/>
                    <a:pt x="12531" y="18088"/>
                  </a:cubicBezTo>
                  <a:cubicBezTo>
                    <a:pt x="12143" y="17971"/>
                    <a:pt x="11783" y="17803"/>
                    <a:pt x="11456" y="17587"/>
                  </a:cubicBezTo>
                  <a:cubicBezTo>
                    <a:pt x="11126" y="17368"/>
                    <a:pt x="10800" y="17181"/>
                    <a:pt x="10474" y="17026"/>
                  </a:cubicBezTo>
                  <a:cubicBezTo>
                    <a:pt x="10154" y="16872"/>
                    <a:pt x="9823" y="16788"/>
                    <a:pt x="9486" y="16783"/>
                  </a:cubicBezTo>
                  <a:cubicBezTo>
                    <a:pt x="9145" y="16778"/>
                    <a:pt x="8785" y="16937"/>
                    <a:pt x="8388" y="17265"/>
                  </a:cubicBezTo>
                  <a:cubicBezTo>
                    <a:pt x="7981" y="17606"/>
                    <a:pt x="7777" y="18004"/>
                    <a:pt x="7777" y="18453"/>
                  </a:cubicBezTo>
                  <a:cubicBezTo>
                    <a:pt x="7777" y="18897"/>
                    <a:pt x="7991" y="19351"/>
                    <a:pt x="8408" y="19809"/>
                  </a:cubicBezTo>
                  <a:cubicBezTo>
                    <a:pt x="8830" y="20268"/>
                    <a:pt x="9379" y="20651"/>
                    <a:pt x="10042" y="20955"/>
                  </a:cubicBezTo>
                  <a:cubicBezTo>
                    <a:pt x="10708" y="21259"/>
                    <a:pt x="11456" y="21451"/>
                    <a:pt x="12280" y="21502"/>
                  </a:cubicBezTo>
                  <a:cubicBezTo>
                    <a:pt x="13104" y="21559"/>
                    <a:pt x="13971" y="21437"/>
                    <a:pt x="14887" y="21109"/>
                  </a:cubicBezTo>
                  <a:cubicBezTo>
                    <a:pt x="15808" y="20787"/>
                    <a:pt x="16722" y="20202"/>
                    <a:pt x="17618" y="19332"/>
                  </a:cubicBezTo>
                  <a:cubicBezTo>
                    <a:pt x="18052" y="19739"/>
                    <a:pt x="18490" y="20127"/>
                    <a:pt x="18922" y="20501"/>
                  </a:cubicBezTo>
                  <a:cubicBezTo>
                    <a:pt x="19108" y="20656"/>
                    <a:pt x="19329" y="20731"/>
                    <a:pt x="19602" y="20712"/>
                  </a:cubicBezTo>
                  <a:cubicBezTo>
                    <a:pt x="19862" y="20703"/>
                    <a:pt x="20091" y="20586"/>
                    <a:pt x="20270" y="20375"/>
                  </a:cubicBezTo>
                  <a:cubicBezTo>
                    <a:pt x="20456" y="20160"/>
                    <a:pt x="20533" y="19921"/>
                    <a:pt x="20504" y="19674"/>
                  </a:cubicBezTo>
                  <a:cubicBezTo>
                    <a:pt x="20478" y="19421"/>
                    <a:pt x="20372" y="19229"/>
                    <a:pt x="20193" y="19089"/>
                  </a:cubicBezTo>
                  <a:cubicBezTo>
                    <a:pt x="19756" y="18752"/>
                    <a:pt x="19322" y="18397"/>
                    <a:pt x="18885" y="18022"/>
                  </a:cubicBezTo>
                  <a:cubicBezTo>
                    <a:pt x="19627" y="17143"/>
                    <a:pt x="20222" y="16217"/>
                    <a:pt x="20665" y="15300"/>
                  </a:cubicBezTo>
                  <a:cubicBezTo>
                    <a:pt x="21104" y="14379"/>
                    <a:pt x="21368" y="13490"/>
                    <a:pt x="21454" y="12667"/>
                  </a:cubicBezTo>
                  <a:cubicBezTo>
                    <a:pt x="21541" y="11839"/>
                    <a:pt x="21440" y="11091"/>
                    <a:pt x="21160" y="10412"/>
                  </a:cubicBezTo>
                  <a:cubicBezTo>
                    <a:pt x="20881" y="9725"/>
                    <a:pt x="20387" y="9135"/>
                    <a:pt x="19679" y="8570"/>
                  </a:cubicBezTo>
                </a:path>
              </a:pathLst>
            </a:custGeom>
            <a:solidFill>
              <a:srgbClr val="6FC661"/>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381" name="Shape 381"/>
            <p:cNvSpPr/>
            <p:nvPr/>
          </p:nvSpPr>
          <p:spPr>
            <a:xfrm>
              <a:off x="140872" y="281722"/>
              <a:ext cx="62372" cy="65178"/>
            </a:xfrm>
            <a:custGeom>
              <a:avLst/>
              <a:gdLst/>
              <a:ahLst/>
              <a:cxnLst>
                <a:cxn ang="0">
                  <a:pos x="wd2" y="hd2"/>
                </a:cxn>
                <a:cxn ang="5400000">
                  <a:pos x="wd2" y="hd2"/>
                </a:cxn>
                <a:cxn ang="10800000">
                  <a:pos x="wd2" y="hd2"/>
                </a:cxn>
                <a:cxn ang="16200000">
                  <a:pos x="wd2" y="hd2"/>
                </a:cxn>
              </a:cxnLst>
              <a:rect l="0" t="0" r="r" b="b"/>
              <a:pathLst>
                <a:path w="21189" h="21203" extrusionOk="0">
                  <a:moveTo>
                    <a:pt x="17617" y="468"/>
                  </a:moveTo>
                  <a:lnTo>
                    <a:pt x="17608" y="468"/>
                  </a:lnTo>
                  <a:cubicBezTo>
                    <a:pt x="14872" y="2476"/>
                    <a:pt x="12202" y="4590"/>
                    <a:pt x="9728" y="6958"/>
                  </a:cubicBezTo>
                  <a:cubicBezTo>
                    <a:pt x="7349" y="9227"/>
                    <a:pt x="5201" y="11619"/>
                    <a:pt x="3330" y="14060"/>
                  </a:cubicBezTo>
                  <a:lnTo>
                    <a:pt x="342" y="17962"/>
                  </a:lnTo>
                  <a:lnTo>
                    <a:pt x="351" y="17970"/>
                  </a:lnTo>
                  <a:cubicBezTo>
                    <a:pt x="-196" y="18786"/>
                    <a:pt x="-105" y="19880"/>
                    <a:pt x="639" y="20590"/>
                  </a:cubicBezTo>
                  <a:cubicBezTo>
                    <a:pt x="1492" y="21407"/>
                    <a:pt x="2890" y="21407"/>
                    <a:pt x="3747" y="20590"/>
                  </a:cubicBezTo>
                  <a:cubicBezTo>
                    <a:pt x="3878" y="20460"/>
                    <a:pt x="3985" y="20321"/>
                    <a:pt x="4070" y="20174"/>
                  </a:cubicBezTo>
                  <a:lnTo>
                    <a:pt x="6868" y="16517"/>
                  </a:lnTo>
                  <a:cubicBezTo>
                    <a:pt x="8602" y="14255"/>
                    <a:pt x="10607" y="12027"/>
                    <a:pt x="12826" y="9913"/>
                  </a:cubicBezTo>
                  <a:cubicBezTo>
                    <a:pt x="15283" y="7570"/>
                    <a:pt x="17559" y="5758"/>
                    <a:pt x="20331" y="3749"/>
                  </a:cubicBezTo>
                  <a:lnTo>
                    <a:pt x="20323" y="3741"/>
                  </a:lnTo>
                  <a:cubicBezTo>
                    <a:pt x="20402" y="3684"/>
                    <a:pt x="20475" y="3635"/>
                    <a:pt x="20545" y="3570"/>
                  </a:cubicBezTo>
                  <a:cubicBezTo>
                    <a:pt x="21404" y="2753"/>
                    <a:pt x="21404" y="1427"/>
                    <a:pt x="20545" y="606"/>
                  </a:cubicBezTo>
                  <a:cubicBezTo>
                    <a:pt x="19744" y="-161"/>
                    <a:pt x="18474" y="-193"/>
                    <a:pt x="17617" y="468"/>
                  </a:cubicBezTo>
                </a:path>
              </a:pathLst>
            </a:custGeom>
            <a:solidFill>
              <a:srgbClr val="6FC661"/>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382" name="Shape 382"/>
            <p:cNvSpPr/>
            <p:nvPr/>
          </p:nvSpPr>
          <p:spPr>
            <a:xfrm>
              <a:off x="205343" y="63771"/>
              <a:ext cx="63074" cy="65876"/>
            </a:xfrm>
            <a:custGeom>
              <a:avLst/>
              <a:gdLst/>
              <a:ahLst/>
              <a:cxnLst>
                <a:cxn ang="0">
                  <a:pos x="wd2" y="hd2"/>
                </a:cxn>
                <a:cxn ang="5400000">
                  <a:pos x="wd2" y="hd2"/>
                </a:cxn>
                <a:cxn ang="10800000">
                  <a:pos x="wd2" y="hd2"/>
                </a:cxn>
                <a:cxn ang="16200000">
                  <a:pos x="wd2" y="hd2"/>
                </a:cxn>
              </a:cxnLst>
              <a:rect l="0" t="0" r="r" b="b"/>
              <a:pathLst>
                <a:path w="21181" h="21195" extrusionOk="0">
                  <a:moveTo>
                    <a:pt x="8372" y="11356"/>
                  </a:moveTo>
                  <a:cubicBezTo>
                    <a:pt x="6122" y="13508"/>
                    <a:pt x="3675" y="15444"/>
                    <a:pt x="1144" y="17292"/>
                  </a:cubicBezTo>
                  <a:cubicBezTo>
                    <a:pt x="963" y="17388"/>
                    <a:pt x="786" y="17493"/>
                    <a:pt x="637" y="17645"/>
                  </a:cubicBezTo>
                  <a:cubicBezTo>
                    <a:pt x="-213" y="18457"/>
                    <a:pt x="-213" y="19774"/>
                    <a:pt x="637" y="20585"/>
                  </a:cubicBezTo>
                  <a:cubicBezTo>
                    <a:pt x="1464" y="21380"/>
                    <a:pt x="2796" y="21397"/>
                    <a:pt x="3652" y="20641"/>
                  </a:cubicBezTo>
                  <a:lnTo>
                    <a:pt x="3665" y="20649"/>
                  </a:lnTo>
                  <a:cubicBezTo>
                    <a:pt x="6364" y="18673"/>
                    <a:pt x="8988" y="16581"/>
                    <a:pt x="11420" y="14263"/>
                  </a:cubicBezTo>
                  <a:cubicBezTo>
                    <a:pt x="13760" y="12030"/>
                    <a:pt x="15874" y="9685"/>
                    <a:pt x="17716" y="7283"/>
                  </a:cubicBezTo>
                  <a:lnTo>
                    <a:pt x="20664" y="3427"/>
                  </a:lnTo>
                  <a:lnTo>
                    <a:pt x="20655" y="3419"/>
                  </a:lnTo>
                  <a:cubicBezTo>
                    <a:pt x="21387" y="2600"/>
                    <a:pt x="21358" y="1379"/>
                    <a:pt x="20542" y="608"/>
                  </a:cubicBezTo>
                  <a:cubicBezTo>
                    <a:pt x="19698" y="-203"/>
                    <a:pt x="18324" y="-203"/>
                    <a:pt x="17469" y="608"/>
                  </a:cubicBezTo>
                  <a:cubicBezTo>
                    <a:pt x="17314" y="760"/>
                    <a:pt x="17198" y="937"/>
                    <a:pt x="17095" y="1114"/>
                  </a:cubicBezTo>
                  <a:lnTo>
                    <a:pt x="14229" y="4857"/>
                  </a:lnTo>
                  <a:cubicBezTo>
                    <a:pt x="12527" y="7090"/>
                    <a:pt x="10552" y="9275"/>
                    <a:pt x="8372" y="11356"/>
                  </a:cubicBezTo>
                </a:path>
              </a:pathLst>
            </a:custGeom>
            <a:solidFill>
              <a:srgbClr val="6FC661"/>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grpSp>
      <p:grpSp>
        <p:nvGrpSpPr>
          <p:cNvPr id="388" name="Group 388"/>
          <p:cNvGrpSpPr/>
          <p:nvPr/>
        </p:nvGrpSpPr>
        <p:grpSpPr>
          <a:xfrm>
            <a:off x="4838699" y="8576173"/>
            <a:ext cx="409979" cy="409973"/>
            <a:chOff x="8" y="0"/>
            <a:chExt cx="409977" cy="409971"/>
          </a:xfrm>
        </p:grpSpPr>
        <p:sp>
          <p:nvSpPr>
            <p:cNvPr id="384" name="Shape 384"/>
            <p:cNvSpPr/>
            <p:nvPr/>
          </p:nvSpPr>
          <p:spPr>
            <a:xfrm>
              <a:off x="8" y="0"/>
              <a:ext cx="409979" cy="409973"/>
            </a:xfrm>
            <a:custGeom>
              <a:avLst/>
              <a:gdLst/>
              <a:ahLst/>
              <a:cxnLst>
                <a:cxn ang="0">
                  <a:pos x="wd2" y="hd2"/>
                </a:cxn>
                <a:cxn ang="5400000">
                  <a:pos x="wd2" y="hd2"/>
                </a:cxn>
                <a:cxn ang="10800000">
                  <a:pos x="wd2" y="hd2"/>
                </a:cxn>
                <a:cxn ang="16200000">
                  <a:pos x="wd2" y="hd2"/>
                </a:cxn>
              </a:cxnLst>
              <a:rect l="0" t="0" r="r" b="b"/>
              <a:pathLst>
                <a:path w="21427" h="21454" extrusionOk="0">
                  <a:moveTo>
                    <a:pt x="8035" y="20113"/>
                  </a:moveTo>
                  <a:cubicBezTo>
                    <a:pt x="5817" y="17893"/>
                    <a:pt x="3557" y="15629"/>
                    <a:pt x="1339" y="13409"/>
                  </a:cubicBezTo>
                  <a:cubicBezTo>
                    <a:pt x="3242" y="7240"/>
                    <a:pt x="11490" y="7509"/>
                    <a:pt x="13393" y="1341"/>
                  </a:cubicBezTo>
                  <a:cubicBezTo>
                    <a:pt x="15611" y="3560"/>
                    <a:pt x="17871" y="5825"/>
                    <a:pt x="20089" y="8045"/>
                  </a:cubicBezTo>
                  <a:cubicBezTo>
                    <a:pt x="18186" y="14213"/>
                    <a:pt x="9938" y="13945"/>
                    <a:pt x="8035" y="20113"/>
                  </a:cubicBezTo>
                  <a:moveTo>
                    <a:pt x="21036" y="7097"/>
                  </a:moveTo>
                  <a:lnTo>
                    <a:pt x="14340" y="393"/>
                  </a:lnTo>
                  <a:cubicBezTo>
                    <a:pt x="14008" y="60"/>
                    <a:pt x="13527" y="-73"/>
                    <a:pt x="13071" y="39"/>
                  </a:cubicBezTo>
                  <a:cubicBezTo>
                    <a:pt x="12830" y="98"/>
                    <a:pt x="12616" y="222"/>
                    <a:pt x="12446" y="393"/>
                  </a:cubicBezTo>
                  <a:cubicBezTo>
                    <a:pt x="12294" y="545"/>
                    <a:pt x="12179" y="733"/>
                    <a:pt x="12114" y="944"/>
                  </a:cubicBezTo>
                  <a:cubicBezTo>
                    <a:pt x="11810" y="1929"/>
                    <a:pt x="11285" y="2785"/>
                    <a:pt x="10508" y="3562"/>
                  </a:cubicBezTo>
                  <a:cubicBezTo>
                    <a:pt x="9472" y="4598"/>
                    <a:pt x="8122" y="5384"/>
                    <a:pt x="6694" y="6214"/>
                  </a:cubicBezTo>
                  <a:cubicBezTo>
                    <a:pt x="5178" y="7094"/>
                    <a:pt x="3612" y="8006"/>
                    <a:pt x="2329" y="9290"/>
                  </a:cubicBezTo>
                  <a:cubicBezTo>
                    <a:pt x="1238" y="10383"/>
                    <a:pt x="494" y="11601"/>
                    <a:pt x="60" y="13012"/>
                  </a:cubicBezTo>
                  <a:cubicBezTo>
                    <a:pt x="-86" y="13489"/>
                    <a:pt x="41" y="14005"/>
                    <a:pt x="392" y="14357"/>
                  </a:cubicBezTo>
                  <a:lnTo>
                    <a:pt x="7088" y="21061"/>
                  </a:lnTo>
                  <a:cubicBezTo>
                    <a:pt x="7420" y="21394"/>
                    <a:pt x="7901" y="21527"/>
                    <a:pt x="8357" y="21415"/>
                  </a:cubicBezTo>
                  <a:cubicBezTo>
                    <a:pt x="8598" y="21355"/>
                    <a:pt x="8812" y="21232"/>
                    <a:pt x="8982" y="21061"/>
                  </a:cubicBezTo>
                  <a:cubicBezTo>
                    <a:pt x="9134" y="20909"/>
                    <a:pt x="9249" y="20721"/>
                    <a:pt x="9315" y="20509"/>
                  </a:cubicBezTo>
                  <a:cubicBezTo>
                    <a:pt x="9618" y="19524"/>
                    <a:pt x="10143" y="18668"/>
                    <a:pt x="10920" y="17891"/>
                  </a:cubicBezTo>
                  <a:cubicBezTo>
                    <a:pt x="11956" y="16854"/>
                    <a:pt x="13306" y="16070"/>
                    <a:pt x="14735" y="15240"/>
                  </a:cubicBezTo>
                  <a:cubicBezTo>
                    <a:pt x="16250" y="14358"/>
                    <a:pt x="17816" y="13447"/>
                    <a:pt x="19099" y="12163"/>
                  </a:cubicBezTo>
                  <a:cubicBezTo>
                    <a:pt x="20190" y="11071"/>
                    <a:pt x="20934" y="9852"/>
                    <a:pt x="21368" y="8440"/>
                  </a:cubicBezTo>
                  <a:cubicBezTo>
                    <a:pt x="21514" y="7965"/>
                    <a:pt x="21387" y="7448"/>
                    <a:pt x="21036" y="7097"/>
                  </a:cubicBezTo>
                </a:path>
              </a:pathLst>
            </a:custGeom>
            <a:solidFill>
              <a:srgbClr val="6FC661"/>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385" name="Shape 385"/>
            <p:cNvSpPr/>
            <p:nvPr/>
          </p:nvSpPr>
          <p:spPr>
            <a:xfrm>
              <a:off x="154187" y="140858"/>
              <a:ext cx="110729" cy="114932"/>
            </a:xfrm>
            <a:custGeom>
              <a:avLst/>
              <a:gdLst/>
              <a:ahLst/>
              <a:cxnLst>
                <a:cxn ang="0">
                  <a:pos x="wd2" y="hd2"/>
                </a:cxn>
                <a:cxn ang="5400000">
                  <a:pos x="wd2" y="hd2"/>
                </a:cxn>
                <a:cxn ang="10800000">
                  <a:pos x="wd2" y="hd2"/>
                </a:cxn>
                <a:cxn ang="16200000">
                  <a:pos x="wd2" y="hd2"/>
                </a:cxn>
              </a:cxnLst>
              <a:rect l="0" t="0" r="r" b="b"/>
              <a:pathLst>
                <a:path w="21484" h="21516" extrusionOk="0">
                  <a:moveTo>
                    <a:pt x="17512" y="14987"/>
                  </a:moveTo>
                  <a:cubicBezTo>
                    <a:pt x="17288" y="15384"/>
                    <a:pt x="17033" y="15740"/>
                    <a:pt x="16732" y="16049"/>
                  </a:cubicBezTo>
                  <a:cubicBezTo>
                    <a:pt x="15341" y="14692"/>
                    <a:pt x="13948" y="13205"/>
                    <a:pt x="12560" y="11675"/>
                  </a:cubicBezTo>
                  <a:cubicBezTo>
                    <a:pt x="12913" y="11521"/>
                    <a:pt x="13288" y="11362"/>
                    <a:pt x="13690" y="11198"/>
                  </a:cubicBezTo>
                  <a:cubicBezTo>
                    <a:pt x="14093" y="11034"/>
                    <a:pt x="14495" y="10927"/>
                    <a:pt x="14896" y="10861"/>
                  </a:cubicBezTo>
                  <a:cubicBezTo>
                    <a:pt x="15309" y="10801"/>
                    <a:pt x="15716" y="10819"/>
                    <a:pt x="16123" y="10913"/>
                  </a:cubicBezTo>
                  <a:cubicBezTo>
                    <a:pt x="16528" y="11011"/>
                    <a:pt x="16910" y="11222"/>
                    <a:pt x="17263" y="11554"/>
                  </a:cubicBezTo>
                  <a:cubicBezTo>
                    <a:pt x="17613" y="11890"/>
                    <a:pt x="17836" y="12244"/>
                    <a:pt x="17924" y="12620"/>
                  </a:cubicBezTo>
                  <a:cubicBezTo>
                    <a:pt x="18021" y="13004"/>
                    <a:pt x="18026" y="13392"/>
                    <a:pt x="17959" y="13789"/>
                  </a:cubicBezTo>
                  <a:cubicBezTo>
                    <a:pt x="17884" y="14187"/>
                    <a:pt x="17739" y="14585"/>
                    <a:pt x="17512" y="14987"/>
                  </a:cubicBezTo>
                  <a:moveTo>
                    <a:pt x="5799" y="10193"/>
                  </a:moveTo>
                  <a:cubicBezTo>
                    <a:pt x="5096" y="10221"/>
                    <a:pt x="4482" y="9996"/>
                    <a:pt x="3946" y="9496"/>
                  </a:cubicBezTo>
                  <a:cubicBezTo>
                    <a:pt x="3717" y="9285"/>
                    <a:pt x="3558" y="9028"/>
                    <a:pt x="3461" y="8724"/>
                  </a:cubicBezTo>
                  <a:cubicBezTo>
                    <a:pt x="3359" y="8420"/>
                    <a:pt x="3326" y="8088"/>
                    <a:pt x="3366" y="7723"/>
                  </a:cubicBezTo>
                  <a:cubicBezTo>
                    <a:pt x="3397" y="7363"/>
                    <a:pt x="3509" y="6989"/>
                    <a:pt x="3703" y="6610"/>
                  </a:cubicBezTo>
                  <a:cubicBezTo>
                    <a:pt x="3889" y="6231"/>
                    <a:pt x="4160" y="5852"/>
                    <a:pt x="4510" y="5487"/>
                  </a:cubicBezTo>
                  <a:cubicBezTo>
                    <a:pt x="5768" y="6694"/>
                    <a:pt x="7022" y="8018"/>
                    <a:pt x="8282" y="9388"/>
                  </a:cubicBezTo>
                  <a:cubicBezTo>
                    <a:pt x="7330" y="9893"/>
                    <a:pt x="6501" y="10164"/>
                    <a:pt x="5799" y="10193"/>
                  </a:cubicBezTo>
                  <a:moveTo>
                    <a:pt x="19679" y="8570"/>
                  </a:moveTo>
                  <a:cubicBezTo>
                    <a:pt x="18869" y="7915"/>
                    <a:pt x="18056" y="7470"/>
                    <a:pt x="17236" y="7250"/>
                  </a:cubicBezTo>
                  <a:cubicBezTo>
                    <a:pt x="16422" y="7031"/>
                    <a:pt x="15604" y="6942"/>
                    <a:pt x="14780" y="6998"/>
                  </a:cubicBezTo>
                  <a:cubicBezTo>
                    <a:pt x="13965" y="7059"/>
                    <a:pt x="13131" y="7236"/>
                    <a:pt x="12297" y="7545"/>
                  </a:cubicBezTo>
                  <a:cubicBezTo>
                    <a:pt x="11463" y="7859"/>
                    <a:pt x="10625" y="8200"/>
                    <a:pt x="9782" y="8593"/>
                  </a:cubicBezTo>
                  <a:cubicBezTo>
                    <a:pt x="8448" y="7115"/>
                    <a:pt x="7114" y="5658"/>
                    <a:pt x="5778" y="4299"/>
                  </a:cubicBezTo>
                  <a:cubicBezTo>
                    <a:pt x="6382" y="3775"/>
                    <a:pt x="6963" y="3509"/>
                    <a:pt x="7526" y="3490"/>
                  </a:cubicBezTo>
                  <a:cubicBezTo>
                    <a:pt x="8088" y="3467"/>
                    <a:pt x="8631" y="3523"/>
                    <a:pt x="9145" y="3649"/>
                  </a:cubicBezTo>
                  <a:cubicBezTo>
                    <a:pt x="9669" y="3775"/>
                    <a:pt x="10149" y="3883"/>
                    <a:pt x="10590" y="3967"/>
                  </a:cubicBezTo>
                  <a:cubicBezTo>
                    <a:pt x="11039" y="4051"/>
                    <a:pt x="11425" y="3958"/>
                    <a:pt x="11766" y="3682"/>
                  </a:cubicBezTo>
                  <a:cubicBezTo>
                    <a:pt x="12124" y="3382"/>
                    <a:pt x="12322" y="2994"/>
                    <a:pt x="12352" y="2526"/>
                  </a:cubicBezTo>
                  <a:cubicBezTo>
                    <a:pt x="12377" y="2054"/>
                    <a:pt x="12190" y="1596"/>
                    <a:pt x="11783" y="1147"/>
                  </a:cubicBezTo>
                  <a:cubicBezTo>
                    <a:pt x="11259" y="569"/>
                    <a:pt x="10630" y="216"/>
                    <a:pt x="9872" y="85"/>
                  </a:cubicBezTo>
                  <a:cubicBezTo>
                    <a:pt x="9126" y="-41"/>
                    <a:pt x="8358" y="-30"/>
                    <a:pt x="7564" y="136"/>
                  </a:cubicBezTo>
                  <a:cubicBezTo>
                    <a:pt x="6780" y="309"/>
                    <a:pt x="6032" y="595"/>
                    <a:pt x="5324" y="997"/>
                  </a:cubicBezTo>
                  <a:cubicBezTo>
                    <a:pt x="4617" y="1399"/>
                    <a:pt x="4048" y="1811"/>
                    <a:pt x="3626" y="2213"/>
                  </a:cubicBezTo>
                  <a:cubicBezTo>
                    <a:pt x="3464" y="2066"/>
                    <a:pt x="3302" y="1918"/>
                    <a:pt x="3141" y="1773"/>
                  </a:cubicBezTo>
                  <a:cubicBezTo>
                    <a:pt x="2963" y="1614"/>
                    <a:pt x="2739" y="1530"/>
                    <a:pt x="2471" y="1535"/>
                  </a:cubicBezTo>
                  <a:cubicBezTo>
                    <a:pt x="2200" y="1535"/>
                    <a:pt x="1977" y="1647"/>
                    <a:pt x="1793" y="1853"/>
                  </a:cubicBezTo>
                  <a:cubicBezTo>
                    <a:pt x="1615" y="2054"/>
                    <a:pt x="1530" y="2288"/>
                    <a:pt x="1565" y="2536"/>
                  </a:cubicBezTo>
                  <a:cubicBezTo>
                    <a:pt x="1589" y="2793"/>
                    <a:pt x="1696" y="2989"/>
                    <a:pt x="1880" y="3139"/>
                  </a:cubicBezTo>
                  <a:cubicBezTo>
                    <a:pt x="2044" y="3270"/>
                    <a:pt x="2203" y="3401"/>
                    <a:pt x="2364" y="3537"/>
                  </a:cubicBezTo>
                  <a:cubicBezTo>
                    <a:pt x="1731" y="4276"/>
                    <a:pt x="1207" y="5094"/>
                    <a:pt x="795" y="5957"/>
                  </a:cubicBezTo>
                  <a:cubicBezTo>
                    <a:pt x="378" y="6820"/>
                    <a:pt x="130" y="7676"/>
                    <a:pt x="37" y="8509"/>
                  </a:cubicBezTo>
                  <a:cubicBezTo>
                    <a:pt x="-59" y="9346"/>
                    <a:pt x="33" y="10113"/>
                    <a:pt x="298" y="10824"/>
                  </a:cubicBezTo>
                  <a:cubicBezTo>
                    <a:pt x="566" y="11540"/>
                    <a:pt x="1056" y="12148"/>
                    <a:pt x="1774" y="12723"/>
                  </a:cubicBezTo>
                  <a:cubicBezTo>
                    <a:pt x="2942" y="13658"/>
                    <a:pt x="4321" y="14056"/>
                    <a:pt x="5915" y="13967"/>
                  </a:cubicBezTo>
                  <a:cubicBezTo>
                    <a:pt x="7507" y="13874"/>
                    <a:pt x="9223" y="13415"/>
                    <a:pt x="11065" y="12461"/>
                  </a:cubicBezTo>
                  <a:cubicBezTo>
                    <a:pt x="12533" y="14093"/>
                    <a:pt x="14003" y="15716"/>
                    <a:pt x="15471" y="17223"/>
                  </a:cubicBezTo>
                  <a:cubicBezTo>
                    <a:pt x="14850" y="17728"/>
                    <a:pt x="14306" y="18018"/>
                    <a:pt x="13827" y="18111"/>
                  </a:cubicBezTo>
                  <a:cubicBezTo>
                    <a:pt x="13345" y="18210"/>
                    <a:pt x="12918" y="18200"/>
                    <a:pt x="12531" y="18088"/>
                  </a:cubicBezTo>
                  <a:cubicBezTo>
                    <a:pt x="12143" y="17971"/>
                    <a:pt x="11783" y="17803"/>
                    <a:pt x="11456" y="17587"/>
                  </a:cubicBezTo>
                  <a:cubicBezTo>
                    <a:pt x="11126" y="17368"/>
                    <a:pt x="10800" y="17181"/>
                    <a:pt x="10474" y="17026"/>
                  </a:cubicBezTo>
                  <a:cubicBezTo>
                    <a:pt x="10154" y="16872"/>
                    <a:pt x="9823" y="16788"/>
                    <a:pt x="9486" y="16783"/>
                  </a:cubicBezTo>
                  <a:cubicBezTo>
                    <a:pt x="9145" y="16778"/>
                    <a:pt x="8785" y="16937"/>
                    <a:pt x="8388" y="17265"/>
                  </a:cubicBezTo>
                  <a:cubicBezTo>
                    <a:pt x="7981" y="17606"/>
                    <a:pt x="7777" y="18004"/>
                    <a:pt x="7777" y="18453"/>
                  </a:cubicBezTo>
                  <a:cubicBezTo>
                    <a:pt x="7777" y="18897"/>
                    <a:pt x="7991" y="19351"/>
                    <a:pt x="8408" y="19809"/>
                  </a:cubicBezTo>
                  <a:cubicBezTo>
                    <a:pt x="8830" y="20268"/>
                    <a:pt x="9379" y="20651"/>
                    <a:pt x="10042" y="20955"/>
                  </a:cubicBezTo>
                  <a:cubicBezTo>
                    <a:pt x="10708" y="21259"/>
                    <a:pt x="11456" y="21451"/>
                    <a:pt x="12280" y="21502"/>
                  </a:cubicBezTo>
                  <a:cubicBezTo>
                    <a:pt x="13104" y="21559"/>
                    <a:pt x="13971" y="21437"/>
                    <a:pt x="14887" y="21109"/>
                  </a:cubicBezTo>
                  <a:cubicBezTo>
                    <a:pt x="15808" y="20787"/>
                    <a:pt x="16722" y="20202"/>
                    <a:pt x="17618" y="19332"/>
                  </a:cubicBezTo>
                  <a:cubicBezTo>
                    <a:pt x="18052" y="19739"/>
                    <a:pt x="18490" y="20127"/>
                    <a:pt x="18922" y="20501"/>
                  </a:cubicBezTo>
                  <a:cubicBezTo>
                    <a:pt x="19108" y="20656"/>
                    <a:pt x="19329" y="20731"/>
                    <a:pt x="19602" y="20712"/>
                  </a:cubicBezTo>
                  <a:cubicBezTo>
                    <a:pt x="19862" y="20703"/>
                    <a:pt x="20091" y="20586"/>
                    <a:pt x="20270" y="20375"/>
                  </a:cubicBezTo>
                  <a:cubicBezTo>
                    <a:pt x="20456" y="20160"/>
                    <a:pt x="20533" y="19921"/>
                    <a:pt x="20504" y="19674"/>
                  </a:cubicBezTo>
                  <a:cubicBezTo>
                    <a:pt x="20478" y="19421"/>
                    <a:pt x="20372" y="19229"/>
                    <a:pt x="20193" y="19089"/>
                  </a:cubicBezTo>
                  <a:cubicBezTo>
                    <a:pt x="19756" y="18752"/>
                    <a:pt x="19322" y="18397"/>
                    <a:pt x="18885" y="18022"/>
                  </a:cubicBezTo>
                  <a:cubicBezTo>
                    <a:pt x="19627" y="17143"/>
                    <a:pt x="20222" y="16217"/>
                    <a:pt x="20665" y="15300"/>
                  </a:cubicBezTo>
                  <a:cubicBezTo>
                    <a:pt x="21104" y="14379"/>
                    <a:pt x="21368" y="13490"/>
                    <a:pt x="21454" y="12667"/>
                  </a:cubicBezTo>
                  <a:cubicBezTo>
                    <a:pt x="21541" y="11839"/>
                    <a:pt x="21440" y="11091"/>
                    <a:pt x="21160" y="10412"/>
                  </a:cubicBezTo>
                  <a:cubicBezTo>
                    <a:pt x="20881" y="9725"/>
                    <a:pt x="20387" y="9135"/>
                    <a:pt x="19679" y="8570"/>
                  </a:cubicBezTo>
                </a:path>
              </a:pathLst>
            </a:custGeom>
            <a:solidFill>
              <a:srgbClr val="6FC661"/>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386" name="Shape 386"/>
            <p:cNvSpPr/>
            <p:nvPr/>
          </p:nvSpPr>
          <p:spPr>
            <a:xfrm>
              <a:off x="140872" y="281722"/>
              <a:ext cx="62372" cy="65178"/>
            </a:xfrm>
            <a:custGeom>
              <a:avLst/>
              <a:gdLst/>
              <a:ahLst/>
              <a:cxnLst>
                <a:cxn ang="0">
                  <a:pos x="wd2" y="hd2"/>
                </a:cxn>
                <a:cxn ang="5400000">
                  <a:pos x="wd2" y="hd2"/>
                </a:cxn>
                <a:cxn ang="10800000">
                  <a:pos x="wd2" y="hd2"/>
                </a:cxn>
                <a:cxn ang="16200000">
                  <a:pos x="wd2" y="hd2"/>
                </a:cxn>
              </a:cxnLst>
              <a:rect l="0" t="0" r="r" b="b"/>
              <a:pathLst>
                <a:path w="21189" h="21203" extrusionOk="0">
                  <a:moveTo>
                    <a:pt x="17617" y="468"/>
                  </a:moveTo>
                  <a:lnTo>
                    <a:pt x="17608" y="468"/>
                  </a:lnTo>
                  <a:cubicBezTo>
                    <a:pt x="14872" y="2476"/>
                    <a:pt x="12202" y="4590"/>
                    <a:pt x="9728" y="6958"/>
                  </a:cubicBezTo>
                  <a:cubicBezTo>
                    <a:pt x="7349" y="9227"/>
                    <a:pt x="5201" y="11619"/>
                    <a:pt x="3330" y="14060"/>
                  </a:cubicBezTo>
                  <a:lnTo>
                    <a:pt x="342" y="17962"/>
                  </a:lnTo>
                  <a:lnTo>
                    <a:pt x="351" y="17970"/>
                  </a:lnTo>
                  <a:cubicBezTo>
                    <a:pt x="-196" y="18786"/>
                    <a:pt x="-105" y="19880"/>
                    <a:pt x="639" y="20590"/>
                  </a:cubicBezTo>
                  <a:cubicBezTo>
                    <a:pt x="1492" y="21407"/>
                    <a:pt x="2890" y="21407"/>
                    <a:pt x="3747" y="20590"/>
                  </a:cubicBezTo>
                  <a:cubicBezTo>
                    <a:pt x="3878" y="20460"/>
                    <a:pt x="3985" y="20321"/>
                    <a:pt x="4070" y="20174"/>
                  </a:cubicBezTo>
                  <a:lnTo>
                    <a:pt x="6868" y="16517"/>
                  </a:lnTo>
                  <a:cubicBezTo>
                    <a:pt x="8602" y="14255"/>
                    <a:pt x="10607" y="12027"/>
                    <a:pt x="12826" y="9913"/>
                  </a:cubicBezTo>
                  <a:cubicBezTo>
                    <a:pt x="15283" y="7570"/>
                    <a:pt x="17559" y="5758"/>
                    <a:pt x="20331" y="3749"/>
                  </a:cubicBezTo>
                  <a:lnTo>
                    <a:pt x="20323" y="3741"/>
                  </a:lnTo>
                  <a:cubicBezTo>
                    <a:pt x="20402" y="3684"/>
                    <a:pt x="20475" y="3635"/>
                    <a:pt x="20545" y="3570"/>
                  </a:cubicBezTo>
                  <a:cubicBezTo>
                    <a:pt x="21404" y="2753"/>
                    <a:pt x="21404" y="1427"/>
                    <a:pt x="20545" y="606"/>
                  </a:cubicBezTo>
                  <a:cubicBezTo>
                    <a:pt x="19744" y="-161"/>
                    <a:pt x="18474" y="-193"/>
                    <a:pt x="17617" y="468"/>
                  </a:cubicBezTo>
                </a:path>
              </a:pathLst>
            </a:custGeom>
            <a:solidFill>
              <a:srgbClr val="6FC661"/>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387" name="Shape 387"/>
            <p:cNvSpPr/>
            <p:nvPr/>
          </p:nvSpPr>
          <p:spPr>
            <a:xfrm>
              <a:off x="205343" y="63771"/>
              <a:ext cx="63074" cy="65876"/>
            </a:xfrm>
            <a:custGeom>
              <a:avLst/>
              <a:gdLst/>
              <a:ahLst/>
              <a:cxnLst>
                <a:cxn ang="0">
                  <a:pos x="wd2" y="hd2"/>
                </a:cxn>
                <a:cxn ang="5400000">
                  <a:pos x="wd2" y="hd2"/>
                </a:cxn>
                <a:cxn ang="10800000">
                  <a:pos x="wd2" y="hd2"/>
                </a:cxn>
                <a:cxn ang="16200000">
                  <a:pos x="wd2" y="hd2"/>
                </a:cxn>
              </a:cxnLst>
              <a:rect l="0" t="0" r="r" b="b"/>
              <a:pathLst>
                <a:path w="21181" h="21195" extrusionOk="0">
                  <a:moveTo>
                    <a:pt x="8372" y="11356"/>
                  </a:moveTo>
                  <a:cubicBezTo>
                    <a:pt x="6122" y="13508"/>
                    <a:pt x="3675" y="15444"/>
                    <a:pt x="1144" y="17292"/>
                  </a:cubicBezTo>
                  <a:cubicBezTo>
                    <a:pt x="963" y="17388"/>
                    <a:pt x="786" y="17493"/>
                    <a:pt x="637" y="17645"/>
                  </a:cubicBezTo>
                  <a:cubicBezTo>
                    <a:pt x="-213" y="18457"/>
                    <a:pt x="-213" y="19774"/>
                    <a:pt x="637" y="20585"/>
                  </a:cubicBezTo>
                  <a:cubicBezTo>
                    <a:pt x="1464" y="21380"/>
                    <a:pt x="2796" y="21397"/>
                    <a:pt x="3652" y="20641"/>
                  </a:cubicBezTo>
                  <a:lnTo>
                    <a:pt x="3665" y="20649"/>
                  </a:lnTo>
                  <a:cubicBezTo>
                    <a:pt x="6364" y="18673"/>
                    <a:pt x="8988" y="16581"/>
                    <a:pt x="11420" y="14263"/>
                  </a:cubicBezTo>
                  <a:cubicBezTo>
                    <a:pt x="13760" y="12030"/>
                    <a:pt x="15874" y="9685"/>
                    <a:pt x="17716" y="7283"/>
                  </a:cubicBezTo>
                  <a:lnTo>
                    <a:pt x="20664" y="3427"/>
                  </a:lnTo>
                  <a:lnTo>
                    <a:pt x="20655" y="3419"/>
                  </a:lnTo>
                  <a:cubicBezTo>
                    <a:pt x="21387" y="2600"/>
                    <a:pt x="21358" y="1379"/>
                    <a:pt x="20542" y="608"/>
                  </a:cubicBezTo>
                  <a:cubicBezTo>
                    <a:pt x="19698" y="-203"/>
                    <a:pt x="18324" y="-203"/>
                    <a:pt x="17469" y="608"/>
                  </a:cubicBezTo>
                  <a:cubicBezTo>
                    <a:pt x="17314" y="760"/>
                    <a:pt x="17198" y="937"/>
                    <a:pt x="17095" y="1114"/>
                  </a:cubicBezTo>
                  <a:lnTo>
                    <a:pt x="14229" y="4857"/>
                  </a:lnTo>
                  <a:cubicBezTo>
                    <a:pt x="12527" y="7090"/>
                    <a:pt x="10552" y="9275"/>
                    <a:pt x="8372" y="11356"/>
                  </a:cubicBezTo>
                </a:path>
              </a:pathLst>
            </a:custGeom>
            <a:solidFill>
              <a:srgbClr val="6FC661"/>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grpSp>
      <p:sp>
        <p:nvSpPr>
          <p:cNvPr id="389" name="Shape 389"/>
          <p:cNvSpPr/>
          <p:nvPr/>
        </p:nvSpPr>
        <p:spPr>
          <a:xfrm>
            <a:off x="5517965" y="7453711"/>
            <a:ext cx="1510250" cy="543323"/>
          </a:xfrm>
          <a:prstGeom prst="rect">
            <a:avLst/>
          </a:prstGeom>
          <a:ln w="3175">
            <a:miter lim="400000"/>
          </a:ln>
          <a:extLst>
            <a:ext uri="{C572A759-6A51-4108-AA02-DFA0A04FC94B}">
              <ma14:wrappingTextBoxFlag xmlns:ma14="http://schemas.microsoft.com/office/mac/drawingml/2011/main" val="1"/>
            </a:ext>
          </a:extLst>
        </p:spPr>
        <p:txBody>
          <a:bodyPr wrap="none" lIns="30360" tIns="30360" rIns="30360" bIns="30360" anchor="ctr">
            <a:spAutoFit/>
          </a:bodyPr>
          <a:lstStyle/>
          <a:p>
            <a:pPr algn="l">
              <a:defRPr sz="1600">
                <a:latin typeface="Montserrat Bold"/>
                <a:ea typeface="Montserrat Bold"/>
                <a:cs typeface="Montserrat Bold"/>
                <a:sym typeface="Montserrat Bold"/>
              </a:defRPr>
            </a:pPr>
            <a:r>
              <a:t>0,000€</a:t>
            </a:r>
          </a:p>
          <a:p>
            <a:pPr algn="l">
              <a:defRPr sz="1600">
                <a:latin typeface="Montserrat Bold"/>
                <a:ea typeface="Montserrat Bold"/>
                <a:cs typeface="Montserrat Bold"/>
                <a:sym typeface="Montserrat Bold"/>
              </a:defRPr>
            </a:pPr>
            <a:r>
              <a:t>0,000 dólares</a:t>
            </a:r>
          </a:p>
        </p:txBody>
      </p:sp>
      <p:sp>
        <p:nvSpPr>
          <p:cNvPr id="390" name="Shape 390"/>
          <p:cNvSpPr/>
          <p:nvPr/>
        </p:nvSpPr>
        <p:spPr>
          <a:xfrm>
            <a:off x="5384538" y="8509498"/>
            <a:ext cx="1777105" cy="5433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p>
            <a:pPr algn="l">
              <a:defRPr sz="1600">
                <a:latin typeface="Montserrat Bold"/>
                <a:ea typeface="Montserrat Bold"/>
                <a:cs typeface="Montserrat Bold"/>
                <a:sym typeface="Montserrat Bold"/>
              </a:defRPr>
            </a:pPr>
            <a:r>
              <a:t>1 Pago 0,000€/$</a:t>
            </a:r>
          </a:p>
          <a:p>
            <a:pPr algn="l">
              <a:defRPr sz="1600">
                <a:latin typeface="Montserrat Bold"/>
                <a:ea typeface="Montserrat Bold"/>
                <a:cs typeface="Montserrat Bold"/>
                <a:sym typeface="Montserrat Bold"/>
              </a:defRPr>
            </a:pPr>
            <a:r>
              <a:t>2 Pago 0,000/$</a:t>
            </a:r>
          </a:p>
        </p:txBody>
      </p:sp>
      <p:sp>
        <p:nvSpPr>
          <p:cNvPr id="391" name="Shape 391"/>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4E8F43"/>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 name="Shape 393"/>
          <p:cNvSpPr/>
          <p:nvPr/>
        </p:nvSpPr>
        <p:spPr>
          <a:xfrm>
            <a:off x="580849" y="703765"/>
            <a:ext cx="6610703" cy="7874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spAutoFit/>
          </a:bodyPr>
          <a:lstStyle/>
          <a:p>
            <a:pPr defTabSz="584200">
              <a:defRPr sz="2300">
                <a:latin typeface="Montserrat Bold"/>
                <a:ea typeface="Montserrat Bold"/>
                <a:cs typeface="Montserrat Bold"/>
                <a:sym typeface="Montserrat Bold"/>
              </a:defRPr>
            </a:pPr>
            <a:r>
              <a:t>O T R O S  </a:t>
            </a:r>
            <a:r>
              <a:rPr>
                <a:latin typeface="Montserrat Black"/>
                <a:ea typeface="Montserrat Black"/>
                <a:cs typeface="Montserrat Black"/>
                <a:sym typeface="Montserrat Black"/>
              </a:rPr>
              <a:t>G A S T O S</a:t>
            </a:r>
            <a:r>
              <a:t>  A D I C I O N A L E S  </a:t>
            </a:r>
            <a:r>
              <a:rPr>
                <a:latin typeface="Montserrat Black"/>
                <a:ea typeface="Montserrat Black"/>
                <a:cs typeface="Montserrat Black"/>
                <a:sym typeface="Montserrat Black"/>
              </a:rPr>
              <a:t>Y  </a:t>
            </a:r>
            <a:r>
              <a:t>R E Q U E R I M I E N T O S</a:t>
            </a:r>
          </a:p>
        </p:txBody>
      </p:sp>
      <p:graphicFrame>
        <p:nvGraphicFramePr>
          <p:cNvPr id="394" name="Table 394"/>
          <p:cNvGraphicFramePr/>
          <p:nvPr/>
        </p:nvGraphicFramePr>
        <p:xfrm>
          <a:off x="672380" y="1979606"/>
          <a:ext cx="6430815" cy="3379342"/>
        </p:xfrm>
        <a:graphic>
          <a:graphicData uri="http://schemas.openxmlformats.org/drawingml/2006/table">
            <a:tbl>
              <a:tblPr firstRow="1" bandRow="1">
                <a:tableStyleId>{4C3C2611-4C71-4FC5-86AE-919BDF0F9419}</a:tableStyleId>
              </a:tblPr>
              <a:tblGrid>
                <a:gridCol w="4585965"/>
                <a:gridCol w="1841673"/>
              </a:tblGrid>
              <a:tr h="459936">
                <a:tc>
                  <a:txBody>
                    <a:bodyPr/>
                    <a:lstStyle/>
                    <a:p>
                      <a:pPr defTabSz="914400">
                        <a:defRPr b="0">
                          <a:solidFill>
                            <a:srgbClr val="000000"/>
                          </a:solidFill>
                        </a:defRPr>
                      </a:pPr>
                      <a:r>
                        <a:rPr sz="1400">
                          <a:solidFill>
                            <a:srgbClr val="FFFFFF"/>
                          </a:solidFill>
                          <a:latin typeface="Montserrat Semi Bold"/>
                          <a:ea typeface="Montserrat Semi Bold"/>
                          <a:cs typeface="Montserrat Semi Bold"/>
                          <a:sym typeface="Montserrat Semi Bold"/>
                        </a:rPr>
                        <a:t>Servicio o herramienta</a:t>
                      </a:r>
                    </a:p>
                  </a:txBody>
                  <a:tcPr marL="50800" marR="50800" marT="50800" marB="50800" anchor="ctr" horzOverflow="overflow">
                    <a:lnB w="3175">
                      <a:solidFill>
                        <a:schemeClr val="accent3">
                          <a:hueOff val="-546623"/>
                          <a:satOff val="7767"/>
                          <a:lumOff val="-14512"/>
                        </a:schemeClr>
                      </a:solidFill>
                      <a:miter lim="400000"/>
                    </a:lnB>
                    <a:solidFill>
                      <a:srgbClr val="6FC661"/>
                    </a:solidFill>
                  </a:tcPr>
                </a:tc>
                <a:tc>
                  <a:txBody>
                    <a:bodyPr/>
                    <a:lstStyle/>
                    <a:p>
                      <a:pPr defTabSz="914400">
                        <a:defRPr b="0">
                          <a:solidFill>
                            <a:srgbClr val="000000"/>
                          </a:solidFill>
                        </a:defRPr>
                      </a:pPr>
                      <a:r>
                        <a:rPr sz="1400">
                          <a:solidFill>
                            <a:srgbClr val="FFFFFF"/>
                          </a:solidFill>
                          <a:latin typeface="Montserrat Semi Bold"/>
                          <a:ea typeface="Montserrat Semi Bold"/>
                          <a:cs typeface="Montserrat Semi Bold"/>
                          <a:sym typeface="Montserrat Semi Bold"/>
                        </a:rPr>
                        <a:t>Precio estimado</a:t>
                      </a:r>
                    </a:p>
                  </a:txBody>
                  <a:tcPr marL="50800" marR="50800" marT="50800" marB="50800" anchor="ctr" horzOverflow="overflow">
                    <a:lnB w="3175">
                      <a:solidFill>
                        <a:schemeClr val="accent3">
                          <a:hueOff val="-546623"/>
                          <a:satOff val="7767"/>
                          <a:lumOff val="-14512"/>
                        </a:schemeClr>
                      </a:solidFill>
                      <a:miter lim="400000"/>
                    </a:lnB>
                    <a:solidFill>
                      <a:srgbClr val="6FC661"/>
                    </a:solidFill>
                  </a:tcPr>
                </a:tc>
              </a:tr>
              <a:tr h="774378">
                <a:tc>
                  <a:txBody>
                    <a:bodyPr/>
                    <a:lstStyle/>
                    <a:p>
                      <a:pPr algn="l" defTabSz="914400"/>
                      <a:r>
                        <a:rPr sz="1200">
                          <a:latin typeface="Montserrat"/>
                          <a:ea typeface="Montserrat"/>
                          <a:cs typeface="Montserrat"/>
                          <a:sym typeface="Montserrat"/>
                        </a:rP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c>
                  <a:txBody>
                    <a:bodyPr/>
                    <a:lstStyle/>
                    <a:p>
                      <a:pPr defTabSz="914400"/>
                      <a:r>
                        <a:rPr sz="1200">
                          <a:latin typeface="Montserrat"/>
                          <a:ea typeface="Montserrat"/>
                          <a:cs typeface="Montserrat"/>
                          <a:sym typeface="Montserrat"/>
                        </a:rPr>
                        <a:t>Desde 140€ al año</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r h="695648">
                <a:tc>
                  <a:txBody>
                    <a:bodyPr/>
                    <a:lstStyle/>
                    <a:p>
                      <a:pPr algn="l" defTabSz="914400"/>
                      <a:r>
                        <a:rPr sz="1200">
                          <a:latin typeface="Montserrat"/>
                          <a:ea typeface="Montserrat"/>
                          <a:cs typeface="Montserrat"/>
                          <a:sym typeface="Montserrat"/>
                        </a:rP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c>
                  <a:txBody>
                    <a:bodyPr/>
                    <a:lstStyle/>
                    <a:p>
                      <a:pPr defTabSz="914400"/>
                      <a:r>
                        <a:rPr sz="1200">
                          <a:latin typeface="Montserrat"/>
                          <a:ea typeface="Montserrat"/>
                          <a:cs typeface="Montserrat"/>
                          <a:sym typeface="Montserrat"/>
                        </a:rPr>
                        <a:t>Desde 300€</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r h="612895">
                <a:tc>
                  <a:txBody>
                    <a:bodyPr/>
                    <a:lstStyle/>
                    <a:p>
                      <a:pPr algn="l" defTabSz="914400"/>
                      <a:r>
                        <a:rPr sz="1200">
                          <a:latin typeface="Montserrat"/>
                          <a:ea typeface="Montserrat"/>
                          <a:cs typeface="Montserrat"/>
                          <a:sym typeface="Montserrat"/>
                        </a:rP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c>
                  <a:txBody>
                    <a:bodyPr/>
                    <a:lstStyle/>
                    <a:p>
                      <a:pPr defTabSz="914400"/>
                      <a:r>
                        <a:rPr sz="1200">
                          <a:latin typeface="Montserrat"/>
                          <a:ea typeface="Montserrat"/>
                          <a:cs typeface="Montserrat"/>
                          <a:sym typeface="Montserrat"/>
                        </a:rPr>
                        <a:t>Desde 50€</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r h="834895">
                <a:tc>
                  <a:txBody>
                    <a:bodyPr/>
                    <a:lstStyle/>
                    <a:p>
                      <a:pPr algn="l" defTabSz="914400"/>
                      <a:r>
                        <a:rPr sz="1200">
                          <a:latin typeface="Montserrat"/>
                          <a:ea typeface="Montserrat"/>
                          <a:cs typeface="Montserrat"/>
                          <a:sym typeface="Montserrat"/>
                        </a:rP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c>
                  <a:txBody>
                    <a:bodyPr/>
                    <a:lstStyle/>
                    <a:p>
                      <a:pPr defTabSz="914400"/>
                      <a:r>
                        <a:rPr sz="1200">
                          <a:latin typeface="Montserrat"/>
                          <a:ea typeface="Montserrat"/>
                          <a:cs typeface="Montserrat"/>
                          <a:sym typeface="Montserrat"/>
                        </a:rPr>
                        <a:t>Desde 800€</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bl>
          </a:graphicData>
        </a:graphic>
      </p:graphicFrame>
      <p:graphicFrame>
        <p:nvGraphicFramePr>
          <p:cNvPr id="395" name="Table 395"/>
          <p:cNvGraphicFramePr/>
          <p:nvPr/>
        </p:nvGraphicFramePr>
        <p:xfrm>
          <a:off x="672380" y="5610559"/>
          <a:ext cx="6430815" cy="3380929"/>
        </p:xfrm>
        <a:graphic>
          <a:graphicData uri="http://schemas.openxmlformats.org/drawingml/2006/table">
            <a:tbl>
              <a:tblPr firstRow="1" bandRow="1">
                <a:tableStyleId>{4C3C2611-4C71-4FC5-86AE-919BDF0F9419}</a:tableStyleId>
              </a:tblPr>
              <a:tblGrid>
                <a:gridCol w="6427638"/>
              </a:tblGrid>
              <a:tr h="460152">
                <a:tc>
                  <a:txBody>
                    <a:bodyPr/>
                    <a:lstStyle/>
                    <a:p>
                      <a:pPr defTabSz="914400">
                        <a:defRPr b="0">
                          <a:solidFill>
                            <a:srgbClr val="000000"/>
                          </a:solidFill>
                        </a:defRPr>
                      </a:pPr>
                      <a:r>
                        <a:rPr sz="1400">
                          <a:solidFill>
                            <a:srgbClr val="FFFFFF"/>
                          </a:solidFill>
                          <a:latin typeface="Montserrat Semi Bold"/>
                          <a:ea typeface="Montserrat Semi Bold"/>
                          <a:cs typeface="Montserrat Semi Bold"/>
                          <a:sym typeface="Montserrat Semi Bold"/>
                        </a:rPr>
                        <a:t>Requerimientos</a:t>
                      </a:r>
                    </a:p>
                  </a:txBody>
                  <a:tcPr marL="50800" marR="50800" marT="50800" marB="50800" anchor="ctr" horzOverflow="overflow">
                    <a:lnB w="3175">
                      <a:solidFill>
                        <a:schemeClr val="accent3">
                          <a:hueOff val="-546623"/>
                          <a:satOff val="7767"/>
                          <a:lumOff val="-14512"/>
                        </a:schemeClr>
                      </a:solidFill>
                      <a:miter lim="400000"/>
                    </a:lnB>
                    <a:solidFill>
                      <a:srgbClr val="6FC661"/>
                    </a:solidFill>
                  </a:tcPr>
                </a:tc>
              </a:tr>
              <a:tr h="774742">
                <a:tc>
                  <a:txBody>
                    <a:bodyPr/>
                    <a:lstStyle/>
                    <a:p>
                      <a:pPr marL="148166" indent="-148166" algn="l" defTabSz="914400">
                        <a:buSzPct val="150000"/>
                        <a:buChar char="•"/>
                        <a:defRPr sz="1200">
                          <a:latin typeface="Montserrat"/>
                          <a:ea typeface="Montserrat"/>
                          <a:cs typeface="Montserrat"/>
                          <a:sym typeface="Montserrat"/>
                        </a:defRPr>
                      </a:pPr>
                      <a: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r h="695975">
                <a:tc>
                  <a:txBody>
                    <a:bodyPr/>
                    <a:lstStyle/>
                    <a:p>
                      <a:pPr marL="148166" indent="-148166" algn="l" defTabSz="914400">
                        <a:buSzPct val="150000"/>
                        <a:buChar char="•"/>
                        <a:defRPr sz="1200">
                          <a:latin typeface="Montserrat"/>
                          <a:ea typeface="Montserrat"/>
                          <a:cs typeface="Montserrat"/>
                          <a:sym typeface="Montserrat"/>
                        </a:defRPr>
                      </a:pPr>
                      <a: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r h="613183">
                <a:tc>
                  <a:txBody>
                    <a:bodyPr/>
                    <a:lstStyle/>
                    <a:p>
                      <a:pPr marL="148166" indent="-148166" algn="l" defTabSz="914400">
                        <a:buSzPct val="150000"/>
                        <a:buChar char="•"/>
                        <a:defRPr sz="1200">
                          <a:latin typeface="Montserrat"/>
                          <a:ea typeface="Montserrat"/>
                          <a:cs typeface="Montserrat"/>
                          <a:sym typeface="Montserrat"/>
                        </a:defRPr>
                      </a:pPr>
                      <a: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r h="835287">
                <a:tc>
                  <a:txBody>
                    <a:bodyPr/>
                    <a:lstStyle/>
                    <a:p>
                      <a:pPr marL="148166" indent="-148166" algn="l" defTabSz="914400">
                        <a:buSzPct val="150000"/>
                        <a:buChar char="•"/>
                        <a:defRPr sz="1200">
                          <a:latin typeface="Montserrat"/>
                          <a:ea typeface="Montserrat"/>
                          <a:cs typeface="Montserrat"/>
                          <a:sym typeface="Montserrat"/>
                        </a:defRPr>
                      </a:pPr>
                      <a: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bl>
          </a:graphicData>
        </a:graphic>
      </p:graphicFrame>
      <p:sp>
        <p:nvSpPr>
          <p:cNvPr id="396" name="Shape 396"/>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4E8F43"/>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 name="Shape 398"/>
          <p:cNvSpPr/>
          <p:nvPr/>
        </p:nvSpPr>
        <p:spPr>
          <a:xfrm>
            <a:off x="580849" y="703765"/>
            <a:ext cx="6610703" cy="7874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spAutoFit/>
          </a:bodyPr>
          <a:lstStyle/>
          <a:p>
            <a:pPr defTabSz="584200">
              <a:defRPr sz="2300" cap="all">
                <a:latin typeface="Montserrat Bold"/>
                <a:ea typeface="Montserrat Bold"/>
                <a:cs typeface="Montserrat Bold"/>
                <a:sym typeface="Montserrat Bold"/>
              </a:defRPr>
            </a:pPr>
            <a:r>
              <a:t>P r e g u n t a s  </a:t>
            </a:r>
            <a:r>
              <a:rPr>
                <a:latin typeface="Montserrat Black"/>
                <a:ea typeface="Montserrat Black"/>
                <a:cs typeface="Montserrat Black"/>
                <a:sym typeface="Montserrat Black"/>
              </a:rPr>
              <a:t>f r e c u e n t e s</a:t>
            </a:r>
            <a:r>
              <a:t>  y</a:t>
            </a:r>
          </a:p>
          <a:p>
            <a:pPr defTabSz="584200">
              <a:defRPr sz="2300" cap="all">
                <a:latin typeface="Montserrat Bold"/>
                <a:ea typeface="Montserrat Bold"/>
                <a:cs typeface="Montserrat Bold"/>
                <a:sym typeface="Montserrat Bold"/>
              </a:defRPr>
            </a:pPr>
            <a:r>
              <a:rPr>
                <a:latin typeface="Montserrat Black"/>
                <a:ea typeface="Montserrat Black"/>
                <a:cs typeface="Montserrat Black"/>
                <a:sym typeface="Montserrat Black"/>
              </a:rPr>
              <a:t>C o n d i c i o n e s</a:t>
            </a:r>
            <a:r>
              <a:t>  s e r v i c i o</a:t>
            </a:r>
          </a:p>
        </p:txBody>
      </p:sp>
      <p:sp>
        <p:nvSpPr>
          <p:cNvPr id="399" name="Shape 399"/>
          <p:cNvSpPr/>
          <p:nvPr/>
        </p:nvSpPr>
        <p:spPr>
          <a:xfrm>
            <a:off x="1505719" y="2258179"/>
            <a:ext cx="5319763" cy="671044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p:txBody>
      </p:sp>
      <p:sp>
        <p:nvSpPr>
          <p:cNvPr id="400" name="Shape 400"/>
          <p:cNvSpPr/>
          <p:nvPr/>
        </p:nvSpPr>
        <p:spPr>
          <a:xfrm>
            <a:off x="1003300" y="2284011"/>
            <a:ext cx="409972" cy="409973"/>
          </a:xfrm>
          <a:prstGeom prst="ellipse">
            <a:avLst/>
          </a:prstGeom>
          <a:solidFill>
            <a:srgbClr val="6FC661"/>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1</a:t>
            </a:r>
          </a:p>
        </p:txBody>
      </p:sp>
      <p:sp>
        <p:nvSpPr>
          <p:cNvPr id="401" name="Shape 401"/>
          <p:cNvSpPr/>
          <p:nvPr/>
        </p:nvSpPr>
        <p:spPr>
          <a:xfrm>
            <a:off x="1003300" y="3231245"/>
            <a:ext cx="409972" cy="409973"/>
          </a:xfrm>
          <a:prstGeom prst="ellipse">
            <a:avLst/>
          </a:prstGeom>
          <a:solidFill>
            <a:srgbClr val="6FC661"/>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2</a:t>
            </a:r>
          </a:p>
        </p:txBody>
      </p:sp>
      <p:sp>
        <p:nvSpPr>
          <p:cNvPr id="402" name="Shape 402"/>
          <p:cNvSpPr/>
          <p:nvPr/>
        </p:nvSpPr>
        <p:spPr>
          <a:xfrm>
            <a:off x="1003300" y="4261661"/>
            <a:ext cx="409972" cy="409973"/>
          </a:xfrm>
          <a:prstGeom prst="ellipse">
            <a:avLst/>
          </a:prstGeom>
          <a:solidFill>
            <a:srgbClr val="6FC661"/>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3</a:t>
            </a:r>
          </a:p>
        </p:txBody>
      </p:sp>
      <p:sp>
        <p:nvSpPr>
          <p:cNvPr id="403" name="Shape 403"/>
          <p:cNvSpPr/>
          <p:nvPr/>
        </p:nvSpPr>
        <p:spPr>
          <a:xfrm>
            <a:off x="1003300" y="5292076"/>
            <a:ext cx="409972" cy="409973"/>
          </a:xfrm>
          <a:prstGeom prst="ellipse">
            <a:avLst/>
          </a:prstGeom>
          <a:solidFill>
            <a:srgbClr val="6FC661"/>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4</a:t>
            </a:r>
          </a:p>
        </p:txBody>
      </p:sp>
      <p:sp>
        <p:nvSpPr>
          <p:cNvPr id="404" name="Shape 404"/>
          <p:cNvSpPr/>
          <p:nvPr/>
        </p:nvSpPr>
        <p:spPr>
          <a:xfrm>
            <a:off x="1003300" y="6239310"/>
            <a:ext cx="409972" cy="409973"/>
          </a:xfrm>
          <a:prstGeom prst="ellipse">
            <a:avLst/>
          </a:prstGeom>
          <a:solidFill>
            <a:srgbClr val="6FC661"/>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5</a:t>
            </a:r>
          </a:p>
        </p:txBody>
      </p:sp>
      <p:sp>
        <p:nvSpPr>
          <p:cNvPr id="405" name="Shape 405"/>
          <p:cNvSpPr/>
          <p:nvPr/>
        </p:nvSpPr>
        <p:spPr>
          <a:xfrm>
            <a:off x="1003300" y="7186545"/>
            <a:ext cx="409972" cy="409972"/>
          </a:xfrm>
          <a:prstGeom prst="ellipse">
            <a:avLst/>
          </a:prstGeom>
          <a:solidFill>
            <a:srgbClr val="6FC661"/>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6</a:t>
            </a:r>
          </a:p>
        </p:txBody>
      </p:sp>
      <p:sp>
        <p:nvSpPr>
          <p:cNvPr id="406" name="Shape 406"/>
          <p:cNvSpPr/>
          <p:nvPr/>
        </p:nvSpPr>
        <p:spPr>
          <a:xfrm>
            <a:off x="1003300" y="8216959"/>
            <a:ext cx="409972" cy="409973"/>
          </a:xfrm>
          <a:prstGeom prst="ellipse">
            <a:avLst/>
          </a:prstGeom>
          <a:solidFill>
            <a:srgbClr val="6FC661"/>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7</a:t>
            </a:r>
          </a:p>
        </p:txBody>
      </p:sp>
      <p:sp>
        <p:nvSpPr>
          <p:cNvPr id="407" name="Shape 407"/>
          <p:cNvSpPr/>
          <p:nvPr/>
        </p:nvSpPr>
        <p:spPr>
          <a:xfrm>
            <a:off x="739006" y="1687779"/>
            <a:ext cx="6294389" cy="2766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lvl1pPr defTabSz="584200">
              <a:defRPr sz="1400" u="sng">
                <a:latin typeface="Montserrat Bold"/>
                <a:ea typeface="Montserrat Bold"/>
                <a:cs typeface="Montserrat Bold"/>
                <a:sym typeface="Montserrat Bold"/>
              </a:defRPr>
            </a:lvl1pPr>
          </a:lstStyle>
          <a:p>
            <a:r>
              <a:t>FAQ</a:t>
            </a:r>
          </a:p>
        </p:txBody>
      </p:sp>
      <p:sp>
        <p:nvSpPr>
          <p:cNvPr id="408" name="Shape 408"/>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4E8F43"/>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 name="Shape 410"/>
          <p:cNvSpPr/>
          <p:nvPr/>
        </p:nvSpPr>
        <p:spPr>
          <a:xfrm>
            <a:off x="739005" y="786079"/>
            <a:ext cx="6294389" cy="2766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lvl1pPr defTabSz="584200">
              <a:defRPr sz="1400" u="sng">
                <a:latin typeface="Montserrat Bold"/>
                <a:ea typeface="Montserrat Bold"/>
                <a:cs typeface="Montserrat Bold"/>
                <a:sym typeface="Montserrat Bold"/>
              </a:defRPr>
            </a:lvl1pPr>
          </a:lstStyle>
          <a:p>
            <a:r>
              <a:t>Términos y Condiciones</a:t>
            </a:r>
          </a:p>
        </p:txBody>
      </p:sp>
      <p:sp>
        <p:nvSpPr>
          <p:cNvPr id="411" name="Shape 411"/>
          <p:cNvSpPr/>
          <p:nvPr/>
        </p:nvSpPr>
        <p:spPr>
          <a:xfrm>
            <a:off x="1477528" y="1313546"/>
            <a:ext cx="5319763" cy="770358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p:txBody>
      </p:sp>
      <p:sp>
        <p:nvSpPr>
          <p:cNvPr id="412" name="Shape 412"/>
          <p:cNvSpPr/>
          <p:nvPr/>
        </p:nvSpPr>
        <p:spPr>
          <a:xfrm>
            <a:off x="975109" y="1339378"/>
            <a:ext cx="409973" cy="409973"/>
          </a:xfrm>
          <a:prstGeom prst="ellipse">
            <a:avLst/>
          </a:prstGeom>
          <a:solidFill>
            <a:srgbClr val="6FC661"/>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1</a:t>
            </a:r>
          </a:p>
        </p:txBody>
      </p:sp>
      <p:sp>
        <p:nvSpPr>
          <p:cNvPr id="413" name="Shape 413"/>
          <p:cNvSpPr/>
          <p:nvPr/>
        </p:nvSpPr>
        <p:spPr>
          <a:xfrm>
            <a:off x="975109" y="2286613"/>
            <a:ext cx="409973" cy="409973"/>
          </a:xfrm>
          <a:prstGeom prst="ellipse">
            <a:avLst/>
          </a:prstGeom>
          <a:solidFill>
            <a:srgbClr val="6FC661"/>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2</a:t>
            </a:r>
          </a:p>
        </p:txBody>
      </p:sp>
      <p:sp>
        <p:nvSpPr>
          <p:cNvPr id="414" name="Shape 414"/>
          <p:cNvSpPr/>
          <p:nvPr/>
        </p:nvSpPr>
        <p:spPr>
          <a:xfrm>
            <a:off x="975109" y="3317028"/>
            <a:ext cx="409973" cy="409973"/>
          </a:xfrm>
          <a:prstGeom prst="ellipse">
            <a:avLst/>
          </a:prstGeom>
          <a:solidFill>
            <a:srgbClr val="6FC661"/>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3</a:t>
            </a:r>
          </a:p>
        </p:txBody>
      </p:sp>
      <p:sp>
        <p:nvSpPr>
          <p:cNvPr id="415" name="Shape 415"/>
          <p:cNvSpPr/>
          <p:nvPr/>
        </p:nvSpPr>
        <p:spPr>
          <a:xfrm>
            <a:off x="975109" y="4347443"/>
            <a:ext cx="409973" cy="409973"/>
          </a:xfrm>
          <a:prstGeom prst="ellipse">
            <a:avLst/>
          </a:prstGeom>
          <a:solidFill>
            <a:srgbClr val="6FC661"/>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4</a:t>
            </a:r>
          </a:p>
        </p:txBody>
      </p:sp>
      <p:sp>
        <p:nvSpPr>
          <p:cNvPr id="416" name="Shape 416"/>
          <p:cNvSpPr/>
          <p:nvPr/>
        </p:nvSpPr>
        <p:spPr>
          <a:xfrm>
            <a:off x="975109" y="5294677"/>
            <a:ext cx="409973" cy="409973"/>
          </a:xfrm>
          <a:prstGeom prst="ellipse">
            <a:avLst/>
          </a:prstGeom>
          <a:solidFill>
            <a:srgbClr val="6FC661"/>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5</a:t>
            </a:r>
          </a:p>
        </p:txBody>
      </p:sp>
      <p:sp>
        <p:nvSpPr>
          <p:cNvPr id="417" name="Shape 417"/>
          <p:cNvSpPr/>
          <p:nvPr/>
        </p:nvSpPr>
        <p:spPr>
          <a:xfrm>
            <a:off x="975109" y="6241912"/>
            <a:ext cx="409973" cy="409972"/>
          </a:xfrm>
          <a:prstGeom prst="ellipse">
            <a:avLst/>
          </a:prstGeom>
          <a:solidFill>
            <a:srgbClr val="6FC661"/>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6</a:t>
            </a:r>
          </a:p>
        </p:txBody>
      </p:sp>
      <p:sp>
        <p:nvSpPr>
          <p:cNvPr id="418" name="Shape 418"/>
          <p:cNvSpPr/>
          <p:nvPr/>
        </p:nvSpPr>
        <p:spPr>
          <a:xfrm>
            <a:off x="975109" y="7272326"/>
            <a:ext cx="409973" cy="409973"/>
          </a:xfrm>
          <a:prstGeom prst="ellipse">
            <a:avLst/>
          </a:prstGeom>
          <a:solidFill>
            <a:srgbClr val="6FC661"/>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7</a:t>
            </a:r>
          </a:p>
        </p:txBody>
      </p:sp>
      <p:sp>
        <p:nvSpPr>
          <p:cNvPr id="419" name="Shape 419"/>
          <p:cNvSpPr/>
          <p:nvPr/>
        </p:nvSpPr>
        <p:spPr>
          <a:xfrm>
            <a:off x="975109" y="8302742"/>
            <a:ext cx="409973" cy="409973"/>
          </a:xfrm>
          <a:prstGeom prst="ellipse">
            <a:avLst/>
          </a:prstGeom>
          <a:solidFill>
            <a:srgbClr val="6FC661"/>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8</a:t>
            </a:r>
          </a:p>
        </p:txBody>
      </p:sp>
      <p:sp>
        <p:nvSpPr>
          <p:cNvPr id="420" name="Shape 420"/>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4E8F43"/>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 name="Shape 422"/>
          <p:cNvSpPr/>
          <p:nvPr/>
        </p:nvSpPr>
        <p:spPr>
          <a:xfrm>
            <a:off x="1046764" y="6112067"/>
            <a:ext cx="3328651" cy="761291"/>
          </a:xfrm>
          <a:prstGeom prst="rect">
            <a:avLst/>
          </a:prstGeom>
          <a:ln w="3175">
            <a:miter lim="400000"/>
          </a:ln>
          <a:extLst>
            <a:ext uri="{C572A759-6A51-4108-AA02-DFA0A04FC94B}">
              <ma14:wrappingTextBoxFlag xmlns:ma14="http://schemas.microsoft.com/office/mac/drawingml/2011/main" val="1"/>
            </a:ext>
          </a:extLst>
        </p:spPr>
        <p:txBody>
          <a:bodyPr lIns="27093" tIns="27093" rIns="27093" bIns="27093" anchor="ctr"/>
          <a:lstStyle>
            <a:lvl1pPr algn="l" defTabSz="440266">
              <a:defRPr sz="3500" spc="-70">
                <a:solidFill>
                  <a:srgbClr val="FFFFFF"/>
                </a:solidFill>
                <a:latin typeface="Montserrat Bold"/>
                <a:ea typeface="Montserrat Bold"/>
                <a:cs typeface="Montserrat Bold"/>
                <a:sym typeface="Montserrat Bold"/>
              </a:defRPr>
            </a:lvl1pPr>
          </a:lstStyle>
          <a:p>
            <a:r>
              <a:t>CONTACTO</a:t>
            </a:r>
          </a:p>
        </p:txBody>
      </p:sp>
      <p:sp>
        <p:nvSpPr>
          <p:cNvPr id="423" name="Shape 423"/>
          <p:cNvSpPr/>
          <p:nvPr/>
        </p:nvSpPr>
        <p:spPr>
          <a:xfrm>
            <a:off x="1042926" y="6931918"/>
            <a:ext cx="3714088" cy="2094317"/>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lstStyle/>
          <a:p>
            <a:pPr algn="l" defTabSz="584200">
              <a:spcBef>
                <a:spcPts val="500"/>
              </a:spcBef>
              <a:defRPr sz="1500">
                <a:solidFill>
                  <a:srgbClr val="FFFFFF"/>
                </a:solidFill>
                <a:latin typeface="Montserrat"/>
                <a:ea typeface="Montserrat"/>
                <a:cs typeface="Montserrat"/>
                <a:sym typeface="Montserrat"/>
              </a:defRPr>
            </a:pPr>
            <a:r>
              <a:t>Perfil en Linkedin</a:t>
            </a:r>
          </a:p>
          <a:p>
            <a:pPr algn="l" defTabSz="584200">
              <a:spcBef>
                <a:spcPts val="500"/>
              </a:spcBef>
              <a:defRPr sz="1500">
                <a:solidFill>
                  <a:srgbClr val="FFFFFF"/>
                </a:solidFill>
                <a:latin typeface="Montserrat"/>
                <a:ea typeface="Montserrat"/>
                <a:cs typeface="Montserrat"/>
                <a:sym typeface="Montserrat"/>
              </a:defRPr>
            </a:pPr>
            <a:r>
              <a:rPr>
                <a:latin typeface="Montserrat Semi Bold"/>
                <a:ea typeface="Montserrat Semi Bold"/>
                <a:cs typeface="Montserrat Semi Bold"/>
                <a:sym typeface="Montserrat Semi Bold"/>
              </a:rPr>
              <a:t>Lugar de residencia </a:t>
            </a:r>
            <a:r>
              <a:t>Miami</a:t>
            </a:r>
          </a:p>
          <a:p>
            <a:pPr algn="l" defTabSz="584200">
              <a:spcBef>
                <a:spcPts val="500"/>
              </a:spcBef>
              <a:defRPr sz="1500">
                <a:solidFill>
                  <a:srgbClr val="FFFFFF"/>
                </a:solidFill>
                <a:latin typeface="Montserrat"/>
                <a:ea typeface="Montserrat"/>
                <a:cs typeface="Montserrat"/>
                <a:sym typeface="Montserrat"/>
              </a:defRPr>
            </a:pPr>
            <a:r>
              <a:rPr>
                <a:latin typeface="Montserrat Semi Bold"/>
                <a:ea typeface="Montserrat Semi Bold"/>
                <a:cs typeface="Montserrat Semi Bold"/>
                <a:sym typeface="Montserrat Semi Bold"/>
              </a:rPr>
              <a:t>Correo</a:t>
            </a:r>
            <a:r>
              <a:t> tucorreo@gmail.com</a:t>
            </a:r>
          </a:p>
          <a:p>
            <a:pPr algn="l" defTabSz="584200">
              <a:spcBef>
                <a:spcPts val="500"/>
              </a:spcBef>
              <a:defRPr sz="1500">
                <a:solidFill>
                  <a:srgbClr val="FFFFFF"/>
                </a:solidFill>
                <a:latin typeface="Montserrat"/>
                <a:ea typeface="Montserrat"/>
                <a:cs typeface="Montserrat"/>
                <a:sym typeface="Montserrat"/>
              </a:defRPr>
            </a:pPr>
            <a:r>
              <a:rPr>
                <a:latin typeface="Montserrat Semi Bold"/>
                <a:ea typeface="Montserrat Semi Bold"/>
                <a:cs typeface="Montserrat Semi Bold"/>
                <a:sym typeface="Montserrat Semi Bold"/>
              </a:rPr>
              <a:t>Teléfono de contacto</a:t>
            </a:r>
            <a:r>
              <a:t> +000 000 000</a:t>
            </a:r>
          </a:p>
        </p:txBody>
      </p:sp>
      <p:sp>
        <p:nvSpPr>
          <p:cNvPr id="424" name="Shape 424"/>
          <p:cNvSpPr/>
          <p:nvPr/>
        </p:nvSpPr>
        <p:spPr>
          <a:xfrm>
            <a:off x="1550611" y="9152546"/>
            <a:ext cx="2320956" cy="259532"/>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lstStyle>
            <a:lvl1pPr defTabSz="584200">
              <a:defRPr sz="1100">
                <a:solidFill>
                  <a:srgbClr val="FFFFFF"/>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2700" dist="12700" dir="5400000" rotWithShape="0">
              <a:srgbClr val="000000">
                <a:alpha val="50000"/>
              </a:srgbClr>
            </a:outerShdw>
          </a:effectLst>
        </a:effectStyle>
        <a:effectStyle>
          <a:effectLst>
            <a:outerShdw blurRad="25400" rotWithShape="0">
              <a:srgbClr val="000000">
                <a:alpha val="50000"/>
              </a:srgbClr>
            </a:outerShdw>
          </a:effectLst>
        </a:effectStyle>
        <a:effectStyle>
          <a:effectLst>
            <a:outerShdw blurRad="12700" dist="127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3175" cap="flat">
          <a:noFill/>
          <a:miter lim="400000"/>
        </a:ln>
        <a:effectLst>
          <a:outerShdw blurRad="12700" dist="12700" dir="5400000" rotWithShape="0">
            <a:srgbClr val="000000">
              <a:alpha val="50000"/>
            </a:srgbClr>
          </a:outerShdw>
        </a:effectLst>
        <a:sp3d/>
      </a:spPr>
      <a:bodyPr rot="0" spcFirstLastPara="1" vertOverflow="overflow" horzOverflow="overflow" vert="horz" wrap="square" lIns="30360" tIns="30360" rIns="30360" bIns="30360" numCol="1" spcCol="38100" rtlCol="0" anchor="ctr">
        <a:spAutoFit/>
      </a:bodyPr>
      <a:lstStyle>
        <a:defPPr marL="0" marR="0" indent="0" algn="ctr" defTabSz="602456"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30360" tIns="30360" rIns="30360" bIns="30360" numCol="1" spcCol="38100" rtlCol="0" anchor="ctr">
        <a:spAutoFit/>
      </a:bodyPr>
      <a:lstStyle>
        <a:defPPr marL="0" marR="0" indent="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2700" dist="12700" dir="5400000" rotWithShape="0">
              <a:srgbClr val="000000">
                <a:alpha val="50000"/>
              </a:srgbClr>
            </a:outerShdw>
          </a:effectLst>
        </a:effectStyle>
        <a:effectStyle>
          <a:effectLst>
            <a:outerShdw blurRad="25400" rotWithShape="0">
              <a:srgbClr val="000000">
                <a:alpha val="50000"/>
              </a:srgbClr>
            </a:outerShdw>
          </a:effectLst>
        </a:effectStyle>
        <a:effectStyle>
          <a:effectLst>
            <a:outerShdw blurRad="12700" dist="127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3175" cap="flat">
          <a:noFill/>
          <a:miter lim="400000"/>
        </a:ln>
        <a:effectLst>
          <a:outerShdw blurRad="12700" dist="12700" dir="5400000" rotWithShape="0">
            <a:srgbClr val="000000">
              <a:alpha val="50000"/>
            </a:srgbClr>
          </a:outerShdw>
        </a:effectLst>
        <a:sp3d/>
      </a:spPr>
      <a:bodyPr rot="0" spcFirstLastPara="1" vertOverflow="overflow" horzOverflow="overflow" vert="horz" wrap="square" lIns="30360" tIns="30360" rIns="30360" bIns="30360" numCol="1" spcCol="38100" rtlCol="0" anchor="ctr">
        <a:spAutoFit/>
      </a:bodyPr>
      <a:lstStyle>
        <a:defPPr marL="0" marR="0" indent="0" algn="ctr" defTabSz="602456"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30360" tIns="30360" rIns="30360" bIns="30360" numCol="1" spcCol="38100" rtlCol="0" anchor="ctr">
        <a:spAutoFit/>
      </a:bodyPr>
      <a:lstStyle>
        <a:defPPr marL="0" marR="0" indent="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2345</Words>
  <Application>Microsoft Macintosh PowerPoint</Application>
  <PresentationFormat>Custom</PresentationFormat>
  <Paragraphs>239</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Consultor</cp:lastModifiedBy>
  <cp:revision>1</cp:revision>
  <dcterms:modified xsi:type="dcterms:W3CDTF">2016-10-17T00:32:07Z</dcterms:modified>
</cp:coreProperties>
</file>