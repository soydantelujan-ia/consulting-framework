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>
        <p:scale>
          <a:sx n="75" d="100"/>
          <a:sy n="75" d="100"/>
        </p:scale>
        <p:origin x="250" y="2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3DFFF7-C6EE-4B81-8253-A934BA9EC6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4EF608C-1172-4014-A636-23004E0AF5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B997936-A9DC-4524-8035-3ABAD3012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40411-9DE6-4F60-B9C8-240C59B366BA}" type="datetimeFigureOut">
              <a:rPr lang="en-US" smtClean="0"/>
              <a:t>5/20/2019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2CA9A01-DD93-4FB2-9624-7B0FA89F5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193C56A-BE33-4B84-9378-66512A33A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13DF7-0F76-4E5D-B8CE-5B6696AC97B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339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76DE92-D9FE-4060-8935-78379E37C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B8F5959-3840-4203-AE95-C0ECAF93F5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704D224-1404-48F4-B616-43A83427C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40411-9DE6-4F60-B9C8-240C59B366BA}" type="datetimeFigureOut">
              <a:rPr lang="en-US" smtClean="0"/>
              <a:t>5/20/2019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E698229-D2B4-499B-B7E6-DC1244B6B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7BBFDC5-1D18-46F2-8242-84D2CFB64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13DF7-0F76-4E5D-B8CE-5B6696AC97B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892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204418-CBFE-41CD-8D4F-5403331E5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CC361EB-2CCE-42B6-8795-1A45B95FB9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0D4A0B8-7FB0-4B9B-84EF-D122E631E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40411-9DE6-4F60-B9C8-240C59B366BA}" type="datetimeFigureOut">
              <a:rPr lang="en-US" smtClean="0"/>
              <a:t>5/20/2019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875005-EE0E-4375-B2C5-11D9CB780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B2ED913-999C-4F53-86FD-7719E0986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13DF7-0F76-4E5D-B8CE-5B6696AC97B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571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06A88E-C601-4C61-9C85-384637747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ECD5995-07F2-49BF-BD65-45B1F8E1E4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95896F9-2C34-4CAE-8BC0-54505D4F0A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45C38AC-6005-4DBF-8027-58458B14E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40411-9DE6-4F60-B9C8-240C59B366BA}" type="datetimeFigureOut">
              <a:rPr lang="en-US" smtClean="0"/>
              <a:t>5/20/2019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3BB7A6B-3BB9-4C19-B9AD-D5D804E6B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A459C60-CEC7-4831-8B56-69DA29B2C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13DF7-0F76-4E5D-B8CE-5B6696AC97B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384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CE3794-BA71-4A9B-B141-2938AF0C4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93D0F8D-CD2D-46A1-A323-93B335BD51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5CD3928-930D-40A0-A4F0-C35BB89B37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07BF032-7777-451D-A0F6-B6F665DEEC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BF4B221-7C6C-43A4-8B67-5897D770E9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0ABCBDF-766E-4EB3-B104-E85F137D4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40411-9DE6-4F60-B9C8-240C59B366BA}" type="datetimeFigureOut">
              <a:rPr lang="en-US" smtClean="0"/>
              <a:t>5/20/2019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065FB18-2E0A-4FE2-8F66-B8599EE02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C73749C-BB1D-4146-A24C-16CCCF536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13DF7-0F76-4E5D-B8CE-5B6696AC97B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289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A268A8-D270-47A7-B5C4-A79DF8517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AC56432-3440-459E-AD35-2E59C79C2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40411-9DE6-4F60-B9C8-240C59B366BA}" type="datetimeFigureOut">
              <a:rPr lang="en-US" smtClean="0"/>
              <a:t>5/20/2019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2B915B2-9BC7-4A87-B11D-1CF2A320E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F005C47-4082-41B3-BA7F-453F9D2CF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13DF7-0F76-4E5D-B8CE-5B6696AC97B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565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410EDF1-C94D-4A51-A8B5-272D2922C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40411-9DE6-4F60-B9C8-240C59B366BA}" type="datetimeFigureOut">
              <a:rPr lang="en-US" smtClean="0"/>
              <a:t>5/20/2019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4DC2934-E990-44A5-9BE2-5129F8518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34C6A4B-D48A-4E05-9215-447AB50EB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13DF7-0F76-4E5D-B8CE-5B6696AC97B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522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D0E64E-77E7-485F-B699-37BE0AF4D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DC53807-42E1-47A6-922B-56C8F6BF91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EE62C89-A6E9-4CDD-A684-1DEF692CCD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0780A54-5D98-4517-BFED-BF9C46A88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40411-9DE6-4F60-B9C8-240C59B366BA}" type="datetimeFigureOut">
              <a:rPr lang="en-US" smtClean="0"/>
              <a:t>5/20/2019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D9DDAF3-7A0A-4941-B75A-0D9417F9E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8849E9D-C358-4280-A58F-F5DD4A264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13DF7-0F76-4E5D-B8CE-5B6696AC97B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709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E46BB6-65F1-4FC8-A6D1-C30EB53E1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20FDF60-318F-4978-B1AE-FEADBF0A46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9B2D732-C8A7-49E5-BE7C-BBE76E8FFC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8126BFA-1F7B-4FC7-8FD0-E9771133B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40411-9DE6-4F60-B9C8-240C59B366BA}" type="datetimeFigureOut">
              <a:rPr lang="en-US" smtClean="0"/>
              <a:t>5/20/2019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BA4DE8B-E7F1-4B04-AA19-9FAFBEF90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53899D4-9DCC-4CCD-BDA8-94C070253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13DF7-0F76-4E5D-B8CE-5B6696AC97B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532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D58405-FD51-4A64-871C-EAA0170C4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D7EA0CD-9476-4FC5-A60C-754484FB7A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D1E844B-12C5-4CB2-979A-3EED362A5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40411-9DE6-4F60-B9C8-240C59B366BA}" type="datetimeFigureOut">
              <a:rPr lang="en-US" smtClean="0"/>
              <a:t>5/20/2019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93CB88-036E-45CF-B366-EB9F6B677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7BB88C3-5ABA-41D7-B1C3-AA1126578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13DF7-0F76-4E5D-B8CE-5B6696AC97B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78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2340190-5CEA-4421-951A-FA63EFCF50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46DFDFD-8AED-431A-ABB6-E9C7352A58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147E9ED-52AA-471F-AEDF-5E0FD97DF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40411-9DE6-4F60-B9C8-240C59B366BA}" type="datetimeFigureOut">
              <a:rPr lang="en-US" smtClean="0"/>
              <a:t>5/20/2019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3EA8F72-85FB-45AD-A12A-F1BF09BE5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D468FF9-7D2B-49EE-8F0C-9C2924BE2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13DF7-0F76-4E5D-B8CE-5B6696AC97B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869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9820E24-9D9D-484A-8750-AA6C6FE6C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F7CF956-2980-4E0E-A1A7-99FF9BC301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BA324B-B116-47D8-AE9C-63E772AF06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840411-9DE6-4F60-B9C8-240C59B366BA}" type="datetimeFigureOut">
              <a:rPr lang="en-US" smtClean="0"/>
              <a:t>5/20/2019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64FE41B-B342-43CE-99DA-693098D469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79853D-2E11-4F65-A30F-A0CFC29E8D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813DF7-0F76-4E5D-B8CE-5B6696AC97B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108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DD55EA46-E285-4661-AE49-69A09617D8E9}"/>
              </a:ext>
            </a:extLst>
          </p:cNvPr>
          <p:cNvSpPr txBox="1"/>
          <p:nvPr/>
        </p:nvSpPr>
        <p:spPr>
          <a:xfrm>
            <a:off x="15492" y="-221819"/>
            <a:ext cx="49601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400" dirty="0">
                <a:latin typeface="Aileron Black" panose="00000A00000000000000" pitchFamily="50" charset="0"/>
              </a:rPr>
              <a:t>MOODBOARD</a:t>
            </a:r>
            <a:endParaRPr lang="en-US" sz="5400" dirty="0">
              <a:latin typeface="Aileron Black" panose="00000A00000000000000" pitchFamily="50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E6C4752-30C0-4E00-84FF-3816B3F62F4E}"/>
              </a:ext>
            </a:extLst>
          </p:cNvPr>
          <p:cNvSpPr txBox="1"/>
          <p:nvPr/>
        </p:nvSpPr>
        <p:spPr>
          <a:xfrm>
            <a:off x="-30210" y="579098"/>
            <a:ext cx="856966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  <a:latin typeface="Aileron Black" panose="00000A00000000000000" pitchFamily="50" charset="0"/>
              </a:rPr>
              <a:t>LOGO</a:t>
            </a:r>
            <a:endParaRPr lang="en-US" dirty="0">
              <a:solidFill>
                <a:schemeClr val="bg1"/>
              </a:solidFill>
              <a:latin typeface="Aileron Black" panose="00000A00000000000000" pitchFamily="50" charset="0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F873444-B93A-4745-B180-966AD52F821F}"/>
              </a:ext>
            </a:extLst>
          </p:cNvPr>
          <p:cNvSpPr/>
          <p:nvPr/>
        </p:nvSpPr>
        <p:spPr>
          <a:xfrm>
            <a:off x="197610" y="1055347"/>
            <a:ext cx="4383915" cy="1745154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chemeClr val="bg1">
                    <a:lumMod val="50000"/>
                  </a:schemeClr>
                </a:solidFill>
                <a:latin typeface="Aileron" panose="00000500000000000000" pitchFamily="50" charset="0"/>
              </a:rPr>
              <a:t>Identificador visual aquí (logo)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ileron" panose="00000500000000000000" pitchFamily="50" charset="0"/>
            </a:endParaRP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2711148D-B632-4E79-A61B-318DB16C09A3}"/>
              </a:ext>
            </a:extLst>
          </p:cNvPr>
          <p:cNvCxnSpPr>
            <a:cxnSpLocks/>
          </p:cNvCxnSpPr>
          <p:nvPr/>
        </p:nvCxnSpPr>
        <p:spPr>
          <a:xfrm>
            <a:off x="0" y="2952750"/>
            <a:ext cx="485775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0E8C426-D94F-42A6-9709-10776F5C0A8D}"/>
              </a:ext>
            </a:extLst>
          </p:cNvPr>
          <p:cNvSpPr txBox="1"/>
          <p:nvPr/>
        </p:nvSpPr>
        <p:spPr>
          <a:xfrm>
            <a:off x="0" y="3059668"/>
            <a:ext cx="2584747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  <a:latin typeface="Aileron Black" panose="00000A00000000000000" pitchFamily="50" charset="0"/>
              </a:rPr>
              <a:t>PALETA DE COLORES</a:t>
            </a:r>
            <a:endParaRPr lang="en-US" dirty="0">
              <a:solidFill>
                <a:schemeClr val="bg1"/>
              </a:solidFill>
              <a:latin typeface="Aileron Black" panose="00000A00000000000000" pitchFamily="50" charset="0"/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716CD133-8851-4E70-A801-2A938424595D}"/>
              </a:ext>
            </a:extLst>
          </p:cNvPr>
          <p:cNvSpPr/>
          <p:nvPr/>
        </p:nvSpPr>
        <p:spPr>
          <a:xfrm>
            <a:off x="369855" y="3520726"/>
            <a:ext cx="857564" cy="488141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>
                <a:solidFill>
                  <a:schemeClr val="bg1">
                    <a:lumMod val="50000"/>
                  </a:schemeClr>
                </a:solidFill>
                <a:latin typeface="Aileron" panose="00000500000000000000" pitchFamily="50" charset="0"/>
              </a:rPr>
              <a:t>Color principal</a:t>
            </a:r>
            <a:endParaRPr lang="en-US" sz="1100" dirty="0">
              <a:solidFill>
                <a:schemeClr val="bg1">
                  <a:lumMod val="50000"/>
                </a:schemeClr>
              </a:solidFill>
              <a:latin typeface="Aileron" panose="00000500000000000000" pitchFamily="50" charset="0"/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1E297D01-B515-4C54-A5FC-A21318B49CBC}"/>
              </a:ext>
            </a:extLst>
          </p:cNvPr>
          <p:cNvSpPr/>
          <p:nvPr/>
        </p:nvSpPr>
        <p:spPr>
          <a:xfrm>
            <a:off x="1341960" y="3520726"/>
            <a:ext cx="857564" cy="488141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>
                <a:solidFill>
                  <a:schemeClr val="bg1">
                    <a:lumMod val="50000"/>
                  </a:schemeClr>
                </a:solidFill>
                <a:latin typeface="Aileron" panose="00000500000000000000" pitchFamily="50" charset="0"/>
              </a:rPr>
              <a:t>Color principal</a:t>
            </a:r>
            <a:endParaRPr lang="en-US" sz="1100" dirty="0">
              <a:solidFill>
                <a:schemeClr val="bg1">
                  <a:lumMod val="50000"/>
                </a:schemeClr>
              </a:solidFill>
              <a:latin typeface="Aileron" panose="00000500000000000000" pitchFamily="50" charset="0"/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ED4B87F-F5A5-4D21-86E3-8828B73DF295}"/>
              </a:ext>
            </a:extLst>
          </p:cNvPr>
          <p:cNvSpPr/>
          <p:nvPr/>
        </p:nvSpPr>
        <p:spPr>
          <a:xfrm>
            <a:off x="369855" y="4139759"/>
            <a:ext cx="857564" cy="488141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dirty="0">
                <a:solidFill>
                  <a:schemeClr val="bg1">
                    <a:lumMod val="50000"/>
                  </a:schemeClr>
                </a:solidFill>
                <a:latin typeface="Aileron" panose="00000500000000000000" pitchFamily="50" charset="0"/>
              </a:rPr>
              <a:t>Color secundario</a:t>
            </a:r>
            <a:endParaRPr lang="en-US" sz="1000" dirty="0">
              <a:solidFill>
                <a:schemeClr val="bg1">
                  <a:lumMod val="50000"/>
                </a:schemeClr>
              </a:solidFill>
              <a:latin typeface="Aileron" panose="00000500000000000000" pitchFamily="50" charset="0"/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435B9B05-BC50-42C2-B62C-87DDBB590C8C}"/>
              </a:ext>
            </a:extLst>
          </p:cNvPr>
          <p:cNvSpPr/>
          <p:nvPr/>
        </p:nvSpPr>
        <p:spPr>
          <a:xfrm>
            <a:off x="1341960" y="4139759"/>
            <a:ext cx="857564" cy="488141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dirty="0">
                <a:solidFill>
                  <a:schemeClr val="bg1">
                    <a:lumMod val="50000"/>
                  </a:schemeClr>
                </a:solidFill>
                <a:latin typeface="Aileron" panose="00000500000000000000" pitchFamily="50" charset="0"/>
              </a:rPr>
              <a:t>Color secundario</a:t>
            </a:r>
            <a:endParaRPr lang="en-US" sz="1000" dirty="0">
              <a:solidFill>
                <a:schemeClr val="bg1">
                  <a:lumMod val="50000"/>
                </a:schemeClr>
              </a:solidFill>
              <a:latin typeface="Aileron" panose="00000500000000000000" pitchFamily="50" charset="0"/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520990BD-EEA8-4039-A04F-C1AE2E7DD110}"/>
              </a:ext>
            </a:extLst>
          </p:cNvPr>
          <p:cNvSpPr/>
          <p:nvPr/>
        </p:nvSpPr>
        <p:spPr>
          <a:xfrm>
            <a:off x="2314065" y="4139759"/>
            <a:ext cx="857564" cy="488141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dirty="0">
                <a:solidFill>
                  <a:schemeClr val="bg1">
                    <a:lumMod val="50000"/>
                  </a:schemeClr>
                </a:solidFill>
                <a:latin typeface="Aileron" panose="00000500000000000000" pitchFamily="50" charset="0"/>
              </a:rPr>
              <a:t>Color secundario</a:t>
            </a:r>
            <a:endParaRPr lang="en-US" sz="1000" dirty="0">
              <a:solidFill>
                <a:schemeClr val="bg1">
                  <a:lumMod val="50000"/>
                </a:schemeClr>
              </a:solidFill>
              <a:latin typeface="Aileron" panose="00000500000000000000" pitchFamily="50" charset="0"/>
            </a:endParaRP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AD036727-B6BC-43F4-9B1D-921154376AB5}"/>
              </a:ext>
            </a:extLst>
          </p:cNvPr>
          <p:cNvCxnSpPr>
            <a:cxnSpLocks/>
          </p:cNvCxnSpPr>
          <p:nvPr/>
        </p:nvCxnSpPr>
        <p:spPr>
          <a:xfrm>
            <a:off x="0" y="4800600"/>
            <a:ext cx="485775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Rectángulo 18">
            <a:extLst>
              <a:ext uri="{FF2B5EF4-FFF2-40B4-BE49-F238E27FC236}">
                <a16:creationId xmlns:a16="http://schemas.microsoft.com/office/drawing/2014/main" id="{8B948C27-5479-4A22-93D1-8D2E92422D53}"/>
              </a:ext>
            </a:extLst>
          </p:cNvPr>
          <p:cNvSpPr/>
          <p:nvPr/>
        </p:nvSpPr>
        <p:spPr>
          <a:xfrm>
            <a:off x="207756" y="5002212"/>
            <a:ext cx="2106309" cy="1473537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chemeClr val="bg1">
                    <a:lumMod val="50000"/>
                  </a:schemeClr>
                </a:solidFill>
                <a:latin typeface="Aileron" panose="00000500000000000000" pitchFamily="50" charset="0"/>
              </a:rPr>
              <a:t>Ícono de la marca</a:t>
            </a:r>
            <a:endParaRPr lang="en-US" sz="1200" dirty="0">
              <a:solidFill>
                <a:schemeClr val="bg1">
                  <a:lumMod val="50000"/>
                </a:schemeClr>
              </a:solidFill>
              <a:latin typeface="Aileron" panose="00000500000000000000" pitchFamily="50" charset="0"/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D9C8D61B-34E7-42E1-BADD-AC73DDBD5BE7}"/>
              </a:ext>
            </a:extLst>
          </p:cNvPr>
          <p:cNvSpPr/>
          <p:nvPr/>
        </p:nvSpPr>
        <p:spPr>
          <a:xfrm>
            <a:off x="2495550" y="5002212"/>
            <a:ext cx="2085975" cy="1473537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chemeClr val="bg1">
                    <a:lumMod val="50000"/>
                  </a:schemeClr>
                </a:solidFill>
                <a:latin typeface="Aileron" panose="00000500000000000000" pitchFamily="50" charset="0"/>
              </a:rPr>
              <a:t>Logo blanco y negro</a:t>
            </a:r>
            <a:endParaRPr lang="en-US" sz="1200" dirty="0">
              <a:solidFill>
                <a:schemeClr val="bg1">
                  <a:lumMod val="50000"/>
                </a:schemeClr>
              </a:solidFill>
              <a:latin typeface="Aileron" panose="00000500000000000000" pitchFamily="50" charset="0"/>
            </a:endParaRPr>
          </a:p>
        </p:txBody>
      </p: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7A22B599-54A7-40B2-9782-C1F1D303AAFA}"/>
              </a:ext>
            </a:extLst>
          </p:cNvPr>
          <p:cNvCxnSpPr>
            <a:cxnSpLocks/>
          </p:cNvCxnSpPr>
          <p:nvPr/>
        </p:nvCxnSpPr>
        <p:spPr>
          <a:xfrm flipV="1">
            <a:off x="4857750" y="-9525"/>
            <a:ext cx="0" cy="686752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CuadroTexto 24">
            <a:extLst>
              <a:ext uri="{FF2B5EF4-FFF2-40B4-BE49-F238E27FC236}">
                <a16:creationId xmlns:a16="http://schemas.microsoft.com/office/drawing/2014/main" id="{FFBC4E7B-F6D8-4F14-9C27-9AD29F1ACA14}"/>
              </a:ext>
            </a:extLst>
          </p:cNvPr>
          <p:cNvSpPr txBox="1"/>
          <p:nvPr/>
        </p:nvSpPr>
        <p:spPr>
          <a:xfrm>
            <a:off x="4869375" y="5821"/>
            <a:ext cx="1674497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  <a:latin typeface="Aileron Black" panose="00000A00000000000000" pitchFamily="50" charset="0"/>
              </a:rPr>
              <a:t>LOOK &amp; FEEL</a:t>
            </a:r>
            <a:endParaRPr lang="en-US" dirty="0">
              <a:solidFill>
                <a:schemeClr val="bg1"/>
              </a:solidFill>
              <a:latin typeface="Aileron Black" panose="00000A00000000000000" pitchFamily="50" charset="0"/>
            </a:endParaRP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F7EF57C3-7C5D-4CEE-8755-DF02CA49E505}"/>
              </a:ext>
            </a:extLst>
          </p:cNvPr>
          <p:cNvSpPr/>
          <p:nvPr/>
        </p:nvSpPr>
        <p:spPr>
          <a:xfrm>
            <a:off x="4983691" y="477740"/>
            <a:ext cx="2217595" cy="2150415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chemeClr val="bg1">
                    <a:lumMod val="50000"/>
                  </a:schemeClr>
                </a:solidFill>
                <a:latin typeface="Aileron" panose="00000500000000000000" pitchFamily="50" charset="0"/>
              </a:rPr>
              <a:t>Imagen 1</a:t>
            </a:r>
            <a:endParaRPr lang="en-US" sz="1200" dirty="0">
              <a:solidFill>
                <a:schemeClr val="bg1">
                  <a:lumMod val="50000"/>
                </a:schemeClr>
              </a:solidFill>
              <a:latin typeface="Aileron" panose="00000500000000000000" pitchFamily="50" charset="0"/>
            </a:endParaRP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130CC930-B544-43C1-851A-97E1B4C64832}"/>
              </a:ext>
            </a:extLst>
          </p:cNvPr>
          <p:cNvSpPr/>
          <p:nvPr/>
        </p:nvSpPr>
        <p:spPr>
          <a:xfrm>
            <a:off x="7375169" y="467529"/>
            <a:ext cx="2217595" cy="2150415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chemeClr val="bg1">
                    <a:lumMod val="50000"/>
                  </a:schemeClr>
                </a:solidFill>
                <a:latin typeface="Aileron" panose="00000500000000000000" pitchFamily="50" charset="0"/>
              </a:rPr>
              <a:t>Imagen 2</a:t>
            </a:r>
            <a:endParaRPr lang="en-US" sz="1200" dirty="0">
              <a:solidFill>
                <a:schemeClr val="bg1">
                  <a:lumMod val="50000"/>
                </a:schemeClr>
              </a:solidFill>
              <a:latin typeface="Aileron" panose="00000500000000000000" pitchFamily="50" charset="0"/>
            </a:endParaRP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4C30ED65-DB5C-4DBC-8924-BC528ABEDA5F}"/>
              </a:ext>
            </a:extLst>
          </p:cNvPr>
          <p:cNvSpPr/>
          <p:nvPr/>
        </p:nvSpPr>
        <p:spPr>
          <a:xfrm>
            <a:off x="9766648" y="467529"/>
            <a:ext cx="2217595" cy="2150415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chemeClr val="bg1">
                    <a:lumMod val="50000"/>
                  </a:schemeClr>
                </a:solidFill>
                <a:latin typeface="Aileron" panose="00000500000000000000" pitchFamily="50" charset="0"/>
              </a:rPr>
              <a:t>Imagen 3</a:t>
            </a:r>
            <a:endParaRPr lang="en-US" sz="1200" dirty="0">
              <a:solidFill>
                <a:schemeClr val="bg1">
                  <a:lumMod val="50000"/>
                </a:schemeClr>
              </a:solidFill>
              <a:latin typeface="Aileron" panose="00000500000000000000" pitchFamily="50" charset="0"/>
            </a:endParaRP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669A194C-3D89-47AA-B536-20B9B71E3ADA}"/>
              </a:ext>
            </a:extLst>
          </p:cNvPr>
          <p:cNvSpPr/>
          <p:nvPr/>
        </p:nvSpPr>
        <p:spPr>
          <a:xfrm>
            <a:off x="4983691" y="2791813"/>
            <a:ext cx="2217595" cy="2150415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chemeClr val="bg1">
                    <a:lumMod val="50000"/>
                  </a:schemeClr>
                </a:solidFill>
                <a:latin typeface="Aileron" panose="00000500000000000000" pitchFamily="50" charset="0"/>
              </a:rPr>
              <a:t>Imagen 4</a:t>
            </a:r>
            <a:endParaRPr lang="en-US" sz="1200" dirty="0">
              <a:solidFill>
                <a:schemeClr val="bg1">
                  <a:lumMod val="50000"/>
                </a:schemeClr>
              </a:solidFill>
              <a:latin typeface="Aileron" panose="00000500000000000000" pitchFamily="50" charset="0"/>
            </a:endParaRP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CE667E3F-6A5D-45A4-98B5-0A514B333580}"/>
              </a:ext>
            </a:extLst>
          </p:cNvPr>
          <p:cNvSpPr/>
          <p:nvPr/>
        </p:nvSpPr>
        <p:spPr>
          <a:xfrm>
            <a:off x="7375169" y="2781602"/>
            <a:ext cx="2217595" cy="2150415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chemeClr val="bg1">
                    <a:lumMod val="50000"/>
                  </a:schemeClr>
                </a:solidFill>
                <a:latin typeface="Aileron" panose="00000500000000000000" pitchFamily="50" charset="0"/>
              </a:rPr>
              <a:t>Imagen 5</a:t>
            </a:r>
            <a:endParaRPr lang="en-US" sz="1200" dirty="0">
              <a:solidFill>
                <a:schemeClr val="bg1">
                  <a:lumMod val="50000"/>
                </a:schemeClr>
              </a:solidFill>
              <a:latin typeface="Aileron" panose="00000500000000000000" pitchFamily="50" charset="0"/>
            </a:endParaRP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F4BDC2FE-F6DA-4499-AFFE-5E4B757E95BC}"/>
              </a:ext>
            </a:extLst>
          </p:cNvPr>
          <p:cNvSpPr/>
          <p:nvPr/>
        </p:nvSpPr>
        <p:spPr>
          <a:xfrm>
            <a:off x="9766648" y="2781602"/>
            <a:ext cx="2217595" cy="2150415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chemeClr val="bg1">
                    <a:lumMod val="50000"/>
                  </a:schemeClr>
                </a:solidFill>
                <a:latin typeface="Aileron" panose="00000500000000000000" pitchFamily="50" charset="0"/>
              </a:rPr>
              <a:t>Imagen 6</a:t>
            </a:r>
            <a:endParaRPr lang="en-US" sz="1200" dirty="0">
              <a:solidFill>
                <a:schemeClr val="bg1">
                  <a:lumMod val="50000"/>
                </a:schemeClr>
              </a:solidFill>
              <a:latin typeface="Aileron" panose="00000500000000000000" pitchFamily="50" charset="0"/>
            </a:endParaRPr>
          </a:p>
        </p:txBody>
      </p: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7B43B4C6-DE1B-4464-9217-1BBFD5BFC5B1}"/>
              </a:ext>
            </a:extLst>
          </p:cNvPr>
          <p:cNvCxnSpPr>
            <a:cxnSpLocks/>
          </p:cNvCxnSpPr>
          <p:nvPr/>
        </p:nvCxnSpPr>
        <p:spPr>
          <a:xfrm>
            <a:off x="4857750" y="5105400"/>
            <a:ext cx="733425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CuadroTexto 35">
            <a:extLst>
              <a:ext uri="{FF2B5EF4-FFF2-40B4-BE49-F238E27FC236}">
                <a16:creationId xmlns:a16="http://schemas.microsoft.com/office/drawing/2014/main" id="{D9D405D3-B1C7-4B14-9FB7-1363F8504C03}"/>
              </a:ext>
            </a:extLst>
          </p:cNvPr>
          <p:cNvSpPr txBox="1"/>
          <p:nvPr/>
        </p:nvSpPr>
        <p:spPr>
          <a:xfrm>
            <a:off x="4857749" y="5117520"/>
            <a:ext cx="1748043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  <a:latin typeface="Aileron Black" panose="00000A00000000000000" pitchFamily="50" charset="0"/>
              </a:rPr>
              <a:t>TIPOGRAFÍAS</a:t>
            </a:r>
            <a:endParaRPr lang="en-US" dirty="0">
              <a:solidFill>
                <a:schemeClr val="bg1"/>
              </a:solidFill>
              <a:latin typeface="Aileron Black" panose="00000A00000000000000" pitchFamily="50" charset="0"/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479FAA3E-CBBD-4872-B976-6AD0063C4D10}"/>
              </a:ext>
            </a:extLst>
          </p:cNvPr>
          <p:cNvSpPr txBox="1"/>
          <p:nvPr/>
        </p:nvSpPr>
        <p:spPr>
          <a:xfrm>
            <a:off x="5318094" y="5649206"/>
            <a:ext cx="31229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ABCDEFGHIJKLMNOPQRSTUVWXYZ</a:t>
            </a:r>
          </a:p>
          <a:p>
            <a:pPr algn="ctr"/>
            <a:r>
              <a:rPr lang="es-ES" sz="1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abcdefghijklmnopqrstuvwxyz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DE6DB8C7-B554-4908-92C2-D71B506D92E6}"/>
              </a:ext>
            </a:extLst>
          </p:cNvPr>
          <p:cNvSpPr txBox="1"/>
          <p:nvPr/>
        </p:nvSpPr>
        <p:spPr>
          <a:xfrm>
            <a:off x="8934907" y="5649206"/>
            <a:ext cx="26106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400" dirty="0">
                <a:latin typeface="olivier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ABCDEFGHIJKLMNOPQRSTUVWXYZ</a:t>
            </a:r>
          </a:p>
          <a:p>
            <a:pPr algn="ctr"/>
            <a:r>
              <a:rPr lang="es-ES" sz="1400" dirty="0" err="1">
                <a:latin typeface="olivier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abcdefghijklmnopqrstuvwxyz</a:t>
            </a:r>
            <a:endParaRPr lang="en-US" sz="1400" dirty="0">
              <a:latin typeface="olivier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F9C9F2D4-2746-4BFA-A1E3-6CBB203F2F07}"/>
              </a:ext>
            </a:extLst>
          </p:cNvPr>
          <p:cNvSpPr txBox="1"/>
          <p:nvPr/>
        </p:nvSpPr>
        <p:spPr>
          <a:xfrm>
            <a:off x="5944396" y="6236582"/>
            <a:ext cx="17491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400" dirty="0">
                <a:latin typeface="Aileron" panose="00000500000000000000" pitchFamily="50" charset="0"/>
                <a:ea typeface="Open Sans" panose="020B0606030504020204" pitchFamily="34" charset="0"/>
                <a:cs typeface="Open Sans" panose="020B0606030504020204" pitchFamily="34" charset="0"/>
              </a:rPr>
              <a:t>Tipografía principal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869B1743-52E0-4E08-8142-19D53601A30A}"/>
              </a:ext>
            </a:extLst>
          </p:cNvPr>
          <p:cNvSpPr txBox="1"/>
          <p:nvPr/>
        </p:nvSpPr>
        <p:spPr>
          <a:xfrm>
            <a:off x="9366951" y="6321860"/>
            <a:ext cx="19335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400" dirty="0">
                <a:latin typeface="Aileron" panose="00000500000000000000" pitchFamily="50" charset="0"/>
                <a:ea typeface="Open Sans" panose="020B0606030504020204" pitchFamily="34" charset="0"/>
                <a:cs typeface="Open Sans" panose="020B0606030504020204" pitchFamily="34" charset="0"/>
              </a:rPr>
              <a:t>Tipografía secundaria</a:t>
            </a:r>
          </a:p>
        </p:txBody>
      </p:sp>
    </p:spTree>
    <p:extLst>
      <p:ext uri="{BB962C8B-B14F-4D97-AF65-F5344CB8AC3E}">
        <p14:creationId xmlns:p14="http://schemas.microsoft.com/office/powerpoint/2010/main" val="2852848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DD55EA46-E285-4661-AE49-69A09617D8E9}"/>
              </a:ext>
            </a:extLst>
          </p:cNvPr>
          <p:cNvSpPr txBox="1"/>
          <p:nvPr/>
        </p:nvSpPr>
        <p:spPr>
          <a:xfrm>
            <a:off x="15492" y="-221819"/>
            <a:ext cx="49601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400" dirty="0">
                <a:latin typeface="Aileron Black" panose="00000A00000000000000" pitchFamily="50" charset="0"/>
              </a:rPr>
              <a:t>MOODBOARD</a:t>
            </a:r>
            <a:endParaRPr lang="en-US" sz="5400" dirty="0">
              <a:latin typeface="Aileron Black" panose="00000A00000000000000" pitchFamily="50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E6C4752-30C0-4E00-84FF-3816B3F62F4E}"/>
              </a:ext>
            </a:extLst>
          </p:cNvPr>
          <p:cNvSpPr txBox="1"/>
          <p:nvPr/>
        </p:nvSpPr>
        <p:spPr>
          <a:xfrm>
            <a:off x="-30210" y="579098"/>
            <a:ext cx="856966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  <a:latin typeface="Aileron Black" panose="00000A00000000000000" pitchFamily="50" charset="0"/>
              </a:rPr>
              <a:t>LOGO</a:t>
            </a:r>
            <a:endParaRPr lang="en-US" dirty="0">
              <a:solidFill>
                <a:schemeClr val="bg1"/>
              </a:solidFill>
              <a:latin typeface="Aileron Black" panose="00000A00000000000000" pitchFamily="50" charset="0"/>
            </a:endParaRP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2711148D-B632-4E79-A61B-318DB16C09A3}"/>
              </a:ext>
            </a:extLst>
          </p:cNvPr>
          <p:cNvCxnSpPr>
            <a:cxnSpLocks/>
          </p:cNvCxnSpPr>
          <p:nvPr/>
        </p:nvCxnSpPr>
        <p:spPr>
          <a:xfrm>
            <a:off x="0" y="2952750"/>
            <a:ext cx="485775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0E8C426-D94F-42A6-9709-10776F5C0A8D}"/>
              </a:ext>
            </a:extLst>
          </p:cNvPr>
          <p:cNvSpPr txBox="1"/>
          <p:nvPr/>
        </p:nvSpPr>
        <p:spPr>
          <a:xfrm>
            <a:off x="0" y="3059668"/>
            <a:ext cx="2584747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  <a:latin typeface="Aileron Black" panose="00000A00000000000000" pitchFamily="50" charset="0"/>
              </a:rPr>
              <a:t>PALETA DE COLORES</a:t>
            </a:r>
            <a:endParaRPr lang="en-US" dirty="0">
              <a:solidFill>
                <a:schemeClr val="bg1"/>
              </a:solidFill>
              <a:latin typeface="Aileron Black" panose="00000A00000000000000" pitchFamily="50" charset="0"/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716CD133-8851-4E70-A801-2A938424595D}"/>
              </a:ext>
            </a:extLst>
          </p:cNvPr>
          <p:cNvSpPr/>
          <p:nvPr/>
        </p:nvSpPr>
        <p:spPr>
          <a:xfrm>
            <a:off x="369855" y="3520726"/>
            <a:ext cx="857564" cy="488141"/>
          </a:xfrm>
          <a:prstGeom prst="rect">
            <a:avLst/>
          </a:prstGeom>
          <a:solidFill>
            <a:srgbClr val="00B0F0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>
                <a:solidFill>
                  <a:schemeClr val="bg1"/>
                </a:solidFill>
                <a:latin typeface="Aileron" panose="00000500000000000000" pitchFamily="50" charset="0"/>
              </a:rPr>
              <a:t>celeste</a:t>
            </a:r>
            <a:endParaRPr lang="en-US" sz="1100" dirty="0">
              <a:solidFill>
                <a:schemeClr val="bg1"/>
              </a:solidFill>
              <a:latin typeface="Aileron" panose="00000500000000000000" pitchFamily="50" charset="0"/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1E297D01-B515-4C54-A5FC-A21318B49CBC}"/>
              </a:ext>
            </a:extLst>
          </p:cNvPr>
          <p:cNvSpPr/>
          <p:nvPr/>
        </p:nvSpPr>
        <p:spPr>
          <a:xfrm>
            <a:off x="1341960" y="3520726"/>
            <a:ext cx="857564" cy="48814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>
                <a:solidFill>
                  <a:schemeClr val="bg1"/>
                </a:solidFill>
                <a:latin typeface="Aileron" panose="00000500000000000000" pitchFamily="50" charset="0"/>
              </a:rPr>
              <a:t>Azul marino</a:t>
            </a:r>
            <a:endParaRPr lang="en-US" sz="1100" dirty="0">
              <a:solidFill>
                <a:schemeClr val="bg1"/>
              </a:solidFill>
              <a:latin typeface="Aileron" panose="00000500000000000000" pitchFamily="50" charset="0"/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ED4B87F-F5A5-4D21-86E3-8828B73DF295}"/>
              </a:ext>
            </a:extLst>
          </p:cNvPr>
          <p:cNvSpPr/>
          <p:nvPr/>
        </p:nvSpPr>
        <p:spPr>
          <a:xfrm>
            <a:off x="369855" y="4139759"/>
            <a:ext cx="857564" cy="488141"/>
          </a:xfrm>
          <a:prstGeom prst="rect">
            <a:avLst/>
          </a:prstGeom>
          <a:solidFill>
            <a:schemeClr val="tx1"/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dirty="0">
                <a:solidFill>
                  <a:schemeClr val="bg1"/>
                </a:solidFill>
                <a:latin typeface="Aileron" panose="00000500000000000000" pitchFamily="50" charset="0"/>
              </a:rPr>
              <a:t>Negro</a:t>
            </a:r>
            <a:endParaRPr lang="en-US" sz="1000" dirty="0">
              <a:solidFill>
                <a:schemeClr val="bg1"/>
              </a:solidFill>
              <a:latin typeface="Aileron" panose="00000500000000000000" pitchFamily="50" charset="0"/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435B9B05-BC50-42C2-B62C-87DDBB590C8C}"/>
              </a:ext>
            </a:extLst>
          </p:cNvPr>
          <p:cNvSpPr/>
          <p:nvPr/>
        </p:nvSpPr>
        <p:spPr>
          <a:xfrm>
            <a:off x="1341960" y="4139759"/>
            <a:ext cx="857564" cy="48814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dirty="0">
                <a:solidFill>
                  <a:schemeClr val="bg1"/>
                </a:solidFill>
                <a:latin typeface="Aileron" panose="00000500000000000000" pitchFamily="50" charset="0"/>
              </a:rPr>
              <a:t>Gris</a:t>
            </a:r>
            <a:endParaRPr lang="en-US" sz="1000" dirty="0">
              <a:solidFill>
                <a:schemeClr val="bg1"/>
              </a:solidFill>
              <a:latin typeface="Aileron" panose="00000500000000000000" pitchFamily="50" charset="0"/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520990BD-EEA8-4039-A04F-C1AE2E7DD110}"/>
              </a:ext>
            </a:extLst>
          </p:cNvPr>
          <p:cNvSpPr/>
          <p:nvPr/>
        </p:nvSpPr>
        <p:spPr>
          <a:xfrm>
            <a:off x="2314065" y="4139759"/>
            <a:ext cx="857564" cy="488141"/>
          </a:xfrm>
          <a:prstGeom prst="rect">
            <a:avLst/>
          </a:prstGeom>
          <a:solidFill>
            <a:srgbClr val="FFC000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dirty="0">
                <a:solidFill>
                  <a:schemeClr val="bg1"/>
                </a:solidFill>
                <a:latin typeface="Aileron" panose="00000500000000000000" pitchFamily="50" charset="0"/>
              </a:rPr>
              <a:t>Amarillo Mate</a:t>
            </a:r>
            <a:endParaRPr lang="en-US" sz="1000" dirty="0">
              <a:solidFill>
                <a:schemeClr val="bg1"/>
              </a:solidFill>
              <a:latin typeface="Aileron" panose="00000500000000000000" pitchFamily="50" charset="0"/>
            </a:endParaRP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AD036727-B6BC-43F4-9B1D-921154376AB5}"/>
              </a:ext>
            </a:extLst>
          </p:cNvPr>
          <p:cNvCxnSpPr>
            <a:cxnSpLocks/>
          </p:cNvCxnSpPr>
          <p:nvPr/>
        </p:nvCxnSpPr>
        <p:spPr>
          <a:xfrm>
            <a:off x="0" y="4800600"/>
            <a:ext cx="485775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7A22B599-54A7-40B2-9782-C1F1D303AAFA}"/>
              </a:ext>
            </a:extLst>
          </p:cNvPr>
          <p:cNvCxnSpPr>
            <a:cxnSpLocks/>
          </p:cNvCxnSpPr>
          <p:nvPr/>
        </p:nvCxnSpPr>
        <p:spPr>
          <a:xfrm flipV="1">
            <a:off x="4857750" y="-9525"/>
            <a:ext cx="0" cy="686752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CuadroTexto 24">
            <a:extLst>
              <a:ext uri="{FF2B5EF4-FFF2-40B4-BE49-F238E27FC236}">
                <a16:creationId xmlns:a16="http://schemas.microsoft.com/office/drawing/2014/main" id="{FFBC4E7B-F6D8-4F14-9C27-9AD29F1ACA14}"/>
              </a:ext>
            </a:extLst>
          </p:cNvPr>
          <p:cNvSpPr txBox="1"/>
          <p:nvPr/>
        </p:nvSpPr>
        <p:spPr>
          <a:xfrm>
            <a:off x="4869375" y="5821"/>
            <a:ext cx="1674497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  <a:latin typeface="Aileron Black" panose="00000A00000000000000" pitchFamily="50" charset="0"/>
              </a:rPr>
              <a:t>LOOK &amp; FEEL</a:t>
            </a:r>
            <a:endParaRPr lang="en-US" dirty="0">
              <a:solidFill>
                <a:schemeClr val="bg1"/>
              </a:solidFill>
              <a:latin typeface="Aileron Black" panose="00000A00000000000000" pitchFamily="50" charset="0"/>
            </a:endParaRP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F7EF57C3-7C5D-4CEE-8755-DF02CA49E505}"/>
              </a:ext>
            </a:extLst>
          </p:cNvPr>
          <p:cNvSpPr/>
          <p:nvPr/>
        </p:nvSpPr>
        <p:spPr>
          <a:xfrm>
            <a:off x="3804787" y="409692"/>
            <a:ext cx="3742980" cy="2398208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chemeClr val="bg1">
                    <a:lumMod val="50000"/>
                  </a:schemeClr>
                </a:solidFill>
                <a:latin typeface="Aileron" panose="00000500000000000000" pitchFamily="50" charset="0"/>
              </a:rPr>
              <a:t>Imagen 1</a:t>
            </a:r>
            <a:endParaRPr lang="en-US" sz="1200" dirty="0">
              <a:solidFill>
                <a:schemeClr val="bg1">
                  <a:lumMod val="50000"/>
                </a:schemeClr>
              </a:solidFill>
              <a:latin typeface="Aileron" panose="00000500000000000000" pitchFamily="50" charset="0"/>
            </a:endParaRP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130CC930-B544-43C1-851A-97E1B4C64832}"/>
              </a:ext>
            </a:extLst>
          </p:cNvPr>
          <p:cNvSpPr/>
          <p:nvPr/>
        </p:nvSpPr>
        <p:spPr>
          <a:xfrm>
            <a:off x="7375169" y="467529"/>
            <a:ext cx="2217595" cy="2150415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bg1">
                  <a:lumMod val="50000"/>
                </a:schemeClr>
              </a:solidFill>
              <a:latin typeface="Aileron" panose="00000500000000000000" pitchFamily="50" charset="0"/>
            </a:endParaRP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4C30ED65-DB5C-4DBC-8924-BC528ABEDA5F}"/>
              </a:ext>
            </a:extLst>
          </p:cNvPr>
          <p:cNvSpPr/>
          <p:nvPr/>
        </p:nvSpPr>
        <p:spPr>
          <a:xfrm>
            <a:off x="9766648" y="467529"/>
            <a:ext cx="2217595" cy="2150415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bg1">
                  <a:lumMod val="50000"/>
                </a:schemeClr>
              </a:solidFill>
              <a:latin typeface="Aileron" panose="00000500000000000000" pitchFamily="50" charset="0"/>
            </a:endParaRP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669A194C-3D89-47AA-B536-20B9B71E3ADA}"/>
              </a:ext>
            </a:extLst>
          </p:cNvPr>
          <p:cNvSpPr/>
          <p:nvPr/>
        </p:nvSpPr>
        <p:spPr>
          <a:xfrm>
            <a:off x="4983691" y="2791813"/>
            <a:ext cx="2217595" cy="2150415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bg1">
                  <a:lumMod val="50000"/>
                </a:schemeClr>
              </a:solidFill>
              <a:latin typeface="Aileron" panose="00000500000000000000" pitchFamily="50" charset="0"/>
            </a:endParaRP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CE667E3F-6A5D-45A4-98B5-0A514B333580}"/>
              </a:ext>
            </a:extLst>
          </p:cNvPr>
          <p:cNvSpPr/>
          <p:nvPr/>
        </p:nvSpPr>
        <p:spPr>
          <a:xfrm>
            <a:off x="7375169" y="2781602"/>
            <a:ext cx="2217595" cy="2150415"/>
          </a:xfrm>
          <a:prstGeom prst="rect">
            <a:avLst/>
          </a:prstGeom>
          <a:blipFill>
            <a:blip r:embed="rId7"/>
            <a:stretch>
              <a:fillRect/>
            </a:stretch>
          </a:blipFill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bg1">
                  <a:lumMod val="50000"/>
                </a:schemeClr>
              </a:solidFill>
              <a:latin typeface="Aileron" panose="00000500000000000000" pitchFamily="50" charset="0"/>
            </a:endParaRP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F4BDC2FE-F6DA-4499-AFFE-5E4B757E95BC}"/>
              </a:ext>
            </a:extLst>
          </p:cNvPr>
          <p:cNvSpPr/>
          <p:nvPr/>
        </p:nvSpPr>
        <p:spPr>
          <a:xfrm>
            <a:off x="9766648" y="2781602"/>
            <a:ext cx="2217595" cy="2150415"/>
          </a:xfrm>
          <a:prstGeom prst="rect">
            <a:avLst/>
          </a:prstGeom>
          <a:blipFill>
            <a:blip r:embed="rId8"/>
            <a:stretch>
              <a:fillRect/>
            </a:stretch>
          </a:blipFill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bg1">
                  <a:lumMod val="50000"/>
                </a:schemeClr>
              </a:solidFill>
              <a:latin typeface="Aileron" panose="00000500000000000000" pitchFamily="50" charset="0"/>
            </a:endParaRPr>
          </a:p>
        </p:txBody>
      </p: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7B43B4C6-DE1B-4464-9217-1BBFD5BFC5B1}"/>
              </a:ext>
            </a:extLst>
          </p:cNvPr>
          <p:cNvCxnSpPr>
            <a:cxnSpLocks/>
          </p:cNvCxnSpPr>
          <p:nvPr/>
        </p:nvCxnSpPr>
        <p:spPr>
          <a:xfrm>
            <a:off x="4857750" y="5105400"/>
            <a:ext cx="733425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CuadroTexto 35">
            <a:extLst>
              <a:ext uri="{FF2B5EF4-FFF2-40B4-BE49-F238E27FC236}">
                <a16:creationId xmlns:a16="http://schemas.microsoft.com/office/drawing/2014/main" id="{D9D405D3-B1C7-4B14-9FB7-1363F8504C03}"/>
              </a:ext>
            </a:extLst>
          </p:cNvPr>
          <p:cNvSpPr txBox="1"/>
          <p:nvPr/>
        </p:nvSpPr>
        <p:spPr>
          <a:xfrm>
            <a:off x="4857749" y="5117520"/>
            <a:ext cx="1748043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  <a:latin typeface="Aileron Black" panose="00000A00000000000000" pitchFamily="50" charset="0"/>
              </a:rPr>
              <a:t>TIPOGRAFÍAS</a:t>
            </a:r>
            <a:endParaRPr lang="en-US" dirty="0">
              <a:solidFill>
                <a:schemeClr val="bg1"/>
              </a:solidFill>
              <a:latin typeface="Aileron Black" panose="00000A00000000000000" pitchFamily="50" charset="0"/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479FAA3E-CBBD-4872-B976-6AD0063C4D10}"/>
              </a:ext>
            </a:extLst>
          </p:cNvPr>
          <p:cNvSpPr txBox="1"/>
          <p:nvPr/>
        </p:nvSpPr>
        <p:spPr>
          <a:xfrm>
            <a:off x="5318094" y="5649206"/>
            <a:ext cx="31229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ABCDEFGHIJKLMNOPQRSTUVWXYZ</a:t>
            </a:r>
          </a:p>
          <a:p>
            <a:pPr algn="ctr"/>
            <a:r>
              <a:rPr lang="es-ES" sz="1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abcdefghijklmnopqrstuvwxyz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DE6DB8C7-B554-4908-92C2-D71B506D92E6}"/>
              </a:ext>
            </a:extLst>
          </p:cNvPr>
          <p:cNvSpPr txBox="1"/>
          <p:nvPr/>
        </p:nvSpPr>
        <p:spPr>
          <a:xfrm>
            <a:off x="8934907" y="5649206"/>
            <a:ext cx="26106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400" dirty="0">
                <a:latin typeface="olivier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ABCDEFGHIJKLMNOPQRSTUVWXYZ</a:t>
            </a:r>
          </a:p>
          <a:p>
            <a:pPr algn="ctr"/>
            <a:r>
              <a:rPr lang="es-ES" sz="1400" dirty="0" err="1">
                <a:latin typeface="olivier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abcdefghijklmnopqrstuvwxyz</a:t>
            </a:r>
            <a:endParaRPr lang="en-US" sz="1400" dirty="0">
              <a:latin typeface="olivier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F9C9F2D4-2746-4BFA-A1E3-6CBB203F2F07}"/>
              </a:ext>
            </a:extLst>
          </p:cNvPr>
          <p:cNvSpPr txBox="1"/>
          <p:nvPr/>
        </p:nvSpPr>
        <p:spPr>
          <a:xfrm>
            <a:off x="6108703" y="6224390"/>
            <a:ext cx="142058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ileron" panose="00000500000000000000" pitchFamily="50" charset="0"/>
                <a:ea typeface="Open Sans" panose="020B0606030504020204" pitchFamily="34" charset="0"/>
                <a:cs typeface="Open Sans" panose="020B0606030504020204" pitchFamily="34" charset="0"/>
              </a:rPr>
              <a:t>Tipografía principal</a:t>
            </a:r>
          </a:p>
          <a:p>
            <a:pPr algn="ctr"/>
            <a:r>
              <a:rPr lang="es-ES" sz="1100" dirty="0">
                <a:latin typeface="Aileron" panose="00000500000000000000" pitchFamily="50" charset="0"/>
                <a:ea typeface="Open Sans" panose="020B0606030504020204" pitchFamily="34" charset="0"/>
                <a:cs typeface="Open Sans" panose="020B0606030504020204" pitchFamily="34" charset="0"/>
              </a:rPr>
              <a:t>Open Sans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869B1743-52E0-4E08-8142-19D53601A30A}"/>
              </a:ext>
            </a:extLst>
          </p:cNvPr>
          <p:cNvSpPr txBox="1"/>
          <p:nvPr/>
        </p:nvSpPr>
        <p:spPr>
          <a:xfrm>
            <a:off x="9593967" y="6279916"/>
            <a:ext cx="156485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ileron" panose="00000500000000000000" pitchFamily="50" charset="0"/>
                <a:ea typeface="Open Sans" panose="020B0606030504020204" pitchFamily="34" charset="0"/>
                <a:cs typeface="Open Sans" panose="020B0606030504020204" pitchFamily="34" charset="0"/>
              </a:rPr>
              <a:t>Tipografía secundaria</a:t>
            </a:r>
          </a:p>
          <a:p>
            <a:pPr algn="ctr"/>
            <a:r>
              <a:rPr lang="es-ES" sz="1100" dirty="0">
                <a:latin typeface="Aileron" panose="00000500000000000000" pitchFamily="50" charset="0"/>
                <a:ea typeface="Open Sans" panose="020B0606030504020204" pitchFamily="34" charset="0"/>
                <a:cs typeface="Open Sans" panose="020B0606030504020204" pitchFamily="34" charset="0"/>
              </a:rPr>
              <a:t>Olivier</a:t>
            </a: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976CA1F-846F-4D9C-A69D-940AC0800108}"/>
              </a:ext>
            </a:extLst>
          </p:cNvPr>
          <p:cNvGrpSpPr/>
          <p:nvPr/>
        </p:nvGrpSpPr>
        <p:grpSpPr>
          <a:xfrm>
            <a:off x="1769544" y="948430"/>
            <a:ext cx="996353" cy="723352"/>
            <a:chOff x="1944120" y="1328973"/>
            <a:chExt cx="617843" cy="448554"/>
          </a:xfrm>
        </p:grpSpPr>
        <p:sp>
          <p:nvSpPr>
            <p:cNvPr id="2" name="Elipse 1">
              <a:extLst>
                <a:ext uri="{FF2B5EF4-FFF2-40B4-BE49-F238E27FC236}">
                  <a16:creationId xmlns:a16="http://schemas.microsoft.com/office/drawing/2014/main" id="{5982DB7D-2DA9-4D53-B338-78CBD36A6DDC}"/>
                </a:ext>
              </a:extLst>
            </p:cNvPr>
            <p:cNvSpPr/>
            <p:nvPr/>
          </p:nvSpPr>
          <p:spPr>
            <a:xfrm>
              <a:off x="1944120" y="1410367"/>
              <a:ext cx="367160" cy="36716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Elipse 32">
              <a:extLst>
                <a:ext uri="{FF2B5EF4-FFF2-40B4-BE49-F238E27FC236}">
                  <a16:creationId xmlns:a16="http://schemas.microsoft.com/office/drawing/2014/main" id="{C99965A2-905A-4C63-B057-643E4BF19AE8}"/>
                </a:ext>
              </a:extLst>
            </p:cNvPr>
            <p:cNvSpPr/>
            <p:nvPr/>
          </p:nvSpPr>
          <p:spPr>
            <a:xfrm>
              <a:off x="2241754" y="1328973"/>
              <a:ext cx="150197" cy="150197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Elipse 34">
              <a:extLst>
                <a:ext uri="{FF2B5EF4-FFF2-40B4-BE49-F238E27FC236}">
                  <a16:creationId xmlns:a16="http://schemas.microsoft.com/office/drawing/2014/main" id="{B91507C1-AB75-43F1-8F66-7844DCC9F77F}"/>
                </a:ext>
              </a:extLst>
            </p:cNvPr>
            <p:cNvSpPr/>
            <p:nvPr/>
          </p:nvSpPr>
          <p:spPr>
            <a:xfrm>
              <a:off x="2322904" y="1457648"/>
              <a:ext cx="239059" cy="239059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uadroTexto 2">
            <a:extLst>
              <a:ext uri="{FF2B5EF4-FFF2-40B4-BE49-F238E27FC236}">
                <a16:creationId xmlns:a16="http://schemas.microsoft.com/office/drawing/2014/main" id="{16F7FAAC-0174-4389-8476-7199699FC056}"/>
              </a:ext>
            </a:extLst>
          </p:cNvPr>
          <p:cNvSpPr txBox="1"/>
          <p:nvPr/>
        </p:nvSpPr>
        <p:spPr>
          <a:xfrm>
            <a:off x="845813" y="1788145"/>
            <a:ext cx="294022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400" dirty="0">
                <a:latin typeface="Bellatiez" pitchFamily="2" charset="0"/>
              </a:rPr>
              <a:t>FEDERIKO</a:t>
            </a:r>
            <a:endParaRPr lang="en-US" sz="4400" dirty="0">
              <a:latin typeface="Bellatiez" pitchFamily="2" charset="0"/>
            </a:endParaRP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6EF81605-2FF0-490B-94B6-32640753ACB1}"/>
              </a:ext>
            </a:extLst>
          </p:cNvPr>
          <p:cNvGrpSpPr/>
          <p:nvPr/>
        </p:nvGrpSpPr>
        <p:grpSpPr>
          <a:xfrm>
            <a:off x="646442" y="5211218"/>
            <a:ext cx="1226946" cy="890763"/>
            <a:chOff x="919782" y="5156469"/>
            <a:chExt cx="617843" cy="448554"/>
          </a:xfrm>
        </p:grpSpPr>
        <p:sp>
          <p:nvSpPr>
            <p:cNvPr id="41" name="Elipse 40">
              <a:extLst>
                <a:ext uri="{FF2B5EF4-FFF2-40B4-BE49-F238E27FC236}">
                  <a16:creationId xmlns:a16="http://schemas.microsoft.com/office/drawing/2014/main" id="{2C738746-7745-4C09-A241-8CEBBFE95F3F}"/>
                </a:ext>
              </a:extLst>
            </p:cNvPr>
            <p:cNvSpPr/>
            <p:nvPr/>
          </p:nvSpPr>
          <p:spPr>
            <a:xfrm>
              <a:off x="919782" y="5237863"/>
              <a:ext cx="367160" cy="36716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Elipse 41">
              <a:extLst>
                <a:ext uri="{FF2B5EF4-FFF2-40B4-BE49-F238E27FC236}">
                  <a16:creationId xmlns:a16="http://schemas.microsoft.com/office/drawing/2014/main" id="{8F05727C-CD5F-4E7D-BB85-971E77EE2712}"/>
                </a:ext>
              </a:extLst>
            </p:cNvPr>
            <p:cNvSpPr/>
            <p:nvPr/>
          </p:nvSpPr>
          <p:spPr>
            <a:xfrm>
              <a:off x="1217416" y="5156469"/>
              <a:ext cx="150197" cy="150197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ACBA64C3-EC93-4BA7-9913-D7F774D25ADF}"/>
                </a:ext>
              </a:extLst>
            </p:cNvPr>
            <p:cNvSpPr/>
            <p:nvPr/>
          </p:nvSpPr>
          <p:spPr>
            <a:xfrm>
              <a:off x="1298566" y="5285144"/>
              <a:ext cx="239059" cy="239059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4" name="CuadroTexto 43">
            <a:extLst>
              <a:ext uri="{FF2B5EF4-FFF2-40B4-BE49-F238E27FC236}">
                <a16:creationId xmlns:a16="http://schemas.microsoft.com/office/drawing/2014/main" id="{241EC9C7-361A-467F-AC3D-B8B5893772F5}"/>
              </a:ext>
            </a:extLst>
          </p:cNvPr>
          <p:cNvSpPr txBox="1"/>
          <p:nvPr/>
        </p:nvSpPr>
        <p:spPr>
          <a:xfrm>
            <a:off x="424444" y="6152352"/>
            <a:ext cx="16059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400" dirty="0">
                <a:latin typeface="Aileron" panose="00000500000000000000" pitchFamily="50" charset="0"/>
                <a:ea typeface="Open Sans" panose="020B0606030504020204" pitchFamily="34" charset="0"/>
                <a:cs typeface="Open Sans" panose="020B0606030504020204" pitchFamily="34" charset="0"/>
              </a:rPr>
              <a:t>Ícono de la marca</a:t>
            </a: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BC97922C-83C0-4A49-8D9C-934D4832D702}"/>
              </a:ext>
            </a:extLst>
          </p:cNvPr>
          <p:cNvGrpSpPr/>
          <p:nvPr/>
        </p:nvGrpSpPr>
        <p:grpSpPr>
          <a:xfrm>
            <a:off x="2934959" y="5140622"/>
            <a:ext cx="590782" cy="428908"/>
            <a:chOff x="3095805" y="5085754"/>
            <a:chExt cx="617843" cy="448554"/>
          </a:xfrm>
          <a:solidFill>
            <a:schemeClr val="bg1">
              <a:lumMod val="75000"/>
            </a:schemeClr>
          </a:solidFill>
        </p:grpSpPr>
        <p:sp>
          <p:nvSpPr>
            <p:cNvPr id="45" name="Elipse 44">
              <a:extLst>
                <a:ext uri="{FF2B5EF4-FFF2-40B4-BE49-F238E27FC236}">
                  <a16:creationId xmlns:a16="http://schemas.microsoft.com/office/drawing/2014/main" id="{D5247DDF-4D85-4EF9-8D5C-1D32FFE6EBFA}"/>
                </a:ext>
              </a:extLst>
            </p:cNvPr>
            <p:cNvSpPr/>
            <p:nvPr/>
          </p:nvSpPr>
          <p:spPr>
            <a:xfrm>
              <a:off x="3095805" y="5167148"/>
              <a:ext cx="367160" cy="36716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Elipse 45">
              <a:extLst>
                <a:ext uri="{FF2B5EF4-FFF2-40B4-BE49-F238E27FC236}">
                  <a16:creationId xmlns:a16="http://schemas.microsoft.com/office/drawing/2014/main" id="{ECECC509-0B12-4918-A6FF-B4DB1C70196A}"/>
                </a:ext>
              </a:extLst>
            </p:cNvPr>
            <p:cNvSpPr/>
            <p:nvPr/>
          </p:nvSpPr>
          <p:spPr>
            <a:xfrm>
              <a:off x="3393439" y="5085754"/>
              <a:ext cx="150197" cy="1501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Elipse 46">
              <a:extLst>
                <a:ext uri="{FF2B5EF4-FFF2-40B4-BE49-F238E27FC236}">
                  <a16:creationId xmlns:a16="http://schemas.microsoft.com/office/drawing/2014/main" id="{574AAE40-8144-42C4-9B8D-1402280F4870}"/>
                </a:ext>
              </a:extLst>
            </p:cNvPr>
            <p:cNvSpPr/>
            <p:nvPr/>
          </p:nvSpPr>
          <p:spPr>
            <a:xfrm>
              <a:off x="3474589" y="5214429"/>
              <a:ext cx="239059" cy="23905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8" name="CuadroTexto 47">
            <a:extLst>
              <a:ext uri="{FF2B5EF4-FFF2-40B4-BE49-F238E27FC236}">
                <a16:creationId xmlns:a16="http://schemas.microsoft.com/office/drawing/2014/main" id="{D359E372-57E3-4EB0-8665-2775A71C188A}"/>
              </a:ext>
            </a:extLst>
          </p:cNvPr>
          <p:cNvSpPr txBox="1"/>
          <p:nvPr/>
        </p:nvSpPr>
        <p:spPr>
          <a:xfrm>
            <a:off x="2381851" y="5640316"/>
            <a:ext cx="16898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dirty="0">
                <a:latin typeface="Bellatiez" pitchFamily="2" charset="0"/>
              </a:rPr>
              <a:t>FEDERIKO</a:t>
            </a:r>
            <a:endParaRPr lang="en-US" sz="2400" dirty="0">
              <a:latin typeface="Bellatiez" pitchFamily="2" charset="0"/>
            </a:endParaRP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26739C18-CDEF-40F4-80B8-0E968C3FEB1A}"/>
              </a:ext>
            </a:extLst>
          </p:cNvPr>
          <p:cNvSpPr txBox="1"/>
          <p:nvPr/>
        </p:nvSpPr>
        <p:spPr>
          <a:xfrm>
            <a:off x="2267721" y="6165672"/>
            <a:ext cx="18544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400" dirty="0">
                <a:latin typeface="Aileron" panose="00000500000000000000" pitchFamily="50" charset="0"/>
                <a:ea typeface="Open Sans" panose="020B0606030504020204" pitchFamily="34" charset="0"/>
                <a:cs typeface="Open Sans" panose="020B0606030504020204" pitchFamily="34" charset="0"/>
              </a:rPr>
              <a:t>Logo Blanco y negro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7DD30B75-D58D-4421-AF59-EF7A3F7CD766}"/>
              </a:ext>
            </a:extLst>
          </p:cNvPr>
          <p:cNvSpPr txBox="1"/>
          <p:nvPr/>
        </p:nvSpPr>
        <p:spPr>
          <a:xfrm>
            <a:off x="7024127" y="-21764"/>
            <a:ext cx="4960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>
                <a:solidFill>
                  <a:srgbClr val="FF0000"/>
                </a:solidFill>
                <a:latin typeface="Aileron Black" panose="00000A00000000000000" pitchFamily="50" charset="0"/>
              </a:rPr>
              <a:t>Esto es un Ejemplo</a:t>
            </a:r>
            <a:endParaRPr lang="en-US" dirty="0">
              <a:solidFill>
                <a:srgbClr val="FF0000"/>
              </a:solidFill>
              <a:latin typeface="Aileron Black" panose="00000A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721127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96</Words>
  <Application>Microsoft Office PowerPoint</Application>
  <PresentationFormat>Panorámica</PresentationFormat>
  <Paragraphs>49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11" baseType="lpstr">
      <vt:lpstr>Aileron</vt:lpstr>
      <vt:lpstr>Aileron Black</vt:lpstr>
      <vt:lpstr>Arial</vt:lpstr>
      <vt:lpstr>Bellatiez</vt:lpstr>
      <vt:lpstr>Calibri</vt:lpstr>
      <vt:lpstr>Calibri Light</vt:lpstr>
      <vt:lpstr>olivier</vt:lpstr>
      <vt:lpstr>Open Sans</vt:lpstr>
      <vt:lpstr>Tema de Office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Manuel Beltran</dc:creator>
  <cp:lastModifiedBy>Manuel Beltran</cp:lastModifiedBy>
  <cp:revision>5</cp:revision>
  <dcterms:created xsi:type="dcterms:W3CDTF">2019-05-20T08:48:17Z</dcterms:created>
  <dcterms:modified xsi:type="dcterms:W3CDTF">2019-05-20T09:30:24Z</dcterms:modified>
</cp:coreProperties>
</file>