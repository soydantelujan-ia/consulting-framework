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Open Sans Light"/>
      <p:regular r:id="rId16"/>
      <p:bold r:id="rId17"/>
      <p:italic r:id="rId18"/>
      <p:boldItalic r:id="rId19"/>
    </p:embeddedFont>
    <p:embeddedFont>
      <p:font typeface="Open Sans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OpenSansLight-bold.fntdata"/><Relationship Id="rId16" Type="http://schemas.openxmlformats.org/officeDocument/2006/relationships/font" Target="fonts/OpenSansLight-regular.fntdata"/><Relationship Id="rId5" Type="http://schemas.openxmlformats.org/officeDocument/2006/relationships/slide" Target="slides/slide1.xml"/><Relationship Id="rId19" Type="http://schemas.openxmlformats.org/officeDocument/2006/relationships/font" Target="fonts/OpenSansLight-boldItalic.fntdata"/><Relationship Id="rId6" Type="http://schemas.openxmlformats.org/officeDocument/2006/relationships/slide" Target="slides/slide2.xml"/><Relationship Id="rId18" Type="http://schemas.openxmlformats.org/officeDocument/2006/relationships/font" Target="fonts/OpenSansLigh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a43bf918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a43bf918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a43bf918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a43bf918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a43bf918d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a43bf918d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a43bf918d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a43bf918d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a43bf918d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a43bf918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a43bf918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a43bf918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a43bf918d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a43bf918d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a43bf918d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a43bf918d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a43bf918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a43bf918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a43bf918d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a43bf918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>
  <p:cSld name="Titl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>
  <p:cSld name="Title and Conten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idx="1" type="body"/>
          </p:nvPr>
        </p:nvSpPr>
        <p:spPr>
          <a:xfrm>
            <a:off x="2678720" y="718613"/>
            <a:ext cx="37866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4_Custom Layout">
  <p:cSld name="4_Custom Layou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>
            <a:off x="298368" y="4575223"/>
            <a:ext cx="103585" cy="217885"/>
          </a:xfrm>
          <a:custGeom>
            <a:rect b="b" l="l" r="r" t="t"/>
            <a:pathLst>
              <a:path extrusionOk="0" h="105" w="51">
                <a:moveTo>
                  <a:pt x="31" y="0"/>
                </a:moveTo>
                <a:cubicBezTo>
                  <a:pt x="14" y="0"/>
                  <a:pt x="0" y="13"/>
                  <a:pt x="0" y="31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105"/>
                  <a:pt x="0" y="105"/>
                  <a:pt x="0" y="105"/>
                </a:cubicBezTo>
                <a:cubicBezTo>
                  <a:pt x="14" y="69"/>
                  <a:pt x="31" y="34"/>
                  <a:pt x="51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31" y="0"/>
                  <a:pt x="31" y="0"/>
                  <a:pt x="3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7" name="Google Shape;17;p4"/>
          <p:cNvSpPr/>
          <p:nvPr/>
        </p:nvSpPr>
        <p:spPr>
          <a:xfrm>
            <a:off x="298368" y="4616895"/>
            <a:ext cx="284560" cy="309562"/>
          </a:xfrm>
          <a:custGeom>
            <a:rect b="b" l="l" r="r" t="t"/>
            <a:pathLst>
              <a:path extrusionOk="0" h="149" w="139">
                <a:moveTo>
                  <a:pt x="122" y="55"/>
                </a:moveTo>
                <a:cubicBezTo>
                  <a:pt x="117" y="50"/>
                  <a:pt x="117" y="48"/>
                  <a:pt x="111" y="49"/>
                </a:cubicBezTo>
                <a:cubicBezTo>
                  <a:pt x="108" y="50"/>
                  <a:pt x="105" y="52"/>
                  <a:pt x="104" y="54"/>
                </a:cubicBezTo>
                <a:cubicBezTo>
                  <a:pt x="97" y="56"/>
                  <a:pt x="91" y="61"/>
                  <a:pt x="85" y="65"/>
                </a:cubicBezTo>
                <a:cubicBezTo>
                  <a:pt x="77" y="70"/>
                  <a:pt x="52" y="87"/>
                  <a:pt x="43" y="74"/>
                </a:cubicBezTo>
                <a:cubicBezTo>
                  <a:pt x="36" y="65"/>
                  <a:pt x="44" y="42"/>
                  <a:pt x="46" y="31"/>
                </a:cubicBezTo>
                <a:cubicBezTo>
                  <a:pt x="47" y="21"/>
                  <a:pt x="50" y="11"/>
                  <a:pt x="53" y="0"/>
                </a:cubicBezTo>
                <a:cubicBezTo>
                  <a:pt x="30" y="38"/>
                  <a:pt x="13" y="78"/>
                  <a:pt x="0" y="118"/>
                </a:cubicBezTo>
                <a:cubicBezTo>
                  <a:pt x="4" y="118"/>
                  <a:pt x="4" y="118"/>
                  <a:pt x="4" y="118"/>
                </a:cubicBezTo>
                <a:cubicBezTo>
                  <a:pt x="50" y="118"/>
                  <a:pt x="50" y="118"/>
                  <a:pt x="50" y="118"/>
                </a:cubicBezTo>
                <a:cubicBezTo>
                  <a:pt x="117" y="118"/>
                  <a:pt x="117" y="118"/>
                  <a:pt x="117" y="118"/>
                </a:cubicBezTo>
                <a:cubicBezTo>
                  <a:pt x="139" y="149"/>
                  <a:pt x="139" y="149"/>
                  <a:pt x="139" y="149"/>
                </a:cubicBezTo>
                <a:cubicBezTo>
                  <a:pt x="139" y="118"/>
                  <a:pt x="139" y="118"/>
                  <a:pt x="139" y="118"/>
                </a:cubicBezTo>
                <a:cubicBezTo>
                  <a:pt x="139" y="97"/>
                  <a:pt x="139" y="97"/>
                  <a:pt x="139" y="97"/>
                </a:cubicBezTo>
                <a:cubicBezTo>
                  <a:pt x="139" y="88"/>
                  <a:pt x="139" y="88"/>
                  <a:pt x="139" y="88"/>
                </a:cubicBezTo>
                <a:cubicBezTo>
                  <a:pt x="139" y="76"/>
                  <a:pt x="139" y="76"/>
                  <a:pt x="139" y="76"/>
                </a:cubicBezTo>
                <a:cubicBezTo>
                  <a:pt x="139" y="69"/>
                  <a:pt x="139" y="69"/>
                  <a:pt x="139" y="69"/>
                </a:cubicBezTo>
                <a:cubicBezTo>
                  <a:pt x="132" y="66"/>
                  <a:pt x="128" y="62"/>
                  <a:pt x="122" y="5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398381" y="4575223"/>
            <a:ext cx="184547" cy="180975"/>
          </a:xfrm>
          <a:custGeom>
            <a:rect b="b" l="l" r="r" t="t"/>
            <a:pathLst>
              <a:path extrusionOk="0" h="87" w="90">
                <a:moveTo>
                  <a:pt x="4" y="66"/>
                </a:moveTo>
                <a:cubicBezTo>
                  <a:pt x="3" y="72"/>
                  <a:pt x="0" y="81"/>
                  <a:pt x="2" y="87"/>
                </a:cubicBezTo>
                <a:cubicBezTo>
                  <a:pt x="4" y="87"/>
                  <a:pt x="6" y="86"/>
                  <a:pt x="7" y="86"/>
                </a:cubicBezTo>
                <a:cubicBezTo>
                  <a:pt x="13" y="85"/>
                  <a:pt x="18" y="81"/>
                  <a:pt x="22" y="79"/>
                </a:cubicBezTo>
                <a:cubicBezTo>
                  <a:pt x="32" y="73"/>
                  <a:pt x="42" y="66"/>
                  <a:pt x="52" y="61"/>
                </a:cubicBezTo>
                <a:cubicBezTo>
                  <a:pt x="57" y="58"/>
                  <a:pt x="63" y="54"/>
                  <a:pt x="70" y="56"/>
                </a:cubicBezTo>
                <a:cubicBezTo>
                  <a:pt x="81" y="59"/>
                  <a:pt x="81" y="71"/>
                  <a:pt x="90" y="76"/>
                </a:cubicBezTo>
                <a:cubicBezTo>
                  <a:pt x="90" y="57"/>
                  <a:pt x="90" y="57"/>
                  <a:pt x="90" y="57"/>
                </a:cubicBezTo>
                <a:cubicBezTo>
                  <a:pt x="90" y="41"/>
                  <a:pt x="90" y="41"/>
                  <a:pt x="90" y="41"/>
                </a:cubicBezTo>
                <a:cubicBezTo>
                  <a:pt x="90" y="36"/>
                  <a:pt x="90" y="36"/>
                  <a:pt x="90" y="36"/>
                </a:cubicBezTo>
                <a:cubicBezTo>
                  <a:pt x="90" y="2"/>
                  <a:pt x="90" y="2"/>
                  <a:pt x="90" y="2"/>
                </a:cubicBezTo>
                <a:cubicBezTo>
                  <a:pt x="90" y="0"/>
                  <a:pt x="90" y="0"/>
                  <a:pt x="90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13"/>
                  <a:pt x="12" y="26"/>
                  <a:pt x="9" y="39"/>
                </a:cubicBezTo>
                <a:cubicBezTo>
                  <a:pt x="7" y="48"/>
                  <a:pt x="5" y="57"/>
                  <a:pt x="4" y="6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9" name="Google Shape;19;p4"/>
          <p:cNvSpPr txBox="1"/>
          <p:nvPr/>
        </p:nvSpPr>
        <p:spPr>
          <a:xfrm>
            <a:off x="633107" y="4565563"/>
            <a:ext cx="81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NEW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ARRIVAL</a:t>
            </a:r>
            <a:endParaRPr sz="1100"/>
          </a:p>
        </p:txBody>
      </p:sp>
      <p:sp>
        <p:nvSpPr>
          <p:cNvPr id="20" name="Google Shape;20;p4"/>
          <p:cNvSpPr/>
          <p:nvPr/>
        </p:nvSpPr>
        <p:spPr>
          <a:xfrm>
            <a:off x="8586210" y="4596347"/>
            <a:ext cx="282000" cy="282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1867997" y="401300"/>
            <a:ext cx="54081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" name="Google Shape;22;p4"/>
          <p:cNvSpPr txBox="1"/>
          <p:nvPr/>
        </p:nvSpPr>
        <p:spPr>
          <a:xfrm>
            <a:off x="8543970" y="4639278"/>
            <a:ext cx="3666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8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1" sz="800">
              <a:solidFill>
                <a:schemeClr val="l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2285405" y="812924"/>
            <a:ext cx="45732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929292"/>
              </a:buClr>
              <a:buSzPts val="800"/>
              <a:buNone/>
              <a:defRPr sz="800">
                <a:solidFill>
                  <a:srgbClr val="92929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5_Custom Layout">
  <p:cSld name="5_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>
            <p:ph idx="2" type="pic"/>
          </p:nvPr>
        </p:nvSpPr>
        <p:spPr>
          <a:xfrm>
            <a:off x="0" y="0"/>
            <a:ext cx="36732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6" name="Google Shape;26;p5"/>
          <p:cNvSpPr/>
          <p:nvPr/>
        </p:nvSpPr>
        <p:spPr>
          <a:xfrm>
            <a:off x="8586210" y="4596347"/>
            <a:ext cx="282000" cy="282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7" name="Google Shape;27;p5"/>
          <p:cNvSpPr txBox="1"/>
          <p:nvPr/>
        </p:nvSpPr>
        <p:spPr>
          <a:xfrm>
            <a:off x="8543970" y="4639278"/>
            <a:ext cx="3666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8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1" sz="800">
              <a:solidFill>
                <a:schemeClr val="l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5028217" y="1395656"/>
            <a:ext cx="24507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6_Custom Layout">
  <p:cSld name="6_Custom Layou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8586210" y="4596347"/>
            <a:ext cx="282000" cy="282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1" name="Google Shape;31;p6"/>
          <p:cNvSpPr txBox="1"/>
          <p:nvPr/>
        </p:nvSpPr>
        <p:spPr>
          <a:xfrm>
            <a:off x="8543970" y="4639278"/>
            <a:ext cx="3666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8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1" sz="800">
              <a:solidFill>
                <a:schemeClr val="l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" name="Google Shape;32;p6"/>
          <p:cNvSpPr/>
          <p:nvPr/>
        </p:nvSpPr>
        <p:spPr>
          <a:xfrm>
            <a:off x="298368" y="4575223"/>
            <a:ext cx="103585" cy="217885"/>
          </a:xfrm>
          <a:custGeom>
            <a:rect b="b" l="l" r="r" t="t"/>
            <a:pathLst>
              <a:path extrusionOk="0" h="105" w="51">
                <a:moveTo>
                  <a:pt x="31" y="0"/>
                </a:moveTo>
                <a:cubicBezTo>
                  <a:pt x="14" y="0"/>
                  <a:pt x="0" y="13"/>
                  <a:pt x="0" y="31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105"/>
                  <a:pt x="0" y="105"/>
                  <a:pt x="0" y="105"/>
                </a:cubicBezTo>
                <a:cubicBezTo>
                  <a:pt x="14" y="69"/>
                  <a:pt x="31" y="34"/>
                  <a:pt x="51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31" y="0"/>
                  <a:pt x="31" y="0"/>
                  <a:pt x="3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3" name="Google Shape;33;p6"/>
          <p:cNvSpPr/>
          <p:nvPr/>
        </p:nvSpPr>
        <p:spPr>
          <a:xfrm>
            <a:off x="298368" y="4616895"/>
            <a:ext cx="284560" cy="309562"/>
          </a:xfrm>
          <a:custGeom>
            <a:rect b="b" l="l" r="r" t="t"/>
            <a:pathLst>
              <a:path extrusionOk="0" h="149" w="139">
                <a:moveTo>
                  <a:pt x="122" y="55"/>
                </a:moveTo>
                <a:cubicBezTo>
                  <a:pt x="117" y="50"/>
                  <a:pt x="117" y="48"/>
                  <a:pt x="111" y="49"/>
                </a:cubicBezTo>
                <a:cubicBezTo>
                  <a:pt x="108" y="50"/>
                  <a:pt x="105" y="52"/>
                  <a:pt x="104" y="54"/>
                </a:cubicBezTo>
                <a:cubicBezTo>
                  <a:pt x="97" y="56"/>
                  <a:pt x="91" y="61"/>
                  <a:pt x="85" y="65"/>
                </a:cubicBezTo>
                <a:cubicBezTo>
                  <a:pt x="77" y="70"/>
                  <a:pt x="52" y="87"/>
                  <a:pt x="43" y="74"/>
                </a:cubicBezTo>
                <a:cubicBezTo>
                  <a:pt x="36" y="65"/>
                  <a:pt x="44" y="42"/>
                  <a:pt x="46" y="31"/>
                </a:cubicBezTo>
                <a:cubicBezTo>
                  <a:pt x="47" y="21"/>
                  <a:pt x="50" y="11"/>
                  <a:pt x="53" y="0"/>
                </a:cubicBezTo>
                <a:cubicBezTo>
                  <a:pt x="30" y="38"/>
                  <a:pt x="13" y="78"/>
                  <a:pt x="0" y="118"/>
                </a:cubicBezTo>
                <a:cubicBezTo>
                  <a:pt x="4" y="118"/>
                  <a:pt x="4" y="118"/>
                  <a:pt x="4" y="118"/>
                </a:cubicBezTo>
                <a:cubicBezTo>
                  <a:pt x="50" y="118"/>
                  <a:pt x="50" y="118"/>
                  <a:pt x="50" y="118"/>
                </a:cubicBezTo>
                <a:cubicBezTo>
                  <a:pt x="117" y="118"/>
                  <a:pt x="117" y="118"/>
                  <a:pt x="117" y="118"/>
                </a:cubicBezTo>
                <a:cubicBezTo>
                  <a:pt x="139" y="149"/>
                  <a:pt x="139" y="149"/>
                  <a:pt x="139" y="149"/>
                </a:cubicBezTo>
                <a:cubicBezTo>
                  <a:pt x="139" y="118"/>
                  <a:pt x="139" y="118"/>
                  <a:pt x="139" y="118"/>
                </a:cubicBezTo>
                <a:cubicBezTo>
                  <a:pt x="139" y="97"/>
                  <a:pt x="139" y="97"/>
                  <a:pt x="139" y="97"/>
                </a:cubicBezTo>
                <a:cubicBezTo>
                  <a:pt x="139" y="88"/>
                  <a:pt x="139" y="88"/>
                  <a:pt x="139" y="88"/>
                </a:cubicBezTo>
                <a:cubicBezTo>
                  <a:pt x="139" y="76"/>
                  <a:pt x="139" y="76"/>
                  <a:pt x="139" y="76"/>
                </a:cubicBezTo>
                <a:cubicBezTo>
                  <a:pt x="139" y="69"/>
                  <a:pt x="139" y="69"/>
                  <a:pt x="139" y="69"/>
                </a:cubicBezTo>
                <a:cubicBezTo>
                  <a:pt x="132" y="66"/>
                  <a:pt x="128" y="62"/>
                  <a:pt x="122" y="5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4" name="Google Shape;34;p6"/>
          <p:cNvSpPr/>
          <p:nvPr/>
        </p:nvSpPr>
        <p:spPr>
          <a:xfrm>
            <a:off x="398381" y="4575223"/>
            <a:ext cx="184547" cy="180975"/>
          </a:xfrm>
          <a:custGeom>
            <a:rect b="b" l="l" r="r" t="t"/>
            <a:pathLst>
              <a:path extrusionOk="0" h="87" w="90">
                <a:moveTo>
                  <a:pt x="4" y="66"/>
                </a:moveTo>
                <a:cubicBezTo>
                  <a:pt x="3" y="72"/>
                  <a:pt x="0" y="81"/>
                  <a:pt x="2" y="87"/>
                </a:cubicBezTo>
                <a:cubicBezTo>
                  <a:pt x="4" y="87"/>
                  <a:pt x="6" y="86"/>
                  <a:pt x="7" y="86"/>
                </a:cubicBezTo>
                <a:cubicBezTo>
                  <a:pt x="13" y="85"/>
                  <a:pt x="18" y="81"/>
                  <a:pt x="22" y="79"/>
                </a:cubicBezTo>
                <a:cubicBezTo>
                  <a:pt x="32" y="73"/>
                  <a:pt x="42" y="66"/>
                  <a:pt x="52" y="61"/>
                </a:cubicBezTo>
                <a:cubicBezTo>
                  <a:pt x="57" y="58"/>
                  <a:pt x="63" y="54"/>
                  <a:pt x="70" y="56"/>
                </a:cubicBezTo>
                <a:cubicBezTo>
                  <a:pt x="81" y="59"/>
                  <a:pt x="81" y="71"/>
                  <a:pt x="90" y="76"/>
                </a:cubicBezTo>
                <a:cubicBezTo>
                  <a:pt x="90" y="57"/>
                  <a:pt x="90" y="57"/>
                  <a:pt x="90" y="57"/>
                </a:cubicBezTo>
                <a:cubicBezTo>
                  <a:pt x="90" y="41"/>
                  <a:pt x="90" y="41"/>
                  <a:pt x="90" y="41"/>
                </a:cubicBezTo>
                <a:cubicBezTo>
                  <a:pt x="90" y="36"/>
                  <a:pt x="90" y="36"/>
                  <a:pt x="90" y="36"/>
                </a:cubicBezTo>
                <a:cubicBezTo>
                  <a:pt x="90" y="2"/>
                  <a:pt x="90" y="2"/>
                  <a:pt x="90" y="2"/>
                </a:cubicBezTo>
                <a:cubicBezTo>
                  <a:pt x="90" y="0"/>
                  <a:pt x="90" y="0"/>
                  <a:pt x="90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13"/>
                  <a:pt x="12" y="26"/>
                  <a:pt x="9" y="39"/>
                </a:cubicBezTo>
                <a:cubicBezTo>
                  <a:pt x="7" y="48"/>
                  <a:pt x="5" y="57"/>
                  <a:pt x="4" y="6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5" name="Google Shape;35;p6"/>
          <p:cNvSpPr txBox="1"/>
          <p:nvPr/>
        </p:nvSpPr>
        <p:spPr>
          <a:xfrm>
            <a:off x="633107" y="4565563"/>
            <a:ext cx="81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NEW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ARRIVAL</a:t>
            </a:r>
            <a:endParaRPr sz="11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7_Custom Layout">
  <p:cSld name="7_Custom Layou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>
            <p:ph idx="2" type="pic"/>
          </p:nvPr>
        </p:nvSpPr>
        <p:spPr>
          <a:xfrm>
            <a:off x="28576" y="-22071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38" name="Google Shape;38;p7"/>
          <p:cNvSpPr/>
          <p:nvPr>
            <p:ph idx="3" type="pic"/>
          </p:nvPr>
        </p:nvSpPr>
        <p:spPr>
          <a:xfrm>
            <a:off x="1339131" y="-22071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39" name="Google Shape;39;p7"/>
          <p:cNvSpPr/>
          <p:nvPr>
            <p:ph idx="4" type="pic"/>
          </p:nvPr>
        </p:nvSpPr>
        <p:spPr>
          <a:xfrm>
            <a:off x="2636125" y="-22071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0" name="Google Shape;40;p7"/>
          <p:cNvSpPr/>
          <p:nvPr>
            <p:ph idx="5" type="pic"/>
          </p:nvPr>
        </p:nvSpPr>
        <p:spPr>
          <a:xfrm>
            <a:off x="3932780" y="-22071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1" name="Google Shape;41;p7"/>
          <p:cNvSpPr/>
          <p:nvPr>
            <p:ph idx="6" type="pic"/>
          </p:nvPr>
        </p:nvSpPr>
        <p:spPr>
          <a:xfrm>
            <a:off x="5228597" y="-22071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2" name="Google Shape;42;p7"/>
          <p:cNvSpPr/>
          <p:nvPr>
            <p:ph idx="7" type="pic"/>
          </p:nvPr>
        </p:nvSpPr>
        <p:spPr>
          <a:xfrm>
            <a:off x="6524866" y="-22071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3" name="Google Shape;43;p7"/>
          <p:cNvSpPr/>
          <p:nvPr>
            <p:ph idx="8" type="pic"/>
          </p:nvPr>
        </p:nvSpPr>
        <p:spPr>
          <a:xfrm>
            <a:off x="7821134" y="-22071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4" name="Google Shape;44;p7"/>
          <p:cNvSpPr/>
          <p:nvPr>
            <p:ph idx="9" type="pic"/>
          </p:nvPr>
        </p:nvSpPr>
        <p:spPr>
          <a:xfrm>
            <a:off x="28576" y="1272912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5" name="Google Shape;45;p7"/>
          <p:cNvSpPr/>
          <p:nvPr>
            <p:ph idx="13" type="pic"/>
          </p:nvPr>
        </p:nvSpPr>
        <p:spPr>
          <a:xfrm>
            <a:off x="1339131" y="1272912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6" name="Google Shape;46;p7"/>
          <p:cNvSpPr/>
          <p:nvPr>
            <p:ph idx="14" type="pic"/>
          </p:nvPr>
        </p:nvSpPr>
        <p:spPr>
          <a:xfrm>
            <a:off x="2650413" y="1272912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7" name="Google Shape;47;p7"/>
          <p:cNvSpPr/>
          <p:nvPr>
            <p:ph idx="15" type="pic"/>
          </p:nvPr>
        </p:nvSpPr>
        <p:spPr>
          <a:xfrm>
            <a:off x="3932780" y="1272912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8" name="Google Shape;48;p7"/>
          <p:cNvSpPr/>
          <p:nvPr>
            <p:ph idx="16" type="pic"/>
          </p:nvPr>
        </p:nvSpPr>
        <p:spPr>
          <a:xfrm>
            <a:off x="5228597" y="1272912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9" name="Google Shape;49;p7"/>
          <p:cNvSpPr/>
          <p:nvPr>
            <p:ph idx="17" type="pic"/>
          </p:nvPr>
        </p:nvSpPr>
        <p:spPr>
          <a:xfrm>
            <a:off x="6524866" y="1272912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50" name="Google Shape;50;p7"/>
          <p:cNvSpPr/>
          <p:nvPr>
            <p:ph idx="18" type="pic"/>
          </p:nvPr>
        </p:nvSpPr>
        <p:spPr>
          <a:xfrm>
            <a:off x="7821134" y="1272912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51" name="Google Shape;51;p7"/>
          <p:cNvSpPr/>
          <p:nvPr>
            <p:ph idx="19" type="pic"/>
          </p:nvPr>
        </p:nvSpPr>
        <p:spPr>
          <a:xfrm>
            <a:off x="28576" y="2565325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52" name="Google Shape;52;p7"/>
          <p:cNvSpPr/>
          <p:nvPr>
            <p:ph idx="20" type="pic"/>
          </p:nvPr>
        </p:nvSpPr>
        <p:spPr>
          <a:xfrm>
            <a:off x="1339131" y="2565325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53" name="Google Shape;53;p7"/>
          <p:cNvSpPr/>
          <p:nvPr>
            <p:ph idx="21" type="pic"/>
          </p:nvPr>
        </p:nvSpPr>
        <p:spPr>
          <a:xfrm>
            <a:off x="2650413" y="2565325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54" name="Google Shape;54;p7"/>
          <p:cNvSpPr/>
          <p:nvPr>
            <p:ph idx="22" type="pic"/>
          </p:nvPr>
        </p:nvSpPr>
        <p:spPr>
          <a:xfrm>
            <a:off x="3932780" y="2565325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55" name="Google Shape;55;p7"/>
          <p:cNvSpPr/>
          <p:nvPr>
            <p:ph idx="23" type="pic"/>
          </p:nvPr>
        </p:nvSpPr>
        <p:spPr>
          <a:xfrm>
            <a:off x="5228597" y="2565325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56" name="Google Shape;56;p7"/>
          <p:cNvSpPr/>
          <p:nvPr>
            <p:ph idx="24" type="pic"/>
          </p:nvPr>
        </p:nvSpPr>
        <p:spPr>
          <a:xfrm>
            <a:off x="6524866" y="2565325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57" name="Google Shape;57;p7"/>
          <p:cNvSpPr/>
          <p:nvPr>
            <p:ph idx="25" type="pic"/>
          </p:nvPr>
        </p:nvSpPr>
        <p:spPr>
          <a:xfrm>
            <a:off x="7821134" y="2565325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58" name="Google Shape;58;p7"/>
          <p:cNvSpPr/>
          <p:nvPr>
            <p:ph idx="26" type="pic"/>
          </p:nvPr>
        </p:nvSpPr>
        <p:spPr>
          <a:xfrm>
            <a:off x="28576" y="3873161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59" name="Google Shape;59;p7"/>
          <p:cNvSpPr/>
          <p:nvPr>
            <p:ph idx="27" type="pic"/>
          </p:nvPr>
        </p:nvSpPr>
        <p:spPr>
          <a:xfrm>
            <a:off x="1339131" y="3873161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60" name="Google Shape;60;p7"/>
          <p:cNvSpPr/>
          <p:nvPr>
            <p:ph idx="28" type="pic"/>
          </p:nvPr>
        </p:nvSpPr>
        <p:spPr>
          <a:xfrm>
            <a:off x="2650413" y="3873161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61" name="Google Shape;61;p7"/>
          <p:cNvSpPr/>
          <p:nvPr>
            <p:ph idx="29" type="pic"/>
          </p:nvPr>
        </p:nvSpPr>
        <p:spPr>
          <a:xfrm>
            <a:off x="3932780" y="3873161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62" name="Google Shape;62;p7"/>
          <p:cNvSpPr/>
          <p:nvPr>
            <p:ph idx="30" type="pic"/>
          </p:nvPr>
        </p:nvSpPr>
        <p:spPr>
          <a:xfrm>
            <a:off x="5228597" y="3873161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63" name="Google Shape;63;p7"/>
          <p:cNvSpPr/>
          <p:nvPr>
            <p:ph idx="31" type="pic"/>
          </p:nvPr>
        </p:nvSpPr>
        <p:spPr>
          <a:xfrm>
            <a:off x="6524866" y="3873161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64" name="Google Shape;64;p7"/>
          <p:cNvSpPr/>
          <p:nvPr>
            <p:ph idx="32" type="pic"/>
          </p:nvPr>
        </p:nvSpPr>
        <p:spPr>
          <a:xfrm>
            <a:off x="7821134" y="3873161"/>
            <a:ext cx="12963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">
  <p:cSld name="Custom Layou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>
            <p:ph idx="2" type="pic"/>
          </p:nvPr>
        </p:nvSpPr>
        <p:spPr>
          <a:xfrm>
            <a:off x="784973" y="1270746"/>
            <a:ext cx="1825500" cy="3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67" name="Google Shape;67;p8"/>
          <p:cNvSpPr/>
          <p:nvPr>
            <p:ph idx="3" type="pic"/>
          </p:nvPr>
        </p:nvSpPr>
        <p:spPr>
          <a:xfrm>
            <a:off x="2701179" y="1270746"/>
            <a:ext cx="1825500" cy="3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68" name="Google Shape;68;p8"/>
          <p:cNvSpPr/>
          <p:nvPr>
            <p:ph idx="4" type="pic"/>
          </p:nvPr>
        </p:nvSpPr>
        <p:spPr>
          <a:xfrm>
            <a:off x="4617384" y="1270746"/>
            <a:ext cx="1825500" cy="3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69" name="Google Shape;69;p8"/>
          <p:cNvSpPr/>
          <p:nvPr>
            <p:ph idx="5" type="pic"/>
          </p:nvPr>
        </p:nvSpPr>
        <p:spPr>
          <a:xfrm>
            <a:off x="6533590" y="1270746"/>
            <a:ext cx="1825500" cy="3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70" name="Google Shape;70;p8"/>
          <p:cNvSpPr/>
          <p:nvPr/>
        </p:nvSpPr>
        <p:spPr>
          <a:xfrm>
            <a:off x="8586210" y="4596347"/>
            <a:ext cx="282000" cy="282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1" name="Google Shape;71;p8"/>
          <p:cNvSpPr txBox="1"/>
          <p:nvPr>
            <p:ph idx="1" type="body"/>
          </p:nvPr>
        </p:nvSpPr>
        <p:spPr>
          <a:xfrm>
            <a:off x="1867997" y="401300"/>
            <a:ext cx="54081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8"/>
          <p:cNvSpPr txBox="1"/>
          <p:nvPr/>
        </p:nvSpPr>
        <p:spPr>
          <a:xfrm>
            <a:off x="8543970" y="4639278"/>
            <a:ext cx="3666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8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1" sz="800">
              <a:solidFill>
                <a:schemeClr val="l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298368" y="4575223"/>
            <a:ext cx="103585" cy="217885"/>
          </a:xfrm>
          <a:custGeom>
            <a:rect b="b" l="l" r="r" t="t"/>
            <a:pathLst>
              <a:path extrusionOk="0" h="105" w="51">
                <a:moveTo>
                  <a:pt x="31" y="0"/>
                </a:moveTo>
                <a:cubicBezTo>
                  <a:pt x="14" y="0"/>
                  <a:pt x="0" y="13"/>
                  <a:pt x="0" y="31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105"/>
                  <a:pt x="0" y="105"/>
                  <a:pt x="0" y="105"/>
                </a:cubicBezTo>
                <a:cubicBezTo>
                  <a:pt x="14" y="69"/>
                  <a:pt x="31" y="34"/>
                  <a:pt x="51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31" y="0"/>
                  <a:pt x="31" y="0"/>
                  <a:pt x="3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298368" y="4616895"/>
            <a:ext cx="284560" cy="309562"/>
          </a:xfrm>
          <a:custGeom>
            <a:rect b="b" l="l" r="r" t="t"/>
            <a:pathLst>
              <a:path extrusionOk="0" h="149" w="139">
                <a:moveTo>
                  <a:pt x="122" y="55"/>
                </a:moveTo>
                <a:cubicBezTo>
                  <a:pt x="117" y="50"/>
                  <a:pt x="117" y="48"/>
                  <a:pt x="111" y="49"/>
                </a:cubicBezTo>
                <a:cubicBezTo>
                  <a:pt x="108" y="50"/>
                  <a:pt x="105" y="52"/>
                  <a:pt x="104" y="54"/>
                </a:cubicBezTo>
                <a:cubicBezTo>
                  <a:pt x="97" y="56"/>
                  <a:pt x="91" y="61"/>
                  <a:pt x="85" y="65"/>
                </a:cubicBezTo>
                <a:cubicBezTo>
                  <a:pt x="77" y="70"/>
                  <a:pt x="52" y="87"/>
                  <a:pt x="43" y="74"/>
                </a:cubicBezTo>
                <a:cubicBezTo>
                  <a:pt x="36" y="65"/>
                  <a:pt x="44" y="42"/>
                  <a:pt x="46" y="31"/>
                </a:cubicBezTo>
                <a:cubicBezTo>
                  <a:pt x="47" y="21"/>
                  <a:pt x="50" y="11"/>
                  <a:pt x="53" y="0"/>
                </a:cubicBezTo>
                <a:cubicBezTo>
                  <a:pt x="30" y="38"/>
                  <a:pt x="13" y="78"/>
                  <a:pt x="0" y="118"/>
                </a:cubicBezTo>
                <a:cubicBezTo>
                  <a:pt x="4" y="118"/>
                  <a:pt x="4" y="118"/>
                  <a:pt x="4" y="118"/>
                </a:cubicBezTo>
                <a:cubicBezTo>
                  <a:pt x="50" y="118"/>
                  <a:pt x="50" y="118"/>
                  <a:pt x="50" y="118"/>
                </a:cubicBezTo>
                <a:cubicBezTo>
                  <a:pt x="117" y="118"/>
                  <a:pt x="117" y="118"/>
                  <a:pt x="117" y="118"/>
                </a:cubicBezTo>
                <a:cubicBezTo>
                  <a:pt x="139" y="149"/>
                  <a:pt x="139" y="149"/>
                  <a:pt x="139" y="149"/>
                </a:cubicBezTo>
                <a:cubicBezTo>
                  <a:pt x="139" y="118"/>
                  <a:pt x="139" y="118"/>
                  <a:pt x="139" y="118"/>
                </a:cubicBezTo>
                <a:cubicBezTo>
                  <a:pt x="139" y="97"/>
                  <a:pt x="139" y="97"/>
                  <a:pt x="139" y="97"/>
                </a:cubicBezTo>
                <a:cubicBezTo>
                  <a:pt x="139" y="88"/>
                  <a:pt x="139" y="88"/>
                  <a:pt x="139" y="88"/>
                </a:cubicBezTo>
                <a:cubicBezTo>
                  <a:pt x="139" y="76"/>
                  <a:pt x="139" y="76"/>
                  <a:pt x="139" y="76"/>
                </a:cubicBezTo>
                <a:cubicBezTo>
                  <a:pt x="139" y="69"/>
                  <a:pt x="139" y="69"/>
                  <a:pt x="139" y="69"/>
                </a:cubicBezTo>
                <a:cubicBezTo>
                  <a:pt x="132" y="66"/>
                  <a:pt x="128" y="62"/>
                  <a:pt x="122" y="5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398381" y="4575223"/>
            <a:ext cx="184547" cy="180975"/>
          </a:xfrm>
          <a:custGeom>
            <a:rect b="b" l="l" r="r" t="t"/>
            <a:pathLst>
              <a:path extrusionOk="0" h="87" w="90">
                <a:moveTo>
                  <a:pt x="4" y="66"/>
                </a:moveTo>
                <a:cubicBezTo>
                  <a:pt x="3" y="72"/>
                  <a:pt x="0" y="81"/>
                  <a:pt x="2" y="87"/>
                </a:cubicBezTo>
                <a:cubicBezTo>
                  <a:pt x="4" y="87"/>
                  <a:pt x="6" y="86"/>
                  <a:pt x="7" y="86"/>
                </a:cubicBezTo>
                <a:cubicBezTo>
                  <a:pt x="13" y="85"/>
                  <a:pt x="18" y="81"/>
                  <a:pt x="22" y="79"/>
                </a:cubicBezTo>
                <a:cubicBezTo>
                  <a:pt x="32" y="73"/>
                  <a:pt x="42" y="66"/>
                  <a:pt x="52" y="61"/>
                </a:cubicBezTo>
                <a:cubicBezTo>
                  <a:pt x="57" y="58"/>
                  <a:pt x="63" y="54"/>
                  <a:pt x="70" y="56"/>
                </a:cubicBezTo>
                <a:cubicBezTo>
                  <a:pt x="81" y="59"/>
                  <a:pt x="81" y="71"/>
                  <a:pt x="90" y="76"/>
                </a:cubicBezTo>
                <a:cubicBezTo>
                  <a:pt x="90" y="57"/>
                  <a:pt x="90" y="57"/>
                  <a:pt x="90" y="57"/>
                </a:cubicBezTo>
                <a:cubicBezTo>
                  <a:pt x="90" y="41"/>
                  <a:pt x="90" y="41"/>
                  <a:pt x="90" y="41"/>
                </a:cubicBezTo>
                <a:cubicBezTo>
                  <a:pt x="90" y="36"/>
                  <a:pt x="90" y="36"/>
                  <a:pt x="90" y="36"/>
                </a:cubicBezTo>
                <a:cubicBezTo>
                  <a:pt x="90" y="2"/>
                  <a:pt x="90" y="2"/>
                  <a:pt x="90" y="2"/>
                </a:cubicBezTo>
                <a:cubicBezTo>
                  <a:pt x="90" y="0"/>
                  <a:pt x="90" y="0"/>
                  <a:pt x="90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13"/>
                  <a:pt x="12" y="26"/>
                  <a:pt x="9" y="39"/>
                </a:cubicBezTo>
                <a:cubicBezTo>
                  <a:pt x="7" y="48"/>
                  <a:pt x="5" y="57"/>
                  <a:pt x="4" y="6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6" name="Google Shape;76;p8"/>
          <p:cNvSpPr txBox="1"/>
          <p:nvPr/>
        </p:nvSpPr>
        <p:spPr>
          <a:xfrm>
            <a:off x="633107" y="4565563"/>
            <a:ext cx="81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NEW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ARRIVAL</a:t>
            </a:r>
            <a:endParaRPr sz="1100"/>
          </a:p>
        </p:txBody>
      </p:sp>
      <p:sp>
        <p:nvSpPr>
          <p:cNvPr id="77" name="Google Shape;77;p8"/>
          <p:cNvSpPr txBox="1"/>
          <p:nvPr>
            <p:ph idx="6" type="body"/>
          </p:nvPr>
        </p:nvSpPr>
        <p:spPr>
          <a:xfrm>
            <a:off x="2285405" y="812924"/>
            <a:ext cx="45732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929292"/>
              </a:buClr>
              <a:buSzPts val="800"/>
              <a:buNone/>
              <a:defRPr sz="800">
                <a:solidFill>
                  <a:srgbClr val="92929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1_Custom Layout">
  <p:cSld name="1_Custom Layou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/>
          <p:nvPr>
            <p:ph idx="2" type="pic"/>
          </p:nvPr>
        </p:nvSpPr>
        <p:spPr>
          <a:xfrm>
            <a:off x="784973" y="1270746"/>
            <a:ext cx="1825500" cy="3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80" name="Google Shape;80;p9"/>
          <p:cNvSpPr/>
          <p:nvPr/>
        </p:nvSpPr>
        <p:spPr>
          <a:xfrm>
            <a:off x="8586210" y="4596347"/>
            <a:ext cx="282000" cy="282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1" name="Google Shape;81;p9"/>
          <p:cNvSpPr txBox="1"/>
          <p:nvPr>
            <p:ph idx="1" type="body"/>
          </p:nvPr>
        </p:nvSpPr>
        <p:spPr>
          <a:xfrm>
            <a:off x="1867997" y="401300"/>
            <a:ext cx="54081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9"/>
          <p:cNvSpPr txBox="1"/>
          <p:nvPr/>
        </p:nvSpPr>
        <p:spPr>
          <a:xfrm>
            <a:off x="8543970" y="4639278"/>
            <a:ext cx="3666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8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1" sz="800">
              <a:solidFill>
                <a:schemeClr val="l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298368" y="4575223"/>
            <a:ext cx="103585" cy="217885"/>
          </a:xfrm>
          <a:custGeom>
            <a:rect b="b" l="l" r="r" t="t"/>
            <a:pathLst>
              <a:path extrusionOk="0" h="105" w="51">
                <a:moveTo>
                  <a:pt x="31" y="0"/>
                </a:moveTo>
                <a:cubicBezTo>
                  <a:pt x="14" y="0"/>
                  <a:pt x="0" y="13"/>
                  <a:pt x="0" y="31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105"/>
                  <a:pt x="0" y="105"/>
                  <a:pt x="0" y="105"/>
                </a:cubicBezTo>
                <a:cubicBezTo>
                  <a:pt x="14" y="69"/>
                  <a:pt x="31" y="34"/>
                  <a:pt x="51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31" y="0"/>
                  <a:pt x="31" y="0"/>
                  <a:pt x="3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298368" y="4616895"/>
            <a:ext cx="284560" cy="309562"/>
          </a:xfrm>
          <a:custGeom>
            <a:rect b="b" l="l" r="r" t="t"/>
            <a:pathLst>
              <a:path extrusionOk="0" h="149" w="139">
                <a:moveTo>
                  <a:pt x="122" y="55"/>
                </a:moveTo>
                <a:cubicBezTo>
                  <a:pt x="117" y="50"/>
                  <a:pt x="117" y="48"/>
                  <a:pt x="111" y="49"/>
                </a:cubicBezTo>
                <a:cubicBezTo>
                  <a:pt x="108" y="50"/>
                  <a:pt x="105" y="52"/>
                  <a:pt x="104" y="54"/>
                </a:cubicBezTo>
                <a:cubicBezTo>
                  <a:pt x="97" y="56"/>
                  <a:pt x="91" y="61"/>
                  <a:pt x="85" y="65"/>
                </a:cubicBezTo>
                <a:cubicBezTo>
                  <a:pt x="77" y="70"/>
                  <a:pt x="52" y="87"/>
                  <a:pt x="43" y="74"/>
                </a:cubicBezTo>
                <a:cubicBezTo>
                  <a:pt x="36" y="65"/>
                  <a:pt x="44" y="42"/>
                  <a:pt x="46" y="31"/>
                </a:cubicBezTo>
                <a:cubicBezTo>
                  <a:pt x="47" y="21"/>
                  <a:pt x="50" y="11"/>
                  <a:pt x="53" y="0"/>
                </a:cubicBezTo>
                <a:cubicBezTo>
                  <a:pt x="30" y="38"/>
                  <a:pt x="13" y="78"/>
                  <a:pt x="0" y="118"/>
                </a:cubicBezTo>
                <a:cubicBezTo>
                  <a:pt x="4" y="118"/>
                  <a:pt x="4" y="118"/>
                  <a:pt x="4" y="118"/>
                </a:cubicBezTo>
                <a:cubicBezTo>
                  <a:pt x="50" y="118"/>
                  <a:pt x="50" y="118"/>
                  <a:pt x="50" y="118"/>
                </a:cubicBezTo>
                <a:cubicBezTo>
                  <a:pt x="117" y="118"/>
                  <a:pt x="117" y="118"/>
                  <a:pt x="117" y="118"/>
                </a:cubicBezTo>
                <a:cubicBezTo>
                  <a:pt x="139" y="149"/>
                  <a:pt x="139" y="149"/>
                  <a:pt x="139" y="149"/>
                </a:cubicBezTo>
                <a:cubicBezTo>
                  <a:pt x="139" y="118"/>
                  <a:pt x="139" y="118"/>
                  <a:pt x="139" y="118"/>
                </a:cubicBezTo>
                <a:cubicBezTo>
                  <a:pt x="139" y="97"/>
                  <a:pt x="139" y="97"/>
                  <a:pt x="139" y="97"/>
                </a:cubicBezTo>
                <a:cubicBezTo>
                  <a:pt x="139" y="88"/>
                  <a:pt x="139" y="88"/>
                  <a:pt x="139" y="88"/>
                </a:cubicBezTo>
                <a:cubicBezTo>
                  <a:pt x="139" y="76"/>
                  <a:pt x="139" y="76"/>
                  <a:pt x="139" y="76"/>
                </a:cubicBezTo>
                <a:cubicBezTo>
                  <a:pt x="139" y="69"/>
                  <a:pt x="139" y="69"/>
                  <a:pt x="139" y="69"/>
                </a:cubicBezTo>
                <a:cubicBezTo>
                  <a:pt x="132" y="66"/>
                  <a:pt x="128" y="62"/>
                  <a:pt x="122" y="5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398381" y="4575223"/>
            <a:ext cx="184547" cy="180975"/>
          </a:xfrm>
          <a:custGeom>
            <a:rect b="b" l="l" r="r" t="t"/>
            <a:pathLst>
              <a:path extrusionOk="0" h="87" w="90">
                <a:moveTo>
                  <a:pt x="4" y="66"/>
                </a:moveTo>
                <a:cubicBezTo>
                  <a:pt x="3" y="72"/>
                  <a:pt x="0" y="81"/>
                  <a:pt x="2" y="87"/>
                </a:cubicBezTo>
                <a:cubicBezTo>
                  <a:pt x="4" y="87"/>
                  <a:pt x="6" y="86"/>
                  <a:pt x="7" y="86"/>
                </a:cubicBezTo>
                <a:cubicBezTo>
                  <a:pt x="13" y="85"/>
                  <a:pt x="18" y="81"/>
                  <a:pt x="22" y="79"/>
                </a:cubicBezTo>
                <a:cubicBezTo>
                  <a:pt x="32" y="73"/>
                  <a:pt x="42" y="66"/>
                  <a:pt x="52" y="61"/>
                </a:cubicBezTo>
                <a:cubicBezTo>
                  <a:pt x="57" y="58"/>
                  <a:pt x="63" y="54"/>
                  <a:pt x="70" y="56"/>
                </a:cubicBezTo>
                <a:cubicBezTo>
                  <a:pt x="81" y="59"/>
                  <a:pt x="81" y="71"/>
                  <a:pt x="90" y="76"/>
                </a:cubicBezTo>
                <a:cubicBezTo>
                  <a:pt x="90" y="57"/>
                  <a:pt x="90" y="57"/>
                  <a:pt x="90" y="57"/>
                </a:cubicBezTo>
                <a:cubicBezTo>
                  <a:pt x="90" y="41"/>
                  <a:pt x="90" y="41"/>
                  <a:pt x="90" y="41"/>
                </a:cubicBezTo>
                <a:cubicBezTo>
                  <a:pt x="90" y="36"/>
                  <a:pt x="90" y="36"/>
                  <a:pt x="90" y="36"/>
                </a:cubicBezTo>
                <a:cubicBezTo>
                  <a:pt x="90" y="2"/>
                  <a:pt x="90" y="2"/>
                  <a:pt x="90" y="2"/>
                </a:cubicBezTo>
                <a:cubicBezTo>
                  <a:pt x="90" y="0"/>
                  <a:pt x="90" y="0"/>
                  <a:pt x="90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13"/>
                  <a:pt x="12" y="26"/>
                  <a:pt x="9" y="39"/>
                </a:cubicBezTo>
                <a:cubicBezTo>
                  <a:pt x="7" y="48"/>
                  <a:pt x="5" y="57"/>
                  <a:pt x="4" y="6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6" name="Google Shape;86;p9"/>
          <p:cNvSpPr txBox="1"/>
          <p:nvPr/>
        </p:nvSpPr>
        <p:spPr>
          <a:xfrm>
            <a:off x="633107" y="4565563"/>
            <a:ext cx="81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NEW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ARRIVAL</a:t>
            </a:r>
            <a:endParaRPr sz="1100"/>
          </a:p>
        </p:txBody>
      </p:sp>
      <p:sp>
        <p:nvSpPr>
          <p:cNvPr id="87" name="Google Shape;87;p9"/>
          <p:cNvSpPr txBox="1"/>
          <p:nvPr>
            <p:ph idx="3" type="body"/>
          </p:nvPr>
        </p:nvSpPr>
        <p:spPr>
          <a:xfrm>
            <a:off x="2285405" y="812924"/>
            <a:ext cx="45732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929292"/>
              </a:buClr>
              <a:buSzPts val="800"/>
              <a:buNone/>
              <a:defRPr sz="800">
                <a:solidFill>
                  <a:srgbClr val="92929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8_Custom Layout">
  <p:cSld name="8_Custom Layou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/>
          <p:nvPr/>
        </p:nvSpPr>
        <p:spPr>
          <a:xfrm>
            <a:off x="8586210" y="4596347"/>
            <a:ext cx="282000" cy="282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1867997" y="401300"/>
            <a:ext cx="54081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/>
        </p:nvSpPr>
        <p:spPr>
          <a:xfrm>
            <a:off x="8543970" y="4639278"/>
            <a:ext cx="3666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8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1" sz="800">
              <a:solidFill>
                <a:schemeClr val="l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10"/>
          <p:cNvSpPr/>
          <p:nvPr>
            <p:ph idx="2" type="pic"/>
          </p:nvPr>
        </p:nvSpPr>
        <p:spPr>
          <a:xfrm>
            <a:off x="3735593" y="2404334"/>
            <a:ext cx="16620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93" name="Google Shape;93;p10"/>
          <p:cNvSpPr/>
          <p:nvPr/>
        </p:nvSpPr>
        <p:spPr>
          <a:xfrm>
            <a:off x="298368" y="4575223"/>
            <a:ext cx="103585" cy="217885"/>
          </a:xfrm>
          <a:custGeom>
            <a:rect b="b" l="l" r="r" t="t"/>
            <a:pathLst>
              <a:path extrusionOk="0" h="105" w="51">
                <a:moveTo>
                  <a:pt x="31" y="0"/>
                </a:moveTo>
                <a:cubicBezTo>
                  <a:pt x="14" y="0"/>
                  <a:pt x="0" y="13"/>
                  <a:pt x="0" y="31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105"/>
                  <a:pt x="0" y="105"/>
                  <a:pt x="0" y="105"/>
                </a:cubicBezTo>
                <a:cubicBezTo>
                  <a:pt x="14" y="69"/>
                  <a:pt x="31" y="34"/>
                  <a:pt x="51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31" y="0"/>
                  <a:pt x="31" y="0"/>
                  <a:pt x="3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298368" y="4616895"/>
            <a:ext cx="284560" cy="309562"/>
          </a:xfrm>
          <a:custGeom>
            <a:rect b="b" l="l" r="r" t="t"/>
            <a:pathLst>
              <a:path extrusionOk="0" h="149" w="139">
                <a:moveTo>
                  <a:pt x="122" y="55"/>
                </a:moveTo>
                <a:cubicBezTo>
                  <a:pt x="117" y="50"/>
                  <a:pt x="117" y="48"/>
                  <a:pt x="111" y="49"/>
                </a:cubicBezTo>
                <a:cubicBezTo>
                  <a:pt x="108" y="50"/>
                  <a:pt x="105" y="52"/>
                  <a:pt x="104" y="54"/>
                </a:cubicBezTo>
                <a:cubicBezTo>
                  <a:pt x="97" y="56"/>
                  <a:pt x="91" y="61"/>
                  <a:pt x="85" y="65"/>
                </a:cubicBezTo>
                <a:cubicBezTo>
                  <a:pt x="77" y="70"/>
                  <a:pt x="52" y="87"/>
                  <a:pt x="43" y="74"/>
                </a:cubicBezTo>
                <a:cubicBezTo>
                  <a:pt x="36" y="65"/>
                  <a:pt x="44" y="42"/>
                  <a:pt x="46" y="31"/>
                </a:cubicBezTo>
                <a:cubicBezTo>
                  <a:pt x="47" y="21"/>
                  <a:pt x="50" y="11"/>
                  <a:pt x="53" y="0"/>
                </a:cubicBezTo>
                <a:cubicBezTo>
                  <a:pt x="30" y="38"/>
                  <a:pt x="13" y="78"/>
                  <a:pt x="0" y="118"/>
                </a:cubicBezTo>
                <a:cubicBezTo>
                  <a:pt x="4" y="118"/>
                  <a:pt x="4" y="118"/>
                  <a:pt x="4" y="118"/>
                </a:cubicBezTo>
                <a:cubicBezTo>
                  <a:pt x="50" y="118"/>
                  <a:pt x="50" y="118"/>
                  <a:pt x="50" y="118"/>
                </a:cubicBezTo>
                <a:cubicBezTo>
                  <a:pt x="117" y="118"/>
                  <a:pt x="117" y="118"/>
                  <a:pt x="117" y="118"/>
                </a:cubicBezTo>
                <a:cubicBezTo>
                  <a:pt x="139" y="149"/>
                  <a:pt x="139" y="149"/>
                  <a:pt x="139" y="149"/>
                </a:cubicBezTo>
                <a:cubicBezTo>
                  <a:pt x="139" y="118"/>
                  <a:pt x="139" y="118"/>
                  <a:pt x="139" y="118"/>
                </a:cubicBezTo>
                <a:cubicBezTo>
                  <a:pt x="139" y="97"/>
                  <a:pt x="139" y="97"/>
                  <a:pt x="139" y="97"/>
                </a:cubicBezTo>
                <a:cubicBezTo>
                  <a:pt x="139" y="88"/>
                  <a:pt x="139" y="88"/>
                  <a:pt x="139" y="88"/>
                </a:cubicBezTo>
                <a:cubicBezTo>
                  <a:pt x="139" y="76"/>
                  <a:pt x="139" y="76"/>
                  <a:pt x="139" y="76"/>
                </a:cubicBezTo>
                <a:cubicBezTo>
                  <a:pt x="139" y="69"/>
                  <a:pt x="139" y="69"/>
                  <a:pt x="139" y="69"/>
                </a:cubicBezTo>
                <a:cubicBezTo>
                  <a:pt x="132" y="66"/>
                  <a:pt x="128" y="62"/>
                  <a:pt x="122" y="5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5" name="Google Shape;95;p10"/>
          <p:cNvSpPr/>
          <p:nvPr/>
        </p:nvSpPr>
        <p:spPr>
          <a:xfrm>
            <a:off x="398381" y="4575223"/>
            <a:ext cx="184547" cy="180975"/>
          </a:xfrm>
          <a:custGeom>
            <a:rect b="b" l="l" r="r" t="t"/>
            <a:pathLst>
              <a:path extrusionOk="0" h="87" w="90">
                <a:moveTo>
                  <a:pt x="4" y="66"/>
                </a:moveTo>
                <a:cubicBezTo>
                  <a:pt x="3" y="72"/>
                  <a:pt x="0" y="81"/>
                  <a:pt x="2" y="87"/>
                </a:cubicBezTo>
                <a:cubicBezTo>
                  <a:pt x="4" y="87"/>
                  <a:pt x="6" y="86"/>
                  <a:pt x="7" y="86"/>
                </a:cubicBezTo>
                <a:cubicBezTo>
                  <a:pt x="13" y="85"/>
                  <a:pt x="18" y="81"/>
                  <a:pt x="22" y="79"/>
                </a:cubicBezTo>
                <a:cubicBezTo>
                  <a:pt x="32" y="73"/>
                  <a:pt x="42" y="66"/>
                  <a:pt x="52" y="61"/>
                </a:cubicBezTo>
                <a:cubicBezTo>
                  <a:pt x="57" y="58"/>
                  <a:pt x="63" y="54"/>
                  <a:pt x="70" y="56"/>
                </a:cubicBezTo>
                <a:cubicBezTo>
                  <a:pt x="81" y="59"/>
                  <a:pt x="81" y="71"/>
                  <a:pt x="90" y="76"/>
                </a:cubicBezTo>
                <a:cubicBezTo>
                  <a:pt x="90" y="57"/>
                  <a:pt x="90" y="57"/>
                  <a:pt x="90" y="57"/>
                </a:cubicBezTo>
                <a:cubicBezTo>
                  <a:pt x="90" y="41"/>
                  <a:pt x="90" y="41"/>
                  <a:pt x="90" y="41"/>
                </a:cubicBezTo>
                <a:cubicBezTo>
                  <a:pt x="90" y="36"/>
                  <a:pt x="90" y="36"/>
                  <a:pt x="90" y="36"/>
                </a:cubicBezTo>
                <a:cubicBezTo>
                  <a:pt x="90" y="2"/>
                  <a:pt x="90" y="2"/>
                  <a:pt x="90" y="2"/>
                </a:cubicBezTo>
                <a:cubicBezTo>
                  <a:pt x="90" y="0"/>
                  <a:pt x="90" y="0"/>
                  <a:pt x="90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13"/>
                  <a:pt x="12" y="26"/>
                  <a:pt x="9" y="39"/>
                </a:cubicBezTo>
                <a:cubicBezTo>
                  <a:pt x="7" y="48"/>
                  <a:pt x="5" y="57"/>
                  <a:pt x="4" y="6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6" name="Google Shape;96;p10"/>
          <p:cNvSpPr txBox="1"/>
          <p:nvPr/>
        </p:nvSpPr>
        <p:spPr>
          <a:xfrm>
            <a:off x="633107" y="4565563"/>
            <a:ext cx="81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NEW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ARRIVAL</a:t>
            </a:r>
            <a:endParaRPr sz="1100"/>
          </a:p>
        </p:txBody>
      </p:sp>
      <p:sp>
        <p:nvSpPr>
          <p:cNvPr id="97" name="Google Shape;97;p10"/>
          <p:cNvSpPr txBox="1"/>
          <p:nvPr>
            <p:ph idx="3" type="body"/>
          </p:nvPr>
        </p:nvSpPr>
        <p:spPr>
          <a:xfrm>
            <a:off x="2285405" y="812924"/>
            <a:ext cx="45732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929292"/>
              </a:buClr>
              <a:buSzPts val="800"/>
              <a:buNone/>
              <a:defRPr sz="800">
                <a:solidFill>
                  <a:srgbClr val="92929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2_Custom Layout">
  <p:cSld name="2_Custom Layou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1"/>
          <p:cNvSpPr/>
          <p:nvPr/>
        </p:nvSpPr>
        <p:spPr>
          <a:xfrm>
            <a:off x="8586210" y="4596347"/>
            <a:ext cx="282000" cy="282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00" name="Google Shape;100;p11"/>
          <p:cNvSpPr txBox="1"/>
          <p:nvPr>
            <p:ph idx="1" type="body"/>
          </p:nvPr>
        </p:nvSpPr>
        <p:spPr>
          <a:xfrm>
            <a:off x="1867997" y="401300"/>
            <a:ext cx="54081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1" name="Google Shape;101;p11"/>
          <p:cNvSpPr txBox="1"/>
          <p:nvPr/>
        </p:nvSpPr>
        <p:spPr>
          <a:xfrm>
            <a:off x="8543970" y="4639278"/>
            <a:ext cx="3666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8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1" sz="800">
              <a:solidFill>
                <a:schemeClr val="l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298368" y="4575223"/>
            <a:ext cx="103585" cy="217885"/>
          </a:xfrm>
          <a:custGeom>
            <a:rect b="b" l="l" r="r" t="t"/>
            <a:pathLst>
              <a:path extrusionOk="0" h="105" w="51">
                <a:moveTo>
                  <a:pt x="31" y="0"/>
                </a:moveTo>
                <a:cubicBezTo>
                  <a:pt x="14" y="0"/>
                  <a:pt x="0" y="13"/>
                  <a:pt x="0" y="31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105"/>
                  <a:pt x="0" y="105"/>
                  <a:pt x="0" y="105"/>
                </a:cubicBezTo>
                <a:cubicBezTo>
                  <a:pt x="14" y="69"/>
                  <a:pt x="31" y="34"/>
                  <a:pt x="51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31" y="0"/>
                  <a:pt x="31" y="0"/>
                  <a:pt x="3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03" name="Google Shape;103;p11"/>
          <p:cNvSpPr/>
          <p:nvPr/>
        </p:nvSpPr>
        <p:spPr>
          <a:xfrm>
            <a:off x="298368" y="4616895"/>
            <a:ext cx="284560" cy="309562"/>
          </a:xfrm>
          <a:custGeom>
            <a:rect b="b" l="l" r="r" t="t"/>
            <a:pathLst>
              <a:path extrusionOk="0" h="149" w="139">
                <a:moveTo>
                  <a:pt x="122" y="55"/>
                </a:moveTo>
                <a:cubicBezTo>
                  <a:pt x="117" y="50"/>
                  <a:pt x="117" y="48"/>
                  <a:pt x="111" y="49"/>
                </a:cubicBezTo>
                <a:cubicBezTo>
                  <a:pt x="108" y="50"/>
                  <a:pt x="105" y="52"/>
                  <a:pt x="104" y="54"/>
                </a:cubicBezTo>
                <a:cubicBezTo>
                  <a:pt x="97" y="56"/>
                  <a:pt x="91" y="61"/>
                  <a:pt x="85" y="65"/>
                </a:cubicBezTo>
                <a:cubicBezTo>
                  <a:pt x="77" y="70"/>
                  <a:pt x="52" y="87"/>
                  <a:pt x="43" y="74"/>
                </a:cubicBezTo>
                <a:cubicBezTo>
                  <a:pt x="36" y="65"/>
                  <a:pt x="44" y="42"/>
                  <a:pt x="46" y="31"/>
                </a:cubicBezTo>
                <a:cubicBezTo>
                  <a:pt x="47" y="21"/>
                  <a:pt x="50" y="11"/>
                  <a:pt x="53" y="0"/>
                </a:cubicBezTo>
                <a:cubicBezTo>
                  <a:pt x="30" y="38"/>
                  <a:pt x="13" y="78"/>
                  <a:pt x="0" y="118"/>
                </a:cubicBezTo>
                <a:cubicBezTo>
                  <a:pt x="4" y="118"/>
                  <a:pt x="4" y="118"/>
                  <a:pt x="4" y="118"/>
                </a:cubicBezTo>
                <a:cubicBezTo>
                  <a:pt x="50" y="118"/>
                  <a:pt x="50" y="118"/>
                  <a:pt x="50" y="118"/>
                </a:cubicBezTo>
                <a:cubicBezTo>
                  <a:pt x="117" y="118"/>
                  <a:pt x="117" y="118"/>
                  <a:pt x="117" y="118"/>
                </a:cubicBezTo>
                <a:cubicBezTo>
                  <a:pt x="139" y="149"/>
                  <a:pt x="139" y="149"/>
                  <a:pt x="139" y="149"/>
                </a:cubicBezTo>
                <a:cubicBezTo>
                  <a:pt x="139" y="118"/>
                  <a:pt x="139" y="118"/>
                  <a:pt x="139" y="118"/>
                </a:cubicBezTo>
                <a:cubicBezTo>
                  <a:pt x="139" y="97"/>
                  <a:pt x="139" y="97"/>
                  <a:pt x="139" y="97"/>
                </a:cubicBezTo>
                <a:cubicBezTo>
                  <a:pt x="139" y="88"/>
                  <a:pt x="139" y="88"/>
                  <a:pt x="139" y="88"/>
                </a:cubicBezTo>
                <a:cubicBezTo>
                  <a:pt x="139" y="76"/>
                  <a:pt x="139" y="76"/>
                  <a:pt x="139" y="76"/>
                </a:cubicBezTo>
                <a:cubicBezTo>
                  <a:pt x="139" y="69"/>
                  <a:pt x="139" y="69"/>
                  <a:pt x="139" y="69"/>
                </a:cubicBezTo>
                <a:cubicBezTo>
                  <a:pt x="132" y="66"/>
                  <a:pt x="128" y="62"/>
                  <a:pt x="122" y="5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04" name="Google Shape;104;p11"/>
          <p:cNvSpPr/>
          <p:nvPr/>
        </p:nvSpPr>
        <p:spPr>
          <a:xfrm>
            <a:off x="398381" y="4575223"/>
            <a:ext cx="184547" cy="180975"/>
          </a:xfrm>
          <a:custGeom>
            <a:rect b="b" l="l" r="r" t="t"/>
            <a:pathLst>
              <a:path extrusionOk="0" h="87" w="90">
                <a:moveTo>
                  <a:pt x="4" y="66"/>
                </a:moveTo>
                <a:cubicBezTo>
                  <a:pt x="3" y="72"/>
                  <a:pt x="0" y="81"/>
                  <a:pt x="2" y="87"/>
                </a:cubicBezTo>
                <a:cubicBezTo>
                  <a:pt x="4" y="87"/>
                  <a:pt x="6" y="86"/>
                  <a:pt x="7" y="86"/>
                </a:cubicBezTo>
                <a:cubicBezTo>
                  <a:pt x="13" y="85"/>
                  <a:pt x="18" y="81"/>
                  <a:pt x="22" y="79"/>
                </a:cubicBezTo>
                <a:cubicBezTo>
                  <a:pt x="32" y="73"/>
                  <a:pt x="42" y="66"/>
                  <a:pt x="52" y="61"/>
                </a:cubicBezTo>
                <a:cubicBezTo>
                  <a:pt x="57" y="58"/>
                  <a:pt x="63" y="54"/>
                  <a:pt x="70" y="56"/>
                </a:cubicBezTo>
                <a:cubicBezTo>
                  <a:pt x="81" y="59"/>
                  <a:pt x="81" y="71"/>
                  <a:pt x="90" y="76"/>
                </a:cubicBezTo>
                <a:cubicBezTo>
                  <a:pt x="90" y="57"/>
                  <a:pt x="90" y="57"/>
                  <a:pt x="90" y="57"/>
                </a:cubicBezTo>
                <a:cubicBezTo>
                  <a:pt x="90" y="41"/>
                  <a:pt x="90" y="41"/>
                  <a:pt x="90" y="41"/>
                </a:cubicBezTo>
                <a:cubicBezTo>
                  <a:pt x="90" y="36"/>
                  <a:pt x="90" y="36"/>
                  <a:pt x="90" y="36"/>
                </a:cubicBezTo>
                <a:cubicBezTo>
                  <a:pt x="90" y="2"/>
                  <a:pt x="90" y="2"/>
                  <a:pt x="90" y="2"/>
                </a:cubicBezTo>
                <a:cubicBezTo>
                  <a:pt x="90" y="0"/>
                  <a:pt x="90" y="0"/>
                  <a:pt x="90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13"/>
                  <a:pt x="12" y="26"/>
                  <a:pt x="9" y="39"/>
                </a:cubicBezTo>
                <a:cubicBezTo>
                  <a:pt x="7" y="48"/>
                  <a:pt x="5" y="57"/>
                  <a:pt x="4" y="6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05" name="Google Shape;105;p11"/>
          <p:cNvSpPr txBox="1"/>
          <p:nvPr/>
        </p:nvSpPr>
        <p:spPr>
          <a:xfrm>
            <a:off x="633107" y="4565563"/>
            <a:ext cx="81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NEW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ARRIVAL</a:t>
            </a:r>
            <a:endParaRPr sz="1100"/>
          </a:p>
        </p:txBody>
      </p:sp>
      <p:sp>
        <p:nvSpPr>
          <p:cNvPr id="106" name="Google Shape;106;p11"/>
          <p:cNvSpPr txBox="1"/>
          <p:nvPr>
            <p:ph idx="2" type="body"/>
          </p:nvPr>
        </p:nvSpPr>
        <p:spPr>
          <a:xfrm>
            <a:off x="2285405" y="812924"/>
            <a:ext cx="45732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929292"/>
              </a:buClr>
              <a:buSzPts val="800"/>
              <a:buNone/>
              <a:defRPr sz="800">
                <a:solidFill>
                  <a:srgbClr val="92929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3_Custom Layout">
  <p:cSld name="3_Custom Layou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"/>
          <p:cNvSpPr/>
          <p:nvPr/>
        </p:nvSpPr>
        <p:spPr>
          <a:xfrm>
            <a:off x="8586210" y="4596347"/>
            <a:ext cx="282000" cy="282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09" name="Google Shape;109;p12"/>
          <p:cNvSpPr txBox="1"/>
          <p:nvPr>
            <p:ph idx="1" type="body"/>
          </p:nvPr>
        </p:nvSpPr>
        <p:spPr>
          <a:xfrm>
            <a:off x="1867997" y="401300"/>
            <a:ext cx="54081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0" name="Google Shape;110;p12"/>
          <p:cNvSpPr txBox="1"/>
          <p:nvPr/>
        </p:nvSpPr>
        <p:spPr>
          <a:xfrm>
            <a:off x="8543970" y="4639278"/>
            <a:ext cx="3666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8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1" sz="800">
              <a:solidFill>
                <a:schemeClr val="l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12"/>
          <p:cNvSpPr/>
          <p:nvPr/>
        </p:nvSpPr>
        <p:spPr>
          <a:xfrm>
            <a:off x="298368" y="4575223"/>
            <a:ext cx="103585" cy="217885"/>
          </a:xfrm>
          <a:custGeom>
            <a:rect b="b" l="l" r="r" t="t"/>
            <a:pathLst>
              <a:path extrusionOk="0" h="105" w="51">
                <a:moveTo>
                  <a:pt x="31" y="0"/>
                </a:moveTo>
                <a:cubicBezTo>
                  <a:pt x="14" y="0"/>
                  <a:pt x="0" y="13"/>
                  <a:pt x="0" y="31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105"/>
                  <a:pt x="0" y="105"/>
                  <a:pt x="0" y="105"/>
                </a:cubicBezTo>
                <a:cubicBezTo>
                  <a:pt x="14" y="69"/>
                  <a:pt x="31" y="34"/>
                  <a:pt x="51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31" y="0"/>
                  <a:pt x="31" y="0"/>
                  <a:pt x="3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12" name="Google Shape;112;p12"/>
          <p:cNvSpPr/>
          <p:nvPr/>
        </p:nvSpPr>
        <p:spPr>
          <a:xfrm>
            <a:off x="298368" y="4616895"/>
            <a:ext cx="284560" cy="309562"/>
          </a:xfrm>
          <a:custGeom>
            <a:rect b="b" l="l" r="r" t="t"/>
            <a:pathLst>
              <a:path extrusionOk="0" h="149" w="139">
                <a:moveTo>
                  <a:pt x="122" y="55"/>
                </a:moveTo>
                <a:cubicBezTo>
                  <a:pt x="117" y="50"/>
                  <a:pt x="117" y="48"/>
                  <a:pt x="111" y="49"/>
                </a:cubicBezTo>
                <a:cubicBezTo>
                  <a:pt x="108" y="50"/>
                  <a:pt x="105" y="52"/>
                  <a:pt x="104" y="54"/>
                </a:cubicBezTo>
                <a:cubicBezTo>
                  <a:pt x="97" y="56"/>
                  <a:pt x="91" y="61"/>
                  <a:pt x="85" y="65"/>
                </a:cubicBezTo>
                <a:cubicBezTo>
                  <a:pt x="77" y="70"/>
                  <a:pt x="52" y="87"/>
                  <a:pt x="43" y="74"/>
                </a:cubicBezTo>
                <a:cubicBezTo>
                  <a:pt x="36" y="65"/>
                  <a:pt x="44" y="42"/>
                  <a:pt x="46" y="31"/>
                </a:cubicBezTo>
                <a:cubicBezTo>
                  <a:pt x="47" y="21"/>
                  <a:pt x="50" y="11"/>
                  <a:pt x="53" y="0"/>
                </a:cubicBezTo>
                <a:cubicBezTo>
                  <a:pt x="30" y="38"/>
                  <a:pt x="13" y="78"/>
                  <a:pt x="0" y="118"/>
                </a:cubicBezTo>
                <a:cubicBezTo>
                  <a:pt x="4" y="118"/>
                  <a:pt x="4" y="118"/>
                  <a:pt x="4" y="118"/>
                </a:cubicBezTo>
                <a:cubicBezTo>
                  <a:pt x="50" y="118"/>
                  <a:pt x="50" y="118"/>
                  <a:pt x="50" y="118"/>
                </a:cubicBezTo>
                <a:cubicBezTo>
                  <a:pt x="117" y="118"/>
                  <a:pt x="117" y="118"/>
                  <a:pt x="117" y="118"/>
                </a:cubicBezTo>
                <a:cubicBezTo>
                  <a:pt x="139" y="149"/>
                  <a:pt x="139" y="149"/>
                  <a:pt x="139" y="149"/>
                </a:cubicBezTo>
                <a:cubicBezTo>
                  <a:pt x="139" y="118"/>
                  <a:pt x="139" y="118"/>
                  <a:pt x="139" y="118"/>
                </a:cubicBezTo>
                <a:cubicBezTo>
                  <a:pt x="139" y="97"/>
                  <a:pt x="139" y="97"/>
                  <a:pt x="139" y="97"/>
                </a:cubicBezTo>
                <a:cubicBezTo>
                  <a:pt x="139" y="88"/>
                  <a:pt x="139" y="88"/>
                  <a:pt x="139" y="88"/>
                </a:cubicBezTo>
                <a:cubicBezTo>
                  <a:pt x="139" y="76"/>
                  <a:pt x="139" y="76"/>
                  <a:pt x="139" y="76"/>
                </a:cubicBezTo>
                <a:cubicBezTo>
                  <a:pt x="139" y="69"/>
                  <a:pt x="139" y="69"/>
                  <a:pt x="139" y="69"/>
                </a:cubicBezTo>
                <a:cubicBezTo>
                  <a:pt x="132" y="66"/>
                  <a:pt x="128" y="62"/>
                  <a:pt x="122" y="5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398381" y="4575223"/>
            <a:ext cx="184547" cy="180975"/>
          </a:xfrm>
          <a:custGeom>
            <a:rect b="b" l="l" r="r" t="t"/>
            <a:pathLst>
              <a:path extrusionOk="0" h="87" w="90">
                <a:moveTo>
                  <a:pt x="4" y="66"/>
                </a:moveTo>
                <a:cubicBezTo>
                  <a:pt x="3" y="72"/>
                  <a:pt x="0" y="81"/>
                  <a:pt x="2" y="87"/>
                </a:cubicBezTo>
                <a:cubicBezTo>
                  <a:pt x="4" y="87"/>
                  <a:pt x="6" y="86"/>
                  <a:pt x="7" y="86"/>
                </a:cubicBezTo>
                <a:cubicBezTo>
                  <a:pt x="13" y="85"/>
                  <a:pt x="18" y="81"/>
                  <a:pt x="22" y="79"/>
                </a:cubicBezTo>
                <a:cubicBezTo>
                  <a:pt x="32" y="73"/>
                  <a:pt x="42" y="66"/>
                  <a:pt x="52" y="61"/>
                </a:cubicBezTo>
                <a:cubicBezTo>
                  <a:pt x="57" y="58"/>
                  <a:pt x="63" y="54"/>
                  <a:pt x="70" y="56"/>
                </a:cubicBezTo>
                <a:cubicBezTo>
                  <a:pt x="81" y="59"/>
                  <a:pt x="81" y="71"/>
                  <a:pt x="90" y="76"/>
                </a:cubicBezTo>
                <a:cubicBezTo>
                  <a:pt x="90" y="57"/>
                  <a:pt x="90" y="57"/>
                  <a:pt x="90" y="57"/>
                </a:cubicBezTo>
                <a:cubicBezTo>
                  <a:pt x="90" y="41"/>
                  <a:pt x="90" y="41"/>
                  <a:pt x="90" y="41"/>
                </a:cubicBezTo>
                <a:cubicBezTo>
                  <a:pt x="90" y="36"/>
                  <a:pt x="90" y="36"/>
                  <a:pt x="90" y="36"/>
                </a:cubicBezTo>
                <a:cubicBezTo>
                  <a:pt x="90" y="2"/>
                  <a:pt x="90" y="2"/>
                  <a:pt x="90" y="2"/>
                </a:cubicBezTo>
                <a:cubicBezTo>
                  <a:pt x="90" y="0"/>
                  <a:pt x="90" y="0"/>
                  <a:pt x="90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13"/>
                  <a:pt x="12" y="26"/>
                  <a:pt x="9" y="39"/>
                </a:cubicBezTo>
                <a:cubicBezTo>
                  <a:pt x="7" y="48"/>
                  <a:pt x="5" y="57"/>
                  <a:pt x="4" y="6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14" name="Google Shape;114;p12"/>
          <p:cNvSpPr txBox="1"/>
          <p:nvPr/>
        </p:nvSpPr>
        <p:spPr>
          <a:xfrm>
            <a:off x="633107" y="4565563"/>
            <a:ext cx="81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NEW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ARRIVAL</a:t>
            </a:r>
            <a:endParaRPr sz="1100"/>
          </a:p>
        </p:txBody>
      </p:sp>
      <p:sp>
        <p:nvSpPr>
          <p:cNvPr id="115" name="Google Shape;115;p12"/>
          <p:cNvSpPr txBox="1"/>
          <p:nvPr>
            <p:ph idx="2" type="body"/>
          </p:nvPr>
        </p:nvSpPr>
        <p:spPr>
          <a:xfrm>
            <a:off x="2285405" y="812924"/>
            <a:ext cx="45732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929292"/>
              </a:buClr>
              <a:buSzPts val="800"/>
              <a:buNone/>
              <a:defRPr sz="800">
                <a:solidFill>
                  <a:srgbClr val="92929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10_Custom Layout">
  <p:cSld name="10_Custom Layou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/>
          <p:nvPr/>
        </p:nvSpPr>
        <p:spPr>
          <a:xfrm>
            <a:off x="8586210" y="4596347"/>
            <a:ext cx="282000" cy="282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18" name="Google Shape;118;p13"/>
          <p:cNvSpPr txBox="1"/>
          <p:nvPr>
            <p:ph idx="1" type="body"/>
          </p:nvPr>
        </p:nvSpPr>
        <p:spPr>
          <a:xfrm>
            <a:off x="1867997" y="401300"/>
            <a:ext cx="54081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9" name="Google Shape;119;p13"/>
          <p:cNvSpPr txBox="1"/>
          <p:nvPr/>
        </p:nvSpPr>
        <p:spPr>
          <a:xfrm>
            <a:off x="8543970" y="4639278"/>
            <a:ext cx="3666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800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1" sz="800">
              <a:solidFill>
                <a:schemeClr val="l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298368" y="4575223"/>
            <a:ext cx="103585" cy="217885"/>
          </a:xfrm>
          <a:custGeom>
            <a:rect b="b" l="l" r="r" t="t"/>
            <a:pathLst>
              <a:path extrusionOk="0" h="105" w="51">
                <a:moveTo>
                  <a:pt x="31" y="0"/>
                </a:moveTo>
                <a:cubicBezTo>
                  <a:pt x="14" y="0"/>
                  <a:pt x="0" y="13"/>
                  <a:pt x="0" y="31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105"/>
                  <a:pt x="0" y="105"/>
                  <a:pt x="0" y="105"/>
                </a:cubicBezTo>
                <a:cubicBezTo>
                  <a:pt x="14" y="69"/>
                  <a:pt x="31" y="34"/>
                  <a:pt x="51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31" y="0"/>
                  <a:pt x="31" y="0"/>
                  <a:pt x="3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298368" y="4616895"/>
            <a:ext cx="284560" cy="309562"/>
          </a:xfrm>
          <a:custGeom>
            <a:rect b="b" l="l" r="r" t="t"/>
            <a:pathLst>
              <a:path extrusionOk="0" h="149" w="139">
                <a:moveTo>
                  <a:pt x="122" y="55"/>
                </a:moveTo>
                <a:cubicBezTo>
                  <a:pt x="117" y="50"/>
                  <a:pt x="117" y="48"/>
                  <a:pt x="111" y="49"/>
                </a:cubicBezTo>
                <a:cubicBezTo>
                  <a:pt x="108" y="50"/>
                  <a:pt x="105" y="52"/>
                  <a:pt x="104" y="54"/>
                </a:cubicBezTo>
                <a:cubicBezTo>
                  <a:pt x="97" y="56"/>
                  <a:pt x="91" y="61"/>
                  <a:pt x="85" y="65"/>
                </a:cubicBezTo>
                <a:cubicBezTo>
                  <a:pt x="77" y="70"/>
                  <a:pt x="52" y="87"/>
                  <a:pt x="43" y="74"/>
                </a:cubicBezTo>
                <a:cubicBezTo>
                  <a:pt x="36" y="65"/>
                  <a:pt x="44" y="42"/>
                  <a:pt x="46" y="31"/>
                </a:cubicBezTo>
                <a:cubicBezTo>
                  <a:pt x="47" y="21"/>
                  <a:pt x="50" y="11"/>
                  <a:pt x="53" y="0"/>
                </a:cubicBezTo>
                <a:cubicBezTo>
                  <a:pt x="30" y="38"/>
                  <a:pt x="13" y="78"/>
                  <a:pt x="0" y="118"/>
                </a:cubicBezTo>
                <a:cubicBezTo>
                  <a:pt x="4" y="118"/>
                  <a:pt x="4" y="118"/>
                  <a:pt x="4" y="118"/>
                </a:cubicBezTo>
                <a:cubicBezTo>
                  <a:pt x="50" y="118"/>
                  <a:pt x="50" y="118"/>
                  <a:pt x="50" y="118"/>
                </a:cubicBezTo>
                <a:cubicBezTo>
                  <a:pt x="117" y="118"/>
                  <a:pt x="117" y="118"/>
                  <a:pt x="117" y="118"/>
                </a:cubicBezTo>
                <a:cubicBezTo>
                  <a:pt x="139" y="149"/>
                  <a:pt x="139" y="149"/>
                  <a:pt x="139" y="149"/>
                </a:cubicBezTo>
                <a:cubicBezTo>
                  <a:pt x="139" y="118"/>
                  <a:pt x="139" y="118"/>
                  <a:pt x="139" y="118"/>
                </a:cubicBezTo>
                <a:cubicBezTo>
                  <a:pt x="139" y="97"/>
                  <a:pt x="139" y="97"/>
                  <a:pt x="139" y="97"/>
                </a:cubicBezTo>
                <a:cubicBezTo>
                  <a:pt x="139" y="88"/>
                  <a:pt x="139" y="88"/>
                  <a:pt x="139" y="88"/>
                </a:cubicBezTo>
                <a:cubicBezTo>
                  <a:pt x="139" y="76"/>
                  <a:pt x="139" y="76"/>
                  <a:pt x="139" y="76"/>
                </a:cubicBezTo>
                <a:cubicBezTo>
                  <a:pt x="139" y="69"/>
                  <a:pt x="139" y="69"/>
                  <a:pt x="139" y="69"/>
                </a:cubicBezTo>
                <a:cubicBezTo>
                  <a:pt x="132" y="66"/>
                  <a:pt x="128" y="62"/>
                  <a:pt x="122" y="5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398381" y="4575223"/>
            <a:ext cx="184547" cy="180975"/>
          </a:xfrm>
          <a:custGeom>
            <a:rect b="b" l="l" r="r" t="t"/>
            <a:pathLst>
              <a:path extrusionOk="0" h="87" w="90">
                <a:moveTo>
                  <a:pt x="4" y="66"/>
                </a:moveTo>
                <a:cubicBezTo>
                  <a:pt x="3" y="72"/>
                  <a:pt x="0" y="81"/>
                  <a:pt x="2" y="87"/>
                </a:cubicBezTo>
                <a:cubicBezTo>
                  <a:pt x="4" y="87"/>
                  <a:pt x="6" y="86"/>
                  <a:pt x="7" y="86"/>
                </a:cubicBezTo>
                <a:cubicBezTo>
                  <a:pt x="13" y="85"/>
                  <a:pt x="18" y="81"/>
                  <a:pt x="22" y="79"/>
                </a:cubicBezTo>
                <a:cubicBezTo>
                  <a:pt x="32" y="73"/>
                  <a:pt x="42" y="66"/>
                  <a:pt x="52" y="61"/>
                </a:cubicBezTo>
                <a:cubicBezTo>
                  <a:pt x="57" y="58"/>
                  <a:pt x="63" y="54"/>
                  <a:pt x="70" y="56"/>
                </a:cubicBezTo>
                <a:cubicBezTo>
                  <a:pt x="81" y="59"/>
                  <a:pt x="81" y="71"/>
                  <a:pt x="90" y="76"/>
                </a:cubicBezTo>
                <a:cubicBezTo>
                  <a:pt x="90" y="57"/>
                  <a:pt x="90" y="57"/>
                  <a:pt x="90" y="57"/>
                </a:cubicBezTo>
                <a:cubicBezTo>
                  <a:pt x="90" y="41"/>
                  <a:pt x="90" y="41"/>
                  <a:pt x="90" y="41"/>
                </a:cubicBezTo>
                <a:cubicBezTo>
                  <a:pt x="90" y="36"/>
                  <a:pt x="90" y="36"/>
                  <a:pt x="90" y="36"/>
                </a:cubicBezTo>
                <a:cubicBezTo>
                  <a:pt x="90" y="2"/>
                  <a:pt x="90" y="2"/>
                  <a:pt x="90" y="2"/>
                </a:cubicBezTo>
                <a:cubicBezTo>
                  <a:pt x="90" y="0"/>
                  <a:pt x="90" y="0"/>
                  <a:pt x="90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13"/>
                  <a:pt x="12" y="26"/>
                  <a:pt x="9" y="39"/>
                </a:cubicBezTo>
                <a:cubicBezTo>
                  <a:pt x="7" y="48"/>
                  <a:pt x="5" y="57"/>
                  <a:pt x="4" y="6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633107" y="4565563"/>
            <a:ext cx="81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NEW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ARRIVAL</a:t>
            </a:r>
            <a:endParaRPr sz="1100"/>
          </a:p>
        </p:txBody>
      </p:sp>
      <p:sp>
        <p:nvSpPr>
          <p:cNvPr id="124" name="Google Shape;124;p13"/>
          <p:cNvSpPr txBox="1"/>
          <p:nvPr>
            <p:ph idx="2" type="body"/>
          </p:nvPr>
        </p:nvSpPr>
        <p:spPr>
          <a:xfrm>
            <a:off x="2285405" y="812924"/>
            <a:ext cx="45732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929292"/>
              </a:buClr>
              <a:buSzPts val="800"/>
              <a:buNone/>
              <a:defRPr sz="800">
                <a:solidFill>
                  <a:srgbClr val="92929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9_Custom Layout">
  <p:cSld name="9_Custom Layou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29" name="Google Shape;129;p15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0" name="Google Shape;130;p15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1" name="Google Shape;13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6" name="Google Shape;136;p16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 rtl="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 rtl="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 rtl="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 rtl="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17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 rtl="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 rtl="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6" name="Google Shape;146;p18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rt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100"/>
              <a:buChar char="•"/>
              <a:defRPr>
                <a:solidFill>
                  <a:schemeClr val="accent2"/>
                </a:solidFill>
              </a:defRPr>
            </a:lvl1pPr>
            <a:lvl2pPr indent="-342900" lvl="1" marL="914400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2pPr>
            <a:lvl3pPr indent="-323850" lvl="2" marL="1371600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•"/>
              <a:defRPr>
                <a:solidFill>
                  <a:schemeClr val="accent2"/>
                </a:solidFill>
              </a:defRPr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>
                <a:solidFill>
                  <a:schemeClr val="accent2"/>
                </a:solidFill>
              </a:defRPr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>
                <a:solidFill>
                  <a:schemeClr val="accent2"/>
                </a:solidFill>
              </a:defRPr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>
                <a:solidFill>
                  <a:schemeClr val="accent2"/>
                </a:solidFill>
              </a:defRPr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>
                <a:solidFill>
                  <a:schemeClr val="accent2"/>
                </a:solidFill>
              </a:defRPr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>
                <a:solidFill>
                  <a:schemeClr val="accent2"/>
                </a:solidFill>
              </a:defRPr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7" name="Google Shape;1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pen Sans"/>
              <a:buNone/>
              <a:defRPr b="1" i="0" sz="33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B8B8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B8B8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B8B8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B8B8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B8B8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B8B8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B8B8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B8B8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B8B8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B8B8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B8B8B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hyperlink" Target="mailto:email@dominiodelaempresa.com" TargetMode="External"/><Relationship Id="rId4" Type="http://schemas.openxmlformats.org/officeDocument/2006/relationships/hyperlink" Target="http://www.dominiodelaempresa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3AA46"/>
                </a:solidFill>
              </a:rPr>
              <a:t>PONER AQUÍ EL NOMBRE DE LA EMPRESA</a:t>
            </a:r>
            <a:endParaRPr>
              <a:solidFill>
                <a:srgbClr val="F3AA46"/>
              </a:solidFill>
            </a:endParaRPr>
          </a:p>
        </p:txBody>
      </p:sp>
      <p:sp>
        <p:nvSpPr>
          <p:cNvPr id="153" name="Google Shape;153;p19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A2241"/>
                </a:solidFill>
              </a:rPr>
              <a:t>DOSSIER DE EMPRESA 2020</a:t>
            </a:r>
            <a:endParaRPr>
              <a:solidFill>
                <a:srgbClr val="0A2241"/>
              </a:solidFill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6307125" y="2680375"/>
            <a:ext cx="2692200" cy="2331000"/>
          </a:xfrm>
          <a:prstGeom prst="rect">
            <a:avLst/>
          </a:prstGeom>
          <a:solidFill>
            <a:srgbClr val="FFFFFF">
              <a:alpha val="665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INSERTA AQUÍ EL LOGOTIPO DE TU EMPRESA</a:t>
            </a: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-1045700" y="120825"/>
            <a:ext cx="967200" cy="960600"/>
          </a:xfrm>
          <a:prstGeom prst="snip1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Es importante que pongas el nombre de tu empresa y el logotipo en los apartados correspondientes. Luego, puedes borrar esta nota.</a:t>
            </a:r>
            <a:endParaRPr sz="600"/>
          </a:p>
        </p:txBody>
      </p:sp>
      <p:sp>
        <p:nvSpPr>
          <p:cNvPr id="156" name="Google Shape;156;p19"/>
          <p:cNvSpPr/>
          <p:nvPr/>
        </p:nvSpPr>
        <p:spPr>
          <a:xfrm>
            <a:off x="-1045700" y="1207800"/>
            <a:ext cx="967200" cy="960600"/>
          </a:xfrm>
          <a:prstGeom prst="snip1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También puedes cambiar los colores de la presentación (textos y elementos) para que vayan acordes a tu identidad corporativa</a:t>
            </a:r>
            <a:endParaRPr sz="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</a:t>
            </a:r>
            <a:endParaRPr/>
          </a:p>
        </p:txBody>
      </p:sp>
      <p:sp>
        <p:nvSpPr>
          <p:cNvPr id="162" name="Google Shape;162;p20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F3AA46"/>
                </a:solidFill>
              </a:rPr>
              <a:t>Insertar aquí el slogan de la empresa</a:t>
            </a:r>
            <a:endParaRPr i="1">
              <a:solidFill>
                <a:srgbClr val="F3AA46"/>
              </a:solidFill>
            </a:endParaRPr>
          </a:p>
        </p:txBody>
      </p:sp>
      <p:sp>
        <p:nvSpPr>
          <p:cNvPr id="163" name="Google Shape;163;p20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SzPts val="1200"/>
              <a:buAutoNum type="arabicPeriod"/>
            </a:pPr>
            <a:r>
              <a:rPr b="1" lang="es" sz="1200"/>
              <a:t>Empresa</a:t>
            </a:r>
            <a:endParaRPr b="1"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s" sz="1200"/>
              <a:t>Descripción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s" sz="1200"/>
              <a:t>Historia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s" sz="1200"/>
              <a:t>Misión, visión y valores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s" sz="1200"/>
              <a:t>Equipo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s" sz="1200"/>
              <a:t>Productos y servicios</a:t>
            </a:r>
            <a:endParaRPr b="1"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s" sz="1200"/>
              <a:t>Nuestros productos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s" sz="1200"/>
              <a:t>Producto A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s" sz="1200"/>
              <a:t>Producto B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s" sz="1200"/>
              <a:t>Producto C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s" sz="1200"/>
              <a:t>...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s" sz="1200"/>
              <a:t>Nuestros servicios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s" sz="1200"/>
              <a:t>Servicio A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s" sz="1200"/>
              <a:t>Servicio B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s" sz="1200"/>
              <a:t>Servicio C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s" sz="1200"/>
              <a:t>...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s" sz="1200"/>
              <a:t>Casos de éxito</a:t>
            </a:r>
            <a:endParaRPr b="1"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s" sz="1200"/>
              <a:t>Caso de éxito A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s" sz="1200"/>
              <a:t>Caso de éxito B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s" sz="1200"/>
              <a:t>Caso de éxito C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s" sz="1200"/>
              <a:t>Contacto</a:t>
            </a:r>
            <a:endParaRPr b="1" sz="1200"/>
          </a:p>
        </p:txBody>
      </p:sp>
      <p:sp>
        <p:nvSpPr>
          <p:cNvPr id="164" name="Google Shape;164;p20"/>
          <p:cNvSpPr/>
          <p:nvPr/>
        </p:nvSpPr>
        <p:spPr>
          <a:xfrm>
            <a:off x="157275" y="4475425"/>
            <a:ext cx="615300" cy="548700"/>
          </a:xfrm>
          <a:prstGeom prst="rect">
            <a:avLst/>
          </a:prstGeom>
          <a:solidFill>
            <a:srgbClr val="FFFFFF">
              <a:alpha val="665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INSERTA TU LOGOTIPO</a:t>
            </a:r>
            <a:endParaRPr sz="600"/>
          </a:p>
        </p:txBody>
      </p:sp>
      <p:sp>
        <p:nvSpPr>
          <p:cNvPr id="165" name="Google Shape;165;p20"/>
          <p:cNvSpPr/>
          <p:nvPr/>
        </p:nvSpPr>
        <p:spPr>
          <a:xfrm>
            <a:off x="-1045700" y="120825"/>
            <a:ext cx="967200" cy="960600"/>
          </a:xfrm>
          <a:prstGeom prst="snip1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Inserta el slogan de tu empresa así como el logotipo</a:t>
            </a:r>
            <a:endParaRPr sz="600"/>
          </a:p>
        </p:txBody>
      </p:sp>
      <p:sp>
        <p:nvSpPr>
          <p:cNvPr id="166" name="Google Shape;166;p20"/>
          <p:cNvSpPr/>
          <p:nvPr/>
        </p:nvSpPr>
        <p:spPr>
          <a:xfrm>
            <a:off x="-1045700" y="1214350"/>
            <a:ext cx="967200" cy="960600"/>
          </a:xfrm>
          <a:prstGeom prst="snip1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Personaliza tu índice</a:t>
            </a:r>
            <a:endParaRPr sz="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Empresa | </a:t>
            </a:r>
            <a:r>
              <a:rPr lang="es">
                <a:solidFill>
                  <a:srgbClr val="F3AA46"/>
                </a:solidFill>
              </a:rPr>
              <a:t>¿Quiénes somos? </a:t>
            </a:r>
            <a:endParaRPr>
              <a:solidFill>
                <a:srgbClr val="F3AA46"/>
              </a:solidFill>
            </a:endParaRPr>
          </a:p>
        </p:txBody>
      </p:sp>
      <p:sp>
        <p:nvSpPr>
          <p:cNvPr id="172" name="Google Shape;172;p21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800"/>
              <a:t>Añadir aquí la descripción de tu empresa………………</a:t>
            </a:r>
            <a:r>
              <a:rPr lang="es" sz="1800"/>
              <a:t>..</a:t>
            </a:r>
            <a:endParaRPr sz="1800"/>
          </a:p>
        </p:txBody>
      </p:sp>
      <p:sp>
        <p:nvSpPr>
          <p:cNvPr id="173" name="Google Shape;173;p21"/>
          <p:cNvSpPr/>
          <p:nvPr/>
        </p:nvSpPr>
        <p:spPr>
          <a:xfrm>
            <a:off x="7850625" y="147925"/>
            <a:ext cx="981600" cy="976800"/>
          </a:xfrm>
          <a:prstGeom prst="rect">
            <a:avLst/>
          </a:prstGeom>
          <a:solidFill>
            <a:srgbClr val="FFFFFF">
              <a:alpha val="665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INSERTA TU LOGOTIPO</a:t>
            </a:r>
            <a:endParaRPr sz="1000"/>
          </a:p>
        </p:txBody>
      </p:sp>
      <p:pic>
        <p:nvPicPr>
          <p:cNvPr id="174" name="Google Shape;174;p21"/>
          <p:cNvPicPr preferRelativeResize="0"/>
          <p:nvPr/>
        </p:nvPicPr>
        <p:blipFill rotWithShape="1">
          <a:blip r:embed="rId3">
            <a:alphaModFix/>
          </a:blip>
          <a:srcRect b="0" l="0" r="28166" t="0"/>
          <a:stretch/>
        </p:blipFill>
        <p:spPr>
          <a:xfrm>
            <a:off x="4981900" y="1280925"/>
            <a:ext cx="4162099" cy="386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 txBox="1"/>
          <p:nvPr>
            <p:ph idx="2" type="body"/>
          </p:nvPr>
        </p:nvSpPr>
        <p:spPr>
          <a:xfrm>
            <a:off x="5136975" y="1505700"/>
            <a:ext cx="3695400" cy="3076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Insertar una imagen de tu </a:t>
            </a:r>
            <a:endParaRPr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empresa o mantener esta</a:t>
            </a:r>
            <a:endParaRPr/>
          </a:p>
        </p:txBody>
      </p:sp>
      <p:sp>
        <p:nvSpPr>
          <p:cNvPr id="176" name="Google Shape;176;p21"/>
          <p:cNvSpPr/>
          <p:nvPr/>
        </p:nvSpPr>
        <p:spPr>
          <a:xfrm>
            <a:off x="-1045700" y="120825"/>
            <a:ext cx="967200" cy="960600"/>
          </a:xfrm>
          <a:prstGeom prst="snip1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Añade la descripción y logo de tu empresa, y si lo deseas, cambia la imagen propuesta o diréctamente úsala eliminando el texto sobrescrito</a:t>
            </a:r>
            <a:endParaRPr sz="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Empresa | </a:t>
            </a:r>
            <a:r>
              <a:rPr lang="es">
                <a:solidFill>
                  <a:srgbClr val="F3AA46"/>
                </a:solidFill>
              </a:rPr>
              <a:t>Nuestra historia</a:t>
            </a:r>
            <a:endParaRPr>
              <a:solidFill>
                <a:srgbClr val="F3AA46"/>
              </a:solidFill>
            </a:endParaRPr>
          </a:p>
        </p:txBody>
      </p:sp>
      <p:sp>
        <p:nvSpPr>
          <p:cNvPr id="182" name="Google Shape;182;p22"/>
          <p:cNvSpPr txBox="1"/>
          <p:nvPr>
            <p:ph idx="1" type="body"/>
          </p:nvPr>
        </p:nvSpPr>
        <p:spPr>
          <a:xfrm>
            <a:off x="311700" y="1505700"/>
            <a:ext cx="8520600" cy="3076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800"/>
              <a:t>Explicar aquí cómo y cuándo nació la empresa, cómo ha evolucionado en los últimos años……………………………………</a:t>
            </a:r>
            <a:endParaRPr sz="1800"/>
          </a:p>
        </p:txBody>
      </p:sp>
      <p:sp>
        <p:nvSpPr>
          <p:cNvPr id="183" name="Google Shape;183;p22"/>
          <p:cNvSpPr/>
          <p:nvPr/>
        </p:nvSpPr>
        <p:spPr>
          <a:xfrm>
            <a:off x="-1045700" y="120825"/>
            <a:ext cx="967200" cy="960600"/>
          </a:xfrm>
          <a:prstGeom prst="snip1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Añade el logo de tu empresa y cuenta cómo y por qué se fundó</a:t>
            </a:r>
            <a:endParaRPr sz="600"/>
          </a:p>
        </p:txBody>
      </p:sp>
      <p:sp>
        <p:nvSpPr>
          <p:cNvPr id="184" name="Google Shape;184;p22"/>
          <p:cNvSpPr/>
          <p:nvPr/>
        </p:nvSpPr>
        <p:spPr>
          <a:xfrm>
            <a:off x="7850625" y="147925"/>
            <a:ext cx="981600" cy="976800"/>
          </a:xfrm>
          <a:prstGeom prst="rect">
            <a:avLst/>
          </a:prstGeom>
          <a:solidFill>
            <a:srgbClr val="FFFFFF">
              <a:alpha val="665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INSERTA TU LOGOTIPO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Empresa | </a:t>
            </a:r>
            <a:r>
              <a:rPr lang="es">
                <a:solidFill>
                  <a:srgbClr val="F3AA46"/>
                </a:solidFill>
              </a:rPr>
              <a:t>Misión, visión y valores</a:t>
            </a:r>
            <a:endParaRPr>
              <a:solidFill>
                <a:srgbClr val="F3AA46"/>
              </a:solidFill>
            </a:endParaRPr>
          </a:p>
        </p:txBody>
      </p:sp>
      <p:sp>
        <p:nvSpPr>
          <p:cNvPr id="190" name="Google Shape;190;p23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Nuestra </a:t>
            </a:r>
            <a:r>
              <a:rPr lang="es">
                <a:solidFill>
                  <a:srgbClr val="F3AA46"/>
                </a:solidFill>
              </a:rPr>
              <a:t>misión </a:t>
            </a:r>
            <a:r>
              <a:rPr lang="es"/>
              <a:t>es…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Nuestra </a:t>
            </a:r>
            <a:r>
              <a:rPr lang="es">
                <a:solidFill>
                  <a:srgbClr val="F3AA46"/>
                </a:solidFill>
              </a:rPr>
              <a:t>visión</a:t>
            </a:r>
            <a:r>
              <a:rPr lang="es"/>
              <a:t> es...</a:t>
            </a:r>
            <a:endParaRPr/>
          </a:p>
        </p:txBody>
      </p:sp>
      <p:sp>
        <p:nvSpPr>
          <p:cNvPr id="191" name="Google Shape;191;p23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400"/>
              <a:t>Entre nuestros </a:t>
            </a:r>
            <a:r>
              <a:rPr lang="es" sz="1400">
                <a:solidFill>
                  <a:srgbClr val="F3AA46"/>
                </a:solidFill>
              </a:rPr>
              <a:t>valores</a:t>
            </a:r>
            <a:r>
              <a:rPr lang="es" sz="1400"/>
              <a:t> podemos destacar:</a:t>
            </a:r>
            <a:endParaRPr sz="1400"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s" sz="1400"/>
              <a:t>Valor 1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s" sz="1400"/>
              <a:t>Valor 2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s" sz="1400"/>
              <a:t>Valor 3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s" sz="1400"/>
              <a:t>Valor 4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s" sz="1400"/>
              <a:t>Valor 5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s" sz="1400"/>
              <a:t>Valor 6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s" sz="1400"/>
              <a:t>Valor 7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s" sz="1400"/>
              <a:t>Valor 8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s" sz="1400"/>
              <a:t>Valor 9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s" sz="1400"/>
              <a:t>Valor 10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s" sz="1400"/>
              <a:t>Valor 11</a:t>
            </a:r>
            <a:endParaRPr sz="1400"/>
          </a:p>
        </p:txBody>
      </p:sp>
      <p:cxnSp>
        <p:nvCxnSpPr>
          <p:cNvPr id="192" name="Google Shape;192;p23"/>
          <p:cNvCxnSpPr>
            <a:stCxn id="190" idx="1"/>
            <a:endCxn id="190" idx="3"/>
          </p:cNvCxnSpPr>
          <p:nvPr/>
        </p:nvCxnSpPr>
        <p:spPr>
          <a:xfrm>
            <a:off x="311700" y="3043800"/>
            <a:ext cx="3999900" cy="0"/>
          </a:xfrm>
          <a:prstGeom prst="straightConnector1">
            <a:avLst/>
          </a:prstGeom>
          <a:noFill/>
          <a:ln cap="flat" cmpd="sng" w="9525">
            <a:solidFill>
              <a:srgbClr val="F3AA46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93" name="Google Shape;193;p23"/>
          <p:cNvSpPr/>
          <p:nvPr/>
        </p:nvSpPr>
        <p:spPr>
          <a:xfrm>
            <a:off x="-1045700" y="120825"/>
            <a:ext cx="967200" cy="960600"/>
          </a:xfrm>
          <a:prstGeom prst="snip1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Añade el logotipo, la misión, la visión y los valores de tu empresa en los apartados correspondientes</a:t>
            </a:r>
            <a:endParaRPr sz="600"/>
          </a:p>
        </p:txBody>
      </p:sp>
      <p:sp>
        <p:nvSpPr>
          <p:cNvPr id="194" name="Google Shape;194;p23"/>
          <p:cNvSpPr/>
          <p:nvPr/>
        </p:nvSpPr>
        <p:spPr>
          <a:xfrm>
            <a:off x="7850625" y="147925"/>
            <a:ext cx="981600" cy="976800"/>
          </a:xfrm>
          <a:prstGeom prst="rect">
            <a:avLst/>
          </a:prstGeom>
          <a:solidFill>
            <a:srgbClr val="FFFFFF">
              <a:alpha val="665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INSERTA TU LOGOTIPO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Empresa | </a:t>
            </a:r>
            <a:r>
              <a:rPr lang="es">
                <a:solidFill>
                  <a:srgbClr val="F3AA46"/>
                </a:solidFill>
              </a:rPr>
              <a:t>Equipo</a:t>
            </a:r>
            <a:endParaRPr>
              <a:solidFill>
                <a:srgbClr val="F3AA46"/>
              </a:solidFill>
            </a:endParaRPr>
          </a:p>
        </p:txBody>
      </p:sp>
      <p:sp>
        <p:nvSpPr>
          <p:cNvPr id="200" name="Google Shape;200;p24"/>
          <p:cNvSpPr txBox="1"/>
          <p:nvPr>
            <p:ph idx="1" type="body"/>
          </p:nvPr>
        </p:nvSpPr>
        <p:spPr>
          <a:xfrm>
            <a:off x="1163325" y="1658100"/>
            <a:ext cx="2004600" cy="1536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000"/>
              <a:t>Nombre y apellidos</a:t>
            </a:r>
            <a:endParaRPr b="1" sz="1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1" lang="es" sz="700"/>
              <a:t>Puesto</a:t>
            </a:r>
            <a:endParaRPr i="1" sz="7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700"/>
              <a:t>Breve bio ………………………………………………………….</a:t>
            </a:r>
            <a:endParaRPr sz="700"/>
          </a:p>
        </p:txBody>
      </p:sp>
      <p:sp>
        <p:nvSpPr>
          <p:cNvPr id="201" name="Google Shape;201;p24"/>
          <p:cNvSpPr txBox="1"/>
          <p:nvPr>
            <p:ph idx="1" type="body"/>
          </p:nvPr>
        </p:nvSpPr>
        <p:spPr>
          <a:xfrm>
            <a:off x="1163325" y="3365975"/>
            <a:ext cx="2004600" cy="1536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000"/>
              <a:t>Nombre y apellidos</a:t>
            </a:r>
            <a:endParaRPr b="1" sz="1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1" lang="es" sz="700"/>
              <a:t>Puesto</a:t>
            </a:r>
            <a:endParaRPr i="1" sz="7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700"/>
              <a:t>Breve bio ………………………………………………………….</a:t>
            </a:r>
            <a:endParaRPr sz="700"/>
          </a:p>
        </p:txBody>
      </p:sp>
      <p:sp>
        <p:nvSpPr>
          <p:cNvPr id="202" name="Google Shape;202;p24"/>
          <p:cNvSpPr/>
          <p:nvPr/>
        </p:nvSpPr>
        <p:spPr>
          <a:xfrm>
            <a:off x="235275" y="1711050"/>
            <a:ext cx="928200" cy="121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4"/>
          <p:cNvSpPr/>
          <p:nvPr/>
        </p:nvSpPr>
        <p:spPr>
          <a:xfrm>
            <a:off x="235275" y="3425450"/>
            <a:ext cx="928200" cy="121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4"/>
          <p:cNvSpPr txBox="1"/>
          <p:nvPr>
            <p:ph idx="1" type="body"/>
          </p:nvPr>
        </p:nvSpPr>
        <p:spPr>
          <a:xfrm>
            <a:off x="4065125" y="1658100"/>
            <a:ext cx="2004600" cy="1536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000"/>
              <a:t>Alejandra García Fernández</a:t>
            </a:r>
            <a:endParaRPr b="1" sz="1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1" lang="es" sz="700"/>
              <a:t>Directora Comercial</a:t>
            </a:r>
            <a:endParaRPr i="1" sz="7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700"/>
              <a:t>Con 8 años de experiencia en el sector y Master en Dirección Comercial, se encarga de la estrategia comercial del negocio y gestionar a un equipo de comerciales de más de 10 personas.</a:t>
            </a:r>
            <a:endParaRPr sz="700"/>
          </a:p>
        </p:txBody>
      </p:sp>
      <p:sp>
        <p:nvSpPr>
          <p:cNvPr id="205" name="Google Shape;205;p24"/>
          <p:cNvSpPr txBox="1"/>
          <p:nvPr>
            <p:ph idx="1" type="body"/>
          </p:nvPr>
        </p:nvSpPr>
        <p:spPr>
          <a:xfrm>
            <a:off x="4065125" y="3365975"/>
            <a:ext cx="2004600" cy="1536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000"/>
              <a:t>Nombre y apellidos</a:t>
            </a:r>
            <a:endParaRPr b="1" sz="1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1" lang="es" sz="700"/>
              <a:t>Puesto</a:t>
            </a:r>
            <a:endParaRPr i="1" sz="7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700"/>
              <a:t>Breve bio ………………………………………………………….</a:t>
            </a:r>
            <a:endParaRPr sz="700"/>
          </a:p>
        </p:txBody>
      </p:sp>
      <p:sp>
        <p:nvSpPr>
          <p:cNvPr id="206" name="Google Shape;206;p24"/>
          <p:cNvSpPr/>
          <p:nvPr/>
        </p:nvSpPr>
        <p:spPr>
          <a:xfrm>
            <a:off x="3137075" y="1711050"/>
            <a:ext cx="928200" cy="121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4"/>
          <p:cNvSpPr/>
          <p:nvPr/>
        </p:nvSpPr>
        <p:spPr>
          <a:xfrm>
            <a:off x="3137075" y="3425450"/>
            <a:ext cx="928200" cy="121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4"/>
          <p:cNvSpPr txBox="1"/>
          <p:nvPr>
            <p:ph idx="1" type="body"/>
          </p:nvPr>
        </p:nvSpPr>
        <p:spPr>
          <a:xfrm>
            <a:off x="6979850" y="1658100"/>
            <a:ext cx="2004600" cy="1536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000"/>
              <a:t>Nombre y apellidos</a:t>
            </a:r>
            <a:endParaRPr b="1" sz="1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1" lang="es" sz="700"/>
              <a:t>Puesto</a:t>
            </a:r>
            <a:endParaRPr i="1" sz="7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700"/>
              <a:t>Breve bio ………………………………………………………….</a:t>
            </a:r>
            <a:endParaRPr sz="700"/>
          </a:p>
        </p:txBody>
      </p:sp>
      <p:sp>
        <p:nvSpPr>
          <p:cNvPr id="209" name="Google Shape;209;p24"/>
          <p:cNvSpPr txBox="1"/>
          <p:nvPr>
            <p:ph idx="1" type="body"/>
          </p:nvPr>
        </p:nvSpPr>
        <p:spPr>
          <a:xfrm>
            <a:off x="6979850" y="3365975"/>
            <a:ext cx="2004600" cy="1536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000"/>
              <a:t>Nombre y apellidos</a:t>
            </a:r>
            <a:endParaRPr b="1" sz="1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1" lang="es" sz="700"/>
              <a:t>Puesto</a:t>
            </a:r>
            <a:endParaRPr i="1" sz="7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700"/>
              <a:t>Breve bio ………………………………………………………….</a:t>
            </a:r>
            <a:endParaRPr sz="700"/>
          </a:p>
        </p:txBody>
      </p:sp>
      <p:sp>
        <p:nvSpPr>
          <p:cNvPr id="210" name="Google Shape;210;p24"/>
          <p:cNvSpPr/>
          <p:nvPr/>
        </p:nvSpPr>
        <p:spPr>
          <a:xfrm>
            <a:off x="6051800" y="1711050"/>
            <a:ext cx="928200" cy="121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4"/>
          <p:cNvSpPr/>
          <p:nvPr/>
        </p:nvSpPr>
        <p:spPr>
          <a:xfrm>
            <a:off x="6051800" y="3425450"/>
            <a:ext cx="928200" cy="121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4"/>
          <p:cNvSpPr txBox="1"/>
          <p:nvPr>
            <p:ph idx="2" type="body"/>
          </p:nvPr>
        </p:nvSpPr>
        <p:spPr>
          <a:xfrm>
            <a:off x="235275" y="1711050"/>
            <a:ext cx="928200" cy="1211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Insertar fotografía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3" name="Google Shape;213;p24"/>
          <p:cNvSpPr txBox="1"/>
          <p:nvPr>
            <p:ph idx="2" type="body"/>
          </p:nvPr>
        </p:nvSpPr>
        <p:spPr>
          <a:xfrm>
            <a:off x="235275" y="3425450"/>
            <a:ext cx="928200" cy="1211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Insertar fotografía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4" name="Google Shape;214;p24"/>
          <p:cNvSpPr txBox="1"/>
          <p:nvPr>
            <p:ph idx="2" type="body"/>
          </p:nvPr>
        </p:nvSpPr>
        <p:spPr>
          <a:xfrm>
            <a:off x="3143538" y="1711050"/>
            <a:ext cx="928200" cy="1211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Insertar fotografía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5" name="Google Shape;215;p24"/>
          <p:cNvSpPr txBox="1"/>
          <p:nvPr>
            <p:ph idx="2" type="body"/>
          </p:nvPr>
        </p:nvSpPr>
        <p:spPr>
          <a:xfrm>
            <a:off x="3143538" y="3425450"/>
            <a:ext cx="928200" cy="1211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Insertar fotografía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6" name="Google Shape;216;p24"/>
          <p:cNvSpPr txBox="1"/>
          <p:nvPr>
            <p:ph idx="2" type="body"/>
          </p:nvPr>
        </p:nvSpPr>
        <p:spPr>
          <a:xfrm>
            <a:off x="6051825" y="1711050"/>
            <a:ext cx="928200" cy="1211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Insertar fotografía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7" name="Google Shape;217;p24"/>
          <p:cNvSpPr txBox="1"/>
          <p:nvPr>
            <p:ph idx="2" type="body"/>
          </p:nvPr>
        </p:nvSpPr>
        <p:spPr>
          <a:xfrm>
            <a:off x="6051825" y="3425450"/>
            <a:ext cx="928200" cy="1211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Insertar fotografía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8" name="Google Shape;218;p24"/>
          <p:cNvSpPr/>
          <p:nvPr/>
        </p:nvSpPr>
        <p:spPr>
          <a:xfrm>
            <a:off x="-1045700" y="120825"/>
            <a:ext cx="967200" cy="960600"/>
          </a:xfrm>
          <a:prstGeom prst="snip1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Presenta a tu equipo con su nombre, puesto de trabajo y breve biografía. No olvides tampoco su fotografía e incoporar el logotipo de la empresa</a:t>
            </a:r>
            <a:endParaRPr sz="600"/>
          </a:p>
        </p:txBody>
      </p:sp>
      <p:sp>
        <p:nvSpPr>
          <p:cNvPr id="219" name="Google Shape;219;p24"/>
          <p:cNvSpPr/>
          <p:nvPr/>
        </p:nvSpPr>
        <p:spPr>
          <a:xfrm>
            <a:off x="7850625" y="147925"/>
            <a:ext cx="981600" cy="976800"/>
          </a:xfrm>
          <a:prstGeom prst="rect">
            <a:avLst/>
          </a:prstGeom>
          <a:solidFill>
            <a:srgbClr val="FFFFFF">
              <a:alpha val="665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INSERTA TU LOGOTIPO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Productos y servicios</a:t>
            </a:r>
            <a:endParaRPr/>
          </a:p>
        </p:txBody>
      </p:sp>
      <p:sp>
        <p:nvSpPr>
          <p:cNvPr id="225" name="Google Shape;225;p25"/>
          <p:cNvSpPr/>
          <p:nvPr/>
        </p:nvSpPr>
        <p:spPr>
          <a:xfrm>
            <a:off x="368225" y="1549875"/>
            <a:ext cx="1993200" cy="705900"/>
          </a:xfrm>
          <a:prstGeom prst="rect">
            <a:avLst/>
          </a:prstGeom>
          <a:solidFill>
            <a:srgbClr val="F3A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Producto 1</a:t>
            </a:r>
            <a:endParaRPr/>
          </a:p>
        </p:txBody>
      </p:sp>
      <p:sp>
        <p:nvSpPr>
          <p:cNvPr id="226" name="Google Shape;226;p25"/>
          <p:cNvSpPr/>
          <p:nvPr/>
        </p:nvSpPr>
        <p:spPr>
          <a:xfrm>
            <a:off x="368225" y="2414650"/>
            <a:ext cx="1993200" cy="705900"/>
          </a:xfrm>
          <a:prstGeom prst="rect">
            <a:avLst/>
          </a:prstGeom>
          <a:solidFill>
            <a:srgbClr val="F3A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Producto 2</a:t>
            </a:r>
            <a:endParaRPr/>
          </a:p>
        </p:txBody>
      </p:sp>
      <p:sp>
        <p:nvSpPr>
          <p:cNvPr id="227" name="Google Shape;227;p25"/>
          <p:cNvSpPr/>
          <p:nvPr/>
        </p:nvSpPr>
        <p:spPr>
          <a:xfrm>
            <a:off x="368225" y="3279425"/>
            <a:ext cx="1993200" cy="705900"/>
          </a:xfrm>
          <a:prstGeom prst="rect">
            <a:avLst/>
          </a:prstGeom>
          <a:solidFill>
            <a:srgbClr val="F3A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Producto 3</a:t>
            </a:r>
            <a:endParaRPr/>
          </a:p>
        </p:txBody>
      </p:sp>
      <p:sp>
        <p:nvSpPr>
          <p:cNvPr id="228" name="Google Shape;228;p25"/>
          <p:cNvSpPr/>
          <p:nvPr/>
        </p:nvSpPr>
        <p:spPr>
          <a:xfrm>
            <a:off x="368225" y="4144200"/>
            <a:ext cx="1993200" cy="705900"/>
          </a:xfrm>
          <a:prstGeom prst="rect">
            <a:avLst/>
          </a:prstGeom>
          <a:solidFill>
            <a:srgbClr val="F3A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Producto 4</a:t>
            </a:r>
            <a:endParaRPr/>
          </a:p>
        </p:txBody>
      </p:sp>
      <p:sp>
        <p:nvSpPr>
          <p:cNvPr id="229" name="Google Shape;229;p25"/>
          <p:cNvSpPr/>
          <p:nvPr/>
        </p:nvSpPr>
        <p:spPr>
          <a:xfrm>
            <a:off x="2513975" y="1549875"/>
            <a:ext cx="1993200" cy="705900"/>
          </a:xfrm>
          <a:prstGeom prst="rect">
            <a:avLst/>
          </a:prstGeom>
          <a:solidFill>
            <a:srgbClr val="F3A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Producto 5</a:t>
            </a:r>
            <a:endParaRPr/>
          </a:p>
        </p:txBody>
      </p:sp>
      <p:sp>
        <p:nvSpPr>
          <p:cNvPr id="230" name="Google Shape;230;p25"/>
          <p:cNvSpPr/>
          <p:nvPr/>
        </p:nvSpPr>
        <p:spPr>
          <a:xfrm>
            <a:off x="2513975" y="2414650"/>
            <a:ext cx="1993200" cy="705900"/>
          </a:xfrm>
          <a:prstGeom prst="rect">
            <a:avLst/>
          </a:prstGeom>
          <a:solidFill>
            <a:srgbClr val="F3A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Producto 6</a:t>
            </a:r>
            <a:endParaRPr/>
          </a:p>
        </p:txBody>
      </p:sp>
      <p:sp>
        <p:nvSpPr>
          <p:cNvPr id="231" name="Google Shape;231;p25"/>
          <p:cNvSpPr/>
          <p:nvPr/>
        </p:nvSpPr>
        <p:spPr>
          <a:xfrm>
            <a:off x="2513975" y="3279425"/>
            <a:ext cx="1993200" cy="705900"/>
          </a:xfrm>
          <a:prstGeom prst="rect">
            <a:avLst/>
          </a:prstGeom>
          <a:solidFill>
            <a:srgbClr val="F3A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Producto 7</a:t>
            </a:r>
            <a:endParaRPr/>
          </a:p>
        </p:txBody>
      </p:sp>
      <p:sp>
        <p:nvSpPr>
          <p:cNvPr id="232" name="Google Shape;232;p25"/>
          <p:cNvSpPr/>
          <p:nvPr/>
        </p:nvSpPr>
        <p:spPr>
          <a:xfrm>
            <a:off x="2513975" y="4144200"/>
            <a:ext cx="1993200" cy="705900"/>
          </a:xfrm>
          <a:prstGeom prst="rect">
            <a:avLst/>
          </a:prstGeom>
          <a:solidFill>
            <a:srgbClr val="F3A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Producto 8</a:t>
            </a:r>
            <a:endParaRPr/>
          </a:p>
        </p:txBody>
      </p:sp>
      <p:sp>
        <p:nvSpPr>
          <p:cNvPr id="233" name="Google Shape;233;p25"/>
          <p:cNvSpPr/>
          <p:nvPr/>
        </p:nvSpPr>
        <p:spPr>
          <a:xfrm>
            <a:off x="4659725" y="1549875"/>
            <a:ext cx="1993200" cy="705900"/>
          </a:xfrm>
          <a:prstGeom prst="rect">
            <a:avLst/>
          </a:prstGeom>
          <a:solidFill>
            <a:srgbClr val="F3A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Servicio 1</a:t>
            </a:r>
            <a:endParaRPr/>
          </a:p>
        </p:txBody>
      </p:sp>
      <p:sp>
        <p:nvSpPr>
          <p:cNvPr id="234" name="Google Shape;234;p25"/>
          <p:cNvSpPr/>
          <p:nvPr/>
        </p:nvSpPr>
        <p:spPr>
          <a:xfrm>
            <a:off x="4659725" y="2414650"/>
            <a:ext cx="1993200" cy="705900"/>
          </a:xfrm>
          <a:prstGeom prst="rect">
            <a:avLst/>
          </a:prstGeom>
          <a:solidFill>
            <a:srgbClr val="F3A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Servicio 2</a:t>
            </a:r>
            <a:endParaRPr/>
          </a:p>
        </p:txBody>
      </p:sp>
      <p:sp>
        <p:nvSpPr>
          <p:cNvPr id="235" name="Google Shape;235;p25"/>
          <p:cNvSpPr/>
          <p:nvPr/>
        </p:nvSpPr>
        <p:spPr>
          <a:xfrm>
            <a:off x="4659725" y="3279425"/>
            <a:ext cx="1993200" cy="705900"/>
          </a:xfrm>
          <a:prstGeom prst="rect">
            <a:avLst/>
          </a:prstGeom>
          <a:solidFill>
            <a:srgbClr val="F3A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Servicio 3</a:t>
            </a:r>
            <a:endParaRPr/>
          </a:p>
        </p:txBody>
      </p:sp>
      <p:sp>
        <p:nvSpPr>
          <p:cNvPr id="236" name="Google Shape;236;p25"/>
          <p:cNvSpPr/>
          <p:nvPr/>
        </p:nvSpPr>
        <p:spPr>
          <a:xfrm>
            <a:off x="4659725" y="4144200"/>
            <a:ext cx="1993200" cy="705900"/>
          </a:xfrm>
          <a:prstGeom prst="rect">
            <a:avLst/>
          </a:prstGeom>
          <a:solidFill>
            <a:srgbClr val="F3A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Servicio 4</a:t>
            </a:r>
            <a:endParaRPr/>
          </a:p>
        </p:txBody>
      </p:sp>
      <p:sp>
        <p:nvSpPr>
          <p:cNvPr id="237" name="Google Shape;237;p25"/>
          <p:cNvSpPr/>
          <p:nvPr/>
        </p:nvSpPr>
        <p:spPr>
          <a:xfrm>
            <a:off x="6805475" y="1549875"/>
            <a:ext cx="1993200" cy="705900"/>
          </a:xfrm>
          <a:prstGeom prst="rect">
            <a:avLst/>
          </a:prstGeom>
          <a:solidFill>
            <a:srgbClr val="F3A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Servicio 5</a:t>
            </a:r>
            <a:endParaRPr/>
          </a:p>
        </p:txBody>
      </p:sp>
      <p:sp>
        <p:nvSpPr>
          <p:cNvPr id="238" name="Google Shape;238;p25"/>
          <p:cNvSpPr/>
          <p:nvPr/>
        </p:nvSpPr>
        <p:spPr>
          <a:xfrm>
            <a:off x="6805475" y="2414650"/>
            <a:ext cx="1993200" cy="705900"/>
          </a:xfrm>
          <a:prstGeom prst="rect">
            <a:avLst/>
          </a:prstGeom>
          <a:solidFill>
            <a:srgbClr val="F3A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Servicio 6</a:t>
            </a:r>
            <a:endParaRPr/>
          </a:p>
        </p:txBody>
      </p:sp>
      <p:sp>
        <p:nvSpPr>
          <p:cNvPr id="239" name="Google Shape;239;p25"/>
          <p:cNvSpPr/>
          <p:nvPr/>
        </p:nvSpPr>
        <p:spPr>
          <a:xfrm>
            <a:off x="6805475" y="3279425"/>
            <a:ext cx="1993200" cy="705900"/>
          </a:xfrm>
          <a:prstGeom prst="rect">
            <a:avLst/>
          </a:prstGeom>
          <a:solidFill>
            <a:srgbClr val="F3A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Servicio 7</a:t>
            </a:r>
            <a:endParaRPr/>
          </a:p>
        </p:txBody>
      </p:sp>
      <p:sp>
        <p:nvSpPr>
          <p:cNvPr id="240" name="Google Shape;240;p25"/>
          <p:cNvSpPr/>
          <p:nvPr/>
        </p:nvSpPr>
        <p:spPr>
          <a:xfrm>
            <a:off x="6805475" y="4144200"/>
            <a:ext cx="1993200" cy="705900"/>
          </a:xfrm>
          <a:prstGeom prst="rect">
            <a:avLst/>
          </a:prstGeom>
          <a:solidFill>
            <a:srgbClr val="F3A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Servicio 8</a:t>
            </a:r>
            <a:endParaRPr/>
          </a:p>
        </p:txBody>
      </p:sp>
      <p:sp>
        <p:nvSpPr>
          <p:cNvPr id="241" name="Google Shape;241;p25"/>
          <p:cNvSpPr/>
          <p:nvPr/>
        </p:nvSpPr>
        <p:spPr>
          <a:xfrm>
            <a:off x="-1045700" y="120825"/>
            <a:ext cx="967200" cy="960600"/>
          </a:xfrm>
          <a:prstGeom prst="snip1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Indica tus productos y/o servicios principales en este esquema general. No olvides incluir el logotipo de tu empresa.</a:t>
            </a:r>
            <a:endParaRPr sz="600"/>
          </a:p>
        </p:txBody>
      </p:sp>
      <p:sp>
        <p:nvSpPr>
          <p:cNvPr id="242" name="Google Shape;242;p25"/>
          <p:cNvSpPr/>
          <p:nvPr/>
        </p:nvSpPr>
        <p:spPr>
          <a:xfrm>
            <a:off x="7850625" y="147925"/>
            <a:ext cx="981600" cy="976800"/>
          </a:xfrm>
          <a:prstGeom prst="rect">
            <a:avLst/>
          </a:prstGeom>
          <a:solidFill>
            <a:srgbClr val="FFFFFF">
              <a:alpha val="665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INSERTA TU LOGOTIPO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Producto 1</a:t>
            </a:r>
            <a:endParaRPr/>
          </a:p>
        </p:txBody>
      </p:sp>
      <p:sp>
        <p:nvSpPr>
          <p:cNvPr id="248" name="Google Shape;248;p26"/>
          <p:cNvSpPr/>
          <p:nvPr/>
        </p:nvSpPr>
        <p:spPr>
          <a:xfrm>
            <a:off x="368225" y="1549875"/>
            <a:ext cx="1993200" cy="705900"/>
          </a:xfrm>
          <a:prstGeom prst="rect">
            <a:avLst/>
          </a:prstGeom>
          <a:solidFill>
            <a:srgbClr val="F3A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Descripción</a:t>
            </a:r>
            <a:endParaRPr/>
          </a:p>
        </p:txBody>
      </p:sp>
      <p:sp>
        <p:nvSpPr>
          <p:cNvPr id="249" name="Google Shape;249;p26"/>
          <p:cNvSpPr/>
          <p:nvPr/>
        </p:nvSpPr>
        <p:spPr>
          <a:xfrm>
            <a:off x="368225" y="2414650"/>
            <a:ext cx="1993200" cy="2435400"/>
          </a:xfrm>
          <a:prstGeom prst="rect">
            <a:avLst/>
          </a:prstGeom>
          <a:noFill/>
          <a:ln cap="flat" cmpd="sng" w="9525">
            <a:solidFill>
              <a:srgbClr val="F3AA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Indicar la descripción del producto</a:t>
            </a:r>
            <a:endParaRPr sz="900"/>
          </a:p>
        </p:txBody>
      </p:sp>
      <p:sp>
        <p:nvSpPr>
          <p:cNvPr id="250" name="Google Shape;250;p26"/>
          <p:cNvSpPr/>
          <p:nvPr/>
        </p:nvSpPr>
        <p:spPr>
          <a:xfrm>
            <a:off x="2513975" y="1549875"/>
            <a:ext cx="1993200" cy="705900"/>
          </a:xfrm>
          <a:prstGeom prst="rect">
            <a:avLst/>
          </a:prstGeom>
          <a:solidFill>
            <a:srgbClr val="F3A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Beneficios</a:t>
            </a:r>
            <a:endParaRPr/>
          </a:p>
        </p:txBody>
      </p:sp>
      <p:sp>
        <p:nvSpPr>
          <p:cNvPr id="251" name="Google Shape;251;p26"/>
          <p:cNvSpPr/>
          <p:nvPr/>
        </p:nvSpPr>
        <p:spPr>
          <a:xfrm>
            <a:off x="2513975" y="2414650"/>
            <a:ext cx="1993200" cy="2435400"/>
          </a:xfrm>
          <a:prstGeom prst="rect">
            <a:avLst/>
          </a:prstGeom>
          <a:noFill/>
          <a:ln cap="flat" cmpd="sng" w="9525">
            <a:solidFill>
              <a:srgbClr val="F3AA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Beneficio 1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Beneficio 2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Beneficio 3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…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…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...</a:t>
            </a:r>
            <a:endParaRPr sz="900"/>
          </a:p>
        </p:txBody>
      </p:sp>
      <p:sp>
        <p:nvSpPr>
          <p:cNvPr id="252" name="Google Shape;252;p26"/>
          <p:cNvSpPr/>
          <p:nvPr/>
        </p:nvSpPr>
        <p:spPr>
          <a:xfrm>
            <a:off x="4659725" y="1549875"/>
            <a:ext cx="4202400" cy="3300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Insertar imagen del producto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53" name="Google Shape;253;p26"/>
          <p:cNvSpPr/>
          <p:nvPr/>
        </p:nvSpPr>
        <p:spPr>
          <a:xfrm>
            <a:off x="-1045700" y="120825"/>
            <a:ext cx="967200" cy="960600"/>
          </a:xfrm>
          <a:prstGeom prst="snip1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Indica el nombre de un producto, su descripción y beneficios. Añade una fotografía del producto y el logotipo de tu empresa. </a:t>
            </a:r>
            <a:endParaRPr sz="600"/>
          </a:p>
        </p:txBody>
      </p:sp>
      <p:sp>
        <p:nvSpPr>
          <p:cNvPr id="254" name="Google Shape;254;p26"/>
          <p:cNvSpPr/>
          <p:nvPr/>
        </p:nvSpPr>
        <p:spPr>
          <a:xfrm>
            <a:off x="-1045700" y="1201275"/>
            <a:ext cx="967200" cy="960600"/>
          </a:xfrm>
          <a:prstGeom prst="snip1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Copia y pega esta diapositiva tantas veces como productos quieras presentar en el dossier</a:t>
            </a:r>
            <a:endParaRPr sz="600"/>
          </a:p>
        </p:txBody>
      </p:sp>
      <p:sp>
        <p:nvSpPr>
          <p:cNvPr id="255" name="Google Shape;255;p26"/>
          <p:cNvSpPr/>
          <p:nvPr/>
        </p:nvSpPr>
        <p:spPr>
          <a:xfrm>
            <a:off x="7850625" y="147925"/>
            <a:ext cx="981600" cy="976800"/>
          </a:xfrm>
          <a:prstGeom prst="rect">
            <a:avLst/>
          </a:prstGeom>
          <a:solidFill>
            <a:srgbClr val="FFFFFF">
              <a:alpha val="665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INSERTA TU LOGOTIPO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Servicio</a:t>
            </a:r>
            <a:r>
              <a:rPr lang="es"/>
              <a:t> 1</a:t>
            </a:r>
            <a:endParaRPr/>
          </a:p>
        </p:txBody>
      </p:sp>
      <p:sp>
        <p:nvSpPr>
          <p:cNvPr id="261" name="Google Shape;261;p27"/>
          <p:cNvSpPr/>
          <p:nvPr/>
        </p:nvSpPr>
        <p:spPr>
          <a:xfrm>
            <a:off x="4659725" y="1549938"/>
            <a:ext cx="1993200" cy="705900"/>
          </a:xfrm>
          <a:prstGeom prst="rect">
            <a:avLst/>
          </a:prstGeom>
          <a:solidFill>
            <a:srgbClr val="F3A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Descripción</a:t>
            </a:r>
            <a:endParaRPr/>
          </a:p>
        </p:txBody>
      </p:sp>
      <p:sp>
        <p:nvSpPr>
          <p:cNvPr id="262" name="Google Shape;262;p27"/>
          <p:cNvSpPr/>
          <p:nvPr/>
        </p:nvSpPr>
        <p:spPr>
          <a:xfrm>
            <a:off x="4659725" y="2414713"/>
            <a:ext cx="1993200" cy="2435400"/>
          </a:xfrm>
          <a:prstGeom prst="rect">
            <a:avLst/>
          </a:prstGeom>
          <a:noFill/>
          <a:ln cap="flat" cmpd="sng" w="9525">
            <a:solidFill>
              <a:srgbClr val="F3AA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Indicar la descripción del servicio</a:t>
            </a:r>
            <a:endParaRPr sz="900"/>
          </a:p>
        </p:txBody>
      </p:sp>
      <p:sp>
        <p:nvSpPr>
          <p:cNvPr id="263" name="Google Shape;263;p27"/>
          <p:cNvSpPr/>
          <p:nvPr/>
        </p:nvSpPr>
        <p:spPr>
          <a:xfrm>
            <a:off x="6805475" y="1549938"/>
            <a:ext cx="1993200" cy="705900"/>
          </a:xfrm>
          <a:prstGeom prst="rect">
            <a:avLst/>
          </a:prstGeom>
          <a:solidFill>
            <a:srgbClr val="F3A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Beneficios</a:t>
            </a:r>
            <a:endParaRPr/>
          </a:p>
        </p:txBody>
      </p:sp>
      <p:sp>
        <p:nvSpPr>
          <p:cNvPr id="264" name="Google Shape;264;p27"/>
          <p:cNvSpPr/>
          <p:nvPr/>
        </p:nvSpPr>
        <p:spPr>
          <a:xfrm>
            <a:off x="6805475" y="2414713"/>
            <a:ext cx="1993200" cy="2435400"/>
          </a:xfrm>
          <a:prstGeom prst="rect">
            <a:avLst/>
          </a:prstGeom>
          <a:noFill/>
          <a:ln cap="flat" cmpd="sng" w="9525">
            <a:solidFill>
              <a:srgbClr val="F3AA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Beneficio 1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Beneficio 2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Beneficio 3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…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…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s" sz="900"/>
              <a:t>...</a:t>
            </a:r>
            <a:endParaRPr sz="900"/>
          </a:p>
        </p:txBody>
      </p:sp>
      <p:sp>
        <p:nvSpPr>
          <p:cNvPr id="265" name="Google Shape;265;p27"/>
          <p:cNvSpPr/>
          <p:nvPr/>
        </p:nvSpPr>
        <p:spPr>
          <a:xfrm>
            <a:off x="304775" y="1549825"/>
            <a:ext cx="4202400" cy="3300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Insertar imagen del servicio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66" name="Google Shape;266;p27"/>
          <p:cNvSpPr/>
          <p:nvPr/>
        </p:nvSpPr>
        <p:spPr>
          <a:xfrm>
            <a:off x="-1045700" y="120825"/>
            <a:ext cx="967200" cy="960600"/>
          </a:xfrm>
          <a:prstGeom prst="snip1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Indica el nombre de un servicio, su descripción y beneficios. Añade una fotografía del servicio y el logotipo de tu empresa. </a:t>
            </a:r>
            <a:endParaRPr sz="600"/>
          </a:p>
        </p:txBody>
      </p:sp>
      <p:sp>
        <p:nvSpPr>
          <p:cNvPr id="267" name="Google Shape;267;p27"/>
          <p:cNvSpPr/>
          <p:nvPr/>
        </p:nvSpPr>
        <p:spPr>
          <a:xfrm>
            <a:off x="-1045700" y="1201275"/>
            <a:ext cx="967200" cy="960600"/>
          </a:xfrm>
          <a:prstGeom prst="snip1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Copia y pega esta diapositiva tantas veces como servicios quieras presentar en el dossier</a:t>
            </a:r>
            <a:endParaRPr sz="600"/>
          </a:p>
        </p:txBody>
      </p:sp>
      <p:sp>
        <p:nvSpPr>
          <p:cNvPr id="268" name="Google Shape;268;p27"/>
          <p:cNvSpPr/>
          <p:nvPr/>
        </p:nvSpPr>
        <p:spPr>
          <a:xfrm>
            <a:off x="7850625" y="147925"/>
            <a:ext cx="981600" cy="976800"/>
          </a:xfrm>
          <a:prstGeom prst="rect">
            <a:avLst/>
          </a:prstGeom>
          <a:solidFill>
            <a:srgbClr val="FFFFFF">
              <a:alpha val="665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INSERTA TU LOGOTIPO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Caso de éxito</a:t>
            </a:r>
            <a:endParaRPr/>
          </a:p>
        </p:txBody>
      </p:sp>
      <p:sp>
        <p:nvSpPr>
          <p:cNvPr id="274" name="Google Shape;274;p28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900"/>
              <a:t>Indicar descripción del caso de éxito</a:t>
            </a:r>
            <a:endParaRPr sz="900"/>
          </a:p>
        </p:txBody>
      </p:sp>
      <p:sp>
        <p:nvSpPr>
          <p:cNvPr id="275" name="Google Shape;275;p28"/>
          <p:cNvSpPr/>
          <p:nvPr/>
        </p:nvSpPr>
        <p:spPr>
          <a:xfrm>
            <a:off x="-1045700" y="120825"/>
            <a:ext cx="967200" cy="960600"/>
          </a:xfrm>
          <a:prstGeom prst="snip1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Indica el caso de éxito con su descripción e imagen. No olvides tampoco el logo de tu empresa</a:t>
            </a:r>
            <a:endParaRPr sz="600"/>
          </a:p>
        </p:txBody>
      </p:sp>
      <p:sp>
        <p:nvSpPr>
          <p:cNvPr id="276" name="Google Shape;276;p28"/>
          <p:cNvSpPr/>
          <p:nvPr/>
        </p:nvSpPr>
        <p:spPr>
          <a:xfrm>
            <a:off x="-1045700" y="1201275"/>
            <a:ext cx="967200" cy="960600"/>
          </a:xfrm>
          <a:prstGeom prst="snip1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Copia y pega esta diapositiva tantas veces como casos e éxito quieras presentar en el dossier</a:t>
            </a:r>
            <a:endParaRPr sz="600"/>
          </a:p>
        </p:txBody>
      </p:sp>
      <p:sp>
        <p:nvSpPr>
          <p:cNvPr id="277" name="Google Shape;277;p28"/>
          <p:cNvSpPr/>
          <p:nvPr/>
        </p:nvSpPr>
        <p:spPr>
          <a:xfrm>
            <a:off x="4659725" y="1549875"/>
            <a:ext cx="4202400" cy="3300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Insertar imagen del caso de éxito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78" name="Google Shape;278;p28"/>
          <p:cNvSpPr/>
          <p:nvPr/>
        </p:nvSpPr>
        <p:spPr>
          <a:xfrm>
            <a:off x="7850625" y="147925"/>
            <a:ext cx="981600" cy="976800"/>
          </a:xfrm>
          <a:prstGeom prst="rect">
            <a:avLst/>
          </a:prstGeom>
          <a:solidFill>
            <a:srgbClr val="FFFFFF">
              <a:alpha val="665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INSERTA TU LOGOTIPO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"/>
          <p:cNvSpPr txBox="1"/>
          <p:nvPr>
            <p:ph type="title"/>
          </p:nvPr>
        </p:nvSpPr>
        <p:spPr>
          <a:xfrm>
            <a:off x="311750" y="831175"/>
            <a:ext cx="6511500" cy="1244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Contacto</a:t>
            </a:r>
            <a:endParaRPr/>
          </a:p>
        </p:txBody>
      </p:sp>
      <p:sp>
        <p:nvSpPr>
          <p:cNvPr id="284" name="Google Shape;284;p29"/>
          <p:cNvSpPr txBox="1"/>
          <p:nvPr>
            <p:ph idx="1" type="body"/>
          </p:nvPr>
        </p:nvSpPr>
        <p:spPr>
          <a:xfrm>
            <a:off x="311700" y="2121425"/>
            <a:ext cx="8455500" cy="268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3AA46"/>
              </a:solidFill>
            </a:endParaRPr>
          </a:p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3AA46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3AA46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3AA46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3AA46"/>
                </a:solidFill>
              </a:rPr>
              <a:t>Nombre y apellidos</a:t>
            </a:r>
            <a:endParaRPr sz="1200">
              <a:solidFill>
                <a:srgbClr val="F3AA46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3AA46"/>
                </a:solidFill>
              </a:rPr>
              <a:t>e-mail: </a:t>
            </a:r>
            <a:r>
              <a:rPr lang="es" sz="1200" u="sng">
                <a:solidFill>
                  <a:srgbClr val="F3AA46"/>
                </a:solidFill>
                <a:hlinkClick r:id="rId3"/>
              </a:rPr>
              <a:t>email@dominiodelaempresa.com</a:t>
            </a:r>
            <a:endParaRPr sz="1200">
              <a:solidFill>
                <a:srgbClr val="F3AA46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3AA46"/>
                </a:solidFill>
              </a:rPr>
              <a:t>Telef. 000 000 000 </a:t>
            </a:r>
            <a:endParaRPr sz="1200">
              <a:solidFill>
                <a:srgbClr val="F3AA46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800"/>
              </a:spcBef>
              <a:spcAft>
                <a:spcPts val="500"/>
              </a:spcAft>
              <a:buNone/>
            </a:pPr>
            <a:r>
              <a:rPr lang="es" sz="1200">
                <a:solidFill>
                  <a:srgbClr val="F3AA46"/>
                </a:solidFill>
              </a:rPr>
              <a:t>Web: </a:t>
            </a:r>
            <a:r>
              <a:rPr lang="es" sz="1200" u="sng">
                <a:solidFill>
                  <a:srgbClr val="F3AA46"/>
                </a:solidFill>
                <a:hlinkClick r:id="rId4"/>
              </a:rPr>
              <a:t>www.dominiodelaempresa.com</a:t>
            </a:r>
            <a:r>
              <a:rPr lang="es" sz="1200">
                <a:solidFill>
                  <a:srgbClr val="F3AA46"/>
                </a:solidFill>
              </a:rPr>
              <a:t> </a:t>
            </a:r>
            <a:endParaRPr sz="1200">
              <a:solidFill>
                <a:srgbClr val="F3AA46"/>
              </a:solidFill>
            </a:endParaRPr>
          </a:p>
        </p:txBody>
      </p:sp>
      <p:sp>
        <p:nvSpPr>
          <p:cNvPr id="285" name="Google Shape;285;p29"/>
          <p:cNvSpPr/>
          <p:nvPr/>
        </p:nvSpPr>
        <p:spPr>
          <a:xfrm>
            <a:off x="-1045700" y="120825"/>
            <a:ext cx="967200" cy="960600"/>
          </a:xfrm>
          <a:prstGeom prst="snip1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/>
              <a:t>Pon tus datos de contacto y el logotipo de tu empresa</a:t>
            </a:r>
            <a:endParaRPr sz="600"/>
          </a:p>
        </p:txBody>
      </p:sp>
      <p:sp>
        <p:nvSpPr>
          <p:cNvPr id="286" name="Google Shape;286;p29"/>
          <p:cNvSpPr/>
          <p:nvPr/>
        </p:nvSpPr>
        <p:spPr>
          <a:xfrm>
            <a:off x="264350" y="3925900"/>
            <a:ext cx="981600" cy="976800"/>
          </a:xfrm>
          <a:prstGeom prst="rect">
            <a:avLst/>
          </a:prstGeom>
          <a:solidFill>
            <a:srgbClr val="FFFFFF">
              <a:alpha val="665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INSERTA TU LOGOTIPO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ollorpallete1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FF4C5B"/>
      </a:accent1>
      <a:accent2>
        <a:srgbClr val="FFA72B"/>
      </a:accent2>
      <a:accent3>
        <a:srgbClr val="33D7FF"/>
      </a:accent3>
      <a:accent4>
        <a:srgbClr val="0097FF"/>
      </a:accent4>
      <a:accent5>
        <a:srgbClr val="2B87EC"/>
      </a:accent5>
      <a:accent6>
        <a:srgbClr val="B62EE8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