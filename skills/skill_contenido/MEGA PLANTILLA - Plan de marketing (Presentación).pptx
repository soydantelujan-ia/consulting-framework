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y="13716000" cx="24384000"/>
  <p:notesSz cx="6858000" cy="9144000"/>
  <p:embeddedFontLst>
    <p:embeddedFont>
      <p:font typeface="Roboto"/>
      <p:regular r:id="rId54"/>
      <p:bold r:id="rId55"/>
      <p:italic r:id="rId56"/>
      <p:boldItalic r:id="rId57"/>
    </p:embeddedFont>
    <p:embeddedFont>
      <p:font typeface="Lato"/>
      <p:regular r:id="rId58"/>
      <p:bold r:id="rId59"/>
      <p:italic r:id="rId60"/>
      <p:boldItalic r:id="rId61"/>
    </p:embeddedFont>
    <p:embeddedFont>
      <p:font typeface="Lato Light"/>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21A46F77-6203-4918-A673-6B69CD0BA170}">
  <a:tblStyle styleId="{21A46F77-6203-4918-A673-6B69CD0BA170}"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DF3"/>
          </a:solidFill>
        </a:fill>
      </a:tcStyle>
    </a:wholeTbl>
    <a:band1H>
      <a:tcTxStyle b="off" i="off"/>
      <a:tcStyle>
        <a:fill>
          <a:solidFill>
            <a:srgbClr val="CBD8E7"/>
          </a:solidFill>
        </a:fill>
      </a:tcStyle>
    </a:band1H>
    <a:band2H>
      <a:tcTxStyle b="off" i="off"/>
    </a:band2H>
    <a:band1V>
      <a:tcTxStyle b="off" i="off"/>
      <a:tcStyle>
        <a:fill>
          <a:solidFill>
            <a:srgbClr val="CBD8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LatoLight-regular.fntdata"/><Relationship Id="rId61" Type="http://schemas.openxmlformats.org/officeDocument/2006/relationships/font" Target="fonts/Lato-boldItalic.fntdata"/><Relationship Id="rId20" Type="http://schemas.openxmlformats.org/officeDocument/2006/relationships/slide" Target="slides/slide15.xml"/><Relationship Id="rId64" Type="http://schemas.openxmlformats.org/officeDocument/2006/relationships/font" Target="fonts/LatoLight-italic.fntdata"/><Relationship Id="rId63" Type="http://schemas.openxmlformats.org/officeDocument/2006/relationships/font" Target="fonts/LatoLight-bold.fntdata"/><Relationship Id="rId22" Type="http://schemas.openxmlformats.org/officeDocument/2006/relationships/slide" Target="slides/slide17.xml"/><Relationship Id="rId21" Type="http://schemas.openxmlformats.org/officeDocument/2006/relationships/slide" Target="slides/slide16.xml"/><Relationship Id="rId65" Type="http://schemas.openxmlformats.org/officeDocument/2006/relationships/font" Target="fonts/LatoLight-boldItalic.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Lato-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Roboto-bold.fntdata"/><Relationship Id="rId10" Type="http://schemas.openxmlformats.org/officeDocument/2006/relationships/slide" Target="slides/slide5.xml"/><Relationship Id="rId54" Type="http://schemas.openxmlformats.org/officeDocument/2006/relationships/font" Target="fonts/Roboto-regular.fntdata"/><Relationship Id="rId13" Type="http://schemas.openxmlformats.org/officeDocument/2006/relationships/slide" Target="slides/slide8.xml"/><Relationship Id="rId57" Type="http://schemas.openxmlformats.org/officeDocument/2006/relationships/font" Target="fonts/Roboto-boldItalic.fntdata"/><Relationship Id="rId12" Type="http://schemas.openxmlformats.org/officeDocument/2006/relationships/slide" Target="slides/slide7.xml"/><Relationship Id="rId56" Type="http://schemas.openxmlformats.org/officeDocument/2006/relationships/font" Target="fonts/Roboto-italic.fntdata"/><Relationship Id="rId15" Type="http://schemas.openxmlformats.org/officeDocument/2006/relationships/slide" Target="slides/slide10.xml"/><Relationship Id="rId59" Type="http://schemas.openxmlformats.org/officeDocument/2006/relationships/font" Target="fonts/Lato-bold.fntdata"/><Relationship Id="rId14" Type="http://schemas.openxmlformats.org/officeDocument/2006/relationships/slide" Target="slides/slide9.xml"/><Relationship Id="rId58" Type="http://schemas.openxmlformats.org/officeDocument/2006/relationships/font" Target="fonts/Lato-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 name="Shape 23"/>
        <p:cNvGrpSpPr/>
        <p:nvPr/>
      </p:nvGrpSpPr>
      <p:grpSpPr>
        <a:xfrm>
          <a:off x="0" y="0"/>
          <a:ext cx="0" cy="0"/>
          <a:chOff x="0" y="0"/>
          <a:chExt cx="0" cy="0"/>
        </a:xfrm>
      </p:grpSpPr>
      <p:sp>
        <p:nvSpPr>
          <p:cNvPr id="24" name="Google Shape;2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Lato"/>
              <a:buNone/>
            </a:pPr>
            <a:r>
              <a:t/>
            </a:r>
            <a:endParaRPr b="0" i="0" sz="1100" u="none" cap="none" strike="noStrike">
              <a:solidFill>
                <a:schemeClr val="dk1"/>
              </a:solidFill>
              <a:latin typeface="Calibri"/>
              <a:ea typeface="Calibri"/>
              <a:cs typeface="Calibri"/>
              <a:sym typeface="Calibri"/>
            </a:endParaRPr>
          </a:p>
        </p:txBody>
      </p:sp>
      <p:sp>
        <p:nvSpPr>
          <p:cNvPr id="26" name="Google Shape;2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 name="Shape 35"/>
        <p:cNvGrpSpPr/>
        <p:nvPr/>
      </p:nvGrpSpPr>
      <p:grpSpPr>
        <a:xfrm>
          <a:off x="0" y="0"/>
          <a:ext cx="0" cy="0"/>
          <a:chOff x="0" y="0"/>
          <a:chExt cx="0" cy="0"/>
        </a:xfrm>
      </p:grpSpPr>
      <p:sp>
        <p:nvSpPr>
          <p:cNvPr id="36" name="Google Shape;3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 name="Google Shape;3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0" name="Shape 60"/>
        <p:cNvGrpSpPr/>
        <p:nvPr/>
      </p:nvGrpSpPr>
      <p:grpSpPr>
        <a:xfrm>
          <a:off x="0" y="0"/>
          <a:ext cx="0" cy="0"/>
          <a:chOff x="0" y="0"/>
          <a:chExt cx="0" cy="0"/>
        </a:xfrm>
      </p:grpSpPr>
      <p:sp>
        <p:nvSpPr>
          <p:cNvPr id="61" name="Google Shape;61;g486fd3301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 name="Google Shape;62;g486fd3301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9" name="Shape 79"/>
        <p:cNvGrpSpPr/>
        <p:nvPr/>
      </p:nvGrpSpPr>
      <p:grpSpPr>
        <a:xfrm>
          <a:off x="0" y="0"/>
          <a:ext cx="0" cy="0"/>
          <a:chOff x="0" y="0"/>
          <a:chExt cx="0" cy="0"/>
        </a:xfrm>
      </p:grpSpPr>
      <p:sp>
        <p:nvSpPr>
          <p:cNvPr id="80" name="Google Shape;80;g48a886a652_0_3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 name="Google Shape;81;g48a886a652_0_3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7" name="Shape 97"/>
        <p:cNvGrpSpPr/>
        <p:nvPr/>
      </p:nvGrpSpPr>
      <p:grpSpPr>
        <a:xfrm>
          <a:off x="0" y="0"/>
          <a:ext cx="0" cy="0"/>
          <a:chOff x="0" y="0"/>
          <a:chExt cx="0" cy="0"/>
        </a:xfrm>
      </p:grpSpPr>
      <p:sp>
        <p:nvSpPr>
          <p:cNvPr id="98" name="Google Shape;98;g48a886a652_0_4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g48a886a652_0_4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1" name="Shape 121"/>
        <p:cNvGrpSpPr/>
        <p:nvPr/>
      </p:nvGrpSpPr>
      <p:grpSpPr>
        <a:xfrm>
          <a:off x="0" y="0"/>
          <a:ext cx="0" cy="0"/>
          <a:chOff x="0" y="0"/>
          <a:chExt cx="0" cy="0"/>
        </a:xfrm>
      </p:grpSpPr>
      <p:sp>
        <p:nvSpPr>
          <p:cNvPr id="122" name="Google Shape;122;g48a886a652_0_4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 name="Google Shape;123;g48a886a652_0_4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1" name="Shape 151"/>
        <p:cNvGrpSpPr/>
        <p:nvPr/>
      </p:nvGrpSpPr>
      <p:grpSpPr>
        <a:xfrm>
          <a:off x="0" y="0"/>
          <a:ext cx="0" cy="0"/>
          <a:chOff x="0" y="0"/>
          <a:chExt cx="0" cy="0"/>
        </a:xfrm>
      </p:grpSpPr>
      <p:sp>
        <p:nvSpPr>
          <p:cNvPr id="152" name="Google Shape;152;g46464ef16c_0_1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g46464ef16c_0_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1" name="Shape 161"/>
        <p:cNvGrpSpPr/>
        <p:nvPr/>
      </p:nvGrpSpPr>
      <p:grpSpPr>
        <a:xfrm>
          <a:off x="0" y="0"/>
          <a:ext cx="0" cy="0"/>
          <a:chOff x="0" y="0"/>
          <a:chExt cx="0" cy="0"/>
        </a:xfrm>
      </p:grpSpPr>
      <p:sp>
        <p:nvSpPr>
          <p:cNvPr id="162" name="Google Shape;162;g486fd33015_0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3" name="Google Shape;163;g486fd33015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1" name="Shape 171"/>
        <p:cNvGrpSpPr/>
        <p:nvPr/>
      </p:nvGrpSpPr>
      <p:grpSpPr>
        <a:xfrm>
          <a:off x="0" y="0"/>
          <a:ext cx="0" cy="0"/>
          <a:chOff x="0" y="0"/>
          <a:chExt cx="0" cy="0"/>
        </a:xfrm>
      </p:grpSpPr>
      <p:sp>
        <p:nvSpPr>
          <p:cNvPr id="172" name="Google Shape;172;g486fd33015_0_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g486fd33015_0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3" name="Shape 203"/>
        <p:cNvGrpSpPr/>
        <p:nvPr/>
      </p:nvGrpSpPr>
      <p:grpSpPr>
        <a:xfrm>
          <a:off x="0" y="0"/>
          <a:ext cx="0" cy="0"/>
          <a:chOff x="0" y="0"/>
          <a:chExt cx="0" cy="0"/>
        </a:xfrm>
      </p:grpSpPr>
      <p:sp>
        <p:nvSpPr>
          <p:cNvPr id="204" name="Google Shape;204;g486fd33015_0_4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5" name="Google Shape;205;g486fd33015_0_4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7" name="Shape 217"/>
        <p:cNvGrpSpPr/>
        <p:nvPr/>
      </p:nvGrpSpPr>
      <p:grpSpPr>
        <a:xfrm>
          <a:off x="0" y="0"/>
          <a:ext cx="0" cy="0"/>
          <a:chOff x="0" y="0"/>
          <a:chExt cx="0" cy="0"/>
        </a:xfrm>
      </p:grpSpPr>
      <p:sp>
        <p:nvSpPr>
          <p:cNvPr id="218" name="Google Shape;218;g4630341e5e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g4630341e5e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1" name="Shape 271"/>
        <p:cNvGrpSpPr/>
        <p:nvPr/>
      </p:nvGrpSpPr>
      <p:grpSpPr>
        <a:xfrm>
          <a:off x="0" y="0"/>
          <a:ext cx="0" cy="0"/>
          <a:chOff x="0" y="0"/>
          <a:chExt cx="0" cy="0"/>
        </a:xfrm>
      </p:grpSpPr>
      <p:sp>
        <p:nvSpPr>
          <p:cNvPr id="272" name="Google Shape;272;g4630341e5e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3" name="Google Shape;273;g4630341e5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7" name="Shape 297"/>
        <p:cNvGrpSpPr/>
        <p:nvPr/>
      </p:nvGrpSpPr>
      <p:grpSpPr>
        <a:xfrm>
          <a:off x="0" y="0"/>
          <a:ext cx="0" cy="0"/>
          <a:chOff x="0" y="0"/>
          <a:chExt cx="0" cy="0"/>
        </a:xfrm>
      </p:grpSpPr>
      <p:sp>
        <p:nvSpPr>
          <p:cNvPr id="298" name="Google Shape;298;g486fd33015_0_4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9" name="Google Shape;299;g486fd33015_0_4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7" name="Shape 307"/>
        <p:cNvGrpSpPr/>
        <p:nvPr/>
      </p:nvGrpSpPr>
      <p:grpSpPr>
        <a:xfrm>
          <a:off x="0" y="0"/>
          <a:ext cx="0" cy="0"/>
          <a:chOff x="0" y="0"/>
          <a:chExt cx="0" cy="0"/>
        </a:xfrm>
      </p:grpSpPr>
      <p:sp>
        <p:nvSpPr>
          <p:cNvPr id="308" name="Google Shape;308;g4630341e5e_0_7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9" name="Google Shape;309;g4630341e5e_0_7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2" name="Shape 332"/>
        <p:cNvGrpSpPr/>
        <p:nvPr/>
      </p:nvGrpSpPr>
      <p:grpSpPr>
        <a:xfrm>
          <a:off x="0" y="0"/>
          <a:ext cx="0" cy="0"/>
          <a:chOff x="0" y="0"/>
          <a:chExt cx="0" cy="0"/>
        </a:xfrm>
      </p:grpSpPr>
      <p:sp>
        <p:nvSpPr>
          <p:cNvPr id="333" name="Google Shape;333;g4630341e5e_0_7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4" name="Google Shape;334;g4630341e5e_0_7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0" name="Shape 350"/>
        <p:cNvGrpSpPr/>
        <p:nvPr/>
      </p:nvGrpSpPr>
      <p:grpSpPr>
        <a:xfrm>
          <a:off x="0" y="0"/>
          <a:ext cx="0" cy="0"/>
          <a:chOff x="0" y="0"/>
          <a:chExt cx="0" cy="0"/>
        </a:xfrm>
      </p:grpSpPr>
      <p:sp>
        <p:nvSpPr>
          <p:cNvPr id="351" name="Google Shape;351;g486fd33015_0_3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2" name="Google Shape;352;g486fd33015_0_3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85" name="Shape 385"/>
        <p:cNvGrpSpPr/>
        <p:nvPr/>
      </p:nvGrpSpPr>
      <p:grpSpPr>
        <a:xfrm>
          <a:off x="0" y="0"/>
          <a:ext cx="0" cy="0"/>
          <a:chOff x="0" y="0"/>
          <a:chExt cx="0" cy="0"/>
        </a:xfrm>
      </p:grpSpPr>
      <p:sp>
        <p:nvSpPr>
          <p:cNvPr id="386" name="Google Shape;386;g486fd33015_0_3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7" name="Google Shape;387;g486fd33015_0_3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02" name="Shape 402"/>
        <p:cNvGrpSpPr/>
        <p:nvPr/>
      </p:nvGrpSpPr>
      <p:grpSpPr>
        <a:xfrm>
          <a:off x="0" y="0"/>
          <a:ext cx="0" cy="0"/>
          <a:chOff x="0" y="0"/>
          <a:chExt cx="0" cy="0"/>
        </a:xfrm>
      </p:grpSpPr>
      <p:sp>
        <p:nvSpPr>
          <p:cNvPr id="403" name="Google Shape;403;g4634d08054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4" name="Google Shape;404;g4634d0805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28" name="Shape 428"/>
        <p:cNvGrpSpPr/>
        <p:nvPr/>
      </p:nvGrpSpPr>
      <p:grpSpPr>
        <a:xfrm>
          <a:off x="0" y="0"/>
          <a:ext cx="0" cy="0"/>
          <a:chOff x="0" y="0"/>
          <a:chExt cx="0" cy="0"/>
        </a:xfrm>
      </p:grpSpPr>
      <p:sp>
        <p:nvSpPr>
          <p:cNvPr id="429" name="Google Shape;429;g486fd33015_0_3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0" name="Google Shape;430;g486fd33015_0_3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81" name="Shape 481"/>
        <p:cNvGrpSpPr/>
        <p:nvPr/>
      </p:nvGrpSpPr>
      <p:grpSpPr>
        <a:xfrm>
          <a:off x="0" y="0"/>
          <a:ext cx="0" cy="0"/>
          <a:chOff x="0" y="0"/>
          <a:chExt cx="0" cy="0"/>
        </a:xfrm>
      </p:grpSpPr>
      <p:sp>
        <p:nvSpPr>
          <p:cNvPr id="482" name="Google Shape;482;g486fd33015_0_1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3" name="Google Shape;483;g486fd33015_0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14" name="Shape 514"/>
        <p:cNvGrpSpPr/>
        <p:nvPr/>
      </p:nvGrpSpPr>
      <p:grpSpPr>
        <a:xfrm>
          <a:off x="0" y="0"/>
          <a:ext cx="0" cy="0"/>
          <a:chOff x="0" y="0"/>
          <a:chExt cx="0" cy="0"/>
        </a:xfrm>
      </p:grpSpPr>
      <p:sp>
        <p:nvSpPr>
          <p:cNvPr id="515" name="Google Shape;515;g486fd33015_0_4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486fd33015_0_4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33" name="Shape 533"/>
        <p:cNvGrpSpPr/>
        <p:nvPr/>
      </p:nvGrpSpPr>
      <p:grpSpPr>
        <a:xfrm>
          <a:off x="0" y="0"/>
          <a:ext cx="0" cy="0"/>
          <a:chOff x="0" y="0"/>
          <a:chExt cx="0" cy="0"/>
        </a:xfrm>
      </p:grpSpPr>
      <p:sp>
        <p:nvSpPr>
          <p:cNvPr id="534" name="Google Shape;534;g48a886a652_0_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5" name="Google Shape;535;g48a886a652_0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68" name="Shape 568"/>
        <p:cNvGrpSpPr/>
        <p:nvPr/>
      </p:nvGrpSpPr>
      <p:grpSpPr>
        <a:xfrm>
          <a:off x="0" y="0"/>
          <a:ext cx="0" cy="0"/>
          <a:chOff x="0" y="0"/>
          <a:chExt cx="0" cy="0"/>
        </a:xfrm>
      </p:grpSpPr>
      <p:sp>
        <p:nvSpPr>
          <p:cNvPr id="569" name="Google Shape;569;g486fd33015_0_5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0" name="Google Shape;570;g486fd33015_0_5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52" name="Shape 652"/>
        <p:cNvGrpSpPr/>
        <p:nvPr/>
      </p:nvGrpSpPr>
      <p:grpSpPr>
        <a:xfrm>
          <a:off x="0" y="0"/>
          <a:ext cx="0" cy="0"/>
          <a:chOff x="0" y="0"/>
          <a:chExt cx="0" cy="0"/>
        </a:xfrm>
      </p:grpSpPr>
      <p:sp>
        <p:nvSpPr>
          <p:cNvPr id="653" name="Google Shape;653;g48a886a652_0_2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4" name="Google Shape;654;g48a886a652_0_2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20" name="Shape 720"/>
        <p:cNvGrpSpPr/>
        <p:nvPr/>
      </p:nvGrpSpPr>
      <p:grpSpPr>
        <a:xfrm>
          <a:off x="0" y="0"/>
          <a:ext cx="0" cy="0"/>
          <a:chOff x="0" y="0"/>
          <a:chExt cx="0" cy="0"/>
        </a:xfrm>
      </p:grpSpPr>
      <p:sp>
        <p:nvSpPr>
          <p:cNvPr id="721" name="Google Shape;721;g486fd33015_0_4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2" name="Google Shape;722;g486fd33015_0_4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55" name="Shape 755"/>
        <p:cNvGrpSpPr/>
        <p:nvPr/>
      </p:nvGrpSpPr>
      <p:grpSpPr>
        <a:xfrm>
          <a:off x="0" y="0"/>
          <a:ext cx="0" cy="0"/>
          <a:chOff x="0" y="0"/>
          <a:chExt cx="0" cy="0"/>
        </a:xfrm>
      </p:grpSpPr>
      <p:sp>
        <p:nvSpPr>
          <p:cNvPr id="756" name="Google Shape;756;g4634d08054_0_7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7" name="Google Shape;757;g4634d08054_0_7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19" name="Shape 819"/>
        <p:cNvGrpSpPr/>
        <p:nvPr/>
      </p:nvGrpSpPr>
      <p:grpSpPr>
        <a:xfrm>
          <a:off x="0" y="0"/>
          <a:ext cx="0" cy="0"/>
          <a:chOff x="0" y="0"/>
          <a:chExt cx="0" cy="0"/>
        </a:xfrm>
      </p:grpSpPr>
      <p:sp>
        <p:nvSpPr>
          <p:cNvPr id="820" name="Google Shape;820;g486fd33015_0_4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1" name="Google Shape;821;g486fd33015_0_4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49" name="Shape 849"/>
        <p:cNvGrpSpPr/>
        <p:nvPr/>
      </p:nvGrpSpPr>
      <p:grpSpPr>
        <a:xfrm>
          <a:off x="0" y="0"/>
          <a:ext cx="0" cy="0"/>
          <a:chOff x="0" y="0"/>
          <a:chExt cx="0" cy="0"/>
        </a:xfrm>
      </p:grpSpPr>
      <p:sp>
        <p:nvSpPr>
          <p:cNvPr id="850" name="Google Shape;850;g485b0ac41e_2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51" name="Google Shape;851;g485b0ac41e_2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2" name="Google Shape;852;g485b0ac41e_2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72" name="Shape 872"/>
        <p:cNvGrpSpPr/>
        <p:nvPr/>
      </p:nvGrpSpPr>
      <p:grpSpPr>
        <a:xfrm>
          <a:off x="0" y="0"/>
          <a:ext cx="0" cy="0"/>
          <a:chOff x="0" y="0"/>
          <a:chExt cx="0" cy="0"/>
        </a:xfrm>
      </p:grpSpPr>
      <p:sp>
        <p:nvSpPr>
          <p:cNvPr id="873" name="Google Shape;873;g48a886a652_0_3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74" name="Google Shape;874;g48a886a652_0_30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5" name="Google Shape;875;g48a886a652_0_30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94" name="Shape 894"/>
        <p:cNvGrpSpPr/>
        <p:nvPr/>
      </p:nvGrpSpPr>
      <p:grpSpPr>
        <a:xfrm>
          <a:off x="0" y="0"/>
          <a:ext cx="0" cy="0"/>
          <a:chOff x="0" y="0"/>
          <a:chExt cx="0" cy="0"/>
        </a:xfrm>
      </p:grpSpPr>
      <p:sp>
        <p:nvSpPr>
          <p:cNvPr id="895" name="Google Shape;895;g48a886a652_0_3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96" name="Google Shape;896;g48a886a652_0_3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7" name="Google Shape;897;g48a886a652_0_36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16" name="Shape 916"/>
        <p:cNvGrpSpPr/>
        <p:nvPr/>
      </p:nvGrpSpPr>
      <p:grpSpPr>
        <a:xfrm>
          <a:off x="0" y="0"/>
          <a:ext cx="0" cy="0"/>
          <a:chOff x="0" y="0"/>
          <a:chExt cx="0" cy="0"/>
        </a:xfrm>
      </p:grpSpPr>
      <p:sp>
        <p:nvSpPr>
          <p:cNvPr id="917" name="Google Shape;917;g48a886a652_0_6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8" name="Google Shape;918;g48a886a652_0_6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27" name="Shape 927"/>
        <p:cNvGrpSpPr/>
        <p:nvPr/>
      </p:nvGrpSpPr>
      <p:grpSpPr>
        <a:xfrm>
          <a:off x="0" y="0"/>
          <a:ext cx="0" cy="0"/>
          <a:chOff x="0" y="0"/>
          <a:chExt cx="0" cy="0"/>
        </a:xfrm>
      </p:grpSpPr>
      <p:sp>
        <p:nvSpPr>
          <p:cNvPr id="928" name="Google Shape;928;g486fd33015_0_1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9" name="Google Shape;929;g486fd33015_0_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37" name="Shape 937"/>
        <p:cNvGrpSpPr/>
        <p:nvPr/>
      </p:nvGrpSpPr>
      <p:grpSpPr>
        <a:xfrm>
          <a:off x="0" y="0"/>
          <a:ext cx="0" cy="0"/>
          <a:chOff x="0" y="0"/>
          <a:chExt cx="0" cy="0"/>
        </a:xfrm>
      </p:grpSpPr>
      <p:sp>
        <p:nvSpPr>
          <p:cNvPr id="938" name="Google Shape;938;g48a886a652_0_5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9" name="Google Shape;939;g48a886a652_0_5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44" name="Shape 944"/>
        <p:cNvGrpSpPr/>
        <p:nvPr/>
      </p:nvGrpSpPr>
      <p:grpSpPr>
        <a:xfrm>
          <a:off x="0" y="0"/>
          <a:ext cx="0" cy="0"/>
          <a:chOff x="0" y="0"/>
          <a:chExt cx="0" cy="0"/>
        </a:xfrm>
      </p:grpSpPr>
      <p:sp>
        <p:nvSpPr>
          <p:cNvPr id="945" name="Google Shape;945;g46464ef16c_0_1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6" name="Google Shape;946;g46464ef16c_0_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51" name="Shape 951"/>
        <p:cNvGrpSpPr/>
        <p:nvPr/>
      </p:nvGrpSpPr>
      <p:grpSpPr>
        <a:xfrm>
          <a:off x="0" y="0"/>
          <a:ext cx="0" cy="0"/>
          <a:chOff x="0" y="0"/>
          <a:chExt cx="0" cy="0"/>
        </a:xfrm>
      </p:grpSpPr>
      <p:sp>
        <p:nvSpPr>
          <p:cNvPr id="952" name="Google Shape;952;g486fd33015_0_1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3" name="Google Shape;953;g486fd33015_0_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61" name="Shape 961"/>
        <p:cNvGrpSpPr/>
        <p:nvPr/>
      </p:nvGrpSpPr>
      <p:grpSpPr>
        <a:xfrm>
          <a:off x="0" y="0"/>
          <a:ext cx="0" cy="0"/>
          <a:chOff x="0" y="0"/>
          <a:chExt cx="0" cy="0"/>
        </a:xfrm>
      </p:grpSpPr>
      <p:sp>
        <p:nvSpPr>
          <p:cNvPr id="962" name="Google Shape;962;g46464ef16c_0_5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3" name="Google Shape;963;g46464ef16c_0_5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27" name="Shape 1027"/>
        <p:cNvGrpSpPr/>
        <p:nvPr/>
      </p:nvGrpSpPr>
      <p:grpSpPr>
        <a:xfrm>
          <a:off x="0" y="0"/>
          <a:ext cx="0" cy="0"/>
          <a:chOff x="0" y="0"/>
          <a:chExt cx="0" cy="0"/>
        </a:xfrm>
      </p:grpSpPr>
      <p:sp>
        <p:nvSpPr>
          <p:cNvPr id="1028" name="Google Shape;1028;g46464ef16c_0_5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9" name="Google Shape;1029;g46464ef16c_0_5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37" name="Shape 1037"/>
        <p:cNvGrpSpPr/>
        <p:nvPr/>
      </p:nvGrpSpPr>
      <p:grpSpPr>
        <a:xfrm>
          <a:off x="0" y="0"/>
          <a:ext cx="0" cy="0"/>
          <a:chOff x="0" y="0"/>
          <a:chExt cx="0" cy="0"/>
        </a:xfrm>
      </p:grpSpPr>
      <p:sp>
        <p:nvSpPr>
          <p:cNvPr id="1038" name="Google Shape;1038;g46464ef16c_0_2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9" name="Google Shape;1039;g46464ef16c_0_2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47" name="Shape 1047"/>
        <p:cNvGrpSpPr/>
        <p:nvPr/>
      </p:nvGrpSpPr>
      <p:grpSpPr>
        <a:xfrm>
          <a:off x="0" y="0"/>
          <a:ext cx="0" cy="0"/>
          <a:chOff x="0" y="0"/>
          <a:chExt cx="0" cy="0"/>
        </a:xfrm>
      </p:grpSpPr>
      <p:sp>
        <p:nvSpPr>
          <p:cNvPr id="1048" name="Google Shape;1048;g46464ef16c_0_2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9" name="Google Shape;1049;g46464ef16c_0_2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71" name="Shape 1071"/>
        <p:cNvGrpSpPr/>
        <p:nvPr/>
      </p:nvGrpSpPr>
      <p:grpSpPr>
        <a:xfrm>
          <a:off x="0" y="0"/>
          <a:ext cx="0" cy="0"/>
          <a:chOff x="0" y="0"/>
          <a:chExt cx="0" cy="0"/>
        </a:xfrm>
      </p:grpSpPr>
      <p:sp>
        <p:nvSpPr>
          <p:cNvPr id="1072" name="Google Shape;1072;g46464ef16c_0_2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3" name="Google Shape;1073;g46464ef16c_0_2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10" name="Shape 1110"/>
        <p:cNvGrpSpPr/>
        <p:nvPr/>
      </p:nvGrpSpPr>
      <p:grpSpPr>
        <a:xfrm>
          <a:off x="0" y="0"/>
          <a:ext cx="0" cy="0"/>
          <a:chOff x="0" y="0"/>
          <a:chExt cx="0" cy="0"/>
        </a:xfrm>
      </p:grpSpPr>
      <p:sp>
        <p:nvSpPr>
          <p:cNvPr id="1111" name="Google Shape;1111;g486fd33015_0_1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2" name="Google Shape;1112;g486fd33015_0_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20" name="Shape 1120"/>
        <p:cNvGrpSpPr/>
        <p:nvPr/>
      </p:nvGrpSpPr>
      <p:grpSpPr>
        <a:xfrm>
          <a:off x="0" y="0"/>
          <a:ext cx="0" cy="0"/>
          <a:chOff x="0" y="0"/>
          <a:chExt cx="0" cy="0"/>
        </a:xfrm>
      </p:grpSpPr>
      <p:sp>
        <p:nvSpPr>
          <p:cNvPr id="1121" name="Google Shape;1121;g46464ef16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2" name="Google Shape;1122;g46464ef16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34" name="Shape 1134"/>
        <p:cNvGrpSpPr/>
        <p:nvPr/>
      </p:nvGrpSpPr>
      <p:grpSpPr>
        <a:xfrm>
          <a:off x="0" y="0"/>
          <a:ext cx="0" cy="0"/>
          <a:chOff x="0" y="0"/>
          <a:chExt cx="0" cy="0"/>
        </a:xfrm>
      </p:grpSpPr>
      <p:sp>
        <p:nvSpPr>
          <p:cNvPr id="1135" name="Google Shape;1135;g46464ef16c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46464ef16c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27" name="Shape 1227"/>
        <p:cNvGrpSpPr/>
        <p:nvPr/>
      </p:nvGrpSpPr>
      <p:grpSpPr>
        <a:xfrm>
          <a:off x="0" y="0"/>
          <a:ext cx="0" cy="0"/>
          <a:chOff x="0" y="0"/>
          <a:chExt cx="0" cy="0"/>
        </a:xfrm>
      </p:grpSpPr>
      <p:sp>
        <p:nvSpPr>
          <p:cNvPr id="1228" name="Google Shape;1228;g46464ef16c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9" name="Google Shape;1229;g46464ef16c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33" name="Shape 1233"/>
        <p:cNvGrpSpPr/>
        <p:nvPr/>
      </p:nvGrpSpPr>
      <p:grpSpPr>
        <a:xfrm>
          <a:off x="0" y="0"/>
          <a:ext cx="0" cy="0"/>
          <a:chOff x="0" y="0"/>
          <a:chExt cx="0" cy="0"/>
        </a:xfrm>
      </p:grpSpPr>
      <p:sp>
        <p:nvSpPr>
          <p:cNvPr id="1234" name="Google Shape;1234;g46464ef16c_0_4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5" name="Google Shape;1235;g46464ef16c_0_4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55" name="Shape 1255"/>
        <p:cNvGrpSpPr/>
        <p:nvPr/>
      </p:nvGrpSpPr>
      <p:grpSpPr>
        <a:xfrm>
          <a:off x="0" y="0"/>
          <a:ext cx="0" cy="0"/>
          <a:chOff x="0" y="0"/>
          <a:chExt cx="0" cy="0"/>
        </a:xfrm>
      </p:grpSpPr>
      <p:sp>
        <p:nvSpPr>
          <p:cNvPr id="1256" name="Google Shape;1256;g46464ef16c_0_4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7" name="Google Shape;1257;g46464ef16c_0_4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96" name="Shape 1296"/>
        <p:cNvGrpSpPr/>
        <p:nvPr/>
      </p:nvGrpSpPr>
      <p:grpSpPr>
        <a:xfrm>
          <a:off x="0" y="0"/>
          <a:ext cx="0" cy="0"/>
          <a:chOff x="0" y="0"/>
          <a:chExt cx="0" cy="0"/>
        </a:xfrm>
      </p:grpSpPr>
      <p:sp>
        <p:nvSpPr>
          <p:cNvPr id="1297" name="Google Shape;1297;g46464ef16c_0_1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8" name="Google Shape;1298;g46464ef16c_0_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07" name="Shape 1307"/>
        <p:cNvGrpSpPr/>
        <p:nvPr/>
      </p:nvGrpSpPr>
      <p:grpSpPr>
        <a:xfrm>
          <a:off x="0" y="0"/>
          <a:ext cx="0" cy="0"/>
          <a:chOff x="0" y="0"/>
          <a:chExt cx="0" cy="0"/>
        </a:xfrm>
      </p:grpSpPr>
      <p:sp>
        <p:nvSpPr>
          <p:cNvPr id="1308" name="Google Shape;1308;g48a886a652_0_6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9" name="Google Shape;1309;g48a886a652_0_6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Slide">
  <p:cSld name="Blank Slide">
    <p:spTree>
      <p:nvGrpSpPr>
        <p:cNvPr id="10" name="Shape 10"/>
        <p:cNvGrpSpPr/>
        <p:nvPr/>
      </p:nvGrpSpPr>
      <p:grpSpPr>
        <a:xfrm>
          <a:off x="0" y="0"/>
          <a:ext cx="0" cy="0"/>
          <a:chOff x="0" y="0"/>
          <a:chExt cx="0" cy="0"/>
        </a:xfrm>
      </p:grpSpPr>
    </p:spTree>
  </p:cSld>
  <p:clrMapOvr>
    <a:masterClrMapping/>
  </p:clrMapOvr>
  <p:extLst>
    <p:ext uri="{DCECCB84-F9BA-43D5-87BE-67443E8EF086}">
      <p15:sldGuideLst>
        <p15:guide id="1" pos="1056">
          <p15:clr>
            <a:srgbClr val="FBAE40"/>
          </p15:clr>
        </p15:guide>
        <p15:guide id="2" pos="14304">
          <p15:clr>
            <a:srgbClr val="FBAE40"/>
          </p15:clr>
        </p15:guide>
        <p15:guide id="3" orient="horz" pos="8064">
          <p15:clr>
            <a:srgbClr val="FBAE40"/>
          </p15:clr>
        </p15:guide>
        <p15:guide id="4" orient="horz" pos="57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Default Slide">
  <p:cSld name="Default Slide">
    <p:spTree>
      <p:nvGrpSpPr>
        <p:cNvPr id="11" name="Shape 11"/>
        <p:cNvGrpSpPr/>
        <p:nvPr/>
      </p:nvGrpSpPr>
      <p:grpSpPr>
        <a:xfrm>
          <a:off x="0" y="0"/>
          <a:ext cx="0" cy="0"/>
          <a:chOff x="0" y="0"/>
          <a:chExt cx="0" cy="0"/>
        </a:xfrm>
      </p:grpSpPr>
      <p:sp>
        <p:nvSpPr>
          <p:cNvPr id="12" name="Google Shape;12;p3"/>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2"/>
              </a:buClr>
              <a:buSzPts val="3200"/>
              <a:buFont typeface="Arial"/>
              <a:buNone/>
              <a:defRPr b="0" i="0" sz="3200" u="none" cap="none" strike="noStrike">
                <a:solidFill>
                  <a:schemeClr val="dk2"/>
                </a:solidFill>
                <a:latin typeface="Lato Light"/>
                <a:ea typeface="Lato Light"/>
                <a:cs typeface="Lato Light"/>
                <a:sym typeface="Lato Light"/>
              </a:defRPr>
            </a:lvl1pPr>
            <a:lvl2pPr indent="-228600" lvl="1" marL="914400" marR="0" rtl="0" algn="l">
              <a:lnSpc>
                <a:spcPct val="90000"/>
              </a:lnSpc>
              <a:spcBef>
                <a:spcPts val="1000"/>
              </a:spcBef>
              <a:spcAft>
                <a:spcPts val="0"/>
              </a:spcAft>
              <a:buClr>
                <a:schemeClr val="dk1"/>
              </a:buClr>
              <a:buSzPts val="2400"/>
              <a:buFont typeface="Arial"/>
              <a:buNone/>
              <a:defRPr b="0" i="0" sz="2400" u="none" cap="none" strike="noStrike">
                <a:solidFill>
                  <a:schemeClr val="dk1"/>
                </a:solidFill>
                <a:latin typeface="Lato"/>
                <a:ea typeface="Lato"/>
                <a:cs typeface="Lato"/>
                <a:sym typeface="Lato"/>
              </a:defRPr>
            </a:lvl2pPr>
            <a:lvl3pPr indent="-228600" lvl="2" marL="1371600" marR="0" rtl="0" algn="l">
              <a:lnSpc>
                <a:spcPct val="90000"/>
              </a:lnSpc>
              <a:spcBef>
                <a:spcPts val="1000"/>
              </a:spcBef>
              <a:spcAft>
                <a:spcPts val="0"/>
              </a:spcAft>
              <a:buClr>
                <a:schemeClr val="dk1"/>
              </a:buClr>
              <a:buSzPts val="2400"/>
              <a:buFont typeface="Arial"/>
              <a:buNone/>
              <a:defRPr b="0" i="0" sz="2400" u="none" cap="none" strike="noStrike">
                <a:solidFill>
                  <a:schemeClr val="dk1"/>
                </a:solidFill>
                <a:latin typeface="Lato"/>
                <a:ea typeface="Lato"/>
                <a:cs typeface="Lato"/>
                <a:sym typeface="Lato"/>
              </a:defRPr>
            </a:lvl3pPr>
            <a:lvl4pPr indent="-228600" lvl="3" marL="1828800" marR="0" rtl="0" algn="l">
              <a:lnSpc>
                <a:spcPct val="90000"/>
              </a:lnSpc>
              <a:spcBef>
                <a:spcPts val="1000"/>
              </a:spcBef>
              <a:spcAft>
                <a:spcPts val="0"/>
              </a:spcAft>
              <a:buClr>
                <a:schemeClr val="dk1"/>
              </a:buClr>
              <a:buSzPts val="2400"/>
              <a:buFont typeface="Arial"/>
              <a:buNone/>
              <a:defRPr b="0" i="0" sz="2400" u="none" cap="none" strike="noStrike">
                <a:solidFill>
                  <a:schemeClr val="dk1"/>
                </a:solidFill>
                <a:latin typeface="Lato"/>
                <a:ea typeface="Lato"/>
                <a:cs typeface="Lato"/>
                <a:sym typeface="Lato"/>
              </a:defRPr>
            </a:lvl4pPr>
            <a:lvl5pPr indent="-228600" lvl="4" marL="2286000" marR="0" rtl="0" algn="l">
              <a:lnSpc>
                <a:spcPct val="90000"/>
              </a:lnSpc>
              <a:spcBef>
                <a:spcPts val="1000"/>
              </a:spcBef>
              <a:spcAft>
                <a:spcPts val="0"/>
              </a:spcAft>
              <a:buClr>
                <a:schemeClr val="dk1"/>
              </a:buClr>
              <a:buSzPts val="2400"/>
              <a:buFont typeface="Arial"/>
              <a:buNone/>
              <a:defRPr b="0" i="0" sz="2400" u="none" cap="none" strike="noStrike">
                <a:solidFill>
                  <a:schemeClr val="dk1"/>
                </a:solidFill>
                <a:latin typeface="Lato"/>
                <a:ea typeface="Lato"/>
                <a:cs typeface="Lato"/>
                <a:sym typeface="Lato"/>
              </a:defRPr>
            </a:lvl5pPr>
            <a:lvl6pPr indent="-457200" lvl="5" marL="27432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6pPr>
            <a:lvl7pPr indent="-457200" lvl="6" marL="32004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7pPr>
            <a:lvl8pPr indent="-457200" lvl="7" marL="36576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8pPr>
            <a:lvl9pPr indent="-457200" lvl="8" marL="41148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9pPr>
          </a:lstStyle>
          <a:p/>
        </p:txBody>
      </p:sp>
      <p:sp>
        <p:nvSpPr>
          <p:cNvPr id="13" name="Google Shape;13;p3"/>
          <p:cNvSpPr txBox="1"/>
          <p:nvPr/>
        </p:nvSpPr>
        <p:spPr>
          <a:xfrm>
            <a:off x="21723350" y="12788900"/>
            <a:ext cx="734400" cy="3693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n-US" sz="2400" u="none" cap="none" strike="noStrike">
                <a:solidFill>
                  <a:schemeClr val="dk2"/>
                </a:solidFill>
                <a:latin typeface="Lato Light"/>
                <a:ea typeface="Lato Light"/>
                <a:cs typeface="Lato Light"/>
                <a:sym typeface="Lato Light"/>
              </a:rPr>
              <a:t>‹#›</a:t>
            </a:fld>
            <a:endParaRPr b="0" i="0" sz="2400" u="none" cap="none" strike="noStrike">
              <a:solidFill>
                <a:schemeClr val="dk2"/>
              </a:solidFill>
              <a:latin typeface="Lato Light"/>
              <a:ea typeface="Lato Light"/>
              <a:cs typeface="Lato Light"/>
              <a:sym typeface="Lato Light"/>
            </a:endParaRPr>
          </a:p>
        </p:txBody>
      </p:sp>
      <p:sp>
        <p:nvSpPr>
          <p:cNvPr id="14" name="Google Shape;14;p3"/>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8800"/>
              <a:buFont typeface="Lato"/>
              <a:buNone/>
              <a:defRPr b="1" i="0" sz="8800" u="none" cap="none" strike="noStrike">
                <a:solidFill>
                  <a:schemeClr val="dk2"/>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cxnSp>
        <p:nvCxnSpPr>
          <p:cNvPr id="15" name="Google Shape;15;p3"/>
          <p:cNvCxnSpPr/>
          <p:nvPr/>
        </p:nvCxnSpPr>
        <p:spPr>
          <a:xfrm>
            <a:off x="1722755" y="914400"/>
            <a:ext cx="0" cy="1619700"/>
          </a:xfrm>
          <a:prstGeom prst="straightConnector1">
            <a:avLst/>
          </a:prstGeom>
          <a:noFill/>
          <a:ln cap="flat" cmpd="sng" w="88900">
            <a:solidFill>
              <a:schemeClr val="accent1"/>
            </a:solidFill>
            <a:prstDash val="solid"/>
            <a:miter lim="800000"/>
            <a:headEnd len="sm" w="sm" type="none"/>
            <a:tailEnd len="sm" w="sm" type="none"/>
          </a:ln>
        </p:spPr>
      </p:cxnSp>
      <p:cxnSp>
        <p:nvCxnSpPr>
          <p:cNvPr id="16" name="Google Shape;16;p3"/>
          <p:cNvCxnSpPr/>
          <p:nvPr/>
        </p:nvCxnSpPr>
        <p:spPr>
          <a:xfrm>
            <a:off x="22661619" y="12801600"/>
            <a:ext cx="0" cy="397800"/>
          </a:xfrm>
          <a:prstGeom prst="straightConnector1">
            <a:avLst/>
          </a:prstGeom>
          <a:noFill/>
          <a:ln cap="flat" cmpd="sng" w="88900">
            <a:solidFill>
              <a:schemeClr val="accent1"/>
            </a:solidFill>
            <a:prstDash val="solid"/>
            <a:miter lim="800000"/>
            <a:headEnd len="sm" w="sm" type="none"/>
            <a:tailEnd len="sm" w="sm" type="none"/>
          </a:ln>
        </p:spPr>
      </p:cxnSp>
    </p:spTree>
  </p:cSld>
  <p:clrMapOvr>
    <a:masterClrMapping/>
  </p:clrMapOvr>
  <p:extLst>
    <p:ext uri="{DCECCB84-F9BA-43D5-87BE-67443E8EF086}">
      <p15:sldGuideLst>
        <p15:guide id="1" pos="1056">
          <p15:clr>
            <a:srgbClr val="FBAE40"/>
          </p15:clr>
        </p15:guide>
        <p15:guide id="2" pos="14304">
          <p15:clr>
            <a:srgbClr val="FBAE40"/>
          </p15:clr>
        </p15:guide>
        <p15:guide id="3" orient="horz" pos="8064">
          <p15:clr>
            <a:srgbClr val="FBAE40"/>
          </p15:clr>
        </p15:guide>
        <p15:guide id="4" orient="horz" pos="57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Slide with Footer 01">
  <p:cSld name="Blank Slide with Footer 01">
    <p:spTree>
      <p:nvGrpSpPr>
        <p:cNvPr id="17" name="Shape 17"/>
        <p:cNvGrpSpPr/>
        <p:nvPr/>
      </p:nvGrpSpPr>
      <p:grpSpPr>
        <a:xfrm>
          <a:off x="0" y="0"/>
          <a:ext cx="0" cy="0"/>
          <a:chOff x="0" y="0"/>
          <a:chExt cx="0" cy="0"/>
        </a:xfrm>
      </p:grpSpPr>
      <p:sp>
        <p:nvSpPr>
          <p:cNvPr id="18" name="Google Shape;18;p4"/>
          <p:cNvSpPr txBox="1"/>
          <p:nvPr/>
        </p:nvSpPr>
        <p:spPr>
          <a:xfrm>
            <a:off x="21723350" y="12788900"/>
            <a:ext cx="734400" cy="3693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n-US" sz="2400" u="none" cap="none" strike="noStrike">
                <a:solidFill>
                  <a:schemeClr val="dk2"/>
                </a:solidFill>
                <a:latin typeface="Lato Light"/>
                <a:ea typeface="Lato Light"/>
                <a:cs typeface="Lato Light"/>
                <a:sym typeface="Lato Light"/>
              </a:rPr>
              <a:t>‹#›</a:t>
            </a:fld>
            <a:endParaRPr b="0" i="0" sz="2400" u="none" cap="none" strike="noStrike">
              <a:solidFill>
                <a:schemeClr val="dk2"/>
              </a:solidFill>
              <a:latin typeface="Lato Light"/>
              <a:ea typeface="Lato Light"/>
              <a:cs typeface="Lato Light"/>
              <a:sym typeface="Lato Light"/>
            </a:endParaRPr>
          </a:p>
        </p:txBody>
      </p:sp>
      <p:cxnSp>
        <p:nvCxnSpPr>
          <p:cNvPr id="19" name="Google Shape;19;p4"/>
          <p:cNvCxnSpPr/>
          <p:nvPr/>
        </p:nvCxnSpPr>
        <p:spPr>
          <a:xfrm>
            <a:off x="22661619" y="12801600"/>
            <a:ext cx="0" cy="397800"/>
          </a:xfrm>
          <a:prstGeom prst="straightConnector1">
            <a:avLst/>
          </a:prstGeom>
          <a:noFill/>
          <a:ln cap="flat" cmpd="sng" w="88900">
            <a:solidFill>
              <a:schemeClr val="accent1"/>
            </a:solidFill>
            <a:prstDash val="solid"/>
            <a:miter lim="800000"/>
            <a:headEnd len="sm" w="sm" type="none"/>
            <a:tailEnd len="sm" w="sm" type="none"/>
          </a:ln>
        </p:spPr>
      </p:cxnSp>
    </p:spTree>
  </p:cSld>
  <p:clrMapOvr>
    <a:masterClrMapping/>
  </p:clrMapOvr>
  <p:extLst>
    <p:ext uri="{DCECCB84-F9BA-43D5-87BE-67443E8EF086}">
      <p15:sldGuideLst>
        <p15:guide id="1" pos="1056">
          <p15:clr>
            <a:srgbClr val="FBAE40"/>
          </p15:clr>
        </p15:guide>
        <p15:guide id="2" pos="14304">
          <p15:clr>
            <a:srgbClr val="FBAE40"/>
          </p15:clr>
        </p15:guide>
        <p15:guide id="3" orient="horz" pos="8064">
          <p15:clr>
            <a:srgbClr val="FBAE40"/>
          </p15:clr>
        </p15:guide>
        <p15:guide id="4" orient="horz" pos="57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Slide with Footer 02">
  <p:cSld name="Blank Slide with Footer 02">
    <p:spTree>
      <p:nvGrpSpPr>
        <p:cNvPr id="20" name="Shape 20"/>
        <p:cNvGrpSpPr/>
        <p:nvPr/>
      </p:nvGrpSpPr>
      <p:grpSpPr>
        <a:xfrm>
          <a:off x="0" y="0"/>
          <a:ext cx="0" cy="0"/>
          <a:chOff x="0" y="0"/>
          <a:chExt cx="0" cy="0"/>
        </a:xfrm>
      </p:grpSpPr>
      <p:sp>
        <p:nvSpPr>
          <p:cNvPr id="21" name="Google Shape;21;p5"/>
          <p:cNvSpPr txBox="1"/>
          <p:nvPr/>
        </p:nvSpPr>
        <p:spPr>
          <a:xfrm>
            <a:off x="1922682" y="12788900"/>
            <a:ext cx="734400" cy="36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fld id="{00000000-1234-1234-1234-123412341234}" type="slidenum">
              <a:rPr b="0" i="0" lang="en-US" sz="2400" u="none" cap="none" strike="noStrike">
                <a:solidFill>
                  <a:schemeClr val="dk2"/>
                </a:solidFill>
                <a:latin typeface="Lato Light"/>
                <a:ea typeface="Lato Light"/>
                <a:cs typeface="Lato Light"/>
                <a:sym typeface="Lato Light"/>
              </a:rPr>
              <a:t>‹#›</a:t>
            </a:fld>
            <a:endParaRPr b="0" i="0" sz="2400" u="none" cap="none" strike="noStrike">
              <a:solidFill>
                <a:schemeClr val="dk2"/>
              </a:solidFill>
              <a:latin typeface="Lato Light"/>
              <a:ea typeface="Lato Light"/>
              <a:cs typeface="Lato Light"/>
              <a:sym typeface="Lato Light"/>
            </a:endParaRPr>
          </a:p>
        </p:txBody>
      </p:sp>
      <p:cxnSp>
        <p:nvCxnSpPr>
          <p:cNvPr id="22" name="Google Shape;22;p5"/>
          <p:cNvCxnSpPr/>
          <p:nvPr/>
        </p:nvCxnSpPr>
        <p:spPr>
          <a:xfrm>
            <a:off x="1723341" y="12801600"/>
            <a:ext cx="0" cy="397800"/>
          </a:xfrm>
          <a:prstGeom prst="straightConnector1">
            <a:avLst/>
          </a:prstGeom>
          <a:noFill/>
          <a:ln cap="flat" cmpd="sng" w="88900">
            <a:solidFill>
              <a:schemeClr val="accent1"/>
            </a:solidFill>
            <a:prstDash val="solid"/>
            <a:miter lim="800000"/>
            <a:headEnd len="sm" w="sm" type="none"/>
            <a:tailEnd len="sm" w="sm" type="none"/>
          </a:ln>
        </p:spPr>
      </p:cxnSp>
    </p:spTree>
  </p:cSld>
  <p:clrMapOvr>
    <a:masterClrMapping/>
  </p:clrMapOvr>
  <p:extLst>
    <p:ext uri="{DCECCB84-F9BA-43D5-87BE-67443E8EF086}">
      <p15:sldGuideLst>
        <p15:guide id="1" pos="1056">
          <p15:clr>
            <a:srgbClr val="FBAE40"/>
          </p15:clr>
        </p15:guide>
        <p15:guide id="2" pos="14304">
          <p15:clr>
            <a:srgbClr val="FBAE40"/>
          </p15:clr>
        </p15:guide>
        <p15:guide id="3" orient="horz" pos="8064">
          <p15:clr>
            <a:srgbClr val="FBAE40"/>
          </p15:clr>
        </p15:guide>
        <p15:guide id="4" orient="horz" pos="576">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4.png"/><Relationship Id="rId4" Type="http://schemas.openxmlformats.org/officeDocument/2006/relationships/image" Target="../media/image10.png"/><Relationship Id="rId5"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hyperlink" Target="https://docs.google.com/spreadsheets/d/1L7t-e5lkY_FbyrZjxiMvdiKzDdmLWrVYZmPM0KHy0lI/edit?usp=sharing"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9.png"/><Relationship Id="rId4"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 name="Shape 27"/>
        <p:cNvGrpSpPr/>
        <p:nvPr/>
      </p:nvGrpSpPr>
      <p:grpSpPr>
        <a:xfrm>
          <a:off x="0" y="0"/>
          <a:ext cx="0" cy="0"/>
          <a:chOff x="0" y="0"/>
          <a:chExt cx="0" cy="0"/>
        </a:xfrm>
      </p:grpSpPr>
      <p:sp>
        <p:nvSpPr>
          <p:cNvPr id="28" name="Google Shape;28;p6"/>
          <p:cNvSpPr/>
          <p:nvPr/>
        </p:nvSpPr>
        <p:spPr>
          <a:xfrm>
            <a:off x="0" y="0"/>
            <a:ext cx="24384001" cy="13716000"/>
          </a:xfrm>
          <a:prstGeom prst="rect">
            <a:avLst/>
          </a:prstGeom>
          <a:gradFill>
            <a:gsLst>
              <a:gs pos="0">
                <a:srgbClr val="9C9C9C"/>
              </a:gs>
              <a:gs pos="50000">
                <a:srgbClr val="C3C3C3"/>
              </a:gs>
              <a:gs pos="100000">
                <a:srgbClr val="E2E2E2"/>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chemeClr val="lt1"/>
              </a:solidFill>
              <a:latin typeface="Calibri"/>
              <a:ea typeface="Calibri"/>
              <a:cs typeface="Calibri"/>
              <a:sym typeface="Calibri"/>
            </a:endParaRPr>
          </a:p>
        </p:txBody>
      </p:sp>
      <p:sp>
        <p:nvSpPr>
          <p:cNvPr id="29" name="Google Shape;29;p6"/>
          <p:cNvSpPr txBox="1"/>
          <p:nvPr/>
        </p:nvSpPr>
        <p:spPr>
          <a:xfrm>
            <a:off x="16716980" y="6365558"/>
            <a:ext cx="2585990" cy="98488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3200"/>
              <a:buFont typeface="Lato"/>
              <a:buNone/>
            </a:pPr>
            <a:r>
              <a:rPr b="0" i="0" lang="en-US" sz="3200" u="none" cap="none" strike="noStrike">
                <a:solidFill>
                  <a:schemeClr val="lt1"/>
                </a:solidFill>
                <a:latin typeface="Lato"/>
                <a:ea typeface="Lato"/>
                <a:cs typeface="Lato"/>
                <a:sym typeface="Lato"/>
              </a:rPr>
              <a:t>Image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3200"/>
              <a:buFont typeface="Lato"/>
              <a:buNone/>
            </a:pPr>
            <a:r>
              <a:rPr b="0" i="0" lang="en-US" sz="3200" u="none" cap="none" strike="noStrike">
                <a:solidFill>
                  <a:schemeClr val="lt1"/>
                </a:solidFill>
                <a:latin typeface="Lato"/>
                <a:ea typeface="Lato"/>
                <a:cs typeface="Lato"/>
                <a:sym typeface="Lato"/>
              </a:rPr>
              <a:t>Placeholder</a:t>
            </a:r>
            <a:endParaRPr b="0" i="0" sz="3200" u="none" cap="none" strike="noStrike">
              <a:solidFill>
                <a:schemeClr val="lt1"/>
              </a:solidFill>
              <a:latin typeface="Lato"/>
              <a:ea typeface="Lato"/>
              <a:cs typeface="Lato"/>
              <a:sym typeface="Lato"/>
            </a:endParaRPr>
          </a:p>
        </p:txBody>
      </p:sp>
      <p:sp>
        <p:nvSpPr>
          <p:cNvPr id="30" name="Google Shape;30;p6"/>
          <p:cNvSpPr/>
          <p:nvPr/>
        </p:nvSpPr>
        <p:spPr>
          <a:xfrm>
            <a:off x="0" y="0"/>
            <a:ext cx="24384001" cy="13716000"/>
          </a:xfrm>
          <a:prstGeom prst="rect">
            <a:avLst/>
          </a:prstGeom>
          <a:gradFill>
            <a:gsLst>
              <a:gs pos="0">
                <a:srgbClr val="1A86BC">
                  <a:alpha val="80000"/>
                </a:srgbClr>
              </a:gs>
              <a:gs pos="50000">
                <a:srgbClr val="1E98D7">
                  <a:alpha val="80000"/>
                </a:srgbClr>
              </a:gs>
              <a:gs pos="100000">
                <a:srgbClr val="28A5C1">
                  <a:alpha val="80000"/>
                </a:srgbClr>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cxnSp>
        <p:nvCxnSpPr>
          <p:cNvPr id="31" name="Google Shape;31;p6"/>
          <p:cNvCxnSpPr/>
          <p:nvPr/>
        </p:nvCxnSpPr>
        <p:spPr>
          <a:xfrm>
            <a:off x="10121900" y="2360511"/>
            <a:ext cx="0" cy="2562406"/>
          </a:xfrm>
          <a:prstGeom prst="straightConnector1">
            <a:avLst/>
          </a:prstGeom>
          <a:noFill/>
          <a:ln cap="flat" cmpd="sng" w="88900">
            <a:solidFill>
              <a:schemeClr val="lt2"/>
            </a:solidFill>
            <a:prstDash val="solid"/>
            <a:miter lim="800000"/>
            <a:headEnd len="sm" w="sm" type="none"/>
            <a:tailEnd len="sm" w="sm" type="none"/>
          </a:ln>
        </p:spPr>
      </p:cxnSp>
      <p:sp>
        <p:nvSpPr>
          <p:cNvPr id="32" name="Google Shape;32;p6"/>
          <p:cNvSpPr txBox="1"/>
          <p:nvPr/>
        </p:nvSpPr>
        <p:spPr>
          <a:xfrm>
            <a:off x="1676400" y="2214483"/>
            <a:ext cx="7768167" cy="270843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8800"/>
              <a:buFont typeface="Arial"/>
              <a:buNone/>
            </a:pPr>
            <a:r>
              <a:rPr b="1" lang="en-US" sz="8800">
                <a:solidFill>
                  <a:schemeClr val="lt1"/>
                </a:solidFill>
                <a:latin typeface="Lato"/>
                <a:ea typeface="Lato"/>
                <a:cs typeface="Lato"/>
                <a:sym typeface="Lato"/>
              </a:rPr>
              <a:t>Plan de marketing</a:t>
            </a:r>
            <a:endParaRPr b="0" i="0" sz="1400" u="none" cap="none" strike="noStrike">
              <a:solidFill>
                <a:srgbClr val="000000"/>
              </a:solidFill>
              <a:latin typeface="Arial"/>
              <a:ea typeface="Arial"/>
              <a:cs typeface="Arial"/>
              <a:sym typeface="Arial"/>
            </a:endParaRPr>
          </a:p>
        </p:txBody>
      </p:sp>
      <p:sp>
        <p:nvSpPr>
          <p:cNvPr id="33" name="Google Shape;33;p6"/>
          <p:cNvSpPr txBox="1"/>
          <p:nvPr/>
        </p:nvSpPr>
        <p:spPr>
          <a:xfrm>
            <a:off x="1676400" y="9947560"/>
            <a:ext cx="7768167" cy="590931"/>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000000"/>
              </a:buClr>
              <a:buSzPts val="3200"/>
              <a:buFont typeface="Arial"/>
              <a:buNone/>
            </a:pPr>
            <a:r>
              <a:rPr b="1" i="0" lang="en-US" sz="3200" u="none" cap="none" strike="noStrike">
                <a:solidFill>
                  <a:schemeClr val="lt1"/>
                </a:solidFill>
                <a:latin typeface="Lato"/>
                <a:ea typeface="Lato"/>
                <a:cs typeface="Lato"/>
                <a:sym typeface="Lato"/>
              </a:rPr>
              <a:t>May 25, 20XX</a:t>
            </a:r>
            <a:endParaRPr b="0" i="0" sz="1400" u="none" cap="none" strike="noStrike">
              <a:solidFill>
                <a:srgbClr val="000000"/>
              </a:solidFill>
              <a:latin typeface="Arial"/>
              <a:ea typeface="Arial"/>
              <a:cs typeface="Arial"/>
              <a:sym typeface="Arial"/>
            </a:endParaRPr>
          </a:p>
        </p:txBody>
      </p:sp>
      <p:sp>
        <p:nvSpPr>
          <p:cNvPr id="34" name="Google Shape;34;p6"/>
          <p:cNvSpPr txBox="1"/>
          <p:nvPr/>
        </p:nvSpPr>
        <p:spPr>
          <a:xfrm>
            <a:off x="1676400" y="6734277"/>
            <a:ext cx="7768167" cy="1401922"/>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000000"/>
              </a:buClr>
              <a:buSzPts val="4000"/>
              <a:buFont typeface="Arial"/>
              <a:buNone/>
            </a:pPr>
            <a:r>
              <a:rPr b="1" lang="en-US" sz="4000">
                <a:solidFill>
                  <a:schemeClr val="lt1"/>
                </a:solidFill>
                <a:latin typeface="Lato"/>
                <a:ea typeface="Lato"/>
                <a:cs typeface="Lato"/>
                <a:sym typeface="Lato"/>
              </a:rPr>
              <a:t>MARCA/EMPRESA</a:t>
            </a:r>
            <a:endParaRPr b="1" i="0" sz="4000" u="none" cap="none" strike="noStrike">
              <a:solidFill>
                <a:schemeClr val="lt1"/>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8" name="Shape 38"/>
        <p:cNvGrpSpPr/>
        <p:nvPr/>
      </p:nvGrpSpPr>
      <p:grpSpPr>
        <a:xfrm>
          <a:off x="0" y="0"/>
          <a:ext cx="0" cy="0"/>
          <a:chOff x="0" y="0"/>
          <a:chExt cx="0" cy="0"/>
        </a:xfrm>
      </p:grpSpPr>
      <p:sp>
        <p:nvSpPr>
          <p:cNvPr id="39" name="Google Shape;39;p7"/>
          <p:cNvSpPr/>
          <p:nvPr/>
        </p:nvSpPr>
        <p:spPr>
          <a:xfrm>
            <a:off x="0" y="0"/>
            <a:ext cx="24384000" cy="13716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cxnSp>
        <p:nvCxnSpPr>
          <p:cNvPr id="40" name="Google Shape;40;p7"/>
          <p:cNvCxnSpPr/>
          <p:nvPr/>
        </p:nvCxnSpPr>
        <p:spPr>
          <a:xfrm>
            <a:off x="15896513" y="1349990"/>
            <a:ext cx="0" cy="10546500"/>
          </a:xfrm>
          <a:prstGeom prst="straightConnector1">
            <a:avLst/>
          </a:prstGeom>
          <a:noFill/>
          <a:ln cap="flat" cmpd="sng" w="76200">
            <a:solidFill>
              <a:schemeClr val="dk2"/>
            </a:solidFill>
            <a:prstDash val="solid"/>
            <a:miter lim="800000"/>
            <a:headEnd len="sm" w="sm" type="none"/>
            <a:tailEnd len="sm" w="sm" type="none"/>
          </a:ln>
        </p:spPr>
      </p:cxnSp>
      <p:cxnSp>
        <p:nvCxnSpPr>
          <p:cNvPr id="41" name="Google Shape;41;p7"/>
          <p:cNvCxnSpPr/>
          <p:nvPr/>
        </p:nvCxnSpPr>
        <p:spPr>
          <a:xfrm>
            <a:off x="1722755" y="6048194"/>
            <a:ext cx="0" cy="1619612"/>
          </a:xfrm>
          <a:prstGeom prst="straightConnector1">
            <a:avLst/>
          </a:prstGeom>
          <a:noFill/>
          <a:ln cap="flat" cmpd="sng" w="88900">
            <a:solidFill>
              <a:schemeClr val="lt1"/>
            </a:solidFill>
            <a:prstDash val="solid"/>
            <a:miter lim="800000"/>
            <a:headEnd len="sm" w="sm" type="none"/>
            <a:tailEnd len="sm" w="sm" type="none"/>
          </a:ln>
        </p:spPr>
      </p:cxnSp>
      <p:sp>
        <p:nvSpPr>
          <p:cNvPr id="42" name="Google Shape;42;p7"/>
          <p:cNvSpPr txBox="1"/>
          <p:nvPr/>
        </p:nvSpPr>
        <p:spPr>
          <a:xfrm>
            <a:off x="2432853" y="6180892"/>
            <a:ext cx="9096188" cy="135421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800"/>
              <a:buFont typeface="Arial"/>
              <a:buNone/>
            </a:pPr>
            <a:r>
              <a:rPr b="1" lang="en-US" sz="8800">
                <a:solidFill>
                  <a:srgbClr val="FFFFFF"/>
                </a:solidFill>
                <a:latin typeface="Lato"/>
                <a:ea typeface="Lato"/>
                <a:cs typeface="Lato"/>
                <a:sym typeface="Lato"/>
              </a:rPr>
              <a:t>ÍNDICE</a:t>
            </a:r>
            <a:endParaRPr b="0" i="0" sz="1400" u="none" cap="none" strike="noStrike">
              <a:solidFill>
                <a:srgbClr val="FFFFFF"/>
              </a:solidFill>
              <a:latin typeface="Arial"/>
              <a:ea typeface="Arial"/>
              <a:cs typeface="Arial"/>
              <a:sym typeface="Arial"/>
            </a:endParaRPr>
          </a:p>
        </p:txBody>
      </p:sp>
      <p:sp>
        <p:nvSpPr>
          <p:cNvPr id="43" name="Google Shape;43;p7"/>
          <p:cNvSpPr txBox="1"/>
          <p:nvPr/>
        </p:nvSpPr>
        <p:spPr>
          <a:xfrm>
            <a:off x="16632011" y="2148889"/>
            <a:ext cx="60756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lt1"/>
                </a:solidFill>
                <a:latin typeface="Lato"/>
                <a:ea typeface="Lato"/>
                <a:cs typeface="Lato"/>
                <a:sym typeface="Lato"/>
              </a:rPr>
              <a:t>Resumen ejecutivo</a:t>
            </a:r>
            <a:endParaRPr b="0" i="0" sz="1400" u="none" cap="none" strike="noStrike">
              <a:solidFill>
                <a:srgbClr val="000000"/>
              </a:solidFill>
              <a:latin typeface="Arial"/>
              <a:ea typeface="Arial"/>
              <a:cs typeface="Arial"/>
              <a:sym typeface="Arial"/>
            </a:endParaRPr>
          </a:p>
        </p:txBody>
      </p:sp>
      <p:sp>
        <p:nvSpPr>
          <p:cNvPr id="44" name="Google Shape;44;p7"/>
          <p:cNvSpPr txBox="1"/>
          <p:nvPr/>
        </p:nvSpPr>
        <p:spPr>
          <a:xfrm>
            <a:off x="14230350" y="2136578"/>
            <a:ext cx="854400" cy="615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Lato"/>
                <a:ea typeface="Lato"/>
                <a:cs typeface="Lato"/>
                <a:sym typeface="Lato"/>
              </a:rPr>
              <a:t>01</a:t>
            </a:r>
            <a:endParaRPr b="0" i="0" sz="1400" u="none" cap="none" strike="noStrike">
              <a:solidFill>
                <a:srgbClr val="000000"/>
              </a:solidFill>
              <a:latin typeface="Arial"/>
              <a:ea typeface="Arial"/>
              <a:cs typeface="Arial"/>
              <a:sym typeface="Arial"/>
            </a:endParaRPr>
          </a:p>
        </p:txBody>
      </p:sp>
      <p:sp>
        <p:nvSpPr>
          <p:cNvPr id="45" name="Google Shape;45;p7"/>
          <p:cNvSpPr/>
          <p:nvPr/>
        </p:nvSpPr>
        <p:spPr>
          <a:xfrm>
            <a:off x="14091663" y="1880216"/>
            <a:ext cx="1128300" cy="1128300"/>
          </a:xfrm>
          <a:prstGeom prst="ellipse">
            <a:avLst/>
          </a:prstGeom>
          <a:noFill/>
          <a:ln cap="flat" cmpd="sng" w="2857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46" name="Google Shape;46;p7"/>
          <p:cNvSpPr txBox="1"/>
          <p:nvPr/>
        </p:nvSpPr>
        <p:spPr>
          <a:xfrm>
            <a:off x="16632011" y="3898512"/>
            <a:ext cx="60756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lt1"/>
                </a:solidFill>
                <a:latin typeface="Lato"/>
                <a:ea typeface="Lato"/>
                <a:cs typeface="Lato"/>
                <a:sym typeface="Lato"/>
              </a:rPr>
              <a:t>Análisis</a:t>
            </a:r>
            <a:endParaRPr b="0" i="0" sz="1400" u="none" cap="none" strike="noStrike">
              <a:solidFill>
                <a:srgbClr val="000000"/>
              </a:solidFill>
              <a:latin typeface="Arial"/>
              <a:ea typeface="Arial"/>
              <a:cs typeface="Arial"/>
              <a:sym typeface="Arial"/>
            </a:endParaRPr>
          </a:p>
        </p:txBody>
      </p:sp>
      <p:sp>
        <p:nvSpPr>
          <p:cNvPr id="47" name="Google Shape;47;p7"/>
          <p:cNvSpPr txBox="1"/>
          <p:nvPr/>
        </p:nvSpPr>
        <p:spPr>
          <a:xfrm>
            <a:off x="14230350" y="3886201"/>
            <a:ext cx="854400" cy="615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Lato"/>
                <a:ea typeface="Lato"/>
                <a:cs typeface="Lato"/>
                <a:sym typeface="Lato"/>
              </a:rPr>
              <a:t>02</a:t>
            </a:r>
            <a:endParaRPr b="0" i="0" sz="1400" u="none" cap="none" strike="noStrike">
              <a:solidFill>
                <a:srgbClr val="000000"/>
              </a:solidFill>
              <a:latin typeface="Arial"/>
              <a:ea typeface="Arial"/>
              <a:cs typeface="Arial"/>
              <a:sym typeface="Arial"/>
            </a:endParaRPr>
          </a:p>
        </p:txBody>
      </p:sp>
      <p:sp>
        <p:nvSpPr>
          <p:cNvPr id="48" name="Google Shape;48;p7"/>
          <p:cNvSpPr/>
          <p:nvPr/>
        </p:nvSpPr>
        <p:spPr>
          <a:xfrm>
            <a:off x="14091663" y="3629839"/>
            <a:ext cx="1128300" cy="1128300"/>
          </a:xfrm>
          <a:prstGeom prst="ellipse">
            <a:avLst/>
          </a:prstGeom>
          <a:noFill/>
          <a:ln cap="flat" cmpd="sng" w="2857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49" name="Google Shape;49;p7"/>
          <p:cNvSpPr txBox="1"/>
          <p:nvPr/>
        </p:nvSpPr>
        <p:spPr>
          <a:xfrm>
            <a:off x="16632011" y="5648135"/>
            <a:ext cx="6075600" cy="530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lt1"/>
                </a:solidFill>
                <a:latin typeface="Lato"/>
                <a:ea typeface="Lato"/>
                <a:cs typeface="Lato"/>
                <a:sym typeface="Lato"/>
              </a:rPr>
              <a:t>Objetivos</a:t>
            </a:r>
            <a:endParaRPr b="0" i="0" sz="1400" u="none" cap="none" strike="noStrike">
              <a:solidFill>
                <a:srgbClr val="000000"/>
              </a:solidFill>
              <a:latin typeface="Arial"/>
              <a:ea typeface="Arial"/>
              <a:cs typeface="Arial"/>
              <a:sym typeface="Arial"/>
            </a:endParaRPr>
          </a:p>
        </p:txBody>
      </p:sp>
      <p:sp>
        <p:nvSpPr>
          <p:cNvPr id="50" name="Google Shape;50;p7"/>
          <p:cNvSpPr txBox="1"/>
          <p:nvPr/>
        </p:nvSpPr>
        <p:spPr>
          <a:xfrm>
            <a:off x="14230350" y="5635824"/>
            <a:ext cx="854400" cy="615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Lato"/>
                <a:ea typeface="Lato"/>
                <a:cs typeface="Lato"/>
                <a:sym typeface="Lato"/>
              </a:rPr>
              <a:t>03</a:t>
            </a:r>
            <a:endParaRPr b="0" i="0" sz="1400" u="none" cap="none" strike="noStrike">
              <a:solidFill>
                <a:srgbClr val="000000"/>
              </a:solidFill>
              <a:latin typeface="Arial"/>
              <a:ea typeface="Arial"/>
              <a:cs typeface="Arial"/>
              <a:sym typeface="Arial"/>
            </a:endParaRPr>
          </a:p>
        </p:txBody>
      </p:sp>
      <p:sp>
        <p:nvSpPr>
          <p:cNvPr id="51" name="Google Shape;51;p7"/>
          <p:cNvSpPr/>
          <p:nvPr/>
        </p:nvSpPr>
        <p:spPr>
          <a:xfrm>
            <a:off x="14091663" y="5379462"/>
            <a:ext cx="1128300" cy="1128300"/>
          </a:xfrm>
          <a:prstGeom prst="ellipse">
            <a:avLst/>
          </a:prstGeom>
          <a:noFill/>
          <a:ln cap="flat" cmpd="sng" w="2857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52" name="Google Shape;52;p7"/>
          <p:cNvSpPr txBox="1"/>
          <p:nvPr/>
        </p:nvSpPr>
        <p:spPr>
          <a:xfrm>
            <a:off x="16632011" y="7397758"/>
            <a:ext cx="60756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lt1"/>
                </a:solidFill>
                <a:latin typeface="Lato"/>
                <a:ea typeface="Lato"/>
                <a:cs typeface="Lato"/>
                <a:sym typeface="Lato"/>
              </a:rPr>
              <a:t>Estrategias</a:t>
            </a:r>
            <a:endParaRPr b="0" i="0" sz="1400" u="none" cap="none" strike="noStrike">
              <a:solidFill>
                <a:srgbClr val="000000"/>
              </a:solidFill>
              <a:latin typeface="Arial"/>
              <a:ea typeface="Arial"/>
              <a:cs typeface="Arial"/>
              <a:sym typeface="Arial"/>
            </a:endParaRPr>
          </a:p>
        </p:txBody>
      </p:sp>
      <p:sp>
        <p:nvSpPr>
          <p:cNvPr id="53" name="Google Shape;53;p7"/>
          <p:cNvSpPr txBox="1"/>
          <p:nvPr/>
        </p:nvSpPr>
        <p:spPr>
          <a:xfrm>
            <a:off x="14230350" y="7385447"/>
            <a:ext cx="854400" cy="615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Lato"/>
                <a:ea typeface="Lato"/>
                <a:cs typeface="Lato"/>
                <a:sym typeface="Lato"/>
              </a:rPr>
              <a:t>04</a:t>
            </a:r>
            <a:endParaRPr b="0" i="0" sz="1400" u="none" cap="none" strike="noStrike">
              <a:solidFill>
                <a:srgbClr val="000000"/>
              </a:solidFill>
              <a:latin typeface="Arial"/>
              <a:ea typeface="Arial"/>
              <a:cs typeface="Arial"/>
              <a:sym typeface="Arial"/>
            </a:endParaRPr>
          </a:p>
        </p:txBody>
      </p:sp>
      <p:sp>
        <p:nvSpPr>
          <p:cNvPr id="54" name="Google Shape;54;p7"/>
          <p:cNvSpPr/>
          <p:nvPr/>
        </p:nvSpPr>
        <p:spPr>
          <a:xfrm>
            <a:off x="14091663" y="7129085"/>
            <a:ext cx="1128300" cy="1128300"/>
          </a:xfrm>
          <a:prstGeom prst="ellipse">
            <a:avLst/>
          </a:prstGeom>
          <a:noFill/>
          <a:ln cap="flat" cmpd="sng" w="2857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55" name="Google Shape;55;p7"/>
          <p:cNvSpPr txBox="1"/>
          <p:nvPr/>
        </p:nvSpPr>
        <p:spPr>
          <a:xfrm>
            <a:off x="16632011" y="9147381"/>
            <a:ext cx="60756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lt1"/>
                </a:solidFill>
                <a:latin typeface="Lato"/>
                <a:ea typeface="Lato"/>
                <a:cs typeface="Lato"/>
                <a:sym typeface="Lato"/>
              </a:rPr>
              <a:t>Medición</a:t>
            </a:r>
            <a:endParaRPr b="0" i="0" sz="1400" u="none" cap="none" strike="noStrike">
              <a:solidFill>
                <a:srgbClr val="000000"/>
              </a:solidFill>
              <a:latin typeface="Arial"/>
              <a:ea typeface="Arial"/>
              <a:cs typeface="Arial"/>
              <a:sym typeface="Arial"/>
            </a:endParaRPr>
          </a:p>
        </p:txBody>
      </p:sp>
      <p:sp>
        <p:nvSpPr>
          <p:cNvPr id="56" name="Google Shape;56;p7"/>
          <p:cNvSpPr txBox="1"/>
          <p:nvPr/>
        </p:nvSpPr>
        <p:spPr>
          <a:xfrm>
            <a:off x="14230350" y="9135070"/>
            <a:ext cx="854400" cy="615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Lato"/>
                <a:ea typeface="Lato"/>
                <a:cs typeface="Lato"/>
                <a:sym typeface="Lato"/>
              </a:rPr>
              <a:t>05</a:t>
            </a:r>
            <a:endParaRPr b="0" i="0" sz="1400" u="none" cap="none" strike="noStrike">
              <a:solidFill>
                <a:srgbClr val="000000"/>
              </a:solidFill>
              <a:latin typeface="Arial"/>
              <a:ea typeface="Arial"/>
              <a:cs typeface="Arial"/>
              <a:sym typeface="Arial"/>
            </a:endParaRPr>
          </a:p>
        </p:txBody>
      </p:sp>
      <p:sp>
        <p:nvSpPr>
          <p:cNvPr id="57" name="Google Shape;57;p7"/>
          <p:cNvSpPr/>
          <p:nvPr/>
        </p:nvSpPr>
        <p:spPr>
          <a:xfrm>
            <a:off x="14093438" y="8878708"/>
            <a:ext cx="1128300" cy="1128300"/>
          </a:xfrm>
          <a:prstGeom prst="ellipse">
            <a:avLst/>
          </a:prstGeom>
          <a:noFill/>
          <a:ln cap="flat" cmpd="sng" w="2857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58" name="Google Shape;58;p7"/>
          <p:cNvSpPr txBox="1"/>
          <p:nvPr/>
        </p:nvSpPr>
        <p:spPr>
          <a:xfrm>
            <a:off x="16632011" y="10897006"/>
            <a:ext cx="60756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lt1"/>
                </a:solidFill>
                <a:latin typeface="Lato"/>
                <a:ea typeface="Lato"/>
                <a:cs typeface="Lato"/>
                <a:sym typeface="Lato"/>
              </a:rPr>
              <a:t>Presupuesto</a:t>
            </a:r>
            <a:endParaRPr b="0" i="0" sz="3200" u="none" cap="none" strike="noStrike">
              <a:solidFill>
                <a:srgbClr val="000000"/>
              </a:solidFill>
              <a:latin typeface="Arial"/>
              <a:ea typeface="Arial"/>
              <a:cs typeface="Arial"/>
              <a:sym typeface="Arial"/>
            </a:endParaRPr>
          </a:p>
        </p:txBody>
      </p:sp>
      <p:sp>
        <p:nvSpPr>
          <p:cNvPr id="59" name="Google Shape;59;p7"/>
          <p:cNvSpPr/>
          <p:nvPr/>
        </p:nvSpPr>
        <p:spPr>
          <a:xfrm>
            <a:off x="14091663" y="10628333"/>
            <a:ext cx="1128300" cy="1128300"/>
          </a:xfrm>
          <a:prstGeom prst="ellipse">
            <a:avLst/>
          </a:prstGeom>
          <a:noFill/>
          <a:ln cap="flat" cmpd="sng" w="2857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lang="en-US" sz="4500">
                <a:solidFill>
                  <a:schemeClr val="lt1"/>
                </a:solidFill>
                <a:latin typeface="Calibri"/>
                <a:ea typeface="Calibri"/>
                <a:cs typeface="Calibri"/>
                <a:sym typeface="Calibri"/>
              </a:rPr>
              <a:t>06</a:t>
            </a:r>
            <a:endParaRPr b="1" i="0" sz="4500" u="none" cap="none" strike="noStrike">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3" name="Shape 63"/>
        <p:cNvGrpSpPr/>
        <p:nvPr/>
      </p:nvGrpSpPr>
      <p:grpSpPr>
        <a:xfrm>
          <a:off x="0" y="0"/>
          <a:ext cx="0" cy="0"/>
          <a:chOff x="0" y="0"/>
          <a:chExt cx="0" cy="0"/>
        </a:xfrm>
      </p:grpSpPr>
      <p:sp>
        <p:nvSpPr>
          <p:cNvPr id="64" name="Google Shape;64;p8"/>
          <p:cNvSpPr txBox="1"/>
          <p:nvPr/>
        </p:nvSpPr>
        <p:spPr>
          <a:xfrm>
            <a:off x="2588984" y="2336788"/>
            <a:ext cx="20118600" cy="1625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8800"/>
              <a:buFont typeface="Arial"/>
              <a:buNone/>
            </a:pPr>
            <a:r>
              <a:rPr b="1" lang="en-US" sz="8800">
                <a:solidFill>
                  <a:schemeClr val="dk2"/>
                </a:solidFill>
                <a:latin typeface="Lato"/>
                <a:ea typeface="Lato"/>
                <a:cs typeface="Lato"/>
                <a:sym typeface="Lato"/>
              </a:rPr>
              <a:t>Resumen ejecutivo</a:t>
            </a:r>
            <a:endParaRPr b="1" i="0" sz="8800" u="none" cap="none" strike="noStrike">
              <a:solidFill>
                <a:schemeClr val="dk2"/>
              </a:solidFill>
              <a:latin typeface="Lato"/>
              <a:ea typeface="Lato"/>
              <a:cs typeface="Lato"/>
              <a:sym typeface="Lato"/>
            </a:endParaRPr>
          </a:p>
        </p:txBody>
      </p:sp>
      <p:sp>
        <p:nvSpPr>
          <p:cNvPr id="65" name="Google Shape;65;p8"/>
          <p:cNvSpPr txBox="1"/>
          <p:nvPr/>
        </p:nvSpPr>
        <p:spPr>
          <a:xfrm>
            <a:off x="2588984" y="4484855"/>
            <a:ext cx="20118600" cy="2216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4000"/>
              <a:buFont typeface="Arial"/>
              <a:buNone/>
            </a:pPr>
            <a:r>
              <a:rPr b="1" lang="en-US" sz="4000">
                <a:solidFill>
                  <a:schemeClr val="dk2"/>
                </a:solidFill>
                <a:latin typeface="Lato"/>
                <a:ea typeface="Lato"/>
                <a:cs typeface="Lato"/>
                <a:sym typeface="Lato"/>
              </a:rPr>
              <a:t>Aquí presentamos a la empresa. Sed ut perspiciatis unde omnis iste natus error sit volup m accus antium dolor emque lauda nt ium, totam rem aperiam, eaque ipsa quae ab illo inventore very tatis</a:t>
            </a:r>
            <a:r>
              <a:rPr b="1" lang="en-US" sz="4000">
                <a:solidFill>
                  <a:schemeClr val="dk2"/>
                </a:solidFill>
                <a:latin typeface="Lato"/>
                <a:ea typeface="Lato"/>
                <a:cs typeface="Lato"/>
                <a:sym typeface="Lato"/>
              </a:rPr>
              <a:t>, eaque ipsa quae ab illo inventore very tatis</a:t>
            </a:r>
            <a:r>
              <a:rPr b="1" lang="en-US" sz="4000">
                <a:solidFill>
                  <a:schemeClr val="dk2"/>
                </a:solidFill>
                <a:latin typeface="Lato"/>
                <a:ea typeface="Lato"/>
                <a:cs typeface="Lato"/>
                <a:sym typeface="Lato"/>
              </a:rPr>
              <a:t> </a:t>
            </a:r>
            <a:r>
              <a:rPr b="1" lang="en-US" sz="4000">
                <a:solidFill>
                  <a:schemeClr val="dk2"/>
                </a:solidFill>
                <a:latin typeface="Lato"/>
                <a:ea typeface="Lato"/>
                <a:cs typeface="Lato"/>
                <a:sym typeface="Lato"/>
              </a:rPr>
              <a:t>...</a:t>
            </a:r>
            <a:r>
              <a:rPr b="1" lang="en-US" sz="4000">
                <a:solidFill>
                  <a:schemeClr val="dk2"/>
                </a:solidFill>
                <a:latin typeface="Lato"/>
                <a:ea typeface="Lato"/>
                <a:cs typeface="Lato"/>
                <a:sym typeface="Lato"/>
              </a:rPr>
              <a:t>.</a:t>
            </a:r>
            <a:endParaRPr b="0" i="0" sz="1400" u="none" cap="none" strike="noStrike">
              <a:solidFill>
                <a:srgbClr val="000000"/>
              </a:solidFill>
              <a:latin typeface="Arial"/>
              <a:ea typeface="Arial"/>
              <a:cs typeface="Arial"/>
              <a:sym typeface="Arial"/>
            </a:endParaRPr>
          </a:p>
        </p:txBody>
      </p:sp>
      <p:cxnSp>
        <p:nvCxnSpPr>
          <p:cNvPr id="66" name="Google Shape;66;p8"/>
          <p:cNvCxnSpPr/>
          <p:nvPr/>
        </p:nvCxnSpPr>
        <p:spPr>
          <a:xfrm>
            <a:off x="1676400" y="2706538"/>
            <a:ext cx="0" cy="3994200"/>
          </a:xfrm>
          <a:prstGeom prst="straightConnector1">
            <a:avLst/>
          </a:prstGeom>
          <a:noFill/>
          <a:ln cap="flat" cmpd="sng" w="88900">
            <a:solidFill>
              <a:srgbClr val="1A86BC"/>
            </a:solidFill>
            <a:prstDash val="solid"/>
            <a:miter lim="800000"/>
            <a:headEnd len="sm" w="sm" type="none"/>
            <a:tailEnd len="sm" w="sm" type="none"/>
          </a:ln>
        </p:spPr>
      </p:cxnSp>
      <p:sp>
        <p:nvSpPr>
          <p:cNvPr id="67" name="Google Shape;67;p8"/>
          <p:cNvSpPr txBox="1"/>
          <p:nvPr/>
        </p:nvSpPr>
        <p:spPr>
          <a:xfrm>
            <a:off x="2588900" y="11523642"/>
            <a:ext cx="6135000" cy="1249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and data about the title here. The explanation should be short and narrow.</a:t>
            </a:r>
            <a:endParaRPr b="0" i="0" sz="1400" u="none" cap="none" strike="noStrike">
              <a:solidFill>
                <a:srgbClr val="000000"/>
              </a:solidFill>
              <a:latin typeface="Arial"/>
              <a:ea typeface="Arial"/>
              <a:cs typeface="Arial"/>
              <a:sym typeface="Arial"/>
            </a:endParaRPr>
          </a:p>
        </p:txBody>
      </p:sp>
      <p:sp>
        <p:nvSpPr>
          <p:cNvPr id="68" name="Google Shape;68;p8"/>
          <p:cNvSpPr txBox="1"/>
          <p:nvPr/>
        </p:nvSpPr>
        <p:spPr>
          <a:xfrm>
            <a:off x="2588900" y="10779493"/>
            <a:ext cx="6135000" cy="555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Miembro equipo marketing</a:t>
            </a:r>
            <a:endParaRPr b="0" i="0" sz="1400" u="none" cap="none" strike="noStrike">
              <a:solidFill>
                <a:srgbClr val="000000"/>
              </a:solidFill>
              <a:latin typeface="Arial"/>
              <a:ea typeface="Arial"/>
              <a:cs typeface="Arial"/>
              <a:sym typeface="Arial"/>
            </a:endParaRPr>
          </a:p>
        </p:txBody>
      </p:sp>
      <p:sp>
        <p:nvSpPr>
          <p:cNvPr id="69" name="Google Shape;69;p8"/>
          <p:cNvSpPr txBox="1"/>
          <p:nvPr/>
        </p:nvSpPr>
        <p:spPr>
          <a:xfrm>
            <a:off x="9580633" y="11523642"/>
            <a:ext cx="6135000" cy="1249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and data about the title here. The explanation should be short and narrow.</a:t>
            </a:r>
            <a:endParaRPr b="0" i="0" sz="1400" u="none" cap="none" strike="noStrike">
              <a:solidFill>
                <a:srgbClr val="000000"/>
              </a:solidFill>
              <a:latin typeface="Arial"/>
              <a:ea typeface="Arial"/>
              <a:cs typeface="Arial"/>
              <a:sym typeface="Arial"/>
            </a:endParaRPr>
          </a:p>
        </p:txBody>
      </p:sp>
      <p:sp>
        <p:nvSpPr>
          <p:cNvPr id="70" name="Google Shape;70;p8"/>
          <p:cNvSpPr txBox="1"/>
          <p:nvPr/>
        </p:nvSpPr>
        <p:spPr>
          <a:xfrm>
            <a:off x="9580633" y="10779493"/>
            <a:ext cx="6135000" cy="5553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3200"/>
              <a:buFont typeface="Arial"/>
              <a:buNone/>
            </a:pPr>
            <a:r>
              <a:rPr b="1" lang="en-US" sz="3200">
                <a:solidFill>
                  <a:schemeClr val="dk2"/>
                </a:solidFill>
                <a:latin typeface="Lato"/>
                <a:ea typeface="Lato"/>
                <a:cs typeface="Lato"/>
                <a:sym typeface="Lato"/>
              </a:rPr>
              <a:t>Miembro equipo marketing</a:t>
            </a:r>
            <a:endParaRPr>
              <a:solidFill>
                <a:schemeClr val="dk1"/>
              </a:solidFill>
            </a:endParaRPr>
          </a:p>
          <a:p>
            <a:pPr indent="0" lvl="0" marL="0" marR="0" rtl="0" algn="l">
              <a:lnSpc>
                <a:spcPct val="120000"/>
              </a:lnSpc>
              <a:spcBef>
                <a:spcPts val="0"/>
              </a:spcBef>
              <a:spcAft>
                <a:spcPts val="0"/>
              </a:spcAft>
              <a:buClr>
                <a:srgbClr val="000000"/>
              </a:buClr>
              <a:buSzPts val="3200"/>
              <a:buFont typeface="Arial"/>
              <a:buNone/>
            </a:pPr>
            <a:r>
              <a:t/>
            </a:r>
            <a:endParaRPr b="1" sz="3200">
              <a:solidFill>
                <a:schemeClr val="dk2"/>
              </a:solidFill>
              <a:latin typeface="Lato"/>
              <a:ea typeface="Lato"/>
              <a:cs typeface="Lato"/>
              <a:sym typeface="Lato"/>
            </a:endParaRPr>
          </a:p>
        </p:txBody>
      </p:sp>
      <p:sp>
        <p:nvSpPr>
          <p:cNvPr id="71" name="Google Shape;71;p8"/>
          <p:cNvSpPr txBox="1"/>
          <p:nvPr/>
        </p:nvSpPr>
        <p:spPr>
          <a:xfrm>
            <a:off x="16572365" y="11523642"/>
            <a:ext cx="6135000" cy="1249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and data about the title here. The explanation should be short and narrow.</a:t>
            </a:r>
            <a:endParaRPr b="0" i="0" sz="1400" u="none" cap="none" strike="noStrike">
              <a:solidFill>
                <a:srgbClr val="000000"/>
              </a:solidFill>
              <a:latin typeface="Arial"/>
              <a:ea typeface="Arial"/>
              <a:cs typeface="Arial"/>
              <a:sym typeface="Arial"/>
            </a:endParaRPr>
          </a:p>
        </p:txBody>
      </p:sp>
      <p:sp>
        <p:nvSpPr>
          <p:cNvPr id="72" name="Google Shape;72;p8"/>
          <p:cNvSpPr txBox="1"/>
          <p:nvPr/>
        </p:nvSpPr>
        <p:spPr>
          <a:xfrm>
            <a:off x="16572365" y="10779493"/>
            <a:ext cx="6135000" cy="5553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3200"/>
              <a:buFont typeface="Arial"/>
              <a:buNone/>
            </a:pPr>
            <a:r>
              <a:rPr b="1" lang="en-US" sz="3200">
                <a:solidFill>
                  <a:schemeClr val="dk2"/>
                </a:solidFill>
                <a:latin typeface="Lato"/>
                <a:ea typeface="Lato"/>
                <a:cs typeface="Lato"/>
                <a:sym typeface="Lato"/>
              </a:rPr>
              <a:t>Miembro equipo marketing</a:t>
            </a:r>
            <a:endParaRPr>
              <a:solidFill>
                <a:schemeClr val="dk1"/>
              </a:solidFill>
            </a:endParaRPr>
          </a:p>
          <a:p>
            <a:pPr indent="0" lvl="0" marL="0" marR="0" rtl="0" algn="l">
              <a:lnSpc>
                <a:spcPct val="120000"/>
              </a:lnSpc>
              <a:spcBef>
                <a:spcPts val="0"/>
              </a:spcBef>
              <a:spcAft>
                <a:spcPts val="0"/>
              </a:spcAft>
              <a:buClr>
                <a:srgbClr val="000000"/>
              </a:buClr>
              <a:buSzPts val="3200"/>
              <a:buFont typeface="Arial"/>
              <a:buNone/>
            </a:pPr>
            <a:r>
              <a:t/>
            </a:r>
            <a:endParaRPr b="1" sz="3200">
              <a:solidFill>
                <a:schemeClr val="dk2"/>
              </a:solidFill>
              <a:latin typeface="Lato"/>
              <a:ea typeface="Lato"/>
              <a:cs typeface="Lato"/>
              <a:sym typeface="Lato"/>
            </a:endParaRPr>
          </a:p>
        </p:txBody>
      </p:sp>
      <p:sp>
        <p:nvSpPr>
          <p:cNvPr id="73" name="Google Shape;73;p8"/>
          <p:cNvSpPr/>
          <p:nvPr/>
        </p:nvSpPr>
        <p:spPr>
          <a:xfrm>
            <a:off x="2588900" y="7044400"/>
            <a:ext cx="6135000" cy="3160200"/>
          </a:xfrm>
          <a:prstGeom prst="rect">
            <a:avLst/>
          </a:prstGeom>
          <a:gradFill>
            <a:gsLst>
              <a:gs pos="0">
                <a:srgbClr val="9C9C9C"/>
              </a:gs>
              <a:gs pos="50000">
                <a:srgbClr val="C3C3C3"/>
              </a:gs>
              <a:gs pos="100000">
                <a:srgbClr val="E2E2E2"/>
              </a:gs>
            </a:gsLst>
            <a:lin ang="16200038"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chemeClr val="lt1"/>
              </a:solidFill>
              <a:latin typeface="Calibri"/>
              <a:ea typeface="Calibri"/>
              <a:cs typeface="Calibri"/>
              <a:sym typeface="Calibri"/>
            </a:endParaRPr>
          </a:p>
        </p:txBody>
      </p:sp>
      <p:sp>
        <p:nvSpPr>
          <p:cNvPr id="74" name="Google Shape;74;p8"/>
          <p:cNvSpPr txBox="1"/>
          <p:nvPr/>
        </p:nvSpPr>
        <p:spPr>
          <a:xfrm>
            <a:off x="4419621" y="8143313"/>
            <a:ext cx="2473800" cy="63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2200"/>
              <a:buFont typeface="Lato"/>
              <a:buNone/>
            </a:pPr>
            <a:r>
              <a:rPr b="0" i="0" lang="en-US" sz="2200" u="none" cap="none" strike="noStrike">
                <a:solidFill>
                  <a:schemeClr val="lt1"/>
                </a:solidFill>
                <a:latin typeface="Lato"/>
                <a:ea typeface="Lato"/>
                <a:cs typeface="Lato"/>
                <a:sym typeface="Lato"/>
              </a:rPr>
              <a:t>Image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200"/>
              <a:buFont typeface="Lato"/>
              <a:buNone/>
            </a:pPr>
            <a:r>
              <a:rPr b="0" i="0" lang="en-US" sz="2200" u="none" cap="none" strike="noStrike">
                <a:solidFill>
                  <a:schemeClr val="lt1"/>
                </a:solidFill>
                <a:latin typeface="Lato"/>
                <a:ea typeface="Lato"/>
                <a:cs typeface="Lato"/>
                <a:sym typeface="Lato"/>
              </a:rPr>
              <a:t>Placeholder</a:t>
            </a:r>
            <a:endParaRPr b="0" i="0" sz="2200" u="none" cap="none" strike="noStrike">
              <a:solidFill>
                <a:schemeClr val="lt1"/>
              </a:solidFill>
              <a:latin typeface="Lato"/>
              <a:ea typeface="Lato"/>
              <a:cs typeface="Lato"/>
              <a:sym typeface="Lato"/>
            </a:endParaRPr>
          </a:p>
        </p:txBody>
      </p:sp>
      <p:sp>
        <p:nvSpPr>
          <p:cNvPr id="75" name="Google Shape;75;p8"/>
          <p:cNvSpPr/>
          <p:nvPr/>
        </p:nvSpPr>
        <p:spPr>
          <a:xfrm>
            <a:off x="9580637" y="7044400"/>
            <a:ext cx="6135000" cy="3160200"/>
          </a:xfrm>
          <a:prstGeom prst="rect">
            <a:avLst/>
          </a:prstGeom>
          <a:gradFill>
            <a:gsLst>
              <a:gs pos="0">
                <a:srgbClr val="9C9C9C"/>
              </a:gs>
              <a:gs pos="50000">
                <a:srgbClr val="C3C3C3"/>
              </a:gs>
              <a:gs pos="100000">
                <a:srgbClr val="E2E2E2"/>
              </a:gs>
            </a:gsLst>
            <a:lin ang="16200038"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chemeClr val="lt1"/>
              </a:solidFill>
              <a:latin typeface="Calibri"/>
              <a:ea typeface="Calibri"/>
              <a:cs typeface="Calibri"/>
              <a:sym typeface="Calibri"/>
            </a:endParaRPr>
          </a:p>
        </p:txBody>
      </p:sp>
      <p:sp>
        <p:nvSpPr>
          <p:cNvPr id="76" name="Google Shape;76;p8"/>
          <p:cNvSpPr txBox="1"/>
          <p:nvPr/>
        </p:nvSpPr>
        <p:spPr>
          <a:xfrm>
            <a:off x="11411353" y="8143313"/>
            <a:ext cx="2473800" cy="63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2200"/>
              <a:buFont typeface="Lato"/>
              <a:buNone/>
            </a:pPr>
            <a:r>
              <a:rPr b="0" i="0" lang="en-US" sz="2200" u="none" cap="none" strike="noStrike">
                <a:solidFill>
                  <a:schemeClr val="lt1"/>
                </a:solidFill>
                <a:latin typeface="Lato"/>
                <a:ea typeface="Lato"/>
                <a:cs typeface="Lato"/>
                <a:sym typeface="Lato"/>
              </a:rPr>
              <a:t>Image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200"/>
              <a:buFont typeface="Lato"/>
              <a:buNone/>
            </a:pPr>
            <a:r>
              <a:rPr b="0" i="0" lang="en-US" sz="2200" u="none" cap="none" strike="noStrike">
                <a:solidFill>
                  <a:schemeClr val="lt1"/>
                </a:solidFill>
                <a:latin typeface="Lato"/>
                <a:ea typeface="Lato"/>
                <a:cs typeface="Lato"/>
                <a:sym typeface="Lato"/>
              </a:rPr>
              <a:t>Placeholder</a:t>
            </a:r>
            <a:endParaRPr b="0" i="0" sz="2200" u="none" cap="none" strike="noStrike">
              <a:solidFill>
                <a:schemeClr val="lt1"/>
              </a:solidFill>
              <a:latin typeface="Lato"/>
              <a:ea typeface="Lato"/>
              <a:cs typeface="Lato"/>
              <a:sym typeface="Lato"/>
            </a:endParaRPr>
          </a:p>
        </p:txBody>
      </p:sp>
      <p:sp>
        <p:nvSpPr>
          <p:cNvPr id="77" name="Google Shape;77;p8"/>
          <p:cNvSpPr/>
          <p:nvPr/>
        </p:nvSpPr>
        <p:spPr>
          <a:xfrm>
            <a:off x="16572374" y="7044400"/>
            <a:ext cx="6135000" cy="3160200"/>
          </a:xfrm>
          <a:prstGeom prst="rect">
            <a:avLst/>
          </a:prstGeom>
          <a:gradFill>
            <a:gsLst>
              <a:gs pos="0">
                <a:srgbClr val="9C9C9C"/>
              </a:gs>
              <a:gs pos="50000">
                <a:srgbClr val="C3C3C3"/>
              </a:gs>
              <a:gs pos="100000">
                <a:srgbClr val="E2E2E2"/>
              </a:gs>
            </a:gsLst>
            <a:lin ang="16200038"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chemeClr val="lt1"/>
              </a:solidFill>
              <a:latin typeface="Calibri"/>
              <a:ea typeface="Calibri"/>
              <a:cs typeface="Calibri"/>
              <a:sym typeface="Calibri"/>
            </a:endParaRPr>
          </a:p>
        </p:txBody>
      </p:sp>
      <p:sp>
        <p:nvSpPr>
          <p:cNvPr id="78" name="Google Shape;78;p8"/>
          <p:cNvSpPr txBox="1"/>
          <p:nvPr/>
        </p:nvSpPr>
        <p:spPr>
          <a:xfrm>
            <a:off x="18403086" y="8143313"/>
            <a:ext cx="2473800" cy="63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2200"/>
              <a:buFont typeface="Lato"/>
              <a:buNone/>
            </a:pPr>
            <a:r>
              <a:rPr b="0" i="0" lang="en-US" sz="2200" u="none" cap="none" strike="noStrike">
                <a:solidFill>
                  <a:schemeClr val="lt1"/>
                </a:solidFill>
                <a:latin typeface="Lato"/>
                <a:ea typeface="Lato"/>
                <a:cs typeface="Lato"/>
                <a:sym typeface="Lato"/>
              </a:rPr>
              <a:t>Image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200"/>
              <a:buFont typeface="Lato"/>
              <a:buNone/>
            </a:pPr>
            <a:r>
              <a:rPr b="0" i="0" lang="en-US" sz="2200" u="none" cap="none" strike="noStrike">
                <a:solidFill>
                  <a:schemeClr val="lt1"/>
                </a:solidFill>
                <a:latin typeface="Lato"/>
                <a:ea typeface="Lato"/>
                <a:cs typeface="Lato"/>
                <a:sym typeface="Lato"/>
              </a:rPr>
              <a:t>Placeholder</a:t>
            </a:r>
            <a:endParaRPr b="0" i="0" sz="2200" u="none" cap="none" strike="noStrike">
              <a:solidFill>
                <a:schemeClr val="lt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2" name="Shape 82"/>
        <p:cNvGrpSpPr/>
        <p:nvPr/>
      </p:nvGrpSpPr>
      <p:grpSpPr>
        <a:xfrm>
          <a:off x="0" y="0"/>
          <a:ext cx="0" cy="0"/>
          <a:chOff x="0" y="0"/>
          <a:chExt cx="0" cy="0"/>
        </a:xfrm>
      </p:grpSpPr>
      <p:sp>
        <p:nvSpPr>
          <p:cNvPr id="83" name="Google Shape;83;p9"/>
          <p:cNvSpPr txBox="1"/>
          <p:nvPr/>
        </p:nvSpPr>
        <p:spPr>
          <a:xfrm>
            <a:off x="2588984" y="2336788"/>
            <a:ext cx="20118600" cy="1625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8800"/>
              <a:buFont typeface="Arial"/>
              <a:buNone/>
            </a:pPr>
            <a:r>
              <a:rPr b="1" lang="en-US" sz="8800">
                <a:solidFill>
                  <a:schemeClr val="dk2"/>
                </a:solidFill>
                <a:latin typeface="Lato"/>
                <a:ea typeface="Lato"/>
                <a:cs typeface="Lato"/>
                <a:sym typeface="Lato"/>
              </a:rPr>
              <a:t>Resumen ejecutivo</a:t>
            </a:r>
            <a:endParaRPr b="1" i="0" sz="8800" u="none" cap="none" strike="noStrike">
              <a:solidFill>
                <a:schemeClr val="dk2"/>
              </a:solidFill>
              <a:latin typeface="Lato"/>
              <a:ea typeface="Lato"/>
              <a:cs typeface="Lato"/>
              <a:sym typeface="Lato"/>
            </a:endParaRPr>
          </a:p>
        </p:txBody>
      </p:sp>
      <p:cxnSp>
        <p:nvCxnSpPr>
          <p:cNvPr id="84" name="Google Shape;84;p9"/>
          <p:cNvCxnSpPr/>
          <p:nvPr/>
        </p:nvCxnSpPr>
        <p:spPr>
          <a:xfrm>
            <a:off x="1676400" y="2706538"/>
            <a:ext cx="0" cy="3994200"/>
          </a:xfrm>
          <a:prstGeom prst="straightConnector1">
            <a:avLst/>
          </a:prstGeom>
          <a:noFill/>
          <a:ln cap="flat" cmpd="sng" w="88900">
            <a:solidFill>
              <a:schemeClr val="accent1"/>
            </a:solidFill>
            <a:prstDash val="solid"/>
            <a:miter lim="800000"/>
            <a:headEnd len="sm" w="sm" type="none"/>
            <a:tailEnd len="sm" w="sm" type="none"/>
          </a:ln>
        </p:spPr>
      </p:cxnSp>
      <p:cxnSp>
        <p:nvCxnSpPr>
          <p:cNvPr id="85" name="Google Shape;85;p9"/>
          <p:cNvCxnSpPr/>
          <p:nvPr/>
        </p:nvCxnSpPr>
        <p:spPr>
          <a:xfrm>
            <a:off x="4494525" y="6813752"/>
            <a:ext cx="4478100" cy="0"/>
          </a:xfrm>
          <a:prstGeom prst="straightConnector1">
            <a:avLst/>
          </a:prstGeom>
          <a:noFill/>
          <a:ln cap="flat" cmpd="sng" w="57150">
            <a:solidFill>
              <a:schemeClr val="accent1"/>
            </a:solidFill>
            <a:prstDash val="solid"/>
            <a:miter lim="800000"/>
            <a:headEnd len="sm" w="sm" type="none"/>
            <a:tailEnd len="sm" w="sm" type="none"/>
          </a:ln>
        </p:spPr>
      </p:cxnSp>
      <p:sp>
        <p:nvSpPr>
          <p:cNvPr id="86" name="Google Shape;86;p9"/>
          <p:cNvSpPr txBox="1"/>
          <p:nvPr/>
        </p:nvSpPr>
        <p:spPr>
          <a:xfrm>
            <a:off x="4494525" y="8181173"/>
            <a:ext cx="4477800" cy="3410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240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Aquí la idea principal del proyecto. Aquí la idea principal del proyecto.  Aquí la idea principal del proyecto. Aquí la idea principal del proyecto. </a:t>
            </a:r>
            <a:br>
              <a:rPr lang="en-US" sz="2400">
                <a:solidFill>
                  <a:schemeClr val="dk2"/>
                </a:solidFill>
                <a:latin typeface="Lato Light"/>
                <a:ea typeface="Lato Light"/>
                <a:cs typeface="Lato Light"/>
                <a:sym typeface="Lato Light"/>
              </a:rPr>
            </a:br>
            <a:endParaRPr b="0" i="0" sz="1400" u="none" cap="none" strike="noStrike">
              <a:solidFill>
                <a:srgbClr val="000000"/>
              </a:solidFill>
              <a:latin typeface="Arial"/>
              <a:ea typeface="Arial"/>
              <a:cs typeface="Arial"/>
              <a:sym typeface="Arial"/>
            </a:endParaRPr>
          </a:p>
        </p:txBody>
      </p:sp>
      <p:sp>
        <p:nvSpPr>
          <p:cNvPr id="87" name="Google Shape;87;p9"/>
          <p:cNvSpPr txBox="1"/>
          <p:nvPr/>
        </p:nvSpPr>
        <p:spPr>
          <a:xfrm>
            <a:off x="4494525" y="7389214"/>
            <a:ext cx="44778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Idea</a:t>
            </a:r>
            <a:endParaRPr b="0" i="0" sz="1400" u="none" cap="none" strike="noStrike">
              <a:solidFill>
                <a:srgbClr val="000000"/>
              </a:solidFill>
              <a:latin typeface="Arial"/>
              <a:ea typeface="Arial"/>
              <a:cs typeface="Arial"/>
              <a:sym typeface="Arial"/>
            </a:endParaRPr>
          </a:p>
        </p:txBody>
      </p:sp>
      <p:sp>
        <p:nvSpPr>
          <p:cNvPr id="88" name="Google Shape;88;p9"/>
          <p:cNvSpPr txBox="1"/>
          <p:nvPr/>
        </p:nvSpPr>
        <p:spPr>
          <a:xfrm>
            <a:off x="10216250" y="8181167"/>
            <a:ext cx="4477500" cy="3364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240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Aquí los objetivos principales del plan de marketing. Aquí los objetivos principales del plan de marketing. Aquí los objetivos principales del plan de marketing. Aquí los objetivos principales del plan de marketing.</a:t>
            </a:r>
            <a:endParaRPr b="0" i="0" sz="1400" u="none" cap="none" strike="noStrike">
              <a:solidFill>
                <a:srgbClr val="000000"/>
              </a:solidFill>
              <a:latin typeface="Arial"/>
              <a:ea typeface="Arial"/>
              <a:cs typeface="Arial"/>
              <a:sym typeface="Arial"/>
            </a:endParaRPr>
          </a:p>
        </p:txBody>
      </p:sp>
      <p:sp>
        <p:nvSpPr>
          <p:cNvPr id="89" name="Google Shape;89;p9"/>
          <p:cNvSpPr txBox="1"/>
          <p:nvPr/>
        </p:nvSpPr>
        <p:spPr>
          <a:xfrm>
            <a:off x="10216250" y="7389206"/>
            <a:ext cx="44775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Objetivos</a:t>
            </a:r>
            <a:endParaRPr b="0" i="0" sz="1400" u="none" cap="none" strike="noStrike">
              <a:solidFill>
                <a:srgbClr val="000000"/>
              </a:solidFill>
              <a:latin typeface="Arial"/>
              <a:ea typeface="Arial"/>
              <a:cs typeface="Arial"/>
              <a:sym typeface="Arial"/>
            </a:endParaRPr>
          </a:p>
        </p:txBody>
      </p:sp>
      <p:cxnSp>
        <p:nvCxnSpPr>
          <p:cNvPr id="90" name="Google Shape;90;p9"/>
          <p:cNvCxnSpPr/>
          <p:nvPr/>
        </p:nvCxnSpPr>
        <p:spPr>
          <a:xfrm>
            <a:off x="10216250" y="6813744"/>
            <a:ext cx="4477800" cy="0"/>
          </a:xfrm>
          <a:prstGeom prst="straightConnector1">
            <a:avLst/>
          </a:prstGeom>
          <a:noFill/>
          <a:ln cap="flat" cmpd="sng" w="57150">
            <a:solidFill>
              <a:schemeClr val="accent2"/>
            </a:solidFill>
            <a:prstDash val="solid"/>
            <a:miter lim="800000"/>
            <a:headEnd len="sm" w="sm" type="none"/>
            <a:tailEnd len="sm" w="sm" type="none"/>
          </a:ln>
        </p:spPr>
      </p:cxnSp>
      <p:sp>
        <p:nvSpPr>
          <p:cNvPr id="91" name="Google Shape;91;p9"/>
          <p:cNvSpPr txBox="1"/>
          <p:nvPr/>
        </p:nvSpPr>
        <p:spPr>
          <a:xfrm>
            <a:off x="15937900" y="8181170"/>
            <a:ext cx="4477200" cy="3364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240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Aquí las principales conclusiones obtenidas del análisis interno y externo. Aquí las principales conclusiones obtenidas del análisis interno y externo.Aquí las principales conclusiones obtenidas del análisis interno y externo.</a:t>
            </a:r>
            <a:endParaRPr b="0" i="0" sz="1400" u="none" cap="none" strike="noStrike">
              <a:solidFill>
                <a:srgbClr val="000000"/>
              </a:solidFill>
              <a:latin typeface="Arial"/>
              <a:ea typeface="Arial"/>
              <a:cs typeface="Arial"/>
              <a:sym typeface="Arial"/>
            </a:endParaRPr>
          </a:p>
        </p:txBody>
      </p:sp>
      <p:sp>
        <p:nvSpPr>
          <p:cNvPr id="92" name="Google Shape;92;p9"/>
          <p:cNvSpPr txBox="1"/>
          <p:nvPr/>
        </p:nvSpPr>
        <p:spPr>
          <a:xfrm>
            <a:off x="15937900" y="7389210"/>
            <a:ext cx="44772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Conclusiones</a:t>
            </a:r>
            <a:endParaRPr b="0" i="0" sz="1400" u="none" cap="none" strike="noStrike">
              <a:solidFill>
                <a:srgbClr val="000000"/>
              </a:solidFill>
              <a:latin typeface="Arial"/>
              <a:ea typeface="Arial"/>
              <a:cs typeface="Arial"/>
              <a:sym typeface="Arial"/>
            </a:endParaRPr>
          </a:p>
        </p:txBody>
      </p:sp>
      <p:cxnSp>
        <p:nvCxnSpPr>
          <p:cNvPr id="93" name="Google Shape;93;p9"/>
          <p:cNvCxnSpPr/>
          <p:nvPr/>
        </p:nvCxnSpPr>
        <p:spPr>
          <a:xfrm>
            <a:off x="15937900" y="6813748"/>
            <a:ext cx="4477500" cy="0"/>
          </a:xfrm>
          <a:prstGeom prst="straightConnector1">
            <a:avLst/>
          </a:prstGeom>
          <a:noFill/>
          <a:ln cap="flat" cmpd="sng" w="57150">
            <a:solidFill>
              <a:schemeClr val="accent3"/>
            </a:solidFill>
            <a:prstDash val="solid"/>
            <a:miter lim="800000"/>
            <a:headEnd len="sm" w="sm" type="none"/>
            <a:tailEnd len="sm" w="sm" type="none"/>
          </a:ln>
        </p:spPr>
      </p:cxnSp>
      <p:sp>
        <p:nvSpPr>
          <p:cNvPr id="94" name="Google Shape;94;p9"/>
          <p:cNvSpPr/>
          <p:nvPr/>
        </p:nvSpPr>
        <p:spPr>
          <a:xfrm>
            <a:off x="4494524" y="4359325"/>
            <a:ext cx="1214201" cy="1878949"/>
          </a:xfrm>
          <a:custGeom>
            <a:rect b="b" l="l" r="r" t="t"/>
            <a:pathLst>
              <a:path extrusionOk="0" h="756" w="505">
                <a:moveTo>
                  <a:pt x="492" y="194"/>
                </a:moveTo>
                <a:cubicBezTo>
                  <a:pt x="468" y="90"/>
                  <a:pt x="375" y="12"/>
                  <a:pt x="268" y="4"/>
                </a:cubicBezTo>
                <a:cubicBezTo>
                  <a:pt x="198" y="0"/>
                  <a:pt x="131" y="23"/>
                  <a:pt x="80" y="71"/>
                </a:cubicBezTo>
                <a:cubicBezTo>
                  <a:pt x="29" y="118"/>
                  <a:pt x="0" y="184"/>
                  <a:pt x="0" y="253"/>
                </a:cubicBezTo>
                <a:cubicBezTo>
                  <a:pt x="0" y="287"/>
                  <a:pt x="7" y="320"/>
                  <a:pt x="21" y="352"/>
                </a:cubicBezTo>
                <a:cubicBezTo>
                  <a:pt x="21" y="354"/>
                  <a:pt x="21" y="354"/>
                  <a:pt x="21" y="354"/>
                </a:cubicBezTo>
                <a:cubicBezTo>
                  <a:pt x="22" y="354"/>
                  <a:pt x="22" y="354"/>
                  <a:pt x="22" y="354"/>
                </a:cubicBezTo>
                <a:cubicBezTo>
                  <a:pt x="26" y="360"/>
                  <a:pt x="35" y="377"/>
                  <a:pt x="47" y="398"/>
                </a:cubicBezTo>
                <a:cubicBezTo>
                  <a:pt x="74" y="447"/>
                  <a:pt x="93" y="481"/>
                  <a:pt x="100" y="498"/>
                </a:cubicBezTo>
                <a:cubicBezTo>
                  <a:pt x="106" y="510"/>
                  <a:pt x="115" y="537"/>
                  <a:pt x="128" y="575"/>
                </a:cubicBezTo>
                <a:cubicBezTo>
                  <a:pt x="130" y="583"/>
                  <a:pt x="135" y="589"/>
                  <a:pt x="141" y="594"/>
                </a:cubicBezTo>
                <a:cubicBezTo>
                  <a:pt x="141" y="616"/>
                  <a:pt x="141" y="616"/>
                  <a:pt x="141" y="616"/>
                </a:cubicBezTo>
                <a:cubicBezTo>
                  <a:pt x="141" y="641"/>
                  <a:pt x="141" y="641"/>
                  <a:pt x="141" y="641"/>
                </a:cubicBezTo>
                <a:cubicBezTo>
                  <a:pt x="141" y="654"/>
                  <a:pt x="141" y="654"/>
                  <a:pt x="141" y="654"/>
                </a:cubicBezTo>
                <a:cubicBezTo>
                  <a:pt x="141" y="679"/>
                  <a:pt x="141" y="679"/>
                  <a:pt x="141" y="679"/>
                </a:cubicBezTo>
                <a:cubicBezTo>
                  <a:pt x="141" y="682"/>
                  <a:pt x="141" y="682"/>
                  <a:pt x="141" y="682"/>
                </a:cubicBezTo>
                <a:cubicBezTo>
                  <a:pt x="141" y="696"/>
                  <a:pt x="150" y="708"/>
                  <a:pt x="162" y="714"/>
                </a:cubicBezTo>
                <a:cubicBezTo>
                  <a:pt x="165" y="738"/>
                  <a:pt x="185" y="756"/>
                  <a:pt x="209" y="756"/>
                </a:cubicBezTo>
                <a:cubicBezTo>
                  <a:pt x="291" y="756"/>
                  <a:pt x="291" y="756"/>
                  <a:pt x="291" y="756"/>
                </a:cubicBezTo>
                <a:cubicBezTo>
                  <a:pt x="315" y="756"/>
                  <a:pt x="335" y="738"/>
                  <a:pt x="338" y="714"/>
                </a:cubicBezTo>
                <a:cubicBezTo>
                  <a:pt x="350" y="708"/>
                  <a:pt x="358" y="696"/>
                  <a:pt x="358" y="682"/>
                </a:cubicBezTo>
                <a:cubicBezTo>
                  <a:pt x="358" y="679"/>
                  <a:pt x="358" y="679"/>
                  <a:pt x="358" y="679"/>
                </a:cubicBezTo>
                <a:cubicBezTo>
                  <a:pt x="358" y="654"/>
                  <a:pt x="358" y="654"/>
                  <a:pt x="358" y="654"/>
                </a:cubicBezTo>
                <a:cubicBezTo>
                  <a:pt x="358" y="641"/>
                  <a:pt x="358" y="641"/>
                  <a:pt x="358" y="641"/>
                </a:cubicBezTo>
                <a:cubicBezTo>
                  <a:pt x="358" y="616"/>
                  <a:pt x="358" y="616"/>
                  <a:pt x="358" y="616"/>
                </a:cubicBezTo>
                <a:cubicBezTo>
                  <a:pt x="358" y="594"/>
                  <a:pt x="358" y="594"/>
                  <a:pt x="358" y="594"/>
                </a:cubicBezTo>
                <a:cubicBezTo>
                  <a:pt x="365" y="589"/>
                  <a:pt x="369" y="583"/>
                  <a:pt x="372" y="575"/>
                </a:cubicBezTo>
                <a:cubicBezTo>
                  <a:pt x="385" y="537"/>
                  <a:pt x="394" y="510"/>
                  <a:pt x="400" y="498"/>
                </a:cubicBezTo>
                <a:cubicBezTo>
                  <a:pt x="409" y="477"/>
                  <a:pt x="433" y="433"/>
                  <a:pt x="448" y="406"/>
                </a:cubicBezTo>
                <a:cubicBezTo>
                  <a:pt x="454" y="406"/>
                  <a:pt x="454" y="406"/>
                  <a:pt x="454" y="406"/>
                </a:cubicBezTo>
                <a:cubicBezTo>
                  <a:pt x="454" y="396"/>
                  <a:pt x="454" y="396"/>
                  <a:pt x="454" y="396"/>
                </a:cubicBezTo>
                <a:cubicBezTo>
                  <a:pt x="465" y="376"/>
                  <a:pt x="474" y="360"/>
                  <a:pt x="477" y="355"/>
                </a:cubicBezTo>
                <a:cubicBezTo>
                  <a:pt x="478" y="354"/>
                  <a:pt x="478" y="354"/>
                  <a:pt x="478" y="353"/>
                </a:cubicBezTo>
                <a:cubicBezTo>
                  <a:pt x="481" y="351"/>
                  <a:pt x="481" y="351"/>
                  <a:pt x="481" y="351"/>
                </a:cubicBezTo>
                <a:cubicBezTo>
                  <a:pt x="481" y="348"/>
                  <a:pt x="481" y="348"/>
                  <a:pt x="481" y="348"/>
                </a:cubicBezTo>
                <a:cubicBezTo>
                  <a:pt x="501" y="299"/>
                  <a:pt x="505" y="246"/>
                  <a:pt x="492" y="194"/>
                </a:cubicBezTo>
                <a:close/>
                <a:moveTo>
                  <a:pt x="291" y="731"/>
                </a:moveTo>
                <a:cubicBezTo>
                  <a:pt x="209" y="731"/>
                  <a:pt x="209" y="731"/>
                  <a:pt x="209" y="731"/>
                </a:cubicBezTo>
                <a:cubicBezTo>
                  <a:pt x="200" y="731"/>
                  <a:pt x="192" y="725"/>
                  <a:pt x="188" y="718"/>
                </a:cubicBezTo>
                <a:cubicBezTo>
                  <a:pt x="312" y="718"/>
                  <a:pt x="312" y="718"/>
                  <a:pt x="312" y="718"/>
                </a:cubicBezTo>
                <a:cubicBezTo>
                  <a:pt x="308" y="725"/>
                  <a:pt x="300" y="731"/>
                  <a:pt x="291" y="731"/>
                </a:cubicBezTo>
                <a:close/>
                <a:moveTo>
                  <a:pt x="333" y="682"/>
                </a:moveTo>
                <a:cubicBezTo>
                  <a:pt x="333" y="688"/>
                  <a:pt x="329" y="693"/>
                  <a:pt x="322" y="693"/>
                </a:cubicBezTo>
                <a:cubicBezTo>
                  <a:pt x="177" y="693"/>
                  <a:pt x="177" y="693"/>
                  <a:pt x="177" y="693"/>
                </a:cubicBezTo>
                <a:cubicBezTo>
                  <a:pt x="171" y="693"/>
                  <a:pt x="166" y="688"/>
                  <a:pt x="166" y="682"/>
                </a:cubicBezTo>
                <a:cubicBezTo>
                  <a:pt x="166" y="679"/>
                  <a:pt x="166" y="679"/>
                  <a:pt x="166" y="679"/>
                </a:cubicBezTo>
                <a:cubicBezTo>
                  <a:pt x="333" y="679"/>
                  <a:pt x="333" y="679"/>
                  <a:pt x="333" y="679"/>
                </a:cubicBezTo>
                <a:lnTo>
                  <a:pt x="333" y="682"/>
                </a:lnTo>
                <a:close/>
                <a:moveTo>
                  <a:pt x="333" y="654"/>
                </a:moveTo>
                <a:cubicBezTo>
                  <a:pt x="166" y="654"/>
                  <a:pt x="166" y="654"/>
                  <a:pt x="166" y="654"/>
                </a:cubicBezTo>
                <a:cubicBezTo>
                  <a:pt x="166" y="641"/>
                  <a:pt x="166" y="641"/>
                  <a:pt x="166" y="641"/>
                </a:cubicBezTo>
                <a:cubicBezTo>
                  <a:pt x="333" y="641"/>
                  <a:pt x="333" y="641"/>
                  <a:pt x="333" y="641"/>
                </a:cubicBezTo>
                <a:lnTo>
                  <a:pt x="333" y="654"/>
                </a:lnTo>
                <a:close/>
                <a:moveTo>
                  <a:pt x="166" y="616"/>
                </a:moveTo>
                <a:cubicBezTo>
                  <a:pt x="166" y="602"/>
                  <a:pt x="166" y="602"/>
                  <a:pt x="166" y="602"/>
                </a:cubicBezTo>
                <a:cubicBezTo>
                  <a:pt x="213" y="602"/>
                  <a:pt x="213" y="602"/>
                  <a:pt x="213" y="602"/>
                </a:cubicBezTo>
                <a:cubicBezTo>
                  <a:pt x="286" y="602"/>
                  <a:pt x="286" y="602"/>
                  <a:pt x="286" y="602"/>
                </a:cubicBezTo>
                <a:cubicBezTo>
                  <a:pt x="333" y="602"/>
                  <a:pt x="333" y="602"/>
                  <a:pt x="333" y="602"/>
                </a:cubicBezTo>
                <a:cubicBezTo>
                  <a:pt x="333" y="616"/>
                  <a:pt x="333" y="616"/>
                  <a:pt x="333" y="616"/>
                </a:cubicBezTo>
                <a:lnTo>
                  <a:pt x="166" y="616"/>
                </a:lnTo>
                <a:close/>
                <a:moveTo>
                  <a:pt x="224" y="413"/>
                </a:moveTo>
                <a:cubicBezTo>
                  <a:pt x="207" y="381"/>
                  <a:pt x="207" y="381"/>
                  <a:pt x="207" y="381"/>
                </a:cubicBezTo>
                <a:cubicBezTo>
                  <a:pt x="243" y="404"/>
                  <a:pt x="243" y="404"/>
                  <a:pt x="243" y="404"/>
                </a:cubicBezTo>
                <a:cubicBezTo>
                  <a:pt x="247" y="407"/>
                  <a:pt x="253" y="407"/>
                  <a:pt x="257" y="404"/>
                </a:cubicBezTo>
                <a:cubicBezTo>
                  <a:pt x="292" y="381"/>
                  <a:pt x="292" y="381"/>
                  <a:pt x="292" y="381"/>
                </a:cubicBezTo>
                <a:cubicBezTo>
                  <a:pt x="275" y="413"/>
                  <a:pt x="275" y="413"/>
                  <a:pt x="275" y="413"/>
                </a:cubicBezTo>
                <a:cubicBezTo>
                  <a:pt x="274" y="415"/>
                  <a:pt x="274" y="417"/>
                  <a:pt x="274" y="419"/>
                </a:cubicBezTo>
                <a:cubicBezTo>
                  <a:pt x="274" y="577"/>
                  <a:pt x="274" y="577"/>
                  <a:pt x="274" y="577"/>
                </a:cubicBezTo>
                <a:cubicBezTo>
                  <a:pt x="226" y="577"/>
                  <a:pt x="226" y="577"/>
                  <a:pt x="226" y="577"/>
                </a:cubicBezTo>
                <a:cubicBezTo>
                  <a:pt x="226" y="419"/>
                  <a:pt x="226" y="419"/>
                  <a:pt x="226" y="419"/>
                </a:cubicBezTo>
                <a:cubicBezTo>
                  <a:pt x="226" y="417"/>
                  <a:pt x="225" y="415"/>
                  <a:pt x="224" y="413"/>
                </a:cubicBezTo>
                <a:close/>
                <a:moveTo>
                  <a:pt x="457" y="340"/>
                </a:moveTo>
                <a:cubicBezTo>
                  <a:pt x="456" y="342"/>
                  <a:pt x="456" y="342"/>
                  <a:pt x="456" y="342"/>
                </a:cubicBezTo>
                <a:cubicBezTo>
                  <a:pt x="453" y="348"/>
                  <a:pt x="444" y="362"/>
                  <a:pt x="434" y="381"/>
                </a:cubicBezTo>
                <a:cubicBezTo>
                  <a:pt x="430" y="387"/>
                  <a:pt x="430" y="387"/>
                  <a:pt x="430" y="387"/>
                </a:cubicBezTo>
                <a:cubicBezTo>
                  <a:pt x="415" y="415"/>
                  <a:pt x="387" y="464"/>
                  <a:pt x="377" y="488"/>
                </a:cubicBezTo>
                <a:cubicBezTo>
                  <a:pt x="370" y="504"/>
                  <a:pt x="357" y="540"/>
                  <a:pt x="348" y="567"/>
                </a:cubicBezTo>
                <a:cubicBezTo>
                  <a:pt x="346" y="573"/>
                  <a:pt x="340" y="577"/>
                  <a:pt x="334" y="577"/>
                </a:cubicBezTo>
                <a:cubicBezTo>
                  <a:pt x="299" y="577"/>
                  <a:pt x="299" y="577"/>
                  <a:pt x="299" y="577"/>
                </a:cubicBezTo>
                <a:cubicBezTo>
                  <a:pt x="299" y="422"/>
                  <a:pt x="299" y="422"/>
                  <a:pt x="299" y="422"/>
                </a:cubicBezTo>
                <a:cubicBezTo>
                  <a:pt x="337" y="351"/>
                  <a:pt x="337" y="351"/>
                  <a:pt x="337" y="351"/>
                </a:cubicBezTo>
                <a:cubicBezTo>
                  <a:pt x="340" y="346"/>
                  <a:pt x="339" y="340"/>
                  <a:pt x="334" y="336"/>
                </a:cubicBezTo>
                <a:cubicBezTo>
                  <a:pt x="330" y="332"/>
                  <a:pt x="324" y="331"/>
                  <a:pt x="319" y="334"/>
                </a:cubicBezTo>
                <a:cubicBezTo>
                  <a:pt x="250" y="379"/>
                  <a:pt x="250" y="379"/>
                  <a:pt x="250" y="379"/>
                </a:cubicBezTo>
                <a:cubicBezTo>
                  <a:pt x="181" y="334"/>
                  <a:pt x="181" y="334"/>
                  <a:pt x="181" y="334"/>
                </a:cubicBezTo>
                <a:cubicBezTo>
                  <a:pt x="176" y="331"/>
                  <a:pt x="170" y="332"/>
                  <a:pt x="165" y="336"/>
                </a:cubicBezTo>
                <a:cubicBezTo>
                  <a:pt x="161" y="340"/>
                  <a:pt x="160" y="346"/>
                  <a:pt x="163" y="351"/>
                </a:cubicBezTo>
                <a:cubicBezTo>
                  <a:pt x="201" y="422"/>
                  <a:pt x="201" y="422"/>
                  <a:pt x="201" y="422"/>
                </a:cubicBezTo>
                <a:cubicBezTo>
                  <a:pt x="201" y="577"/>
                  <a:pt x="201" y="577"/>
                  <a:pt x="201" y="577"/>
                </a:cubicBezTo>
                <a:cubicBezTo>
                  <a:pt x="166" y="577"/>
                  <a:pt x="166" y="577"/>
                  <a:pt x="166" y="577"/>
                </a:cubicBezTo>
                <a:cubicBezTo>
                  <a:pt x="159" y="577"/>
                  <a:pt x="153" y="573"/>
                  <a:pt x="151" y="567"/>
                </a:cubicBezTo>
                <a:cubicBezTo>
                  <a:pt x="142" y="540"/>
                  <a:pt x="130" y="504"/>
                  <a:pt x="123" y="488"/>
                </a:cubicBezTo>
                <a:cubicBezTo>
                  <a:pt x="113" y="466"/>
                  <a:pt x="88" y="420"/>
                  <a:pt x="69" y="386"/>
                </a:cubicBezTo>
                <a:cubicBezTo>
                  <a:pt x="57" y="364"/>
                  <a:pt x="47" y="347"/>
                  <a:pt x="44" y="342"/>
                </a:cubicBezTo>
                <a:cubicBezTo>
                  <a:pt x="43" y="341"/>
                  <a:pt x="43" y="341"/>
                  <a:pt x="43" y="341"/>
                </a:cubicBezTo>
                <a:cubicBezTo>
                  <a:pt x="31" y="313"/>
                  <a:pt x="25" y="284"/>
                  <a:pt x="25" y="253"/>
                </a:cubicBezTo>
                <a:cubicBezTo>
                  <a:pt x="25" y="191"/>
                  <a:pt x="51" y="131"/>
                  <a:pt x="97" y="89"/>
                </a:cubicBezTo>
                <a:cubicBezTo>
                  <a:pt x="143" y="46"/>
                  <a:pt x="203" y="25"/>
                  <a:pt x="266" y="29"/>
                </a:cubicBezTo>
                <a:cubicBezTo>
                  <a:pt x="363" y="36"/>
                  <a:pt x="446" y="106"/>
                  <a:pt x="468" y="200"/>
                </a:cubicBezTo>
                <a:cubicBezTo>
                  <a:pt x="479" y="247"/>
                  <a:pt x="476" y="296"/>
                  <a:pt x="457" y="340"/>
                </a:cubicBezTo>
                <a:close/>
                <a:moveTo>
                  <a:pt x="327" y="103"/>
                </a:moveTo>
                <a:cubicBezTo>
                  <a:pt x="325" y="110"/>
                  <a:pt x="318" y="113"/>
                  <a:pt x="311" y="111"/>
                </a:cubicBezTo>
                <a:cubicBezTo>
                  <a:pt x="294" y="106"/>
                  <a:pt x="277" y="103"/>
                  <a:pt x="259" y="103"/>
                </a:cubicBezTo>
                <a:cubicBezTo>
                  <a:pt x="166" y="103"/>
                  <a:pt x="90" y="178"/>
                  <a:pt x="90" y="271"/>
                </a:cubicBezTo>
                <a:cubicBezTo>
                  <a:pt x="90" y="278"/>
                  <a:pt x="85" y="284"/>
                  <a:pt x="78" y="284"/>
                </a:cubicBezTo>
                <a:cubicBezTo>
                  <a:pt x="71" y="284"/>
                  <a:pt x="65" y="278"/>
                  <a:pt x="65" y="271"/>
                </a:cubicBezTo>
                <a:cubicBezTo>
                  <a:pt x="65" y="165"/>
                  <a:pt x="152" y="78"/>
                  <a:pt x="259" y="78"/>
                </a:cubicBezTo>
                <a:cubicBezTo>
                  <a:pt x="279" y="78"/>
                  <a:pt x="300" y="81"/>
                  <a:pt x="319" y="87"/>
                </a:cubicBezTo>
                <a:cubicBezTo>
                  <a:pt x="326" y="90"/>
                  <a:pt x="329" y="97"/>
                  <a:pt x="327" y="10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95" name="Google Shape;95;p9"/>
          <p:cNvSpPr/>
          <p:nvPr/>
        </p:nvSpPr>
        <p:spPr>
          <a:xfrm>
            <a:off x="15937901" y="4408511"/>
            <a:ext cx="1959091" cy="1780578"/>
          </a:xfrm>
          <a:custGeom>
            <a:rect b="b" l="l" r="r" t="t"/>
            <a:pathLst>
              <a:path extrusionOk="0" h="3412" w="3754">
                <a:moveTo>
                  <a:pt x="386" y="340"/>
                </a:moveTo>
                <a:cubicBezTo>
                  <a:pt x="356" y="205"/>
                  <a:pt x="439" y="61"/>
                  <a:pt x="571" y="17"/>
                </a:cubicBezTo>
                <a:cubicBezTo>
                  <a:pt x="584" y="12"/>
                  <a:pt x="596" y="6"/>
                  <a:pt x="608" y="0"/>
                </a:cubicBezTo>
                <a:cubicBezTo>
                  <a:pt x="644" y="0"/>
                  <a:pt x="680" y="0"/>
                  <a:pt x="716" y="0"/>
                </a:cubicBezTo>
                <a:cubicBezTo>
                  <a:pt x="757" y="21"/>
                  <a:pt x="804" y="36"/>
                  <a:pt x="840" y="64"/>
                </a:cubicBezTo>
                <a:cubicBezTo>
                  <a:pt x="942" y="143"/>
                  <a:pt x="973" y="276"/>
                  <a:pt x="924" y="393"/>
                </a:cubicBezTo>
                <a:cubicBezTo>
                  <a:pt x="876" y="507"/>
                  <a:pt x="759" y="576"/>
                  <a:pt x="634" y="565"/>
                </a:cubicBezTo>
                <a:cubicBezTo>
                  <a:pt x="516" y="554"/>
                  <a:pt x="413" y="461"/>
                  <a:pt x="386" y="340"/>
                </a:cubicBezTo>
                <a:close/>
                <a:moveTo>
                  <a:pt x="3754" y="128"/>
                </a:moveTo>
                <a:cubicBezTo>
                  <a:pt x="3754" y="1603"/>
                  <a:pt x="3754" y="1603"/>
                  <a:pt x="3754" y="1603"/>
                </a:cubicBezTo>
                <a:cubicBezTo>
                  <a:pt x="3754" y="1671"/>
                  <a:pt x="3699" y="1726"/>
                  <a:pt x="3631" y="1726"/>
                </a:cubicBezTo>
                <a:cubicBezTo>
                  <a:pt x="1992" y="1726"/>
                  <a:pt x="1992" y="1726"/>
                  <a:pt x="1992" y="1726"/>
                </a:cubicBezTo>
                <a:cubicBezTo>
                  <a:pt x="1654" y="1726"/>
                  <a:pt x="1654" y="1726"/>
                  <a:pt x="1654" y="1726"/>
                </a:cubicBezTo>
                <a:cubicBezTo>
                  <a:pt x="1586" y="1726"/>
                  <a:pt x="1531" y="1671"/>
                  <a:pt x="1531" y="1603"/>
                </a:cubicBezTo>
                <a:cubicBezTo>
                  <a:pt x="1531" y="1505"/>
                  <a:pt x="1531" y="1505"/>
                  <a:pt x="1531" y="1505"/>
                </a:cubicBezTo>
                <a:cubicBezTo>
                  <a:pt x="1531" y="1465"/>
                  <a:pt x="1531" y="1465"/>
                  <a:pt x="1531" y="1465"/>
                </a:cubicBezTo>
                <a:cubicBezTo>
                  <a:pt x="1531" y="1287"/>
                  <a:pt x="1531" y="1287"/>
                  <a:pt x="1531" y="1287"/>
                </a:cubicBezTo>
                <a:cubicBezTo>
                  <a:pt x="1531" y="1049"/>
                  <a:pt x="1531" y="1049"/>
                  <a:pt x="1531" y="1049"/>
                </a:cubicBezTo>
                <a:cubicBezTo>
                  <a:pt x="1394" y="1005"/>
                  <a:pt x="1258" y="961"/>
                  <a:pt x="1122" y="916"/>
                </a:cubicBezTo>
                <a:cubicBezTo>
                  <a:pt x="1075" y="901"/>
                  <a:pt x="1075" y="901"/>
                  <a:pt x="1075" y="901"/>
                </a:cubicBezTo>
                <a:cubicBezTo>
                  <a:pt x="1034" y="894"/>
                  <a:pt x="1034" y="894"/>
                  <a:pt x="1034" y="894"/>
                </a:cubicBezTo>
                <a:cubicBezTo>
                  <a:pt x="1034" y="1066"/>
                  <a:pt x="1034" y="1066"/>
                  <a:pt x="1034" y="1066"/>
                </a:cubicBezTo>
                <a:cubicBezTo>
                  <a:pt x="1034" y="1066"/>
                  <a:pt x="1033" y="1066"/>
                  <a:pt x="1033" y="1066"/>
                </a:cubicBezTo>
                <a:cubicBezTo>
                  <a:pt x="1033" y="1906"/>
                  <a:pt x="1033" y="1906"/>
                  <a:pt x="1033" y="1906"/>
                </a:cubicBezTo>
                <a:cubicBezTo>
                  <a:pt x="1033" y="2290"/>
                  <a:pt x="1033" y="2290"/>
                  <a:pt x="1033" y="2290"/>
                </a:cubicBezTo>
                <a:cubicBezTo>
                  <a:pt x="1033" y="2530"/>
                  <a:pt x="1034" y="2770"/>
                  <a:pt x="1034" y="3010"/>
                </a:cubicBezTo>
                <a:cubicBezTo>
                  <a:pt x="1034" y="3074"/>
                  <a:pt x="1034" y="3138"/>
                  <a:pt x="1034" y="3202"/>
                </a:cubicBezTo>
                <a:cubicBezTo>
                  <a:pt x="1034" y="3290"/>
                  <a:pt x="1011" y="3358"/>
                  <a:pt x="935" y="3396"/>
                </a:cubicBezTo>
                <a:cubicBezTo>
                  <a:pt x="924" y="3402"/>
                  <a:pt x="912" y="3407"/>
                  <a:pt x="899" y="3412"/>
                </a:cubicBezTo>
                <a:cubicBezTo>
                  <a:pt x="871" y="3412"/>
                  <a:pt x="844" y="3412"/>
                  <a:pt x="816" y="3412"/>
                </a:cubicBezTo>
                <a:cubicBezTo>
                  <a:pt x="718" y="3377"/>
                  <a:pt x="689" y="3305"/>
                  <a:pt x="690" y="3204"/>
                </a:cubicBezTo>
                <a:cubicBezTo>
                  <a:pt x="693" y="2815"/>
                  <a:pt x="691" y="2425"/>
                  <a:pt x="691" y="2036"/>
                </a:cubicBezTo>
                <a:cubicBezTo>
                  <a:pt x="691" y="2019"/>
                  <a:pt x="691" y="2003"/>
                  <a:pt x="691" y="1985"/>
                </a:cubicBezTo>
                <a:cubicBezTo>
                  <a:pt x="674" y="1985"/>
                  <a:pt x="661" y="1985"/>
                  <a:pt x="645" y="1985"/>
                </a:cubicBezTo>
                <a:cubicBezTo>
                  <a:pt x="645" y="2003"/>
                  <a:pt x="645" y="2018"/>
                  <a:pt x="645" y="2034"/>
                </a:cubicBezTo>
                <a:cubicBezTo>
                  <a:pt x="645" y="2424"/>
                  <a:pt x="644" y="2814"/>
                  <a:pt x="647" y="3204"/>
                </a:cubicBezTo>
                <a:cubicBezTo>
                  <a:pt x="647" y="3295"/>
                  <a:pt x="621" y="3361"/>
                  <a:pt x="542" y="3397"/>
                </a:cubicBezTo>
                <a:cubicBezTo>
                  <a:pt x="532" y="3403"/>
                  <a:pt x="521" y="3408"/>
                  <a:pt x="508" y="3412"/>
                </a:cubicBezTo>
                <a:cubicBezTo>
                  <a:pt x="480" y="3412"/>
                  <a:pt x="452" y="3412"/>
                  <a:pt x="425" y="3412"/>
                </a:cubicBezTo>
                <a:cubicBezTo>
                  <a:pt x="372" y="3388"/>
                  <a:pt x="325" y="3358"/>
                  <a:pt x="312" y="3296"/>
                </a:cubicBezTo>
                <a:cubicBezTo>
                  <a:pt x="306" y="3266"/>
                  <a:pt x="305" y="3235"/>
                  <a:pt x="305" y="3205"/>
                </a:cubicBezTo>
                <a:cubicBezTo>
                  <a:pt x="305" y="2513"/>
                  <a:pt x="305" y="1821"/>
                  <a:pt x="305" y="1129"/>
                </a:cubicBezTo>
                <a:cubicBezTo>
                  <a:pt x="305" y="1111"/>
                  <a:pt x="305" y="1094"/>
                  <a:pt x="305" y="1074"/>
                </a:cubicBezTo>
                <a:cubicBezTo>
                  <a:pt x="284" y="1074"/>
                  <a:pt x="269" y="1074"/>
                  <a:pt x="249" y="1074"/>
                </a:cubicBezTo>
                <a:cubicBezTo>
                  <a:pt x="249" y="1092"/>
                  <a:pt x="249" y="1106"/>
                  <a:pt x="249" y="1121"/>
                </a:cubicBezTo>
                <a:cubicBezTo>
                  <a:pt x="249" y="1353"/>
                  <a:pt x="249" y="1585"/>
                  <a:pt x="249" y="1816"/>
                </a:cubicBezTo>
                <a:cubicBezTo>
                  <a:pt x="249" y="1835"/>
                  <a:pt x="250" y="1855"/>
                  <a:pt x="248" y="1874"/>
                </a:cubicBezTo>
                <a:cubicBezTo>
                  <a:pt x="239" y="1960"/>
                  <a:pt x="172" y="2006"/>
                  <a:pt x="88" y="1986"/>
                </a:cubicBezTo>
                <a:cubicBezTo>
                  <a:pt x="44" y="1976"/>
                  <a:pt x="21" y="1942"/>
                  <a:pt x="0" y="1906"/>
                </a:cubicBezTo>
                <a:cubicBezTo>
                  <a:pt x="0" y="1584"/>
                  <a:pt x="0" y="1262"/>
                  <a:pt x="0" y="941"/>
                </a:cubicBezTo>
                <a:cubicBezTo>
                  <a:pt x="3" y="936"/>
                  <a:pt x="6" y="931"/>
                  <a:pt x="7" y="926"/>
                </a:cubicBezTo>
                <a:cubicBezTo>
                  <a:pt x="11" y="909"/>
                  <a:pt x="16" y="893"/>
                  <a:pt x="22" y="878"/>
                </a:cubicBezTo>
                <a:cubicBezTo>
                  <a:pt x="76" y="720"/>
                  <a:pt x="202" y="629"/>
                  <a:pt x="378" y="627"/>
                </a:cubicBezTo>
                <a:cubicBezTo>
                  <a:pt x="380" y="627"/>
                  <a:pt x="383" y="627"/>
                  <a:pt x="386" y="627"/>
                </a:cubicBezTo>
                <a:cubicBezTo>
                  <a:pt x="446" y="627"/>
                  <a:pt x="632" y="626"/>
                  <a:pt x="742" y="626"/>
                </a:cubicBezTo>
                <a:cubicBezTo>
                  <a:pt x="742" y="626"/>
                  <a:pt x="742" y="626"/>
                  <a:pt x="742" y="626"/>
                </a:cubicBezTo>
                <a:cubicBezTo>
                  <a:pt x="743" y="626"/>
                  <a:pt x="744" y="626"/>
                  <a:pt x="746" y="626"/>
                </a:cubicBezTo>
                <a:cubicBezTo>
                  <a:pt x="776" y="626"/>
                  <a:pt x="800" y="626"/>
                  <a:pt x="813" y="626"/>
                </a:cubicBezTo>
                <a:cubicBezTo>
                  <a:pt x="813" y="626"/>
                  <a:pt x="813" y="626"/>
                  <a:pt x="813" y="626"/>
                </a:cubicBezTo>
                <a:cubicBezTo>
                  <a:pt x="813" y="627"/>
                  <a:pt x="813" y="627"/>
                  <a:pt x="813" y="627"/>
                </a:cubicBezTo>
                <a:cubicBezTo>
                  <a:pt x="851" y="627"/>
                  <a:pt x="888" y="627"/>
                  <a:pt x="925" y="628"/>
                </a:cubicBezTo>
                <a:cubicBezTo>
                  <a:pt x="978" y="623"/>
                  <a:pt x="1033" y="629"/>
                  <a:pt x="1089" y="647"/>
                </a:cubicBezTo>
                <a:cubicBezTo>
                  <a:pt x="1177" y="675"/>
                  <a:pt x="1265" y="704"/>
                  <a:pt x="1354" y="733"/>
                </a:cubicBezTo>
                <a:cubicBezTo>
                  <a:pt x="1413" y="752"/>
                  <a:pt x="1472" y="771"/>
                  <a:pt x="1531" y="790"/>
                </a:cubicBezTo>
                <a:cubicBezTo>
                  <a:pt x="1531" y="627"/>
                  <a:pt x="1531" y="627"/>
                  <a:pt x="1531" y="627"/>
                </a:cubicBezTo>
                <a:cubicBezTo>
                  <a:pt x="1531" y="128"/>
                  <a:pt x="1531" y="128"/>
                  <a:pt x="1531" y="128"/>
                </a:cubicBezTo>
                <a:cubicBezTo>
                  <a:pt x="1531" y="60"/>
                  <a:pt x="1586" y="5"/>
                  <a:pt x="1654" y="5"/>
                </a:cubicBezTo>
                <a:cubicBezTo>
                  <a:pt x="3631" y="5"/>
                  <a:pt x="3631" y="5"/>
                  <a:pt x="3631" y="5"/>
                </a:cubicBezTo>
                <a:cubicBezTo>
                  <a:pt x="3699" y="5"/>
                  <a:pt x="3754" y="60"/>
                  <a:pt x="3754" y="128"/>
                </a:cubicBezTo>
                <a:close/>
                <a:moveTo>
                  <a:pt x="601" y="660"/>
                </a:moveTo>
                <a:cubicBezTo>
                  <a:pt x="645" y="773"/>
                  <a:pt x="645" y="773"/>
                  <a:pt x="645" y="773"/>
                </a:cubicBezTo>
                <a:cubicBezTo>
                  <a:pt x="672" y="773"/>
                  <a:pt x="672" y="773"/>
                  <a:pt x="672" y="773"/>
                </a:cubicBezTo>
                <a:cubicBezTo>
                  <a:pt x="677" y="773"/>
                  <a:pt x="677" y="773"/>
                  <a:pt x="677" y="773"/>
                </a:cubicBezTo>
                <a:cubicBezTo>
                  <a:pt x="704" y="773"/>
                  <a:pt x="704" y="773"/>
                  <a:pt x="704" y="773"/>
                </a:cubicBezTo>
                <a:cubicBezTo>
                  <a:pt x="748" y="660"/>
                  <a:pt x="748" y="660"/>
                  <a:pt x="748" y="660"/>
                </a:cubicBezTo>
                <a:cubicBezTo>
                  <a:pt x="677" y="660"/>
                  <a:pt x="677" y="660"/>
                  <a:pt x="677" y="660"/>
                </a:cubicBezTo>
                <a:cubicBezTo>
                  <a:pt x="672" y="660"/>
                  <a:pt x="672" y="660"/>
                  <a:pt x="672" y="660"/>
                </a:cubicBezTo>
                <a:lnTo>
                  <a:pt x="601" y="660"/>
                </a:lnTo>
                <a:close/>
                <a:moveTo>
                  <a:pt x="755" y="1331"/>
                </a:moveTo>
                <a:cubicBezTo>
                  <a:pt x="704" y="823"/>
                  <a:pt x="704" y="823"/>
                  <a:pt x="704" y="823"/>
                </a:cubicBezTo>
                <a:cubicBezTo>
                  <a:pt x="675" y="823"/>
                  <a:pt x="675" y="823"/>
                  <a:pt x="675" y="823"/>
                </a:cubicBezTo>
                <a:cubicBezTo>
                  <a:pt x="645" y="823"/>
                  <a:pt x="645" y="823"/>
                  <a:pt x="645" y="823"/>
                </a:cubicBezTo>
                <a:cubicBezTo>
                  <a:pt x="595" y="1331"/>
                  <a:pt x="595" y="1331"/>
                  <a:pt x="595" y="1331"/>
                </a:cubicBezTo>
                <a:cubicBezTo>
                  <a:pt x="675" y="1396"/>
                  <a:pt x="675" y="1396"/>
                  <a:pt x="675" y="1396"/>
                </a:cubicBezTo>
                <a:lnTo>
                  <a:pt x="755" y="1331"/>
                </a:lnTo>
                <a:close/>
                <a:moveTo>
                  <a:pt x="3652" y="128"/>
                </a:moveTo>
                <a:cubicBezTo>
                  <a:pt x="3652" y="117"/>
                  <a:pt x="3642" y="107"/>
                  <a:pt x="3631" y="107"/>
                </a:cubicBezTo>
                <a:cubicBezTo>
                  <a:pt x="1654" y="107"/>
                  <a:pt x="1654" y="107"/>
                  <a:pt x="1654" y="107"/>
                </a:cubicBezTo>
                <a:cubicBezTo>
                  <a:pt x="1642" y="107"/>
                  <a:pt x="1633" y="117"/>
                  <a:pt x="1633" y="128"/>
                </a:cubicBezTo>
                <a:cubicBezTo>
                  <a:pt x="1633" y="627"/>
                  <a:pt x="1633" y="627"/>
                  <a:pt x="1633" y="627"/>
                </a:cubicBezTo>
                <a:cubicBezTo>
                  <a:pt x="1633" y="823"/>
                  <a:pt x="1633" y="823"/>
                  <a:pt x="1633" y="823"/>
                </a:cubicBezTo>
                <a:cubicBezTo>
                  <a:pt x="1684" y="840"/>
                  <a:pt x="1735" y="856"/>
                  <a:pt x="1786" y="873"/>
                </a:cubicBezTo>
                <a:cubicBezTo>
                  <a:pt x="1786" y="767"/>
                  <a:pt x="1786" y="767"/>
                  <a:pt x="1786" y="767"/>
                </a:cubicBezTo>
                <a:cubicBezTo>
                  <a:pt x="2025" y="767"/>
                  <a:pt x="2025" y="767"/>
                  <a:pt x="2025" y="767"/>
                </a:cubicBezTo>
                <a:cubicBezTo>
                  <a:pt x="2119" y="634"/>
                  <a:pt x="2119" y="634"/>
                  <a:pt x="2119" y="634"/>
                </a:cubicBezTo>
                <a:cubicBezTo>
                  <a:pt x="1786" y="634"/>
                  <a:pt x="1786" y="634"/>
                  <a:pt x="1786" y="634"/>
                </a:cubicBezTo>
                <a:cubicBezTo>
                  <a:pt x="1786" y="475"/>
                  <a:pt x="1786" y="475"/>
                  <a:pt x="1786" y="475"/>
                </a:cubicBezTo>
                <a:cubicBezTo>
                  <a:pt x="2233" y="475"/>
                  <a:pt x="2233" y="475"/>
                  <a:pt x="2233" y="475"/>
                </a:cubicBezTo>
                <a:cubicBezTo>
                  <a:pt x="2390" y="255"/>
                  <a:pt x="2390" y="255"/>
                  <a:pt x="2390" y="255"/>
                </a:cubicBezTo>
                <a:cubicBezTo>
                  <a:pt x="2394" y="248"/>
                  <a:pt x="2406" y="249"/>
                  <a:pt x="2416" y="256"/>
                </a:cubicBezTo>
                <a:cubicBezTo>
                  <a:pt x="2427" y="264"/>
                  <a:pt x="2431" y="275"/>
                  <a:pt x="2427" y="281"/>
                </a:cubicBezTo>
                <a:cubicBezTo>
                  <a:pt x="2289" y="475"/>
                  <a:pt x="2289" y="475"/>
                  <a:pt x="2289" y="475"/>
                </a:cubicBezTo>
                <a:cubicBezTo>
                  <a:pt x="2316" y="475"/>
                  <a:pt x="2316" y="475"/>
                  <a:pt x="2316" y="475"/>
                </a:cubicBezTo>
                <a:cubicBezTo>
                  <a:pt x="2316" y="634"/>
                  <a:pt x="2316" y="634"/>
                  <a:pt x="2316" y="634"/>
                </a:cubicBezTo>
                <a:cubicBezTo>
                  <a:pt x="2176" y="634"/>
                  <a:pt x="2176" y="634"/>
                  <a:pt x="2176" y="634"/>
                </a:cubicBezTo>
                <a:cubicBezTo>
                  <a:pt x="2081" y="767"/>
                  <a:pt x="2081" y="767"/>
                  <a:pt x="2081" y="767"/>
                </a:cubicBezTo>
                <a:cubicBezTo>
                  <a:pt x="2316" y="767"/>
                  <a:pt x="2316" y="767"/>
                  <a:pt x="2316" y="767"/>
                </a:cubicBezTo>
                <a:cubicBezTo>
                  <a:pt x="2316" y="927"/>
                  <a:pt x="2316" y="927"/>
                  <a:pt x="2316" y="927"/>
                </a:cubicBezTo>
                <a:cubicBezTo>
                  <a:pt x="1967" y="927"/>
                  <a:pt x="1967" y="927"/>
                  <a:pt x="1967" y="927"/>
                </a:cubicBezTo>
                <a:cubicBezTo>
                  <a:pt x="1957" y="941"/>
                  <a:pt x="1957" y="941"/>
                  <a:pt x="1957" y="941"/>
                </a:cubicBezTo>
                <a:cubicBezTo>
                  <a:pt x="1987" y="969"/>
                  <a:pt x="1998" y="1011"/>
                  <a:pt x="1987" y="1056"/>
                </a:cubicBezTo>
                <a:cubicBezTo>
                  <a:pt x="1986" y="1058"/>
                  <a:pt x="1986" y="1059"/>
                  <a:pt x="1986" y="1060"/>
                </a:cubicBezTo>
                <a:cubicBezTo>
                  <a:pt x="2316" y="1060"/>
                  <a:pt x="2316" y="1060"/>
                  <a:pt x="2316" y="1060"/>
                </a:cubicBezTo>
                <a:cubicBezTo>
                  <a:pt x="2316" y="1219"/>
                  <a:pt x="2316" y="1219"/>
                  <a:pt x="2316" y="1219"/>
                </a:cubicBezTo>
                <a:cubicBezTo>
                  <a:pt x="1786" y="1219"/>
                  <a:pt x="1786" y="1219"/>
                  <a:pt x="1786" y="1219"/>
                </a:cubicBezTo>
                <a:cubicBezTo>
                  <a:pt x="1786" y="1182"/>
                  <a:pt x="1786" y="1182"/>
                  <a:pt x="1786" y="1182"/>
                </a:cubicBezTo>
                <a:cubicBezTo>
                  <a:pt x="1756" y="1224"/>
                  <a:pt x="1756" y="1224"/>
                  <a:pt x="1756" y="1224"/>
                </a:cubicBezTo>
                <a:cubicBezTo>
                  <a:pt x="1751" y="1230"/>
                  <a:pt x="1739" y="1229"/>
                  <a:pt x="1729" y="1222"/>
                </a:cubicBezTo>
                <a:cubicBezTo>
                  <a:pt x="1719" y="1215"/>
                  <a:pt x="1714" y="1203"/>
                  <a:pt x="1718" y="1197"/>
                </a:cubicBezTo>
                <a:cubicBezTo>
                  <a:pt x="1769" y="1126"/>
                  <a:pt x="1769" y="1126"/>
                  <a:pt x="1769" y="1126"/>
                </a:cubicBezTo>
                <a:cubicBezTo>
                  <a:pt x="1742" y="1117"/>
                  <a:pt x="1714" y="1109"/>
                  <a:pt x="1687" y="1100"/>
                </a:cubicBezTo>
                <a:cubicBezTo>
                  <a:pt x="1669" y="1094"/>
                  <a:pt x="1651" y="1088"/>
                  <a:pt x="1633" y="1082"/>
                </a:cubicBezTo>
                <a:cubicBezTo>
                  <a:pt x="1633" y="1226"/>
                  <a:pt x="1633" y="1226"/>
                  <a:pt x="1633" y="1226"/>
                </a:cubicBezTo>
                <a:cubicBezTo>
                  <a:pt x="1633" y="1505"/>
                  <a:pt x="1633" y="1505"/>
                  <a:pt x="1633" y="1505"/>
                </a:cubicBezTo>
                <a:cubicBezTo>
                  <a:pt x="1633" y="1603"/>
                  <a:pt x="1633" y="1603"/>
                  <a:pt x="1633" y="1603"/>
                </a:cubicBezTo>
                <a:cubicBezTo>
                  <a:pt x="1633" y="1615"/>
                  <a:pt x="1642" y="1624"/>
                  <a:pt x="1654" y="1624"/>
                </a:cubicBezTo>
                <a:cubicBezTo>
                  <a:pt x="2039" y="1624"/>
                  <a:pt x="2039" y="1624"/>
                  <a:pt x="2039" y="1624"/>
                </a:cubicBezTo>
                <a:cubicBezTo>
                  <a:pt x="3631" y="1624"/>
                  <a:pt x="3631" y="1624"/>
                  <a:pt x="3631" y="1624"/>
                </a:cubicBezTo>
                <a:cubicBezTo>
                  <a:pt x="3642" y="1624"/>
                  <a:pt x="3652" y="1615"/>
                  <a:pt x="3652" y="1603"/>
                </a:cubicBezTo>
                <a:lnTo>
                  <a:pt x="3652" y="128"/>
                </a:lnTo>
                <a:close/>
                <a:moveTo>
                  <a:pt x="3053" y="368"/>
                </a:moveTo>
                <a:cubicBezTo>
                  <a:pt x="2824" y="368"/>
                  <a:pt x="2639" y="554"/>
                  <a:pt x="2639" y="783"/>
                </a:cubicBezTo>
                <a:cubicBezTo>
                  <a:pt x="3053" y="783"/>
                  <a:pt x="3053" y="783"/>
                  <a:pt x="3053" y="783"/>
                </a:cubicBezTo>
                <a:lnTo>
                  <a:pt x="3053" y="368"/>
                </a:lnTo>
                <a:close/>
                <a:moveTo>
                  <a:pt x="3170" y="481"/>
                </a:moveTo>
                <a:cubicBezTo>
                  <a:pt x="3170" y="896"/>
                  <a:pt x="3170" y="896"/>
                  <a:pt x="3170" y="896"/>
                </a:cubicBezTo>
                <a:cubicBezTo>
                  <a:pt x="2755" y="896"/>
                  <a:pt x="2755" y="896"/>
                  <a:pt x="2755" y="896"/>
                </a:cubicBezTo>
                <a:cubicBezTo>
                  <a:pt x="2755" y="1125"/>
                  <a:pt x="2941" y="1310"/>
                  <a:pt x="3170" y="1310"/>
                </a:cubicBezTo>
                <a:cubicBezTo>
                  <a:pt x="3399" y="1310"/>
                  <a:pt x="3584" y="1125"/>
                  <a:pt x="3584" y="896"/>
                </a:cubicBezTo>
                <a:cubicBezTo>
                  <a:pt x="3584" y="667"/>
                  <a:pt x="3399" y="481"/>
                  <a:pt x="3170" y="481"/>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96" name="Google Shape;96;p9"/>
          <p:cNvSpPr/>
          <p:nvPr/>
        </p:nvSpPr>
        <p:spPr>
          <a:xfrm>
            <a:off x="10216250" y="4497527"/>
            <a:ext cx="1676916" cy="1780599"/>
          </a:xfrm>
          <a:custGeom>
            <a:rect b="b" l="l" r="r" t="t"/>
            <a:pathLst>
              <a:path extrusionOk="0" h="1135" w="1071">
                <a:moveTo>
                  <a:pt x="1071" y="1117"/>
                </a:moveTo>
                <a:cubicBezTo>
                  <a:pt x="1071" y="1127"/>
                  <a:pt x="1063" y="1135"/>
                  <a:pt x="1053" y="1135"/>
                </a:cubicBezTo>
                <a:cubicBezTo>
                  <a:pt x="18" y="1135"/>
                  <a:pt x="18" y="1135"/>
                  <a:pt x="18" y="1135"/>
                </a:cubicBezTo>
                <a:cubicBezTo>
                  <a:pt x="8" y="1135"/>
                  <a:pt x="0" y="1127"/>
                  <a:pt x="0" y="1117"/>
                </a:cubicBezTo>
                <a:cubicBezTo>
                  <a:pt x="0" y="82"/>
                  <a:pt x="0" y="82"/>
                  <a:pt x="0" y="82"/>
                </a:cubicBezTo>
                <a:cubicBezTo>
                  <a:pt x="0" y="73"/>
                  <a:pt x="8" y="65"/>
                  <a:pt x="18" y="65"/>
                </a:cubicBezTo>
                <a:cubicBezTo>
                  <a:pt x="28" y="65"/>
                  <a:pt x="36" y="73"/>
                  <a:pt x="36" y="82"/>
                </a:cubicBezTo>
                <a:cubicBezTo>
                  <a:pt x="36" y="1100"/>
                  <a:pt x="36" y="1100"/>
                  <a:pt x="36" y="1100"/>
                </a:cubicBezTo>
                <a:cubicBezTo>
                  <a:pt x="1053" y="1100"/>
                  <a:pt x="1053" y="1100"/>
                  <a:pt x="1053" y="1100"/>
                </a:cubicBezTo>
                <a:cubicBezTo>
                  <a:pt x="1063" y="1100"/>
                  <a:pt x="1071" y="1108"/>
                  <a:pt x="1071" y="1117"/>
                </a:cubicBezTo>
                <a:close/>
                <a:moveTo>
                  <a:pt x="814" y="323"/>
                </a:moveTo>
                <a:cubicBezTo>
                  <a:pt x="968" y="323"/>
                  <a:pt x="968" y="323"/>
                  <a:pt x="968" y="323"/>
                </a:cubicBezTo>
                <a:cubicBezTo>
                  <a:pt x="989" y="323"/>
                  <a:pt x="1006" y="340"/>
                  <a:pt x="1006" y="361"/>
                </a:cubicBezTo>
                <a:cubicBezTo>
                  <a:pt x="1006" y="968"/>
                  <a:pt x="1006" y="968"/>
                  <a:pt x="1006" y="968"/>
                </a:cubicBezTo>
                <a:cubicBezTo>
                  <a:pt x="1006" y="989"/>
                  <a:pt x="989" y="1006"/>
                  <a:pt x="968" y="1006"/>
                </a:cubicBezTo>
                <a:cubicBezTo>
                  <a:pt x="814" y="1006"/>
                  <a:pt x="814" y="1006"/>
                  <a:pt x="814" y="1006"/>
                </a:cubicBezTo>
                <a:cubicBezTo>
                  <a:pt x="793" y="1006"/>
                  <a:pt x="776" y="989"/>
                  <a:pt x="776" y="968"/>
                </a:cubicBezTo>
                <a:cubicBezTo>
                  <a:pt x="776" y="361"/>
                  <a:pt x="776" y="361"/>
                  <a:pt x="776" y="361"/>
                </a:cubicBezTo>
                <a:cubicBezTo>
                  <a:pt x="776" y="340"/>
                  <a:pt x="793" y="323"/>
                  <a:pt x="814" y="323"/>
                </a:cubicBezTo>
                <a:close/>
                <a:moveTo>
                  <a:pt x="968" y="359"/>
                </a:moveTo>
                <a:cubicBezTo>
                  <a:pt x="814" y="359"/>
                  <a:pt x="814" y="359"/>
                  <a:pt x="814" y="359"/>
                </a:cubicBezTo>
                <a:cubicBezTo>
                  <a:pt x="813" y="359"/>
                  <a:pt x="812" y="360"/>
                  <a:pt x="812" y="361"/>
                </a:cubicBezTo>
                <a:cubicBezTo>
                  <a:pt x="812" y="968"/>
                  <a:pt x="812" y="968"/>
                  <a:pt x="812" y="968"/>
                </a:cubicBezTo>
                <a:cubicBezTo>
                  <a:pt x="812" y="969"/>
                  <a:pt x="813" y="970"/>
                  <a:pt x="814" y="970"/>
                </a:cubicBezTo>
                <a:cubicBezTo>
                  <a:pt x="968" y="970"/>
                  <a:pt x="968" y="970"/>
                  <a:pt x="968" y="970"/>
                </a:cubicBezTo>
                <a:cubicBezTo>
                  <a:pt x="969" y="970"/>
                  <a:pt x="970" y="969"/>
                  <a:pt x="970" y="968"/>
                </a:cubicBezTo>
                <a:cubicBezTo>
                  <a:pt x="970" y="361"/>
                  <a:pt x="970" y="361"/>
                  <a:pt x="970" y="361"/>
                </a:cubicBezTo>
                <a:cubicBezTo>
                  <a:pt x="970" y="360"/>
                  <a:pt x="969" y="359"/>
                  <a:pt x="968" y="359"/>
                </a:cubicBezTo>
                <a:close/>
                <a:moveTo>
                  <a:pt x="645" y="517"/>
                </a:moveTo>
                <a:cubicBezTo>
                  <a:pt x="666" y="517"/>
                  <a:pt x="683" y="534"/>
                  <a:pt x="683" y="555"/>
                </a:cubicBezTo>
                <a:cubicBezTo>
                  <a:pt x="683" y="968"/>
                  <a:pt x="683" y="968"/>
                  <a:pt x="683" y="968"/>
                </a:cubicBezTo>
                <a:cubicBezTo>
                  <a:pt x="683" y="989"/>
                  <a:pt x="666" y="1006"/>
                  <a:pt x="645" y="1006"/>
                </a:cubicBezTo>
                <a:cubicBezTo>
                  <a:pt x="490" y="1006"/>
                  <a:pt x="490" y="1006"/>
                  <a:pt x="490" y="1006"/>
                </a:cubicBezTo>
                <a:cubicBezTo>
                  <a:pt x="470" y="1006"/>
                  <a:pt x="453" y="989"/>
                  <a:pt x="453" y="968"/>
                </a:cubicBezTo>
                <a:cubicBezTo>
                  <a:pt x="453" y="555"/>
                  <a:pt x="453" y="555"/>
                  <a:pt x="453" y="555"/>
                </a:cubicBezTo>
                <a:cubicBezTo>
                  <a:pt x="453" y="534"/>
                  <a:pt x="470" y="517"/>
                  <a:pt x="490" y="517"/>
                </a:cubicBezTo>
                <a:lnTo>
                  <a:pt x="645" y="517"/>
                </a:lnTo>
                <a:close/>
                <a:moveTo>
                  <a:pt x="645" y="553"/>
                </a:moveTo>
                <a:cubicBezTo>
                  <a:pt x="490" y="553"/>
                  <a:pt x="490" y="553"/>
                  <a:pt x="490" y="553"/>
                </a:cubicBezTo>
                <a:cubicBezTo>
                  <a:pt x="489" y="553"/>
                  <a:pt x="488" y="554"/>
                  <a:pt x="488" y="555"/>
                </a:cubicBezTo>
                <a:cubicBezTo>
                  <a:pt x="488" y="968"/>
                  <a:pt x="488" y="968"/>
                  <a:pt x="488" y="968"/>
                </a:cubicBezTo>
                <a:cubicBezTo>
                  <a:pt x="488" y="969"/>
                  <a:pt x="489" y="970"/>
                  <a:pt x="490" y="970"/>
                </a:cubicBezTo>
                <a:cubicBezTo>
                  <a:pt x="645" y="970"/>
                  <a:pt x="645" y="970"/>
                  <a:pt x="645" y="970"/>
                </a:cubicBezTo>
                <a:cubicBezTo>
                  <a:pt x="646" y="970"/>
                  <a:pt x="647" y="969"/>
                  <a:pt x="647" y="968"/>
                </a:cubicBezTo>
                <a:cubicBezTo>
                  <a:pt x="647" y="555"/>
                  <a:pt x="647" y="555"/>
                  <a:pt x="647" y="555"/>
                </a:cubicBezTo>
                <a:cubicBezTo>
                  <a:pt x="647" y="554"/>
                  <a:pt x="646" y="553"/>
                  <a:pt x="645" y="553"/>
                </a:cubicBezTo>
                <a:close/>
                <a:moveTo>
                  <a:pt x="129" y="968"/>
                </a:moveTo>
                <a:cubicBezTo>
                  <a:pt x="129" y="684"/>
                  <a:pt x="129" y="684"/>
                  <a:pt x="129" y="684"/>
                </a:cubicBezTo>
                <a:cubicBezTo>
                  <a:pt x="129" y="664"/>
                  <a:pt x="146" y="647"/>
                  <a:pt x="167" y="647"/>
                </a:cubicBezTo>
                <a:cubicBezTo>
                  <a:pt x="322" y="647"/>
                  <a:pt x="322" y="647"/>
                  <a:pt x="322" y="647"/>
                </a:cubicBezTo>
                <a:cubicBezTo>
                  <a:pt x="342" y="647"/>
                  <a:pt x="359" y="664"/>
                  <a:pt x="359" y="684"/>
                </a:cubicBezTo>
                <a:cubicBezTo>
                  <a:pt x="359" y="968"/>
                  <a:pt x="359" y="968"/>
                  <a:pt x="359" y="968"/>
                </a:cubicBezTo>
                <a:cubicBezTo>
                  <a:pt x="359" y="989"/>
                  <a:pt x="342" y="1006"/>
                  <a:pt x="322" y="1006"/>
                </a:cubicBezTo>
                <a:cubicBezTo>
                  <a:pt x="167" y="1006"/>
                  <a:pt x="167" y="1006"/>
                  <a:pt x="167" y="1006"/>
                </a:cubicBezTo>
                <a:cubicBezTo>
                  <a:pt x="146" y="1006"/>
                  <a:pt x="129" y="989"/>
                  <a:pt x="129" y="968"/>
                </a:cubicBezTo>
                <a:close/>
                <a:moveTo>
                  <a:pt x="165" y="968"/>
                </a:moveTo>
                <a:cubicBezTo>
                  <a:pt x="165" y="969"/>
                  <a:pt x="166" y="970"/>
                  <a:pt x="167" y="970"/>
                </a:cubicBezTo>
                <a:cubicBezTo>
                  <a:pt x="322" y="970"/>
                  <a:pt x="322" y="970"/>
                  <a:pt x="322" y="970"/>
                </a:cubicBezTo>
                <a:cubicBezTo>
                  <a:pt x="323" y="970"/>
                  <a:pt x="324" y="969"/>
                  <a:pt x="324" y="968"/>
                </a:cubicBezTo>
                <a:cubicBezTo>
                  <a:pt x="324" y="684"/>
                  <a:pt x="324" y="684"/>
                  <a:pt x="324" y="684"/>
                </a:cubicBezTo>
                <a:cubicBezTo>
                  <a:pt x="324" y="683"/>
                  <a:pt x="323" y="682"/>
                  <a:pt x="322" y="682"/>
                </a:cubicBezTo>
                <a:cubicBezTo>
                  <a:pt x="167" y="682"/>
                  <a:pt x="167" y="682"/>
                  <a:pt x="167" y="682"/>
                </a:cubicBezTo>
                <a:cubicBezTo>
                  <a:pt x="166" y="682"/>
                  <a:pt x="165" y="683"/>
                  <a:pt x="165" y="684"/>
                </a:cubicBezTo>
                <a:lnTo>
                  <a:pt x="165" y="968"/>
                </a:lnTo>
                <a:close/>
                <a:moveTo>
                  <a:pt x="243" y="572"/>
                </a:moveTo>
                <a:cubicBezTo>
                  <a:pt x="236" y="563"/>
                  <a:pt x="236" y="551"/>
                  <a:pt x="244" y="542"/>
                </a:cubicBezTo>
                <a:cubicBezTo>
                  <a:pt x="704" y="82"/>
                  <a:pt x="704" y="82"/>
                  <a:pt x="704" y="82"/>
                </a:cubicBezTo>
                <a:cubicBezTo>
                  <a:pt x="659" y="37"/>
                  <a:pt x="659" y="37"/>
                  <a:pt x="659" y="37"/>
                </a:cubicBezTo>
                <a:cubicBezTo>
                  <a:pt x="653" y="31"/>
                  <a:pt x="651" y="22"/>
                  <a:pt x="654" y="13"/>
                </a:cubicBezTo>
                <a:cubicBezTo>
                  <a:pt x="658" y="5"/>
                  <a:pt x="665" y="0"/>
                  <a:pt x="674" y="0"/>
                </a:cubicBezTo>
                <a:cubicBezTo>
                  <a:pt x="855" y="0"/>
                  <a:pt x="855" y="0"/>
                  <a:pt x="855" y="0"/>
                </a:cubicBezTo>
                <a:cubicBezTo>
                  <a:pt x="867" y="0"/>
                  <a:pt x="877" y="10"/>
                  <a:pt x="877" y="22"/>
                </a:cubicBezTo>
                <a:cubicBezTo>
                  <a:pt x="877" y="202"/>
                  <a:pt x="877" y="202"/>
                  <a:pt x="877" y="202"/>
                </a:cubicBezTo>
                <a:cubicBezTo>
                  <a:pt x="877" y="211"/>
                  <a:pt x="871" y="219"/>
                  <a:pt x="863" y="222"/>
                </a:cubicBezTo>
                <a:cubicBezTo>
                  <a:pt x="855" y="226"/>
                  <a:pt x="846" y="224"/>
                  <a:pt x="839" y="218"/>
                </a:cubicBezTo>
                <a:cubicBezTo>
                  <a:pt x="793" y="171"/>
                  <a:pt x="793" y="171"/>
                  <a:pt x="793" y="171"/>
                </a:cubicBezTo>
                <a:cubicBezTo>
                  <a:pt x="273" y="575"/>
                  <a:pt x="273" y="575"/>
                  <a:pt x="273" y="575"/>
                </a:cubicBezTo>
                <a:cubicBezTo>
                  <a:pt x="269" y="578"/>
                  <a:pt x="264" y="580"/>
                  <a:pt x="260" y="580"/>
                </a:cubicBezTo>
                <a:cubicBezTo>
                  <a:pt x="254" y="580"/>
                  <a:pt x="248" y="577"/>
                  <a:pt x="243" y="572"/>
                </a:cubicBezTo>
                <a:close/>
                <a:moveTo>
                  <a:pt x="427" y="410"/>
                </a:moveTo>
                <a:cubicBezTo>
                  <a:pt x="783" y="133"/>
                  <a:pt x="783" y="133"/>
                  <a:pt x="783" y="133"/>
                </a:cubicBezTo>
                <a:cubicBezTo>
                  <a:pt x="790" y="128"/>
                  <a:pt x="800" y="128"/>
                  <a:pt x="807" y="135"/>
                </a:cubicBezTo>
                <a:cubicBezTo>
                  <a:pt x="841" y="169"/>
                  <a:pt x="841" y="169"/>
                  <a:pt x="841" y="169"/>
                </a:cubicBezTo>
                <a:cubicBezTo>
                  <a:pt x="841" y="36"/>
                  <a:pt x="841" y="36"/>
                  <a:pt x="841" y="36"/>
                </a:cubicBezTo>
                <a:cubicBezTo>
                  <a:pt x="708" y="36"/>
                  <a:pt x="708" y="36"/>
                  <a:pt x="708" y="36"/>
                </a:cubicBezTo>
                <a:cubicBezTo>
                  <a:pt x="742" y="70"/>
                  <a:pt x="742" y="70"/>
                  <a:pt x="742" y="70"/>
                </a:cubicBezTo>
                <a:cubicBezTo>
                  <a:pt x="749" y="77"/>
                  <a:pt x="749" y="88"/>
                  <a:pt x="742" y="95"/>
                </a:cubicBezTo>
                <a:lnTo>
                  <a:pt x="427" y="41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0" name="Shape 100"/>
        <p:cNvGrpSpPr/>
        <p:nvPr/>
      </p:nvGrpSpPr>
      <p:grpSpPr>
        <a:xfrm>
          <a:off x="0" y="0"/>
          <a:ext cx="0" cy="0"/>
          <a:chOff x="0" y="0"/>
          <a:chExt cx="0" cy="0"/>
        </a:xfrm>
      </p:grpSpPr>
      <p:sp>
        <p:nvSpPr>
          <p:cNvPr id="101" name="Google Shape;101;p10"/>
          <p:cNvSpPr txBox="1"/>
          <p:nvPr/>
        </p:nvSpPr>
        <p:spPr>
          <a:xfrm>
            <a:off x="2588984" y="2336788"/>
            <a:ext cx="20118600" cy="1625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8800"/>
              <a:buFont typeface="Arial"/>
              <a:buNone/>
            </a:pPr>
            <a:r>
              <a:rPr b="1" lang="en-US" sz="8800">
                <a:solidFill>
                  <a:schemeClr val="dk2"/>
                </a:solidFill>
                <a:latin typeface="Lato"/>
                <a:ea typeface="Lato"/>
                <a:cs typeface="Lato"/>
                <a:sym typeface="Lato"/>
              </a:rPr>
              <a:t>Resumen ejecutivo</a:t>
            </a:r>
            <a:endParaRPr b="1" i="0" sz="8800" u="none" cap="none" strike="noStrike">
              <a:solidFill>
                <a:schemeClr val="dk2"/>
              </a:solidFill>
              <a:latin typeface="Lato"/>
              <a:ea typeface="Lato"/>
              <a:cs typeface="Lato"/>
              <a:sym typeface="Lato"/>
            </a:endParaRPr>
          </a:p>
        </p:txBody>
      </p:sp>
      <p:cxnSp>
        <p:nvCxnSpPr>
          <p:cNvPr id="102" name="Google Shape;102;p10"/>
          <p:cNvCxnSpPr/>
          <p:nvPr/>
        </p:nvCxnSpPr>
        <p:spPr>
          <a:xfrm>
            <a:off x="1676400" y="2706538"/>
            <a:ext cx="0" cy="3994200"/>
          </a:xfrm>
          <a:prstGeom prst="straightConnector1">
            <a:avLst/>
          </a:prstGeom>
          <a:noFill/>
          <a:ln cap="flat" cmpd="sng" w="88900">
            <a:solidFill>
              <a:schemeClr val="accent1"/>
            </a:solidFill>
            <a:prstDash val="solid"/>
            <a:miter lim="800000"/>
            <a:headEnd len="sm" w="sm" type="none"/>
            <a:tailEnd len="sm" w="sm" type="none"/>
          </a:ln>
        </p:spPr>
      </p:cxnSp>
      <p:sp>
        <p:nvSpPr>
          <p:cNvPr id="103" name="Google Shape;103;p10"/>
          <p:cNvSpPr/>
          <p:nvPr/>
        </p:nvSpPr>
        <p:spPr>
          <a:xfrm>
            <a:off x="3128498" y="5408633"/>
            <a:ext cx="4470300" cy="5105400"/>
          </a:xfrm>
          <a:prstGeom prst="rightArrowCallout">
            <a:avLst>
              <a:gd fmla="val 26060" name="adj1"/>
              <a:gd fmla="val 13030" name="adj2"/>
              <a:gd fmla="val 12635" name="adj3"/>
              <a:gd fmla="val 81001" name="adj4"/>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04" name="Google Shape;104;p10"/>
          <p:cNvSpPr/>
          <p:nvPr/>
        </p:nvSpPr>
        <p:spPr>
          <a:xfrm>
            <a:off x="8805398" y="3976112"/>
            <a:ext cx="4533900" cy="1117500"/>
          </a:xfrm>
          <a:prstGeom prst="homePlat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05" name="Google Shape;105;p10"/>
          <p:cNvSpPr/>
          <p:nvPr/>
        </p:nvSpPr>
        <p:spPr>
          <a:xfrm>
            <a:off x="8805398" y="6260393"/>
            <a:ext cx="4533900" cy="1117500"/>
          </a:xfrm>
          <a:prstGeom prst="homePlate">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06" name="Google Shape;106;p10"/>
          <p:cNvSpPr/>
          <p:nvPr/>
        </p:nvSpPr>
        <p:spPr>
          <a:xfrm>
            <a:off x="8805398" y="8544674"/>
            <a:ext cx="4533900" cy="1117500"/>
          </a:xfrm>
          <a:prstGeom prst="homePlate">
            <a:avLst>
              <a:gd fmla="val 50000" name="adj"/>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07" name="Google Shape;107;p10"/>
          <p:cNvSpPr/>
          <p:nvPr/>
        </p:nvSpPr>
        <p:spPr>
          <a:xfrm>
            <a:off x="8805398" y="10828955"/>
            <a:ext cx="4533900" cy="1117500"/>
          </a:xfrm>
          <a:prstGeom prst="homePlate">
            <a:avLst>
              <a:gd fmla="val 50000" name="adj"/>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cxnSp>
        <p:nvCxnSpPr>
          <p:cNvPr id="108" name="Google Shape;108;p10"/>
          <p:cNvCxnSpPr>
            <a:stCxn id="103" idx="3"/>
            <a:endCxn id="104" idx="1"/>
          </p:cNvCxnSpPr>
          <p:nvPr/>
        </p:nvCxnSpPr>
        <p:spPr>
          <a:xfrm flipH="1" rot="10800000">
            <a:off x="7598798" y="4534733"/>
            <a:ext cx="1206600" cy="3426600"/>
          </a:xfrm>
          <a:prstGeom prst="bentConnector3">
            <a:avLst>
              <a:gd fmla="val 50000" name="adj1"/>
            </a:avLst>
          </a:prstGeom>
          <a:noFill/>
          <a:ln cap="flat" cmpd="sng" w="19050">
            <a:solidFill>
              <a:srgbClr val="C9C9C9"/>
            </a:solidFill>
            <a:prstDash val="solid"/>
            <a:miter lim="800000"/>
            <a:headEnd len="sm" w="sm" type="none"/>
            <a:tailEnd len="sm" w="sm" type="none"/>
          </a:ln>
        </p:spPr>
      </p:cxnSp>
      <p:cxnSp>
        <p:nvCxnSpPr>
          <p:cNvPr id="109" name="Google Shape;109;p10"/>
          <p:cNvCxnSpPr>
            <a:stCxn id="103" idx="3"/>
            <a:endCxn id="105" idx="1"/>
          </p:cNvCxnSpPr>
          <p:nvPr/>
        </p:nvCxnSpPr>
        <p:spPr>
          <a:xfrm flipH="1" rot="10800000">
            <a:off x="7598798" y="6819233"/>
            <a:ext cx="1206600" cy="1142100"/>
          </a:xfrm>
          <a:prstGeom prst="bentConnector3">
            <a:avLst>
              <a:gd fmla="val 50000" name="adj1"/>
            </a:avLst>
          </a:prstGeom>
          <a:noFill/>
          <a:ln cap="flat" cmpd="sng" w="19050">
            <a:solidFill>
              <a:srgbClr val="C9C9C9"/>
            </a:solidFill>
            <a:prstDash val="solid"/>
            <a:miter lim="800000"/>
            <a:headEnd len="sm" w="sm" type="none"/>
            <a:tailEnd len="sm" w="sm" type="none"/>
          </a:ln>
        </p:spPr>
      </p:cxnSp>
      <p:cxnSp>
        <p:nvCxnSpPr>
          <p:cNvPr id="110" name="Google Shape;110;p10"/>
          <p:cNvCxnSpPr>
            <a:stCxn id="103" idx="3"/>
            <a:endCxn id="106" idx="1"/>
          </p:cNvCxnSpPr>
          <p:nvPr/>
        </p:nvCxnSpPr>
        <p:spPr>
          <a:xfrm>
            <a:off x="7598798" y="7961333"/>
            <a:ext cx="1206600" cy="1142100"/>
          </a:xfrm>
          <a:prstGeom prst="bentConnector3">
            <a:avLst>
              <a:gd fmla="val 50000" name="adj1"/>
            </a:avLst>
          </a:prstGeom>
          <a:noFill/>
          <a:ln cap="flat" cmpd="sng" w="19050">
            <a:solidFill>
              <a:srgbClr val="C9C9C9"/>
            </a:solidFill>
            <a:prstDash val="solid"/>
            <a:miter lim="800000"/>
            <a:headEnd len="sm" w="sm" type="none"/>
            <a:tailEnd len="sm" w="sm" type="none"/>
          </a:ln>
        </p:spPr>
      </p:cxnSp>
      <p:cxnSp>
        <p:nvCxnSpPr>
          <p:cNvPr id="111" name="Google Shape;111;p10"/>
          <p:cNvCxnSpPr>
            <a:stCxn id="103" idx="3"/>
            <a:endCxn id="107" idx="1"/>
          </p:cNvCxnSpPr>
          <p:nvPr/>
        </p:nvCxnSpPr>
        <p:spPr>
          <a:xfrm>
            <a:off x="7598798" y="7961333"/>
            <a:ext cx="1206600" cy="3426300"/>
          </a:xfrm>
          <a:prstGeom prst="bentConnector3">
            <a:avLst>
              <a:gd fmla="val 50000" name="adj1"/>
            </a:avLst>
          </a:prstGeom>
          <a:noFill/>
          <a:ln cap="flat" cmpd="sng" w="19050">
            <a:solidFill>
              <a:srgbClr val="C9C9C9"/>
            </a:solidFill>
            <a:prstDash val="solid"/>
            <a:miter lim="800000"/>
            <a:headEnd len="sm" w="sm" type="none"/>
            <a:tailEnd len="sm" w="sm" type="none"/>
          </a:ln>
        </p:spPr>
      </p:cxnSp>
      <p:sp>
        <p:nvSpPr>
          <p:cNvPr id="112" name="Google Shape;112;p10"/>
          <p:cNvSpPr txBox="1"/>
          <p:nvPr/>
        </p:nvSpPr>
        <p:spPr>
          <a:xfrm>
            <a:off x="14272748" y="3925514"/>
            <a:ext cx="6982800" cy="1218900"/>
          </a:xfrm>
          <a:prstGeom prst="rect">
            <a:avLst/>
          </a:prstGeom>
          <a:noFill/>
          <a:ln>
            <a:noFill/>
          </a:ln>
        </p:spPr>
        <p:txBody>
          <a:bodyPr anchorCtr="0" anchor="t" bIns="0" lIns="0" spcFirstLastPara="1" rIns="0" wrap="square" tIns="0">
            <a:noAutofit/>
          </a:bodyPr>
          <a:lstStyle/>
          <a:p>
            <a:pPr indent="-317500" lvl="0" marL="457200" marR="0" rtl="0" algn="l">
              <a:lnSpc>
                <a:spcPct val="120000"/>
              </a:lnSpc>
              <a:spcBef>
                <a:spcPts val="0"/>
              </a:spcBef>
              <a:spcAft>
                <a:spcPts val="0"/>
              </a:spcAft>
              <a:buClr>
                <a:srgbClr val="000000"/>
              </a:buClr>
              <a:buSzPts val="1400"/>
              <a:buFont typeface="Arial"/>
              <a:buChar char="-"/>
            </a:pPr>
            <a:r>
              <a:rPr lang="en-US" sz="2200">
                <a:solidFill>
                  <a:schemeClr val="dk2"/>
                </a:solidFill>
                <a:latin typeface="Lato Light"/>
                <a:ea typeface="Lato Light"/>
                <a:cs typeface="Lato Light"/>
                <a:sym typeface="Lato Light"/>
              </a:rPr>
              <a:t>Táctica 1</a:t>
            </a:r>
            <a:endParaRPr sz="2200">
              <a:solidFill>
                <a:schemeClr val="dk2"/>
              </a:solidFill>
              <a:latin typeface="Lato Light"/>
              <a:ea typeface="Lato Light"/>
              <a:cs typeface="Lato Light"/>
              <a:sym typeface="Lato Light"/>
            </a:endParaRPr>
          </a:p>
          <a:p>
            <a:pPr indent="-368300" lvl="0" marL="457200" rtl="0" algn="l">
              <a:lnSpc>
                <a:spcPct val="120000"/>
              </a:lnSpc>
              <a:spcBef>
                <a:spcPts val="0"/>
              </a:spcBef>
              <a:spcAft>
                <a:spcPts val="0"/>
              </a:spcAft>
              <a:buClr>
                <a:schemeClr val="dk2"/>
              </a:buClr>
              <a:buSzPts val="2200"/>
              <a:buFont typeface="Lato Light"/>
              <a:buChar char="-"/>
            </a:pPr>
            <a:r>
              <a:rPr lang="en-US" sz="2200">
                <a:solidFill>
                  <a:schemeClr val="dk2"/>
                </a:solidFill>
                <a:latin typeface="Lato Light"/>
                <a:ea typeface="Lato Light"/>
                <a:cs typeface="Lato Light"/>
                <a:sym typeface="Lato Light"/>
              </a:rPr>
              <a:t>Táctica 2</a:t>
            </a:r>
            <a:endParaRPr sz="2200">
              <a:solidFill>
                <a:schemeClr val="dk2"/>
              </a:solidFill>
              <a:latin typeface="Lato Light"/>
              <a:ea typeface="Lato Light"/>
              <a:cs typeface="Lato Light"/>
              <a:sym typeface="Lato Light"/>
            </a:endParaRPr>
          </a:p>
          <a:p>
            <a:pPr indent="-368300" lvl="0" marL="457200" rtl="0" algn="l">
              <a:lnSpc>
                <a:spcPct val="120000"/>
              </a:lnSpc>
              <a:spcBef>
                <a:spcPts val="0"/>
              </a:spcBef>
              <a:spcAft>
                <a:spcPts val="0"/>
              </a:spcAft>
              <a:buClr>
                <a:schemeClr val="dk2"/>
              </a:buClr>
              <a:buSzPts val="2200"/>
              <a:buFont typeface="Lato Light"/>
              <a:buChar char="-"/>
            </a:pPr>
            <a:r>
              <a:rPr lang="en-US" sz="2200">
                <a:solidFill>
                  <a:schemeClr val="dk2"/>
                </a:solidFill>
                <a:latin typeface="Lato Light"/>
                <a:ea typeface="Lato Light"/>
                <a:cs typeface="Lato Light"/>
                <a:sym typeface="Lato Light"/>
              </a:rPr>
              <a:t>Táctica 3</a:t>
            </a:r>
            <a:endParaRPr sz="2200">
              <a:solidFill>
                <a:schemeClr val="dk2"/>
              </a:solidFill>
              <a:latin typeface="Lato Light"/>
              <a:ea typeface="Lato Light"/>
              <a:cs typeface="Lato Light"/>
              <a:sym typeface="Lato Light"/>
            </a:endParaRPr>
          </a:p>
        </p:txBody>
      </p:sp>
      <p:sp>
        <p:nvSpPr>
          <p:cNvPr id="113" name="Google Shape;113;p10"/>
          <p:cNvSpPr txBox="1"/>
          <p:nvPr/>
        </p:nvSpPr>
        <p:spPr>
          <a:xfrm>
            <a:off x="9148298" y="4239103"/>
            <a:ext cx="36327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lang="en-US" sz="3200">
                <a:solidFill>
                  <a:schemeClr val="lt1"/>
                </a:solidFill>
                <a:latin typeface="Lato"/>
                <a:ea typeface="Lato"/>
                <a:cs typeface="Lato"/>
                <a:sym typeface="Lato"/>
              </a:rPr>
              <a:t>Estrategia 1</a:t>
            </a:r>
            <a:endParaRPr b="0" i="0" sz="1400" u="none" cap="none" strike="noStrike">
              <a:solidFill>
                <a:srgbClr val="000000"/>
              </a:solidFill>
              <a:latin typeface="Arial"/>
              <a:ea typeface="Arial"/>
              <a:cs typeface="Arial"/>
              <a:sym typeface="Arial"/>
            </a:endParaRPr>
          </a:p>
        </p:txBody>
      </p:sp>
      <p:sp>
        <p:nvSpPr>
          <p:cNvPr id="114" name="Google Shape;114;p10"/>
          <p:cNvSpPr txBox="1"/>
          <p:nvPr/>
        </p:nvSpPr>
        <p:spPr>
          <a:xfrm>
            <a:off x="3723660" y="7419003"/>
            <a:ext cx="2589300" cy="184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lang="en-US" sz="4000">
                <a:solidFill>
                  <a:schemeClr val="lt1"/>
                </a:solidFill>
                <a:latin typeface="Lato"/>
                <a:ea typeface="Lato"/>
                <a:cs typeface="Lato"/>
                <a:sym typeface="Lato"/>
              </a:rPr>
              <a:t>PLAN DE ACCIÓN</a:t>
            </a:r>
            <a:endParaRPr b="0" i="0" sz="1400" u="none" cap="none" strike="noStrike">
              <a:solidFill>
                <a:srgbClr val="000000"/>
              </a:solidFill>
              <a:latin typeface="Arial"/>
              <a:ea typeface="Arial"/>
              <a:cs typeface="Arial"/>
              <a:sym typeface="Arial"/>
            </a:endParaRPr>
          </a:p>
        </p:txBody>
      </p:sp>
      <p:sp>
        <p:nvSpPr>
          <p:cNvPr id="115" name="Google Shape;115;p10"/>
          <p:cNvSpPr txBox="1"/>
          <p:nvPr/>
        </p:nvSpPr>
        <p:spPr>
          <a:xfrm>
            <a:off x="9148298" y="6545560"/>
            <a:ext cx="3632700" cy="492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200"/>
              <a:buFont typeface="Arial"/>
              <a:buNone/>
            </a:pPr>
            <a:r>
              <a:rPr b="1" lang="en-US" sz="3200">
                <a:solidFill>
                  <a:schemeClr val="lt1"/>
                </a:solidFill>
                <a:latin typeface="Lato"/>
                <a:ea typeface="Lato"/>
                <a:cs typeface="Lato"/>
                <a:sym typeface="Lato"/>
              </a:rPr>
              <a:t>Estrategia 2</a:t>
            </a:r>
            <a:endParaRPr>
              <a:solidFill>
                <a:schemeClr val="dk1"/>
              </a:solidFill>
            </a:endParaRPr>
          </a:p>
          <a:p>
            <a:pPr indent="0" lvl="0" marL="0" marR="0" rtl="0" algn="l">
              <a:lnSpc>
                <a:spcPct val="100000"/>
              </a:lnSpc>
              <a:spcBef>
                <a:spcPts val="0"/>
              </a:spcBef>
              <a:spcAft>
                <a:spcPts val="0"/>
              </a:spcAft>
              <a:buClr>
                <a:srgbClr val="000000"/>
              </a:buClr>
              <a:buSzPts val="3200"/>
              <a:buFont typeface="Arial"/>
              <a:buNone/>
            </a:pPr>
            <a:r>
              <a:t/>
            </a:r>
            <a:endParaRPr b="1" sz="3200">
              <a:solidFill>
                <a:schemeClr val="lt1"/>
              </a:solidFill>
              <a:latin typeface="Lato"/>
              <a:ea typeface="Lato"/>
              <a:cs typeface="Lato"/>
              <a:sym typeface="Lato"/>
            </a:endParaRPr>
          </a:p>
        </p:txBody>
      </p:sp>
      <p:sp>
        <p:nvSpPr>
          <p:cNvPr id="116" name="Google Shape;116;p10"/>
          <p:cNvSpPr txBox="1"/>
          <p:nvPr/>
        </p:nvSpPr>
        <p:spPr>
          <a:xfrm>
            <a:off x="9148298" y="8857252"/>
            <a:ext cx="3632700" cy="492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200"/>
              <a:buFont typeface="Arial"/>
              <a:buNone/>
            </a:pPr>
            <a:r>
              <a:rPr b="1" lang="en-US" sz="3200">
                <a:solidFill>
                  <a:schemeClr val="lt1"/>
                </a:solidFill>
                <a:latin typeface="Lato"/>
                <a:ea typeface="Lato"/>
                <a:cs typeface="Lato"/>
                <a:sym typeface="Lato"/>
              </a:rPr>
              <a:t>Estrategia 3</a:t>
            </a:r>
            <a:endParaRPr b="1" sz="3200">
              <a:solidFill>
                <a:schemeClr val="lt1"/>
              </a:solidFill>
              <a:latin typeface="Lato"/>
              <a:ea typeface="Lato"/>
              <a:cs typeface="Lato"/>
              <a:sym typeface="Lato"/>
            </a:endParaRPr>
          </a:p>
        </p:txBody>
      </p:sp>
      <p:sp>
        <p:nvSpPr>
          <p:cNvPr id="117" name="Google Shape;117;p10"/>
          <p:cNvSpPr txBox="1"/>
          <p:nvPr/>
        </p:nvSpPr>
        <p:spPr>
          <a:xfrm>
            <a:off x="9148298" y="11141533"/>
            <a:ext cx="3632700" cy="492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200"/>
              <a:buFont typeface="Arial"/>
              <a:buNone/>
            </a:pPr>
            <a:r>
              <a:rPr b="1" lang="en-US" sz="3200">
                <a:solidFill>
                  <a:schemeClr val="lt1"/>
                </a:solidFill>
                <a:latin typeface="Lato"/>
                <a:ea typeface="Lato"/>
                <a:cs typeface="Lato"/>
                <a:sym typeface="Lato"/>
              </a:rPr>
              <a:t>Estrategia 4</a:t>
            </a:r>
            <a:endParaRPr b="1" sz="3200">
              <a:solidFill>
                <a:schemeClr val="lt1"/>
              </a:solidFill>
              <a:latin typeface="Lato"/>
              <a:ea typeface="Lato"/>
              <a:cs typeface="Lato"/>
              <a:sym typeface="Lato"/>
            </a:endParaRPr>
          </a:p>
        </p:txBody>
      </p:sp>
      <p:sp>
        <p:nvSpPr>
          <p:cNvPr id="118" name="Google Shape;118;p10"/>
          <p:cNvSpPr txBox="1"/>
          <p:nvPr/>
        </p:nvSpPr>
        <p:spPr>
          <a:xfrm>
            <a:off x="14272748" y="6199985"/>
            <a:ext cx="6982800" cy="1218900"/>
          </a:xfrm>
          <a:prstGeom prst="rect">
            <a:avLst/>
          </a:prstGeom>
          <a:noFill/>
          <a:ln>
            <a:noFill/>
          </a:ln>
        </p:spPr>
        <p:txBody>
          <a:bodyPr anchorCtr="0" anchor="t" bIns="0" lIns="0" spcFirstLastPara="1" rIns="0" wrap="square" tIns="0">
            <a:noAutofit/>
          </a:bodyPr>
          <a:lstStyle/>
          <a:p>
            <a:pPr indent="-317500" lvl="0" marL="457200" rtl="0" algn="l">
              <a:lnSpc>
                <a:spcPct val="120000"/>
              </a:lnSpc>
              <a:spcBef>
                <a:spcPts val="0"/>
              </a:spcBef>
              <a:spcAft>
                <a:spcPts val="0"/>
              </a:spcAft>
              <a:buClr>
                <a:schemeClr val="dk1"/>
              </a:buClr>
              <a:buSzPts val="1400"/>
              <a:buChar char="-"/>
            </a:pPr>
            <a:r>
              <a:rPr lang="en-US" sz="2200">
                <a:solidFill>
                  <a:schemeClr val="dk2"/>
                </a:solidFill>
                <a:latin typeface="Lato Light"/>
                <a:ea typeface="Lato Light"/>
                <a:cs typeface="Lato Light"/>
                <a:sym typeface="Lato Light"/>
              </a:rPr>
              <a:t>Táctica 1</a:t>
            </a:r>
            <a:endParaRPr sz="2200">
              <a:solidFill>
                <a:schemeClr val="dk2"/>
              </a:solidFill>
              <a:latin typeface="Lato Light"/>
              <a:ea typeface="Lato Light"/>
              <a:cs typeface="Lato Light"/>
              <a:sym typeface="Lato Light"/>
            </a:endParaRPr>
          </a:p>
          <a:p>
            <a:pPr indent="-368300" lvl="0" marL="457200" rtl="0" algn="l">
              <a:lnSpc>
                <a:spcPct val="120000"/>
              </a:lnSpc>
              <a:spcBef>
                <a:spcPts val="0"/>
              </a:spcBef>
              <a:spcAft>
                <a:spcPts val="0"/>
              </a:spcAft>
              <a:buClr>
                <a:schemeClr val="dk2"/>
              </a:buClr>
              <a:buSzPts val="2200"/>
              <a:buFont typeface="Lato Light"/>
              <a:buChar char="-"/>
            </a:pPr>
            <a:r>
              <a:rPr lang="en-US" sz="2200">
                <a:solidFill>
                  <a:schemeClr val="dk2"/>
                </a:solidFill>
                <a:latin typeface="Lato Light"/>
                <a:ea typeface="Lato Light"/>
                <a:cs typeface="Lato Light"/>
                <a:sym typeface="Lato Light"/>
              </a:rPr>
              <a:t>Táctica 2</a:t>
            </a:r>
            <a:endParaRPr sz="2200">
              <a:solidFill>
                <a:schemeClr val="dk2"/>
              </a:solidFill>
              <a:latin typeface="Lato Light"/>
              <a:ea typeface="Lato Light"/>
              <a:cs typeface="Lato Light"/>
              <a:sym typeface="Lato Light"/>
            </a:endParaRPr>
          </a:p>
          <a:p>
            <a:pPr indent="-368300" lvl="0" marL="457200" rtl="0" algn="l">
              <a:lnSpc>
                <a:spcPct val="120000"/>
              </a:lnSpc>
              <a:spcBef>
                <a:spcPts val="0"/>
              </a:spcBef>
              <a:spcAft>
                <a:spcPts val="0"/>
              </a:spcAft>
              <a:buClr>
                <a:schemeClr val="dk2"/>
              </a:buClr>
              <a:buSzPts val="2200"/>
              <a:buFont typeface="Lato Light"/>
              <a:buChar char="-"/>
            </a:pPr>
            <a:r>
              <a:rPr lang="en-US" sz="2200">
                <a:solidFill>
                  <a:schemeClr val="dk2"/>
                </a:solidFill>
                <a:latin typeface="Lato Light"/>
                <a:ea typeface="Lato Light"/>
                <a:cs typeface="Lato Light"/>
                <a:sym typeface="Lato Light"/>
              </a:rPr>
              <a:t>Táctica 3</a:t>
            </a:r>
            <a:endParaRPr sz="2200">
              <a:solidFill>
                <a:schemeClr val="dk2"/>
              </a:solidFill>
              <a:latin typeface="Lato Light"/>
              <a:ea typeface="Lato Light"/>
              <a:cs typeface="Lato Light"/>
              <a:sym typeface="Lato Light"/>
            </a:endParaRPr>
          </a:p>
        </p:txBody>
      </p:sp>
      <p:sp>
        <p:nvSpPr>
          <p:cNvPr id="119" name="Google Shape;119;p10"/>
          <p:cNvSpPr txBox="1"/>
          <p:nvPr/>
        </p:nvSpPr>
        <p:spPr>
          <a:xfrm>
            <a:off x="14272748" y="8468188"/>
            <a:ext cx="6982800" cy="1218900"/>
          </a:xfrm>
          <a:prstGeom prst="rect">
            <a:avLst/>
          </a:prstGeom>
          <a:noFill/>
          <a:ln>
            <a:noFill/>
          </a:ln>
        </p:spPr>
        <p:txBody>
          <a:bodyPr anchorCtr="0" anchor="t" bIns="0" lIns="0" spcFirstLastPara="1" rIns="0" wrap="square" tIns="0">
            <a:noAutofit/>
          </a:bodyPr>
          <a:lstStyle/>
          <a:p>
            <a:pPr indent="-317500" lvl="0" marL="457200" rtl="0" algn="l">
              <a:lnSpc>
                <a:spcPct val="120000"/>
              </a:lnSpc>
              <a:spcBef>
                <a:spcPts val="0"/>
              </a:spcBef>
              <a:spcAft>
                <a:spcPts val="0"/>
              </a:spcAft>
              <a:buClr>
                <a:schemeClr val="dk1"/>
              </a:buClr>
              <a:buSzPts val="1400"/>
              <a:buChar char="-"/>
            </a:pPr>
            <a:r>
              <a:rPr lang="en-US" sz="2200">
                <a:solidFill>
                  <a:schemeClr val="dk2"/>
                </a:solidFill>
                <a:latin typeface="Lato Light"/>
                <a:ea typeface="Lato Light"/>
                <a:cs typeface="Lato Light"/>
                <a:sym typeface="Lato Light"/>
              </a:rPr>
              <a:t>Táctica 1</a:t>
            </a:r>
            <a:endParaRPr sz="2200">
              <a:solidFill>
                <a:schemeClr val="dk2"/>
              </a:solidFill>
              <a:latin typeface="Lato Light"/>
              <a:ea typeface="Lato Light"/>
              <a:cs typeface="Lato Light"/>
              <a:sym typeface="Lato Light"/>
            </a:endParaRPr>
          </a:p>
          <a:p>
            <a:pPr indent="-368300" lvl="0" marL="457200" rtl="0" algn="l">
              <a:lnSpc>
                <a:spcPct val="120000"/>
              </a:lnSpc>
              <a:spcBef>
                <a:spcPts val="0"/>
              </a:spcBef>
              <a:spcAft>
                <a:spcPts val="0"/>
              </a:spcAft>
              <a:buClr>
                <a:schemeClr val="dk2"/>
              </a:buClr>
              <a:buSzPts val="2200"/>
              <a:buFont typeface="Lato Light"/>
              <a:buChar char="-"/>
            </a:pPr>
            <a:r>
              <a:rPr lang="en-US" sz="2200">
                <a:solidFill>
                  <a:schemeClr val="dk2"/>
                </a:solidFill>
                <a:latin typeface="Lato Light"/>
                <a:ea typeface="Lato Light"/>
                <a:cs typeface="Lato Light"/>
                <a:sym typeface="Lato Light"/>
              </a:rPr>
              <a:t>Táctica 2</a:t>
            </a:r>
            <a:endParaRPr sz="2200">
              <a:solidFill>
                <a:schemeClr val="dk2"/>
              </a:solidFill>
              <a:latin typeface="Lato Light"/>
              <a:ea typeface="Lato Light"/>
              <a:cs typeface="Lato Light"/>
              <a:sym typeface="Lato Light"/>
            </a:endParaRPr>
          </a:p>
          <a:p>
            <a:pPr indent="-368300" lvl="0" marL="457200" rtl="0" algn="l">
              <a:lnSpc>
                <a:spcPct val="120000"/>
              </a:lnSpc>
              <a:spcBef>
                <a:spcPts val="0"/>
              </a:spcBef>
              <a:spcAft>
                <a:spcPts val="0"/>
              </a:spcAft>
              <a:buClr>
                <a:schemeClr val="dk2"/>
              </a:buClr>
              <a:buSzPts val="2200"/>
              <a:buFont typeface="Lato Light"/>
              <a:buChar char="-"/>
            </a:pPr>
            <a:r>
              <a:rPr lang="en-US" sz="2200">
                <a:solidFill>
                  <a:schemeClr val="dk2"/>
                </a:solidFill>
                <a:latin typeface="Lato Light"/>
                <a:ea typeface="Lato Light"/>
                <a:cs typeface="Lato Light"/>
                <a:sym typeface="Lato Light"/>
              </a:rPr>
              <a:t>Táctica 3</a:t>
            </a:r>
            <a:endParaRPr sz="2200">
              <a:solidFill>
                <a:schemeClr val="dk2"/>
              </a:solidFill>
              <a:latin typeface="Lato Light"/>
              <a:ea typeface="Lato Light"/>
              <a:cs typeface="Lato Light"/>
              <a:sym typeface="Lato Light"/>
            </a:endParaRPr>
          </a:p>
        </p:txBody>
      </p:sp>
      <p:sp>
        <p:nvSpPr>
          <p:cNvPr id="120" name="Google Shape;120;p10"/>
          <p:cNvSpPr txBox="1"/>
          <p:nvPr/>
        </p:nvSpPr>
        <p:spPr>
          <a:xfrm>
            <a:off x="14272748" y="10736391"/>
            <a:ext cx="6982800" cy="1218900"/>
          </a:xfrm>
          <a:prstGeom prst="rect">
            <a:avLst/>
          </a:prstGeom>
          <a:noFill/>
          <a:ln>
            <a:noFill/>
          </a:ln>
        </p:spPr>
        <p:txBody>
          <a:bodyPr anchorCtr="0" anchor="t" bIns="0" lIns="0" spcFirstLastPara="1" rIns="0" wrap="square" tIns="0">
            <a:noAutofit/>
          </a:bodyPr>
          <a:lstStyle/>
          <a:p>
            <a:pPr indent="-317500" lvl="0" marL="457200" rtl="0" algn="l">
              <a:lnSpc>
                <a:spcPct val="120000"/>
              </a:lnSpc>
              <a:spcBef>
                <a:spcPts val="0"/>
              </a:spcBef>
              <a:spcAft>
                <a:spcPts val="0"/>
              </a:spcAft>
              <a:buClr>
                <a:schemeClr val="dk1"/>
              </a:buClr>
              <a:buSzPts val="1400"/>
              <a:buChar char="-"/>
            </a:pPr>
            <a:r>
              <a:rPr lang="en-US" sz="2200">
                <a:solidFill>
                  <a:schemeClr val="dk2"/>
                </a:solidFill>
                <a:latin typeface="Lato Light"/>
                <a:ea typeface="Lato Light"/>
                <a:cs typeface="Lato Light"/>
                <a:sym typeface="Lato Light"/>
              </a:rPr>
              <a:t>Táctica 1</a:t>
            </a:r>
            <a:endParaRPr sz="2200">
              <a:solidFill>
                <a:schemeClr val="dk2"/>
              </a:solidFill>
              <a:latin typeface="Lato Light"/>
              <a:ea typeface="Lato Light"/>
              <a:cs typeface="Lato Light"/>
              <a:sym typeface="Lato Light"/>
            </a:endParaRPr>
          </a:p>
          <a:p>
            <a:pPr indent="-368300" lvl="0" marL="457200" rtl="0" algn="l">
              <a:lnSpc>
                <a:spcPct val="120000"/>
              </a:lnSpc>
              <a:spcBef>
                <a:spcPts val="0"/>
              </a:spcBef>
              <a:spcAft>
                <a:spcPts val="0"/>
              </a:spcAft>
              <a:buClr>
                <a:schemeClr val="dk2"/>
              </a:buClr>
              <a:buSzPts val="2200"/>
              <a:buFont typeface="Lato Light"/>
              <a:buChar char="-"/>
            </a:pPr>
            <a:r>
              <a:rPr lang="en-US" sz="2200">
                <a:solidFill>
                  <a:schemeClr val="dk2"/>
                </a:solidFill>
                <a:latin typeface="Lato Light"/>
                <a:ea typeface="Lato Light"/>
                <a:cs typeface="Lato Light"/>
                <a:sym typeface="Lato Light"/>
              </a:rPr>
              <a:t>Táctica 2</a:t>
            </a:r>
            <a:endParaRPr sz="2200">
              <a:solidFill>
                <a:schemeClr val="dk2"/>
              </a:solidFill>
              <a:latin typeface="Lato Light"/>
              <a:ea typeface="Lato Light"/>
              <a:cs typeface="Lato Light"/>
              <a:sym typeface="Lato Light"/>
            </a:endParaRPr>
          </a:p>
          <a:p>
            <a:pPr indent="-368300" lvl="0" marL="457200" rtl="0" algn="l">
              <a:lnSpc>
                <a:spcPct val="120000"/>
              </a:lnSpc>
              <a:spcBef>
                <a:spcPts val="0"/>
              </a:spcBef>
              <a:spcAft>
                <a:spcPts val="0"/>
              </a:spcAft>
              <a:buClr>
                <a:schemeClr val="dk2"/>
              </a:buClr>
              <a:buSzPts val="2200"/>
              <a:buFont typeface="Lato Light"/>
              <a:buChar char="-"/>
            </a:pPr>
            <a:r>
              <a:rPr lang="en-US" sz="2200">
                <a:solidFill>
                  <a:schemeClr val="dk2"/>
                </a:solidFill>
                <a:latin typeface="Lato Light"/>
                <a:ea typeface="Lato Light"/>
                <a:cs typeface="Lato Light"/>
                <a:sym typeface="Lato Light"/>
              </a:rPr>
              <a:t>Táctica 3</a:t>
            </a:r>
            <a:endParaRPr sz="2200">
              <a:solidFill>
                <a:schemeClr val="dk2"/>
              </a:solidFill>
              <a:latin typeface="Lato Light"/>
              <a:ea typeface="Lato Light"/>
              <a:cs typeface="Lato Light"/>
              <a:sym typeface="Lato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4" name="Shape 124"/>
        <p:cNvGrpSpPr/>
        <p:nvPr/>
      </p:nvGrpSpPr>
      <p:grpSpPr>
        <a:xfrm>
          <a:off x="0" y="0"/>
          <a:ext cx="0" cy="0"/>
          <a:chOff x="0" y="0"/>
          <a:chExt cx="0" cy="0"/>
        </a:xfrm>
      </p:grpSpPr>
      <p:sp>
        <p:nvSpPr>
          <p:cNvPr id="125" name="Google Shape;125;p11"/>
          <p:cNvSpPr txBox="1"/>
          <p:nvPr/>
        </p:nvSpPr>
        <p:spPr>
          <a:xfrm>
            <a:off x="2588984" y="2336788"/>
            <a:ext cx="20118600" cy="1625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8800"/>
              <a:buFont typeface="Arial"/>
              <a:buNone/>
            </a:pPr>
            <a:r>
              <a:rPr b="1" lang="en-US" sz="8800">
                <a:solidFill>
                  <a:schemeClr val="dk2"/>
                </a:solidFill>
                <a:latin typeface="Lato"/>
                <a:ea typeface="Lato"/>
                <a:cs typeface="Lato"/>
                <a:sym typeface="Lato"/>
              </a:rPr>
              <a:t>Resumen ejecutivo</a:t>
            </a:r>
            <a:endParaRPr b="1" i="0" sz="8800" u="none" cap="none" strike="noStrike">
              <a:solidFill>
                <a:schemeClr val="dk2"/>
              </a:solidFill>
              <a:latin typeface="Lato"/>
              <a:ea typeface="Lato"/>
              <a:cs typeface="Lato"/>
              <a:sym typeface="Lato"/>
            </a:endParaRPr>
          </a:p>
        </p:txBody>
      </p:sp>
      <p:cxnSp>
        <p:nvCxnSpPr>
          <p:cNvPr id="126" name="Google Shape;126;p11"/>
          <p:cNvCxnSpPr/>
          <p:nvPr/>
        </p:nvCxnSpPr>
        <p:spPr>
          <a:xfrm>
            <a:off x="1676400" y="2706538"/>
            <a:ext cx="0" cy="3994200"/>
          </a:xfrm>
          <a:prstGeom prst="straightConnector1">
            <a:avLst/>
          </a:prstGeom>
          <a:noFill/>
          <a:ln cap="flat" cmpd="sng" w="88900">
            <a:solidFill>
              <a:schemeClr val="accent1"/>
            </a:solidFill>
            <a:prstDash val="solid"/>
            <a:miter lim="800000"/>
            <a:headEnd len="sm" w="sm" type="none"/>
            <a:tailEnd len="sm" w="sm" type="none"/>
          </a:ln>
        </p:spPr>
      </p:cxnSp>
      <p:sp>
        <p:nvSpPr>
          <p:cNvPr id="127" name="Google Shape;127;p11"/>
          <p:cNvSpPr txBox="1"/>
          <p:nvPr/>
        </p:nvSpPr>
        <p:spPr>
          <a:xfrm>
            <a:off x="2354085" y="10731815"/>
            <a:ext cx="3686400" cy="13296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data, information about the title here</a:t>
            </a:r>
            <a:endParaRPr b="0" i="0" sz="1400" u="none" cap="none" strike="noStrike">
              <a:solidFill>
                <a:srgbClr val="000000"/>
              </a:solidFill>
              <a:latin typeface="Arial"/>
              <a:ea typeface="Arial"/>
              <a:cs typeface="Arial"/>
              <a:sym typeface="Arial"/>
            </a:endParaRPr>
          </a:p>
        </p:txBody>
      </p:sp>
      <p:sp>
        <p:nvSpPr>
          <p:cNvPr id="128" name="Google Shape;128;p11"/>
          <p:cNvSpPr txBox="1"/>
          <p:nvPr/>
        </p:nvSpPr>
        <p:spPr>
          <a:xfrm>
            <a:off x="2354085" y="9516042"/>
            <a:ext cx="3686400" cy="338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1" lang="en-US" sz="2200">
                <a:solidFill>
                  <a:schemeClr val="dk2"/>
                </a:solidFill>
                <a:latin typeface="Lato"/>
                <a:ea typeface="Lato"/>
                <a:cs typeface="Lato"/>
                <a:sym typeface="Lato"/>
              </a:rPr>
              <a:t>PRESUPUESTO ANUAL</a:t>
            </a:r>
            <a:endParaRPr b="0" i="0" sz="1400" u="none" cap="none" strike="noStrike">
              <a:solidFill>
                <a:srgbClr val="000000"/>
              </a:solidFill>
              <a:latin typeface="Arial"/>
              <a:ea typeface="Arial"/>
              <a:cs typeface="Arial"/>
              <a:sym typeface="Arial"/>
            </a:endParaRPr>
          </a:p>
        </p:txBody>
      </p:sp>
      <p:grpSp>
        <p:nvGrpSpPr>
          <p:cNvPr id="129" name="Google Shape;129;p11"/>
          <p:cNvGrpSpPr/>
          <p:nvPr/>
        </p:nvGrpSpPr>
        <p:grpSpPr>
          <a:xfrm>
            <a:off x="2457478" y="4607121"/>
            <a:ext cx="3479668" cy="3479668"/>
            <a:chOff x="3147109" y="4444803"/>
            <a:chExt cx="3597300" cy="3597300"/>
          </a:xfrm>
        </p:grpSpPr>
        <p:sp>
          <p:nvSpPr>
            <p:cNvPr id="130" name="Google Shape;130;p11"/>
            <p:cNvSpPr/>
            <p:nvPr/>
          </p:nvSpPr>
          <p:spPr>
            <a:xfrm>
              <a:off x="3147109" y="4444803"/>
              <a:ext cx="3597300" cy="3597300"/>
            </a:xfrm>
            <a:prstGeom prst="ellipse">
              <a:avLst/>
            </a:prstGeom>
            <a:solidFill>
              <a:srgbClr val="E9E9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grpSp>
          <p:nvGrpSpPr>
            <p:cNvPr id="131" name="Google Shape;131;p11"/>
            <p:cNvGrpSpPr/>
            <p:nvPr/>
          </p:nvGrpSpPr>
          <p:grpSpPr>
            <a:xfrm>
              <a:off x="3477543" y="4775513"/>
              <a:ext cx="2936689" cy="2936689"/>
              <a:chOff x="1778998" y="8470200"/>
              <a:chExt cx="4331400" cy="4331400"/>
            </a:xfrm>
          </p:grpSpPr>
          <p:sp>
            <p:nvSpPr>
              <p:cNvPr id="132" name="Google Shape;132;p11"/>
              <p:cNvSpPr/>
              <p:nvPr/>
            </p:nvSpPr>
            <p:spPr>
              <a:xfrm rot="10800000">
                <a:off x="1778998" y="8470200"/>
                <a:ext cx="4331400" cy="4331400"/>
              </a:xfrm>
              <a:prstGeom prst="ellipse">
                <a:avLst/>
              </a:prstGeom>
              <a:no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33" name="Google Shape;133;p11"/>
              <p:cNvSpPr/>
              <p:nvPr/>
            </p:nvSpPr>
            <p:spPr>
              <a:xfrm rot="10800000">
                <a:off x="1778998" y="8470200"/>
                <a:ext cx="4331400" cy="4331400"/>
              </a:xfrm>
              <a:prstGeom prst="arc">
                <a:avLst>
                  <a:gd fmla="val 5459267" name="adj1"/>
                  <a:gd fmla="val 18283249" name="adj2"/>
                </a:avLst>
              </a:prstGeom>
              <a:noFill/>
              <a:ln cap="rnd" cmpd="sng" w="152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grpSp>
      <p:sp>
        <p:nvSpPr>
          <p:cNvPr id="134" name="Google Shape;134;p11"/>
          <p:cNvSpPr txBox="1"/>
          <p:nvPr/>
        </p:nvSpPr>
        <p:spPr>
          <a:xfrm>
            <a:off x="3002993" y="5810631"/>
            <a:ext cx="2388600" cy="615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4000"/>
              <a:buFont typeface="Arial"/>
              <a:buNone/>
            </a:pPr>
            <a:r>
              <a:rPr b="1" lang="en-US" sz="4000">
                <a:solidFill>
                  <a:schemeClr val="dk2"/>
                </a:solidFill>
                <a:latin typeface="Lato"/>
                <a:ea typeface="Lato"/>
                <a:cs typeface="Lato"/>
                <a:sym typeface="Lato"/>
              </a:rPr>
              <a:t>ROI</a:t>
            </a:r>
            <a:endParaRPr b="1" sz="4000">
              <a:solidFill>
                <a:schemeClr val="dk2"/>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dk2"/>
                </a:solidFill>
                <a:latin typeface="Lato"/>
                <a:ea typeface="Lato"/>
                <a:cs typeface="Lato"/>
                <a:sym typeface="Lato"/>
              </a:rPr>
              <a:t>58%</a:t>
            </a:r>
            <a:endParaRPr b="0" i="0" sz="1400" u="none" cap="none" strike="noStrike">
              <a:solidFill>
                <a:srgbClr val="000000"/>
              </a:solidFill>
              <a:latin typeface="Arial"/>
              <a:ea typeface="Arial"/>
              <a:cs typeface="Arial"/>
              <a:sym typeface="Arial"/>
            </a:endParaRPr>
          </a:p>
        </p:txBody>
      </p:sp>
      <p:sp>
        <p:nvSpPr>
          <p:cNvPr id="135" name="Google Shape;135;p11"/>
          <p:cNvSpPr txBox="1"/>
          <p:nvPr/>
        </p:nvSpPr>
        <p:spPr>
          <a:xfrm>
            <a:off x="2354085" y="8906226"/>
            <a:ext cx="3686400" cy="492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accent1"/>
                </a:solidFill>
                <a:latin typeface="Lato"/>
                <a:ea typeface="Lato"/>
                <a:cs typeface="Lato"/>
                <a:sym typeface="Lato"/>
              </a:rPr>
              <a:t>$68,560</a:t>
            </a:r>
            <a:endParaRPr b="0" i="0" sz="1400" u="none" cap="none" strike="noStrike">
              <a:solidFill>
                <a:srgbClr val="000000"/>
              </a:solidFill>
              <a:latin typeface="Arial"/>
              <a:ea typeface="Arial"/>
              <a:cs typeface="Arial"/>
              <a:sym typeface="Arial"/>
            </a:endParaRPr>
          </a:p>
        </p:txBody>
      </p:sp>
      <p:cxnSp>
        <p:nvCxnSpPr>
          <p:cNvPr id="136" name="Google Shape;136;p11"/>
          <p:cNvCxnSpPr/>
          <p:nvPr/>
        </p:nvCxnSpPr>
        <p:spPr>
          <a:xfrm>
            <a:off x="3702555" y="10309703"/>
            <a:ext cx="989700" cy="0"/>
          </a:xfrm>
          <a:prstGeom prst="straightConnector1">
            <a:avLst/>
          </a:prstGeom>
          <a:noFill/>
          <a:ln cap="flat" cmpd="sng" w="38100">
            <a:solidFill>
              <a:srgbClr val="C9C9C9"/>
            </a:solidFill>
            <a:prstDash val="solid"/>
            <a:miter lim="800000"/>
            <a:headEnd len="sm" w="sm" type="none"/>
            <a:tailEnd len="sm" w="sm" type="none"/>
          </a:ln>
        </p:spPr>
      </p:cxnSp>
      <p:cxnSp>
        <p:nvCxnSpPr>
          <p:cNvPr id="137" name="Google Shape;137;p11"/>
          <p:cNvCxnSpPr>
            <a:stCxn id="138" idx="6"/>
            <a:endCxn id="139" idx="2"/>
          </p:cNvCxnSpPr>
          <p:nvPr/>
        </p:nvCxnSpPr>
        <p:spPr>
          <a:xfrm>
            <a:off x="10334461" y="11179746"/>
            <a:ext cx="3387300" cy="0"/>
          </a:xfrm>
          <a:prstGeom prst="straightConnector1">
            <a:avLst/>
          </a:prstGeom>
          <a:noFill/>
          <a:ln cap="flat" cmpd="sng" w="28575">
            <a:solidFill>
              <a:schemeClr val="accent2"/>
            </a:solidFill>
            <a:prstDash val="solid"/>
            <a:miter lim="800000"/>
            <a:headEnd len="sm" w="sm" type="none"/>
            <a:tailEnd len="sm" w="sm" type="none"/>
          </a:ln>
        </p:spPr>
      </p:cxnSp>
      <p:cxnSp>
        <p:nvCxnSpPr>
          <p:cNvPr id="140" name="Google Shape;140;p11"/>
          <p:cNvCxnSpPr>
            <a:stCxn id="139" idx="6"/>
            <a:endCxn id="141" idx="2"/>
          </p:cNvCxnSpPr>
          <p:nvPr/>
        </p:nvCxnSpPr>
        <p:spPr>
          <a:xfrm>
            <a:off x="13975504" y="11179747"/>
            <a:ext cx="6282900" cy="0"/>
          </a:xfrm>
          <a:prstGeom prst="straightConnector1">
            <a:avLst/>
          </a:prstGeom>
          <a:noFill/>
          <a:ln cap="flat" cmpd="sng" w="28575">
            <a:solidFill>
              <a:schemeClr val="accent3"/>
            </a:solidFill>
            <a:prstDash val="solid"/>
            <a:miter lim="800000"/>
            <a:headEnd len="sm" w="sm" type="none"/>
            <a:tailEnd len="sm" w="sm" type="none"/>
          </a:ln>
        </p:spPr>
      </p:cxnSp>
      <p:sp>
        <p:nvSpPr>
          <p:cNvPr id="142" name="Google Shape;142;p11"/>
          <p:cNvSpPr/>
          <p:nvPr/>
        </p:nvSpPr>
        <p:spPr>
          <a:xfrm rot="8100000">
            <a:off x="11960527" y="6110414"/>
            <a:ext cx="3775950" cy="3744130"/>
          </a:xfrm>
          <a:prstGeom prst="teardrop">
            <a:avLst>
              <a:gd fmla="val 103775"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43" name="Google Shape;143;p11"/>
          <p:cNvSpPr txBox="1"/>
          <p:nvPr/>
        </p:nvSpPr>
        <p:spPr>
          <a:xfrm>
            <a:off x="12790900" y="11610643"/>
            <a:ext cx="2115600" cy="520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4000"/>
              <a:buFont typeface="Arial"/>
              <a:buNone/>
            </a:pPr>
            <a:r>
              <a:rPr b="1" lang="en-US" sz="2000">
                <a:solidFill>
                  <a:schemeClr val="dk2"/>
                </a:solidFill>
                <a:latin typeface="Lato"/>
                <a:ea typeface="Lato"/>
                <a:cs typeface="Lato"/>
                <a:sym typeface="Lato"/>
              </a:rPr>
              <a:t>Febrero 2019</a:t>
            </a:r>
            <a:endParaRPr b="0" i="0" sz="2000" u="none" cap="none" strike="noStrike">
              <a:solidFill>
                <a:srgbClr val="000000"/>
              </a:solidFill>
              <a:latin typeface="Arial"/>
              <a:ea typeface="Arial"/>
              <a:cs typeface="Arial"/>
              <a:sym typeface="Arial"/>
            </a:endParaRPr>
          </a:p>
        </p:txBody>
      </p:sp>
      <p:sp>
        <p:nvSpPr>
          <p:cNvPr id="139" name="Google Shape;139;p11"/>
          <p:cNvSpPr/>
          <p:nvPr/>
        </p:nvSpPr>
        <p:spPr>
          <a:xfrm>
            <a:off x="13721704" y="11052847"/>
            <a:ext cx="253800" cy="253800"/>
          </a:xfrm>
          <a:prstGeom prst="ellipse">
            <a:avLst/>
          </a:prstGeom>
          <a:noFill/>
          <a:ln cap="flat" cmpd="sng" w="571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44" name="Google Shape;144;p11"/>
          <p:cNvSpPr txBox="1"/>
          <p:nvPr/>
        </p:nvSpPr>
        <p:spPr>
          <a:xfrm>
            <a:off x="12603101" y="8127076"/>
            <a:ext cx="2490900" cy="4161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3200">
                <a:solidFill>
                  <a:schemeClr val="lt1"/>
                </a:solidFill>
                <a:latin typeface="Lato"/>
                <a:ea typeface="Lato"/>
                <a:cs typeface="Lato"/>
                <a:sym typeface="Lato"/>
              </a:rPr>
              <a:t>Desarrollo</a:t>
            </a:r>
            <a:endParaRPr b="0" i="0" sz="1400" u="none" cap="none" strike="noStrike">
              <a:solidFill>
                <a:srgbClr val="000000"/>
              </a:solidFill>
              <a:latin typeface="Arial"/>
              <a:ea typeface="Arial"/>
              <a:cs typeface="Arial"/>
              <a:sym typeface="Arial"/>
            </a:endParaRPr>
          </a:p>
        </p:txBody>
      </p:sp>
      <p:sp>
        <p:nvSpPr>
          <p:cNvPr id="145" name="Google Shape;145;p11"/>
          <p:cNvSpPr/>
          <p:nvPr/>
        </p:nvSpPr>
        <p:spPr>
          <a:xfrm rot="8100000">
            <a:off x="8570305" y="6819767"/>
            <a:ext cx="3274470" cy="3246893"/>
          </a:xfrm>
          <a:prstGeom prst="teardrop">
            <a:avLst>
              <a:gd fmla="val 103775"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46" name="Google Shape;146;p11"/>
          <p:cNvSpPr txBox="1"/>
          <p:nvPr/>
        </p:nvSpPr>
        <p:spPr>
          <a:xfrm>
            <a:off x="9149857" y="11610642"/>
            <a:ext cx="2115600" cy="520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4000"/>
              <a:buFont typeface="Arial"/>
              <a:buNone/>
            </a:pPr>
            <a:r>
              <a:rPr b="1" lang="en-US" sz="2000">
                <a:solidFill>
                  <a:schemeClr val="dk2"/>
                </a:solidFill>
                <a:latin typeface="Lato"/>
                <a:ea typeface="Lato"/>
                <a:cs typeface="Lato"/>
                <a:sym typeface="Lato"/>
              </a:rPr>
              <a:t>Enero 2019</a:t>
            </a:r>
            <a:endParaRPr b="0" i="0" sz="2000" u="none" cap="none" strike="noStrike">
              <a:solidFill>
                <a:srgbClr val="000000"/>
              </a:solidFill>
              <a:latin typeface="Arial"/>
              <a:ea typeface="Arial"/>
              <a:cs typeface="Arial"/>
              <a:sym typeface="Arial"/>
            </a:endParaRPr>
          </a:p>
        </p:txBody>
      </p:sp>
      <p:sp>
        <p:nvSpPr>
          <p:cNvPr id="138" name="Google Shape;138;p11"/>
          <p:cNvSpPr/>
          <p:nvPr/>
        </p:nvSpPr>
        <p:spPr>
          <a:xfrm>
            <a:off x="10080661" y="11052846"/>
            <a:ext cx="253800" cy="253800"/>
          </a:xfrm>
          <a:prstGeom prst="ellipse">
            <a:avLst/>
          </a:prstGeom>
          <a:noFill/>
          <a:ln cap="flat" cmpd="sng" w="571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47" name="Google Shape;147;p11"/>
          <p:cNvSpPr txBox="1"/>
          <p:nvPr/>
        </p:nvSpPr>
        <p:spPr>
          <a:xfrm>
            <a:off x="8962057" y="8283018"/>
            <a:ext cx="2490900" cy="4161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3200">
                <a:solidFill>
                  <a:schemeClr val="lt1"/>
                </a:solidFill>
                <a:latin typeface="Lato"/>
                <a:ea typeface="Lato"/>
                <a:cs typeface="Lato"/>
                <a:sym typeface="Lato"/>
              </a:rPr>
              <a:t>Implantación</a:t>
            </a:r>
            <a:endParaRPr b="0" i="0" sz="1400" u="none" cap="none" strike="noStrike">
              <a:solidFill>
                <a:srgbClr val="000000"/>
              </a:solidFill>
              <a:latin typeface="Arial"/>
              <a:ea typeface="Arial"/>
              <a:cs typeface="Arial"/>
              <a:sym typeface="Arial"/>
            </a:endParaRPr>
          </a:p>
        </p:txBody>
      </p:sp>
      <p:sp>
        <p:nvSpPr>
          <p:cNvPr id="148" name="Google Shape;148;p11"/>
          <p:cNvSpPr/>
          <p:nvPr/>
        </p:nvSpPr>
        <p:spPr>
          <a:xfrm rot="8100000">
            <a:off x="18747990" y="6819767"/>
            <a:ext cx="3274470" cy="3246893"/>
          </a:xfrm>
          <a:prstGeom prst="teardrop">
            <a:avLst>
              <a:gd fmla="val 103775"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49" name="Google Shape;149;p11"/>
          <p:cNvSpPr txBox="1"/>
          <p:nvPr/>
        </p:nvSpPr>
        <p:spPr>
          <a:xfrm>
            <a:off x="19327543" y="11610642"/>
            <a:ext cx="2115600" cy="520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4000"/>
              <a:buFont typeface="Arial"/>
              <a:buNone/>
            </a:pPr>
            <a:r>
              <a:rPr b="1" lang="en-US" sz="2000">
                <a:solidFill>
                  <a:schemeClr val="dk2"/>
                </a:solidFill>
                <a:latin typeface="Lato"/>
                <a:ea typeface="Lato"/>
                <a:cs typeface="Lato"/>
                <a:sym typeface="Lato"/>
              </a:rPr>
              <a:t>Diciembre 2019</a:t>
            </a:r>
            <a:endParaRPr b="0" i="0" sz="2000" u="none" cap="none" strike="noStrike">
              <a:solidFill>
                <a:srgbClr val="000000"/>
              </a:solidFill>
              <a:latin typeface="Arial"/>
              <a:ea typeface="Arial"/>
              <a:cs typeface="Arial"/>
              <a:sym typeface="Arial"/>
            </a:endParaRPr>
          </a:p>
        </p:txBody>
      </p:sp>
      <p:sp>
        <p:nvSpPr>
          <p:cNvPr id="141" name="Google Shape;141;p11"/>
          <p:cNvSpPr/>
          <p:nvPr/>
        </p:nvSpPr>
        <p:spPr>
          <a:xfrm>
            <a:off x="20258347" y="11052846"/>
            <a:ext cx="253800" cy="253800"/>
          </a:xfrm>
          <a:prstGeom prst="ellipse">
            <a:avLst/>
          </a:prstGeom>
          <a:noFill/>
          <a:ln cap="flat" cmpd="sng" w="5715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50" name="Google Shape;150;p11"/>
          <p:cNvSpPr txBox="1"/>
          <p:nvPr/>
        </p:nvSpPr>
        <p:spPr>
          <a:xfrm>
            <a:off x="19139743" y="8054418"/>
            <a:ext cx="2490900" cy="4161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3200">
                <a:solidFill>
                  <a:schemeClr val="lt1"/>
                </a:solidFill>
                <a:latin typeface="Lato"/>
                <a:ea typeface="Lato"/>
                <a:cs typeface="Lato"/>
                <a:sym typeface="Lato"/>
              </a:rPr>
              <a:t>Revisión anual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4" name="Shape 154"/>
        <p:cNvGrpSpPr/>
        <p:nvPr/>
      </p:nvGrpSpPr>
      <p:grpSpPr>
        <a:xfrm>
          <a:off x="0" y="0"/>
          <a:ext cx="0" cy="0"/>
          <a:chOff x="0" y="0"/>
          <a:chExt cx="0" cy="0"/>
        </a:xfrm>
      </p:grpSpPr>
      <p:sp>
        <p:nvSpPr>
          <p:cNvPr id="155" name="Google Shape;155;p12"/>
          <p:cNvSpPr/>
          <p:nvPr/>
        </p:nvSpPr>
        <p:spPr>
          <a:xfrm>
            <a:off x="0" y="0"/>
            <a:ext cx="24384000" cy="13716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56" name="Google Shape;156;p12"/>
          <p:cNvSpPr txBox="1"/>
          <p:nvPr/>
        </p:nvSpPr>
        <p:spPr>
          <a:xfrm>
            <a:off x="2349500" y="4826675"/>
            <a:ext cx="11963400" cy="4062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8800"/>
              <a:buFont typeface="Arial"/>
              <a:buNone/>
            </a:pPr>
            <a:r>
              <a:rPr b="1" i="0" lang="en-US" sz="8800" u="none" cap="none" strike="noStrike">
                <a:solidFill>
                  <a:schemeClr val="lt1"/>
                </a:solidFill>
                <a:latin typeface="Lato"/>
                <a:ea typeface="Lato"/>
                <a:cs typeface="Lato"/>
                <a:sym typeface="Lato"/>
              </a:rPr>
              <a:t>“</a:t>
            </a:r>
            <a:r>
              <a:rPr b="1" lang="en-US" sz="8800">
                <a:solidFill>
                  <a:schemeClr val="lt1"/>
                </a:solidFill>
                <a:latin typeface="Lato"/>
                <a:ea typeface="Lato"/>
                <a:cs typeface="Lato"/>
                <a:sym typeface="Lato"/>
              </a:rPr>
              <a:t>No es lo que sabes, </a:t>
            </a:r>
            <a:endParaRPr b="1" sz="8800">
              <a:solidFill>
                <a:schemeClr val="lt1"/>
              </a:solidFill>
              <a:latin typeface="Lato"/>
              <a:ea typeface="Lato"/>
              <a:cs typeface="Lato"/>
              <a:sym typeface="Lato"/>
            </a:endParaRPr>
          </a:p>
          <a:p>
            <a:pPr indent="0" lvl="0" marL="0" marR="0" rtl="0" algn="r">
              <a:lnSpc>
                <a:spcPct val="100000"/>
              </a:lnSpc>
              <a:spcBef>
                <a:spcPts val="0"/>
              </a:spcBef>
              <a:spcAft>
                <a:spcPts val="0"/>
              </a:spcAft>
              <a:buClr>
                <a:srgbClr val="000000"/>
              </a:buClr>
              <a:buSzPts val="8800"/>
              <a:buFont typeface="Arial"/>
              <a:buNone/>
            </a:pPr>
            <a:r>
              <a:rPr b="1" lang="en-US" sz="8800">
                <a:solidFill>
                  <a:schemeClr val="lt1"/>
                </a:solidFill>
                <a:latin typeface="Lato"/>
                <a:ea typeface="Lato"/>
                <a:cs typeface="Lato"/>
                <a:sym typeface="Lato"/>
              </a:rPr>
              <a:t>es lo que haces con </a:t>
            </a:r>
            <a:endParaRPr b="1" sz="8800">
              <a:solidFill>
                <a:schemeClr val="lt1"/>
              </a:solidFill>
              <a:latin typeface="Lato"/>
              <a:ea typeface="Lato"/>
              <a:cs typeface="Lato"/>
              <a:sym typeface="Lato"/>
            </a:endParaRPr>
          </a:p>
          <a:p>
            <a:pPr indent="0" lvl="0" marL="0" marR="0" rtl="0" algn="r">
              <a:lnSpc>
                <a:spcPct val="100000"/>
              </a:lnSpc>
              <a:spcBef>
                <a:spcPts val="0"/>
              </a:spcBef>
              <a:spcAft>
                <a:spcPts val="0"/>
              </a:spcAft>
              <a:buClr>
                <a:srgbClr val="000000"/>
              </a:buClr>
              <a:buSzPts val="8800"/>
              <a:buFont typeface="Arial"/>
              <a:buNone/>
            </a:pPr>
            <a:r>
              <a:rPr b="1" lang="en-US" sz="8800">
                <a:solidFill>
                  <a:schemeClr val="lt1"/>
                </a:solidFill>
                <a:latin typeface="Lato"/>
                <a:ea typeface="Lato"/>
                <a:cs typeface="Lato"/>
                <a:sym typeface="Lato"/>
              </a:rPr>
              <a:t>lo que sabes</a:t>
            </a:r>
            <a:r>
              <a:rPr b="1" i="0" lang="en-US" sz="8800" u="none" cap="none" strike="noStrike">
                <a:solidFill>
                  <a:schemeClr val="lt1"/>
                </a:solidFill>
                <a:latin typeface="Lato"/>
                <a:ea typeface="Lato"/>
                <a:cs typeface="Lato"/>
                <a:sym typeface="Lato"/>
              </a:rPr>
              <a:t>”</a:t>
            </a:r>
            <a:endParaRPr b="1" i="0" sz="8800" u="none" cap="none" strike="noStrike">
              <a:solidFill>
                <a:schemeClr val="lt1"/>
              </a:solidFill>
              <a:latin typeface="Lato"/>
              <a:ea typeface="Lato"/>
              <a:cs typeface="Lato"/>
              <a:sym typeface="Lato"/>
            </a:endParaRPr>
          </a:p>
        </p:txBody>
      </p:sp>
      <p:cxnSp>
        <p:nvCxnSpPr>
          <p:cNvPr id="157" name="Google Shape;157;p12"/>
          <p:cNvCxnSpPr/>
          <p:nvPr/>
        </p:nvCxnSpPr>
        <p:spPr>
          <a:xfrm>
            <a:off x="15451455" y="5113247"/>
            <a:ext cx="0" cy="3540300"/>
          </a:xfrm>
          <a:prstGeom prst="straightConnector1">
            <a:avLst/>
          </a:prstGeom>
          <a:noFill/>
          <a:ln cap="flat" cmpd="sng" w="88900">
            <a:solidFill>
              <a:schemeClr val="lt1"/>
            </a:solidFill>
            <a:prstDash val="solid"/>
            <a:miter lim="800000"/>
            <a:headEnd len="sm" w="sm" type="none"/>
            <a:tailEnd len="sm" w="sm" type="none"/>
          </a:ln>
        </p:spPr>
      </p:cxnSp>
      <p:sp>
        <p:nvSpPr>
          <p:cNvPr id="158" name="Google Shape;158;p12"/>
          <p:cNvSpPr txBox="1"/>
          <p:nvPr/>
        </p:nvSpPr>
        <p:spPr>
          <a:xfrm>
            <a:off x="16479605" y="8324474"/>
            <a:ext cx="3033300" cy="10164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2400">
                <a:solidFill>
                  <a:schemeClr val="lt1"/>
                </a:solidFill>
                <a:latin typeface="Lato"/>
                <a:ea typeface="Lato"/>
                <a:cs typeface="Lato"/>
                <a:sym typeface="Lato"/>
              </a:rPr>
              <a:t>VILMA NUÑEZ</a:t>
            </a:r>
            <a:endParaRPr b="0" i="0" sz="2400" u="none" cap="none" strike="noStrike">
              <a:solidFill>
                <a:srgbClr val="000000"/>
              </a:solidFill>
              <a:latin typeface="Arial"/>
              <a:ea typeface="Arial"/>
              <a:cs typeface="Arial"/>
              <a:sym typeface="Arial"/>
            </a:endParaRPr>
          </a:p>
        </p:txBody>
      </p:sp>
      <p:pic>
        <p:nvPicPr>
          <p:cNvPr id="159" name="Google Shape;159;p12"/>
          <p:cNvPicPr preferRelativeResize="0"/>
          <p:nvPr/>
        </p:nvPicPr>
        <p:blipFill>
          <a:blip r:embed="rId3">
            <a:alphaModFix/>
          </a:blip>
          <a:stretch>
            <a:fillRect/>
          </a:stretch>
        </p:blipFill>
        <p:spPr>
          <a:xfrm>
            <a:off x="16608225" y="5265650"/>
            <a:ext cx="2857500" cy="2857500"/>
          </a:xfrm>
          <a:prstGeom prst="rect">
            <a:avLst/>
          </a:prstGeom>
          <a:noFill/>
          <a:ln>
            <a:noFill/>
          </a:ln>
        </p:spPr>
      </p:pic>
      <p:sp>
        <p:nvSpPr>
          <p:cNvPr id="160" name="Google Shape;160;p12"/>
          <p:cNvSpPr/>
          <p:nvPr/>
        </p:nvSpPr>
        <p:spPr>
          <a:xfrm>
            <a:off x="16590000" y="5265650"/>
            <a:ext cx="2857500" cy="2857500"/>
          </a:xfrm>
          <a:prstGeom prst="ellipse">
            <a:avLst/>
          </a:prstGeom>
          <a:noFill/>
          <a:ln cap="flat" cmpd="sng" w="228600">
            <a:solidFill>
              <a:srgbClr val="E9E9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4" name="Shape 164"/>
        <p:cNvGrpSpPr/>
        <p:nvPr/>
      </p:nvGrpSpPr>
      <p:grpSpPr>
        <a:xfrm>
          <a:off x="0" y="0"/>
          <a:ext cx="0" cy="0"/>
          <a:chOff x="0" y="0"/>
          <a:chExt cx="0" cy="0"/>
        </a:xfrm>
      </p:grpSpPr>
      <p:sp>
        <p:nvSpPr>
          <p:cNvPr id="165" name="Google Shape;165;p13"/>
          <p:cNvSpPr txBox="1"/>
          <p:nvPr/>
        </p:nvSpPr>
        <p:spPr>
          <a:xfrm>
            <a:off x="1972945" y="5728297"/>
            <a:ext cx="7886700" cy="492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3200"/>
              <a:buFont typeface="Lato Light"/>
              <a:buNone/>
            </a:pPr>
            <a:r>
              <a:rPr lang="en-US" sz="3200">
                <a:solidFill>
                  <a:schemeClr val="dk2"/>
                </a:solidFill>
                <a:latin typeface="Lato Light"/>
                <a:ea typeface="Lato Light"/>
                <a:cs typeface="Lato Light"/>
                <a:sym typeface="Lato Light"/>
              </a:rPr>
              <a:t>Interno, externo y DAFO</a:t>
            </a:r>
            <a:endParaRPr sz="3200">
              <a:solidFill>
                <a:schemeClr val="dk2"/>
              </a:solidFill>
              <a:latin typeface="Lato Light"/>
              <a:ea typeface="Lato Light"/>
              <a:cs typeface="Lato Light"/>
              <a:sym typeface="Lato Light"/>
            </a:endParaRPr>
          </a:p>
          <a:p>
            <a:pPr indent="0" lvl="0" marL="0" marR="0" rtl="0" algn="l">
              <a:lnSpc>
                <a:spcPct val="100000"/>
              </a:lnSpc>
              <a:spcBef>
                <a:spcPts val="0"/>
              </a:spcBef>
              <a:spcAft>
                <a:spcPts val="0"/>
              </a:spcAft>
              <a:buClr>
                <a:schemeClr val="dk2"/>
              </a:buClr>
              <a:buSzPts val="3200"/>
              <a:buFont typeface="Lato Light"/>
              <a:buNone/>
            </a:pPr>
            <a:r>
              <a:t/>
            </a:r>
            <a:endParaRPr sz="3200">
              <a:solidFill>
                <a:schemeClr val="dk2"/>
              </a:solidFill>
              <a:latin typeface="Lato Light"/>
              <a:ea typeface="Lato Light"/>
              <a:cs typeface="Lato Light"/>
              <a:sym typeface="Lato Light"/>
            </a:endParaRPr>
          </a:p>
        </p:txBody>
      </p:sp>
      <p:sp>
        <p:nvSpPr>
          <p:cNvPr id="166" name="Google Shape;166;p13"/>
          <p:cNvSpPr txBox="1"/>
          <p:nvPr/>
        </p:nvSpPr>
        <p:spPr>
          <a:xfrm>
            <a:off x="1972945" y="4361383"/>
            <a:ext cx="78867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b="1" lang="en-US" sz="8800">
                <a:solidFill>
                  <a:schemeClr val="dk2"/>
                </a:solidFill>
                <a:latin typeface="Lato"/>
                <a:ea typeface="Lato"/>
                <a:cs typeface="Lato"/>
                <a:sym typeface="Lato"/>
              </a:rPr>
              <a:t>Análisis</a:t>
            </a:r>
            <a:endParaRPr b="1" i="0" sz="8800" u="none" cap="none" strike="noStrike">
              <a:solidFill>
                <a:schemeClr val="dk2"/>
              </a:solidFill>
              <a:latin typeface="Lato"/>
              <a:ea typeface="Lato"/>
              <a:cs typeface="Lato"/>
              <a:sym typeface="Lato"/>
            </a:endParaRPr>
          </a:p>
        </p:txBody>
      </p:sp>
      <p:cxnSp>
        <p:nvCxnSpPr>
          <p:cNvPr id="167" name="Google Shape;167;p13"/>
          <p:cNvCxnSpPr/>
          <p:nvPr/>
        </p:nvCxnSpPr>
        <p:spPr>
          <a:xfrm>
            <a:off x="1676400" y="4551883"/>
            <a:ext cx="0" cy="1619700"/>
          </a:xfrm>
          <a:prstGeom prst="straightConnector1">
            <a:avLst/>
          </a:prstGeom>
          <a:noFill/>
          <a:ln cap="flat" cmpd="sng" w="88900">
            <a:solidFill>
              <a:schemeClr val="accent1"/>
            </a:solidFill>
            <a:prstDash val="solid"/>
            <a:miter lim="800000"/>
            <a:headEnd len="sm" w="sm" type="none"/>
            <a:tailEnd len="sm" w="sm" type="none"/>
          </a:ln>
        </p:spPr>
      </p:cxnSp>
      <p:sp>
        <p:nvSpPr>
          <p:cNvPr id="168" name="Google Shape;168;p13"/>
          <p:cNvSpPr txBox="1"/>
          <p:nvPr/>
        </p:nvSpPr>
        <p:spPr>
          <a:xfrm>
            <a:off x="1972945" y="6876119"/>
            <a:ext cx="7886700" cy="2523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data about the title here. The explanation should be short. Insert some explanations, information, data about the title here. </a:t>
            </a:r>
            <a:endParaRPr b="0" i="0" sz="2400" u="none" cap="none" strike="noStrike">
              <a:solidFill>
                <a:schemeClr val="dk2"/>
              </a:solidFill>
              <a:latin typeface="Lato Light"/>
              <a:ea typeface="Lato Light"/>
              <a:cs typeface="Lato Light"/>
              <a:sym typeface="Lato Light"/>
            </a:endParaRPr>
          </a:p>
          <a:p>
            <a:pPr indent="0" lvl="0" marL="0" marR="0" rtl="0" algn="l">
              <a:lnSpc>
                <a:spcPct val="120000"/>
              </a:lnSpc>
              <a:spcBef>
                <a:spcPts val="240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and data about the title here. </a:t>
            </a:r>
            <a:endParaRPr b="0" i="0" sz="1400" u="none" cap="none" strike="noStrike">
              <a:solidFill>
                <a:srgbClr val="000000"/>
              </a:solidFill>
              <a:latin typeface="Arial"/>
              <a:ea typeface="Arial"/>
              <a:cs typeface="Arial"/>
              <a:sym typeface="Arial"/>
            </a:endParaRPr>
          </a:p>
        </p:txBody>
      </p:sp>
      <p:sp>
        <p:nvSpPr>
          <p:cNvPr id="169" name="Google Shape;169;p13"/>
          <p:cNvSpPr/>
          <p:nvPr/>
        </p:nvSpPr>
        <p:spPr>
          <a:xfrm>
            <a:off x="12179300" y="0"/>
            <a:ext cx="12204600" cy="13716000"/>
          </a:xfrm>
          <a:prstGeom prst="rect">
            <a:avLst/>
          </a:prstGeom>
          <a:gradFill>
            <a:gsLst>
              <a:gs pos="0">
                <a:srgbClr val="9C9C9C"/>
              </a:gs>
              <a:gs pos="50000">
                <a:srgbClr val="C3C3C3"/>
              </a:gs>
              <a:gs pos="100000">
                <a:srgbClr val="E2E2E2"/>
              </a:gs>
            </a:gsLst>
            <a:lin ang="16200038"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chemeClr val="lt1"/>
              </a:solidFill>
              <a:latin typeface="Calibri"/>
              <a:ea typeface="Calibri"/>
              <a:cs typeface="Calibri"/>
              <a:sym typeface="Calibri"/>
            </a:endParaRPr>
          </a:p>
        </p:txBody>
      </p:sp>
      <p:sp>
        <p:nvSpPr>
          <p:cNvPr id="170" name="Google Shape;170;p13"/>
          <p:cNvSpPr txBox="1"/>
          <p:nvPr/>
        </p:nvSpPr>
        <p:spPr>
          <a:xfrm>
            <a:off x="16988655" y="6427113"/>
            <a:ext cx="2586000" cy="861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2800"/>
              <a:buFont typeface="Lato"/>
              <a:buNone/>
            </a:pPr>
            <a:r>
              <a:rPr b="0" i="0" lang="en-US" sz="2800" u="none" cap="none" strike="noStrike">
                <a:solidFill>
                  <a:schemeClr val="lt1"/>
                </a:solidFill>
                <a:latin typeface="Lato"/>
                <a:ea typeface="Lato"/>
                <a:cs typeface="Lato"/>
                <a:sym typeface="Lato"/>
              </a:rPr>
              <a:t>Image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800"/>
              <a:buFont typeface="Lato"/>
              <a:buNone/>
            </a:pPr>
            <a:r>
              <a:rPr b="0" i="0" lang="en-US" sz="2800" u="none" cap="none" strike="noStrike">
                <a:solidFill>
                  <a:schemeClr val="lt1"/>
                </a:solidFill>
                <a:latin typeface="Lato"/>
                <a:ea typeface="Lato"/>
                <a:cs typeface="Lato"/>
                <a:sym typeface="Lato"/>
              </a:rPr>
              <a:t>Placeholder</a:t>
            </a:r>
            <a:endParaRPr b="0" i="0" sz="2800" u="none" cap="none" strike="noStrike">
              <a:solidFill>
                <a:schemeClr val="lt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4" name="Shape 174"/>
        <p:cNvGrpSpPr/>
        <p:nvPr/>
      </p:nvGrpSpPr>
      <p:grpSpPr>
        <a:xfrm>
          <a:off x="0" y="0"/>
          <a:ext cx="0" cy="0"/>
          <a:chOff x="0" y="0"/>
          <a:chExt cx="0" cy="0"/>
        </a:xfrm>
      </p:grpSpPr>
      <p:sp>
        <p:nvSpPr>
          <p:cNvPr id="175" name="Google Shape;175;p14"/>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¿Cómo es la empresa y todos los elementos del marketing que la integran? ¿Qué debilidades y fortalezas tienen cada uno?</a:t>
            </a:r>
            <a:endParaRPr/>
          </a:p>
        </p:txBody>
      </p:sp>
      <p:sp>
        <p:nvSpPr>
          <p:cNvPr id="176" name="Google Shape;176;p14"/>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t>Análisis interno</a:t>
            </a:r>
            <a:endParaRPr b="1" i="0" sz="8800" u="none" cap="none" strike="noStrike">
              <a:solidFill>
                <a:schemeClr val="dk2"/>
              </a:solidFill>
              <a:latin typeface="Lato"/>
              <a:ea typeface="Lato"/>
              <a:cs typeface="Lato"/>
              <a:sym typeface="Lato"/>
            </a:endParaRPr>
          </a:p>
        </p:txBody>
      </p:sp>
      <p:cxnSp>
        <p:nvCxnSpPr>
          <p:cNvPr id="177" name="Google Shape;177;p14"/>
          <p:cNvCxnSpPr>
            <a:stCxn id="178" idx="7"/>
            <a:endCxn id="179" idx="3"/>
          </p:cNvCxnSpPr>
          <p:nvPr/>
        </p:nvCxnSpPr>
        <p:spPr>
          <a:xfrm flipH="1" rot="10800000">
            <a:off x="4812607" y="6866529"/>
            <a:ext cx="2139300" cy="1795800"/>
          </a:xfrm>
          <a:prstGeom prst="straightConnector1">
            <a:avLst/>
          </a:prstGeom>
          <a:noFill/>
          <a:ln cap="rnd" cmpd="sng" w="152400">
            <a:solidFill>
              <a:srgbClr val="E9E9E9"/>
            </a:solidFill>
            <a:prstDash val="solid"/>
            <a:round/>
            <a:headEnd len="sm" w="sm" type="none"/>
            <a:tailEnd len="sm" w="sm" type="none"/>
          </a:ln>
        </p:spPr>
      </p:cxnSp>
      <p:cxnSp>
        <p:nvCxnSpPr>
          <p:cNvPr id="180" name="Google Shape;180;p14"/>
          <p:cNvCxnSpPr>
            <a:stCxn id="179" idx="5"/>
            <a:endCxn id="181" idx="1"/>
          </p:cNvCxnSpPr>
          <p:nvPr/>
        </p:nvCxnSpPr>
        <p:spPr>
          <a:xfrm>
            <a:off x="8135170" y="6866667"/>
            <a:ext cx="2156700" cy="831900"/>
          </a:xfrm>
          <a:prstGeom prst="straightConnector1">
            <a:avLst/>
          </a:prstGeom>
          <a:noFill/>
          <a:ln cap="rnd" cmpd="sng" w="152400">
            <a:solidFill>
              <a:srgbClr val="E9E9E9"/>
            </a:solidFill>
            <a:prstDash val="solid"/>
            <a:round/>
            <a:headEnd len="sm" w="sm" type="none"/>
            <a:tailEnd len="sm" w="sm" type="none"/>
          </a:ln>
        </p:spPr>
      </p:cxnSp>
      <p:cxnSp>
        <p:nvCxnSpPr>
          <p:cNvPr id="182" name="Google Shape;182;p14"/>
          <p:cNvCxnSpPr>
            <a:stCxn id="181" idx="7"/>
            <a:endCxn id="183" idx="3"/>
          </p:cNvCxnSpPr>
          <p:nvPr/>
        </p:nvCxnSpPr>
        <p:spPr>
          <a:xfrm flipH="1" rot="10800000">
            <a:off x="11475033" y="5858982"/>
            <a:ext cx="2156700" cy="1839600"/>
          </a:xfrm>
          <a:prstGeom prst="straightConnector1">
            <a:avLst/>
          </a:prstGeom>
          <a:noFill/>
          <a:ln cap="rnd" cmpd="sng" w="152400">
            <a:solidFill>
              <a:srgbClr val="E9E9E9"/>
            </a:solidFill>
            <a:prstDash val="solid"/>
            <a:round/>
            <a:headEnd len="sm" w="sm" type="none"/>
            <a:tailEnd len="sm" w="sm" type="none"/>
          </a:ln>
        </p:spPr>
      </p:cxnSp>
      <p:cxnSp>
        <p:nvCxnSpPr>
          <p:cNvPr id="184" name="Google Shape;184;p14"/>
          <p:cNvCxnSpPr>
            <a:stCxn id="183" idx="5"/>
            <a:endCxn id="185" idx="1"/>
          </p:cNvCxnSpPr>
          <p:nvPr/>
        </p:nvCxnSpPr>
        <p:spPr>
          <a:xfrm>
            <a:off x="14814897" y="5859073"/>
            <a:ext cx="2156700" cy="831900"/>
          </a:xfrm>
          <a:prstGeom prst="straightConnector1">
            <a:avLst/>
          </a:prstGeom>
          <a:noFill/>
          <a:ln cap="rnd" cmpd="sng" w="152400">
            <a:solidFill>
              <a:srgbClr val="E9E9E9"/>
            </a:solidFill>
            <a:prstDash val="solid"/>
            <a:round/>
            <a:headEnd len="sm" w="sm" type="none"/>
            <a:tailEnd len="sm" w="sm" type="none"/>
          </a:ln>
        </p:spPr>
      </p:cxnSp>
      <p:cxnSp>
        <p:nvCxnSpPr>
          <p:cNvPr id="186" name="Google Shape;186;p14"/>
          <p:cNvCxnSpPr>
            <a:stCxn id="185" idx="7"/>
            <a:endCxn id="187" idx="3"/>
          </p:cNvCxnSpPr>
          <p:nvPr/>
        </p:nvCxnSpPr>
        <p:spPr>
          <a:xfrm flipH="1" rot="10800000">
            <a:off x="18154759" y="4851388"/>
            <a:ext cx="2156700" cy="1839600"/>
          </a:xfrm>
          <a:prstGeom prst="straightConnector1">
            <a:avLst/>
          </a:prstGeom>
          <a:noFill/>
          <a:ln cap="rnd" cmpd="sng" w="152400">
            <a:solidFill>
              <a:srgbClr val="E9E9E9"/>
            </a:solidFill>
            <a:prstDash val="solid"/>
            <a:round/>
            <a:headEnd len="sm" w="sm" type="none"/>
            <a:tailEnd len="sm" w="sm" type="none"/>
          </a:ln>
        </p:spPr>
      </p:cxnSp>
      <p:cxnSp>
        <p:nvCxnSpPr>
          <p:cNvPr id="188" name="Google Shape;188;p14"/>
          <p:cNvCxnSpPr/>
          <p:nvPr/>
        </p:nvCxnSpPr>
        <p:spPr>
          <a:xfrm flipH="1" rot="10800000">
            <a:off x="20311445" y="3945092"/>
            <a:ext cx="1029600" cy="906300"/>
          </a:xfrm>
          <a:prstGeom prst="straightConnector1">
            <a:avLst/>
          </a:prstGeom>
          <a:noFill/>
          <a:ln cap="rnd" cmpd="sng" w="152400">
            <a:solidFill>
              <a:srgbClr val="E9E9E9"/>
            </a:solidFill>
            <a:prstDash val="solid"/>
            <a:round/>
            <a:headEnd len="sm" w="sm" type="none"/>
            <a:tailEnd len="sm" w="sm" type="none"/>
          </a:ln>
        </p:spPr>
      </p:cxnSp>
      <p:grpSp>
        <p:nvGrpSpPr>
          <p:cNvPr id="189" name="Google Shape;189;p14"/>
          <p:cNvGrpSpPr/>
          <p:nvPr/>
        </p:nvGrpSpPr>
        <p:grpSpPr>
          <a:xfrm rot="-2613010">
            <a:off x="20880723" y="3582775"/>
            <a:ext cx="551698" cy="1103380"/>
            <a:chOff x="15067280" y="4378960"/>
            <a:chExt cx="680720" cy="1361420"/>
          </a:xfrm>
        </p:grpSpPr>
        <p:cxnSp>
          <p:nvCxnSpPr>
            <p:cNvPr id="190" name="Google Shape;190;p14"/>
            <p:cNvCxnSpPr/>
            <p:nvPr/>
          </p:nvCxnSpPr>
          <p:spPr>
            <a:xfrm>
              <a:off x="15067280" y="4378960"/>
              <a:ext cx="680700" cy="680700"/>
            </a:xfrm>
            <a:prstGeom prst="straightConnector1">
              <a:avLst/>
            </a:prstGeom>
            <a:noFill/>
            <a:ln cap="rnd" cmpd="sng" w="152400">
              <a:solidFill>
                <a:srgbClr val="E9E9E9"/>
              </a:solidFill>
              <a:prstDash val="solid"/>
              <a:round/>
              <a:headEnd len="sm" w="sm" type="none"/>
              <a:tailEnd len="sm" w="sm" type="none"/>
            </a:ln>
          </p:spPr>
        </p:cxnSp>
        <p:cxnSp>
          <p:nvCxnSpPr>
            <p:cNvPr id="191" name="Google Shape;191;p14"/>
            <p:cNvCxnSpPr/>
            <p:nvPr/>
          </p:nvCxnSpPr>
          <p:spPr>
            <a:xfrm flipH="1">
              <a:off x="15067300" y="5059680"/>
              <a:ext cx="680700" cy="680700"/>
            </a:xfrm>
            <a:prstGeom prst="straightConnector1">
              <a:avLst/>
            </a:prstGeom>
            <a:noFill/>
            <a:ln cap="rnd" cmpd="sng" w="152400">
              <a:solidFill>
                <a:srgbClr val="E9E9E9"/>
              </a:solidFill>
              <a:prstDash val="solid"/>
              <a:round/>
              <a:headEnd len="sm" w="sm" type="none"/>
              <a:tailEnd len="sm" w="sm" type="none"/>
            </a:ln>
          </p:spPr>
        </p:cxnSp>
      </p:grpSp>
      <p:sp>
        <p:nvSpPr>
          <p:cNvPr id="179" name="Google Shape;179;p14"/>
          <p:cNvSpPr/>
          <p:nvPr/>
        </p:nvSpPr>
        <p:spPr>
          <a:xfrm>
            <a:off x="6706834" y="5438331"/>
            <a:ext cx="1673400" cy="16734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cxnSp>
        <p:nvCxnSpPr>
          <p:cNvPr id="192" name="Google Shape;192;p14"/>
          <p:cNvCxnSpPr/>
          <p:nvPr/>
        </p:nvCxnSpPr>
        <p:spPr>
          <a:xfrm flipH="1">
            <a:off x="2831244" y="9791275"/>
            <a:ext cx="731400" cy="627000"/>
          </a:xfrm>
          <a:prstGeom prst="straightConnector1">
            <a:avLst/>
          </a:prstGeom>
          <a:noFill/>
          <a:ln cap="rnd" cmpd="sng" w="152400">
            <a:solidFill>
              <a:srgbClr val="E9E9E9"/>
            </a:solidFill>
            <a:prstDash val="solid"/>
            <a:round/>
            <a:headEnd len="sm" w="sm" type="none"/>
            <a:tailEnd len="sm" w="sm" type="none"/>
          </a:ln>
        </p:spPr>
      </p:cxnSp>
      <p:sp>
        <p:nvSpPr>
          <p:cNvPr id="178" name="Google Shape;178;p14"/>
          <p:cNvSpPr/>
          <p:nvPr/>
        </p:nvSpPr>
        <p:spPr>
          <a:xfrm>
            <a:off x="3384271" y="8417265"/>
            <a:ext cx="1673400" cy="1673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93" name="Google Shape;193;p14"/>
          <p:cNvSpPr/>
          <p:nvPr/>
        </p:nvSpPr>
        <p:spPr>
          <a:xfrm>
            <a:off x="7214091" y="5781590"/>
            <a:ext cx="658870" cy="986860"/>
          </a:xfrm>
          <a:custGeom>
            <a:rect b="b" l="l" r="r" t="t"/>
            <a:pathLst>
              <a:path extrusionOk="0" h="756" w="505">
                <a:moveTo>
                  <a:pt x="492" y="194"/>
                </a:moveTo>
                <a:cubicBezTo>
                  <a:pt x="468" y="90"/>
                  <a:pt x="375" y="12"/>
                  <a:pt x="268" y="4"/>
                </a:cubicBezTo>
                <a:cubicBezTo>
                  <a:pt x="198" y="0"/>
                  <a:pt x="131" y="23"/>
                  <a:pt x="80" y="71"/>
                </a:cubicBezTo>
                <a:cubicBezTo>
                  <a:pt x="29" y="118"/>
                  <a:pt x="0" y="184"/>
                  <a:pt x="0" y="253"/>
                </a:cubicBezTo>
                <a:cubicBezTo>
                  <a:pt x="0" y="287"/>
                  <a:pt x="7" y="320"/>
                  <a:pt x="21" y="352"/>
                </a:cubicBezTo>
                <a:cubicBezTo>
                  <a:pt x="21" y="354"/>
                  <a:pt x="21" y="354"/>
                  <a:pt x="21" y="354"/>
                </a:cubicBezTo>
                <a:cubicBezTo>
                  <a:pt x="22" y="354"/>
                  <a:pt x="22" y="354"/>
                  <a:pt x="22" y="354"/>
                </a:cubicBezTo>
                <a:cubicBezTo>
                  <a:pt x="26" y="360"/>
                  <a:pt x="35" y="377"/>
                  <a:pt x="47" y="398"/>
                </a:cubicBezTo>
                <a:cubicBezTo>
                  <a:pt x="74" y="447"/>
                  <a:pt x="93" y="481"/>
                  <a:pt x="100" y="498"/>
                </a:cubicBezTo>
                <a:cubicBezTo>
                  <a:pt x="106" y="510"/>
                  <a:pt x="115" y="537"/>
                  <a:pt x="128" y="575"/>
                </a:cubicBezTo>
                <a:cubicBezTo>
                  <a:pt x="130" y="583"/>
                  <a:pt x="135" y="589"/>
                  <a:pt x="141" y="594"/>
                </a:cubicBezTo>
                <a:cubicBezTo>
                  <a:pt x="141" y="616"/>
                  <a:pt x="141" y="616"/>
                  <a:pt x="141" y="616"/>
                </a:cubicBezTo>
                <a:cubicBezTo>
                  <a:pt x="141" y="641"/>
                  <a:pt x="141" y="641"/>
                  <a:pt x="141" y="641"/>
                </a:cubicBezTo>
                <a:cubicBezTo>
                  <a:pt x="141" y="654"/>
                  <a:pt x="141" y="654"/>
                  <a:pt x="141" y="654"/>
                </a:cubicBezTo>
                <a:cubicBezTo>
                  <a:pt x="141" y="679"/>
                  <a:pt x="141" y="679"/>
                  <a:pt x="141" y="679"/>
                </a:cubicBezTo>
                <a:cubicBezTo>
                  <a:pt x="141" y="682"/>
                  <a:pt x="141" y="682"/>
                  <a:pt x="141" y="682"/>
                </a:cubicBezTo>
                <a:cubicBezTo>
                  <a:pt x="141" y="696"/>
                  <a:pt x="150" y="708"/>
                  <a:pt x="162" y="714"/>
                </a:cubicBezTo>
                <a:cubicBezTo>
                  <a:pt x="165" y="738"/>
                  <a:pt x="185" y="756"/>
                  <a:pt x="209" y="756"/>
                </a:cubicBezTo>
                <a:cubicBezTo>
                  <a:pt x="291" y="756"/>
                  <a:pt x="291" y="756"/>
                  <a:pt x="291" y="756"/>
                </a:cubicBezTo>
                <a:cubicBezTo>
                  <a:pt x="315" y="756"/>
                  <a:pt x="335" y="738"/>
                  <a:pt x="338" y="714"/>
                </a:cubicBezTo>
                <a:cubicBezTo>
                  <a:pt x="350" y="708"/>
                  <a:pt x="358" y="696"/>
                  <a:pt x="358" y="682"/>
                </a:cubicBezTo>
                <a:cubicBezTo>
                  <a:pt x="358" y="679"/>
                  <a:pt x="358" y="679"/>
                  <a:pt x="358" y="679"/>
                </a:cubicBezTo>
                <a:cubicBezTo>
                  <a:pt x="358" y="654"/>
                  <a:pt x="358" y="654"/>
                  <a:pt x="358" y="654"/>
                </a:cubicBezTo>
                <a:cubicBezTo>
                  <a:pt x="358" y="641"/>
                  <a:pt x="358" y="641"/>
                  <a:pt x="358" y="641"/>
                </a:cubicBezTo>
                <a:cubicBezTo>
                  <a:pt x="358" y="616"/>
                  <a:pt x="358" y="616"/>
                  <a:pt x="358" y="616"/>
                </a:cubicBezTo>
                <a:cubicBezTo>
                  <a:pt x="358" y="594"/>
                  <a:pt x="358" y="594"/>
                  <a:pt x="358" y="594"/>
                </a:cubicBezTo>
                <a:cubicBezTo>
                  <a:pt x="365" y="589"/>
                  <a:pt x="369" y="583"/>
                  <a:pt x="372" y="575"/>
                </a:cubicBezTo>
                <a:cubicBezTo>
                  <a:pt x="385" y="537"/>
                  <a:pt x="394" y="510"/>
                  <a:pt x="400" y="498"/>
                </a:cubicBezTo>
                <a:cubicBezTo>
                  <a:pt x="409" y="477"/>
                  <a:pt x="433" y="433"/>
                  <a:pt x="448" y="406"/>
                </a:cubicBezTo>
                <a:cubicBezTo>
                  <a:pt x="454" y="406"/>
                  <a:pt x="454" y="406"/>
                  <a:pt x="454" y="406"/>
                </a:cubicBezTo>
                <a:cubicBezTo>
                  <a:pt x="454" y="396"/>
                  <a:pt x="454" y="396"/>
                  <a:pt x="454" y="396"/>
                </a:cubicBezTo>
                <a:cubicBezTo>
                  <a:pt x="465" y="376"/>
                  <a:pt x="474" y="360"/>
                  <a:pt x="477" y="355"/>
                </a:cubicBezTo>
                <a:cubicBezTo>
                  <a:pt x="478" y="354"/>
                  <a:pt x="478" y="354"/>
                  <a:pt x="478" y="353"/>
                </a:cubicBezTo>
                <a:cubicBezTo>
                  <a:pt x="481" y="351"/>
                  <a:pt x="481" y="351"/>
                  <a:pt x="481" y="351"/>
                </a:cubicBezTo>
                <a:cubicBezTo>
                  <a:pt x="481" y="348"/>
                  <a:pt x="481" y="348"/>
                  <a:pt x="481" y="348"/>
                </a:cubicBezTo>
                <a:cubicBezTo>
                  <a:pt x="501" y="299"/>
                  <a:pt x="505" y="246"/>
                  <a:pt x="492" y="194"/>
                </a:cubicBezTo>
                <a:close/>
                <a:moveTo>
                  <a:pt x="291" y="731"/>
                </a:moveTo>
                <a:cubicBezTo>
                  <a:pt x="209" y="731"/>
                  <a:pt x="209" y="731"/>
                  <a:pt x="209" y="731"/>
                </a:cubicBezTo>
                <a:cubicBezTo>
                  <a:pt x="200" y="731"/>
                  <a:pt x="192" y="725"/>
                  <a:pt x="188" y="718"/>
                </a:cubicBezTo>
                <a:cubicBezTo>
                  <a:pt x="312" y="718"/>
                  <a:pt x="312" y="718"/>
                  <a:pt x="312" y="718"/>
                </a:cubicBezTo>
                <a:cubicBezTo>
                  <a:pt x="308" y="725"/>
                  <a:pt x="300" y="731"/>
                  <a:pt x="291" y="731"/>
                </a:cubicBezTo>
                <a:close/>
                <a:moveTo>
                  <a:pt x="333" y="682"/>
                </a:moveTo>
                <a:cubicBezTo>
                  <a:pt x="333" y="688"/>
                  <a:pt x="329" y="693"/>
                  <a:pt x="322" y="693"/>
                </a:cubicBezTo>
                <a:cubicBezTo>
                  <a:pt x="177" y="693"/>
                  <a:pt x="177" y="693"/>
                  <a:pt x="177" y="693"/>
                </a:cubicBezTo>
                <a:cubicBezTo>
                  <a:pt x="171" y="693"/>
                  <a:pt x="166" y="688"/>
                  <a:pt x="166" y="682"/>
                </a:cubicBezTo>
                <a:cubicBezTo>
                  <a:pt x="166" y="679"/>
                  <a:pt x="166" y="679"/>
                  <a:pt x="166" y="679"/>
                </a:cubicBezTo>
                <a:cubicBezTo>
                  <a:pt x="333" y="679"/>
                  <a:pt x="333" y="679"/>
                  <a:pt x="333" y="679"/>
                </a:cubicBezTo>
                <a:lnTo>
                  <a:pt x="333" y="682"/>
                </a:lnTo>
                <a:close/>
                <a:moveTo>
                  <a:pt x="333" y="654"/>
                </a:moveTo>
                <a:cubicBezTo>
                  <a:pt x="166" y="654"/>
                  <a:pt x="166" y="654"/>
                  <a:pt x="166" y="654"/>
                </a:cubicBezTo>
                <a:cubicBezTo>
                  <a:pt x="166" y="641"/>
                  <a:pt x="166" y="641"/>
                  <a:pt x="166" y="641"/>
                </a:cubicBezTo>
                <a:cubicBezTo>
                  <a:pt x="333" y="641"/>
                  <a:pt x="333" y="641"/>
                  <a:pt x="333" y="641"/>
                </a:cubicBezTo>
                <a:lnTo>
                  <a:pt x="333" y="654"/>
                </a:lnTo>
                <a:close/>
                <a:moveTo>
                  <a:pt x="166" y="616"/>
                </a:moveTo>
                <a:cubicBezTo>
                  <a:pt x="166" y="602"/>
                  <a:pt x="166" y="602"/>
                  <a:pt x="166" y="602"/>
                </a:cubicBezTo>
                <a:cubicBezTo>
                  <a:pt x="213" y="602"/>
                  <a:pt x="213" y="602"/>
                  <a:pt x="213" y="602"/>
                </a:cubicBezTo>
                <a:cubicBezTo>
                  <a:pt x="286" y="602"/>
                  <a:pt x="286" y="602"/>
                  <a:pt x="286" y="602"/>
                </a:cubicBezTo>
                <a:cubicBezTo>
                  <a:pt x="333" y="602"/>
                  <a:pt x="333" y="602"/>
                  <a:pt x="333" y="602"/>
                </a:cubicBezTo>
                <a:cubicBezTo>
                  <a:pt x="333" y="616"/>
                  <a:pt x="333" y="616"/>
                  <a:pt x="333" y="616"/>
                </a:cubicBezTo>
                <a:lnTo>
                  <a:pt x="166" y="616"/>
                </a:lnTo>
                <a:close/>
                <a:moveTo>
                  <a:pt x="224" y="413"/>
                </a:moveTo>
                <a:cubicBezTo>
                  <a:pt x="207" y="381"/>
                  <a:pt x="207" y="381"/>
                  <a:pt x="207" y="381"/>
                </a:cubicBezTo>
                <a:cubicBezTo>
                  <a:pt x="243" y="404"/>
                  <a:pt x="243" y="404"/>
                  <a:pt x="243" y="404"/>
                </a:cubicBezTo>
                <a:cubicBezTo>
                  <a:pt x="247" y="407"/>
                  <a:pt x="253" y="407"/>
                  <a:pt x="257" y="404"/>
                </a:cubicBezTo>
                <a:cubicBezTo>
                  <a:pt x="292" y="381"/>
                  <a:pt x="292" y="381"/>
                  <a:pt x="292" y="381"/>
                </a:cubicBezTo>
                <a:cubicBezTo>
                  <a:pt x="275" y="413"/>
                  <a:pt x="275" y="413"/>
                  <a:pt x="275" y="413"/>
                </a:cubicBezTo>
                <a:cubicBezTo>
                  <a:pt x="274" y="415"/>
                  <a:pt x="274" y="417"/>
                  <a:pt x="274" y="419"/>
                </a:cubicBezTo>
                <a:cubicBezTo>
                  <a:pt x="274" y="577"/>
                  <a:pt x="274" y="577"/>
                  <a:pt x="274" y="577"/>
                </a:cubicBezTo>
                <a:cubicBezTo>
                  <a:pt x="226" y="577"/>
                  <a:pt x="226" y="577"/>
                  <a:pt x="226" y="577"/>
                </a:cubicBezTo>
                <a:cubicBezTo>
                  <a:pt x="226" y="419"/>
                  <a:pt x="226" y="419"/>
                  <a:pt x="226" y="419"/>
                </a:cubicBezTo>
                <a:cubicBezTo>
                  <a:pt x="226" y="417"/>
                  <a:pt x="225" y="415"/>
                  <a:pt x="224" y="413"/>
                </a:cubicBezTo>
                <a:close/>
                <a:moveTo>
                  <a:pt x="457" y="340"/>
                </a:moveTo>
                <a:cubicBezTo>
                  <a:pt x="456" y="342"/>
                  <a:pt x="456" y="342"/>
                  <a:pt x="456" y="342"/>
                </a:cubicBezTo>
                <a:cubicBezTo>
                  <a:pt x="453" y="348"/>
                  <a:pt x="444" y="362"/>
                  <a:pt x="434" y="381"/>
                </a:cubicBezTo>
                <a:cubicBezTo>
                  <a:pt x="430" y="387"/>
                  <a:pt x="430" y="387"/>
                  <a:pt x="430" y="387"/>
                </a:cubicBezTo>
                <a:cubicBezTo>
                  <a:pt x="415" y="415"/>
                  <a:pt x="387" y="464"/>
                  <a:pt x="377" y="488"/>
                </a:cubicBezTo>
                <a:cubicBezTo>
                  <a:pt x="370" y="504"/>
                  <a:pt x="357" y="540"/>
                  <a:pt x="348" y="567"/>
                </a:cubicBezTo>
                <a:cubicBezTo>
                  <a:pt x="346" y="573"/>
                  <a:pt x="340" y="577"/>
                  <a:pt x="334" y="577"/>
                </a:cubicBezTo>
                <a:cubicBezTo>
                  <a:pt x="299" y="577"/>
                  <a:pt x="299" y="577"/>
                  <a:pt x="299" y="577"/>
                </a:cubicBezTo>
                <a:cubicBezTo>
                  <a:pt x="299" y="422"/>
                  <a:pt x="299" y="422"/>
                  <a:pt x="299" y="422"/>
                </a:cubicBezTo>
                <a:cubicBezTo>
                  <a:pt x="337" y="351"/>
                  <a:pt x="337" y="351"/>
                  <a:pt x="337" y="351"/>
                </a:cubicBezTo>
                <a:cubicBezTo>
                  <a:pt x="340" y="346"/>
                  <a:pt x="339" y="340"/>
                  <a:pt x="334" y="336"/>
                </a:cubicBezTo>
                <a:cubicBezTo>
                  <a:pt x="330" y="332"/>
                  <a:pt x="324" y="331"/>
                  <a:pt x="319" y="334"/>
                </a:cubicBezTo>
                <a:cubicBezTo>
                  <a:pt x="250" y="379"/>
                  <a:pt x="250" y="379"/>
                  <a:pt x="250" y="379"/>
                </a:cubicBezTo>
                <a:cubicBezTo>
                  <a:pt x="181" y="334"/>
                  <a:pt x="181" y="334"/>
                  <a:pt x="181" y="334"/>
                </a:cubicBezTo>
                <a:cubicBezTo>
                  <a:pt x="176" y="331"/>
                  <a:pt x="170" y="332"/>
                  <a:pt x="165" y="336"/>
                </a:cubicBezTo>
                <a:cubicBezTo>
                  <a:pt x="161" y="340"/>
                  <a:pt x="160" y="346"/>
                  <a:pt x="163" y="351"/>
                </a:cubicBezTo>
                <a:cubicBezTo>
                  <a:pt x="201" y="422"/>
                  <a:pt x="201" y="422"/>
                  <a:pt x="201" y="422"/>
                </a:cubicBezTo>
                <a:cubicBezTo>
                  <a:pt x="201" y="577"/>
                  <a:pt x="201" y="577"/>
                  <a:pt x="201" y="577"/>
                </a:cubicBezTo>
                <a:cubicBezTo>
                  <a:pt x="166" y="577"/>
                  <a:pt x="166" y="577"/>
                  <a:pt x="166" y="577"/>
                </a:cubicBezTo>
                <a:cubicBezTo>
                  <a:pt x="159" y="577"/>
                  <a:pt x="153" y="573"/>
                  <a:pt x="151" y="567"/>
                </a:cubicBezTo>
                <a:cubicBezTo>
                  <a:pt x="142" y="540"/>
                  <a:pt x="130" y="504"/>
                  <a:pt x="123" y="488"/>
                </a:cubicBezTo>
                <a:cubicBezTo>
                  <a:pt x="113" y="466"/>
                  <a:pt x="88" y="420"/>
                  <a:pt x="69" y="386"/>
                </a:cubicBezTo>
                <a:cubicBezTo>
                  <a:pt x="57" y="364"/>
                  <a:pt x="47" y="347"/>
                  <a:pt x="44" y="342"/>
                </a:cubicBezTo>
                <a:cubicBezTo>
                  <a:pt x="43" y="341"/>
                  <a:pt x="43" y="341"/>
                  <a:pt x="43" y="341"/>
                </a:cubicBezTo>
                <a:cubicBezTo>
                  <a:pt x="31" y="313"/>
                  <a:pt x="25" y="284"/>
                  <a:pt x="25" y="253"/>
                </a:cubicBezTo>
                <a:cubicBezTo>
                  <a:pt x="25" y="191"/>
                  <a:pt x="51" y="131"/>
                  <a:pt x="97" y="89"/>
                </a:cubicBezTo>
                <a:cubicBezTo>
                  <a:pt x="143" y="46"/>
                  <a:pt x="203" y="25"/>
                  <a:pt x="266" y="29"/>
                </a:cubicBezTo>
                <a:cubicBezTo>
                  <a:pt x="363" y="36"/>
                  <a:pt x="446" y="106"/>
                  <a:pt x="468" y="200"/>
                </a:cubicBezTo>
                <a:cubicBezTo>
                  <a:pt x="479" y="247"/>
                  <a:pt x="476" y="296"/>
                  <a:pt x="457" y="340"/>
                </a:cubicBezTo>
                <a:close/>
                <a:moveTo>
                  <a:pt x="327" y="103"/>
                </a:moveTo>
                <a:cubicBezTo>
                  <a:pt x="325" y="110"/>
                  <a:pt x="318" y="113"/>
                  <a:pt x="311" y="111"/>
                </a:cubicBezTo>
                <a:cubicBezTo>
                  <a:pt x="294" y="106"/>
                  <a:pt x="277" y="103"/>
                  <a:pt x="259" y="103"/>
                </a:cubicBezTo>
                <a:cubicBezTo>
                  <a:pt x="166" y="103"/>
                  <a:pt x="90" y="178"/>
                  <a:pt x="90" y="271"/>
                </a:cubicBezTo>
                <a:cubicBezTo>
                  <a:pt x="90" y="278"/>
                  <a:pt x="85" y="284"/>
                  <a:pt x="78" y="284"/>
                </a:cubicBezTo>
                <a:cubicBezTo>
                  <a:pt x="71" y="284"/>
                  <a:pt x="65" y="278"/>
                  <a:pt x="65" y="271"/>
                </a:cubicBezTo>
                <a:cubicBezTo>
                  <a:pt x="65" y="165"/>
                  <a:pt x="152" y="78"/>
                  <a:pt x="259" y="78"/>
                </a:cubicBezTo>
                <a:cubicBezTo>
                  <a:pt x="279" y="78"/>
                  <a:pt x="300" y="81"/>
                  <a:pt x="319" y="87"/>
                </a:cubicBezTo>
                <a:cubicBezTo>
                  <a:pt x="326" y="90"/>
                  <a:pt x="329" y="97"/>
                  <a:pt x="327" y="10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85" name="Google Shape;185;p14"/>
          <p:cNvSpPr/>
          <p:nvPr/>
        </p:nvSpPr>
        <p:spPr>
          <a:xfrm>
            <a:off x="16726423" y="6445925"/>
            <a:ext cx="1673400" cy="1673400"/>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83" name="Google Shape;183;p14"/>
          <p:cNvSpPr/>
          <p:nvPr/>
        </p:nvSpPr>
        <p:spPr>
          <a:xfrm>
            <a:off x="13386560" y="4430737"/>
            <a:ext cx="1673400" cy="167340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81" name="Google Shape;181;p14"/>
          <p:cNvSpPr/>
          <p:nvPr/>
        </p:nvSpPr>
        <p:spPr>
          <a:xfrm>
            <a:off x="10046697" y="7453519"/>
            <a:ext cx="1673400" cy="167340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94" name="Google Shape;194;p14"/>
          <p:cNvSpPr txBox="1"/>
          <p:nvPr/>
        </p:nvSpPr>
        <p:spPr>
          <a:xfrm>
            <a:off x="2470175" y="10828501"/>
            <a:ext cx="3501600" cy="406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lang="en-US" sz="2200">
                <a:solidFill>
                  <a:schemeClr val="dk2"/>
                </a:solidFill>
                <a:latin typeface="Lato"/>
                <a:ea typeface="Lato"/>
                <a:cs typeface="Lato"/>
                <a:sym typeface="Lato"/>
              </a:rPr>
              <a:t>EMPRESA Y MARCA</a:t>
            </a:r>
            <a:endParaRPr b="0" i="0" sz="1400" u="none" cap="none" strike="noStrike">
              <a:solidFill>
                <a:srgbClr val="000000"/>
              </a:solidFill>
              <a:latin typeface="Arial"/>
              <a:ea typeface="Arial"/>
              <a:cs typeface="Arial"/>
              <a:sym typeface="Arial"/>
            </a:endParaRPr>
          </a:p>
        </p:txBody>
      </p:sp>
      <p:sp>
        <p:nvSpPr>
          <p:cNvPr id="195" name="Google Shape;195;p14"/>
          <p:cNvSpPr txBox="1"/>
          <p:nvPr/>
        </p:nvSpPr>
        <p:spPr>
          <a:xfrm>
            <a:off x="5761177" y="7755668"/>
            <a:ext cx="3501600" cy="406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lang="en-US" sz="2200">
                <a:solidFill>
                  <a:schemeClr val="dk2"/>
                </a:solidFill>
                <a:latin typeface="Lato"/>
                <a:ea typeface="Lato"/>
                <a:cs typeface="Lato"/>
                <a:sym typeface="Lato"/>
              </a:rPr>
              <a:t>PRODUCTOS, </a:t>
            </a:r>
            <a:endParaRPr b="1" sz="2200">
              <a:solidFill>
                <a:schemeClr val="dk2"/>
              </a:solidFill>
              <a:latin typeface="Lato"/>
              <a:ea typeface="Lato"/>
              <a:cs typeface="Lato"/>
              <a:sym typeface="Lato"/>
            </a:endParaRPr>
          </a:p>
          <a:p>
            <a:pPr indent="0" lvl="0" marL="0" marR="0" rtl="0" algn="ctr">
              <a:lnSpc>
                <a:spcPct val="120000"/>
              </a:lnSpc>
              <a:spcBef>
                <a:spcPts val="0"/>
              </a:spcBef>
              <a:spcAft>
                <a:spcPts val="0"/>
              </a:spcAft>
              <a:buClr>
                <a:srgbClr val="000000"/>
              </a:buClr>
              <a:buSzPts val="2200"/>
              <a:buFont typeface="Arial"/>
              <a:buNone/>
            </a:pPr>
            <a:r>
              <a:rPr b="1" lang="en-US" sz="2200">
                <a:solidFill>
                  <a:schemeClr val="dk2"/>
                </a:solidFill>
                <a:latin typeface="Lato"/>
                <a:ea typeface="Lato"/>
                <a:cs typeface="Lato"/>
                <a:sym typeface="Lato"/>
              </a:rPr>
              <a:t>SERVICIOS Y PRECIOS</a:t>
            </a:r>
            <a:endParaRPr b="1" i="0" sz="2200" u="none" cap="none" strike="noStrike">
              <a:solidFill>
                <a:schemeClr val="dk2"/>
              </a:solidFill>
              <a:latin typeface="Lato"/>
              <a:ea typeface="Lato"/>
              <a:cs typeface="Lato"/>
              <a:sym typeface="Lato"/>
            </a:endParaRPr>
          </a:p>
        </p:txBody>
      </p:sp>
      <p:sp>
        <p:nvSpPr>
          <p:cNvPr id="196" name="Google Shape;196;p14"/>
          <p:cNvSpPr txBox="1"/>
          <p:nvPr/>
        </p:nvSpPr>
        <p:spPr>
          <a:xfrm>
            <a:off x="9132677" y="9784044"/>
            <a:ext cx="3501600" cy="406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lang="en-US" sz="2200">
                <a:solidFill>
                  <a:schemeClr val="dk2"/>
                </a:solidFill>
                <a:latin typeface="Lato"/>
                <a:ea typeface="Lato"/>
                <a:cs typeface="Lato"/>
                <a:sym typeface="Lato"/>
              </a:rPr>
              <a:t>DISTRIBUCIÓN Y VENTA</a:t>
            </a:r>
            <a:endParaRPr b="1" i="0" sz="2200" u="none" cap="none" strike="noStrike">
              <a:solidFill>
                <a:schemeClr val="dk2"/>
              </a:solidFill>
              <a:latin typeface="Lato"/>
              <a:ea typeface="Lato"/>
              <a:cs typeface="Lato"/>
              <a:sym typeface="Lato"/>
            </a:endParaRPr>
          </a:p>
        </p:txBody>
      </p:sp>
      <p:sp>
        <p:nvSpPr>
          <p:cNvPr id="197" name="Google Shape;197;p14"/>
          <p:cNvSpPr txBox="1"/>
          <p:nvPr/>
        </p:nvSpPr>
        <p:spPr>
          <a:xfrm>
            <a:off x="12504178" y="6746449"/>
            <a:ext cx="3501600" cy="406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lang="en-US" sz="2200">
                <a:solidFill>
                  <a:schemeClr val="dk2"/>
                </a:solidFill>
                <a:latin typeface="Lato"/>
                <a:ea typeface="Lato"/>
                <a:cs typeface="Lato"/>
                <a:sym typeface="Lato"/>
              </a:rPr>
              <a:t>PROMOCIÓN</a:t>
            </a:r>
            <a:endParaRPr b="1" i="0" sz="2200" u="none" cap="none" strike="noStrike">
              <a:solidFill>
                <a:schemeClr val="dk2"/>
              </a:solidFill>
              <a:latin typeface="Lato"/>
              <a:ea typeface="Lato"/>
              <a:cs typeface="Lato"/>
              <a:sym typeface="Lato"/>
            </a:endParaRPr>
          </a:p>
        </p:txBody>
      </p:sp>
      <p:sp>
        <p:nvSpPr>
          <p:cNvPr id="198" name="Google Shape;198;p14"/>
          <p:cNvSpPr txBox="1"/>
          <p:nvPr/>
        </p:nvSpPr>
        <p:spPr>
          <a:xfrm>
            <a:off x="15812403" y="8781086"/>
            <a:ext cx="3501600" cy="406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lang="en-US" sz="2200">
                <a:solidFill>
                  <a:schemeClr val="dk2"/>
                </a:solidFill>
                <a:latin typeface="Lato"/>
                <a:ea typeface="Lato"/>
                <a:cs typeface="Lato"/>
                <a:sym typeface="Lato"/>
              </a:rPr>
              <a:t>EQUIPO Y PROCESOS</a:t>
            </a:r>
            <a:endParaRPr b="1" i="0" sz="2200" u="none" cap="none" strike="noStrike">
              <a:solidFill>
                <a:schemeClr val="dk2"/>
              </a:solidFill>
              <a:latin typeface="Lato"/>
              <a:ea typeface="Lato"/>
              <a:cs typeface="Lato"/>
              <a:sym typeface="Lato"/>
            </a:endParaRPr>
          </a:p>
        </p:txBody>
      </p:sp>
      <p:sp>
        <p:nvSpPr>
          <p:cNvPr id="199" name="Google Shape;199;p14"/>
          <p:cNvSpPr/>
          <p:nvPr/>
        </p:nvSpPr>
        <p:spPr>
          <a:xfrm>
            <a:off x="10291877" y="8016928"/>
            <a:ext cx="1020606" cy="546606"/>
          </a:xfrm>
          <a:custGeom>
            <a:rect b="b" l="l" r="r" t="t"/>
            <a:pathLst>
              <a:path extrusionOk="0" h="442" w="826">
                <a:moveTo>
                  <a:pt x="826" y="211"/>
                </a:moveTo>
                <a:cubicBezTo>
                  <a:pt x="826" y="209"/>
                  <a:pt x="825" y="208"/>
                  <a:pt x="825" y="207"/>
                </a:cubicBezTo>
                <a:cubicBezTo>
                  <a:pt x="825" y="162"/>
                  <a:pt x="825" y="162"/>
                  <a:pt x="825" y="162"/>
                </a:cubicBezTo>
                <a:cubicBezTo>
                  <a:pt x="825" y="114"/>
                  <a:pt x="786" y="76"/>
                  <a:pt x="739" y="76"/>
                </a:cubicBezTo>
                <a:cubicBezTo>
                  <a:pt x="609" y="76"/>
                  <a:pt x="609" y="76"/>
                  <a:pt x="609" y="76"/>
                </a:cubicBezTo>
                <a:cubicBezTo>
                  <a:pt x="609" y="13"/>
                  <a:pt x="609" y="13"/>
                  <a:pt x="609" y="13"/>
                </a:cubicBezTo>
                <a:cubicBezTo>
                  <a:pt x="609" y="6"/>
                  <a:pt x="603" y="0"/>
                  <a:pt x="595" y="0"/>
                </a:cubicBezTo>
                <a:cubicBezTo>
                  <a:pt x="235" y="0"/>
                  <a:pt x="235" y="0"/>
                  <a:pt x="235" y="0"/>
                </a:cubicBezTo>
                <a:cubicBezTo>
                  <a:pt x="204" y="0"/>
                  <a:pt x="178" y="26"/>
                  <a:pt x="178" y="57"/>
                </a:cubicBezTo>
                <a:cubicBezTo>
                  <a:pt x="178" y="377"/>
                  <a:pt x="178" y="377"/>
                  <a:pt x="178" y="377"/>
                </a:cubicBezTo>
                <a:cubicBezTo>
                  <a:pt x="178" y="384"/>
                  <a:pt x="184" y="390"/>
                  <a:pt x="191" y="390"/>
                </a:cubicBezTo>
                <a:cubicBezTo>
                  <a:pt x="280" y="390"/>
                  <a:pt x="280" y="390"/>
                  <a:pt x="280" y="390"/>
                </a:cubicBezTo>
                <a:cubicBezTo>
                  <a:pt x="288" y="420"/>
                  <a:pt x="316" y="442"/>
                  <a:pt x="349" y="442"/>
                </a:cubicBezTo>
                <a:cubicBezTo>
                  <a:pt x="382" y="442"/>
                  <a:pt x="410" y="421"/>
                  <a:pt x="418" y="390"/>
                </a:cubicBezTo>
                <a:cubicBezTo>
                  <a:pt x="595" y="390"/>
                  <a:pt x="595" y="390"/>
                  <a:pt x="595" y="390"/>
                </a:cubicBezTo>
                <a:cubicBezTo>
                  <a:pt x="634" y="390"/>
                  <a:pt x="634" y="390"/>
                  <a:pt x="634" y="390"/>
                </a:cubicBezTo>
                <a:cubicBezTo>
                  <a:pt x="643" y="420"/>
                  <a:pt x="671" y="442"/>
                  <a:pt x="704" y="442"/>
                </a:cubicBezTo>
                <a:cubicBezTo>
                  <a:pt x="737" y="442"/>
                  <a:pt x="765" y="421"/>
                  <a:pt x="773" y="390"/>
                </a:cubicBezTo>
                <a:cubicBezTo>
                  <a:pt x="812" y="390"/>
                  <a:pt x="812" y="390"/>
                  <a:pt x="812" y="390"/>
                </a:cubicBezTo>
                <a:cubicBezTo>
                  <a:pt x="819" y="390"/>
                  <a:pt x="825" y="384"/>
                  <a:pt x="825" y="377"/>
                </a:cubicBezTo>
                <a:cubicBezTo>
                  <a:pt x="825" y="215"/>
                  <a:pt x="825" y="215"/>
                  <a:pt x="825" y="215"/>
                </a:cubicBezTo>
                <a:cubicBezTo>
                  <a:pt x="825" y="214"/>
                  <a:pt x="826" y="212"/>
                  <a:pt x="826" y="211"/>
                </a:cubicBezTo>
                <a:close/>
                <a:moveTo>
                  <a:pt x="799" y="162"/>
                </a:moveTo>
                <a:cubicBezTo>
                  <a:pt x="799" y="198"/>
                  <a:pt x="799" y="198"/>
                  <a:pt x="799" y="198"/>
                </a:cubicBezTo>
                <a:cubicBezTo>
                  <a:pt x="648" y="198"/>
                  <a:pt x="648" y="198"/>
                  <a:pt x="648" y="198"/>
                </a:cubicBezTo>
                <a:cubicBezTo>
                  <a:pt x="648" y="102"/>
                  <a:pt x="648" y="102"/>
                  <a:pt x="648" y="102"/>
                </a:cubicBezTo>
                <a:cubicBezTo>
                  <a:pt x="739" y="102"/>
                  <a:pt x="739" y="102"/>
                  <a:pt x="739" y="102"/>
                </a:cubicBezTo>
                <a:cubicBezTo>
                  <a:pt x="772" y="102"/>
                  <a:pt x="799" y="129"/>
                  <a:pt x="799" y="162"/>
                </a:cubicBezTo>
                <a:close/>
                <a:moveTo>
                  <a:pt x="622" y="102"/>
                </a:moveTo>
                <a:cubicBezTo>
                  <a:pt x="622" y="198"/>
                  <a:pt x="622" y="198"/>
                  <a:pt x="622" y="198"/>
                </a:cubicBezTo>
                <a:cubicBezTo>
                  <a:pt x="609" y="198"/>
                  <a:pt x="609" y="198"/>
                  <a:pt x="609" y="198"/>
                </a:cubicBezTo>
                <a:cubicBezTo>
                  <a:pt x="609" y="102"/>
                  <a:pt x="609" y="102"/>
                  <a:pt x="609" y="102"/>
                </a:cubicBezTo>
                <a:lnTo>
                  <a:pt x="622" y="102"/>
                </a:lnTo>
                <a:close/>
                <a:moveTo>
                  <a:pt x="205" y="57"/>
                </a:moveTo>
                <a:cubicBezTo>
                  <a:pt x="205" y="40"/>
                  <a:pt x="218" y="26"/>
                  <a:pt x="235" y="26"/>
                </a:cubicBezTo>
                <a:cubicBezTo>
                  <a:pt x="582" y="26"/>
                  <a:pt x="582" y="26"/>
                  <a:pt x="582" y="26"/>
                </a:cubicBezTo>
                <a:cubicBezTo>
                  <a:pt x="582" y="89"/>
                  <a:pt x="582" y="89"/>
                  <a:pt x="582" y="89"/>
                </a:cubicBezTo>
                <a:cubicBezTo>
                  <a:pt x="582" y="363"/>
                  <a:pt x="582" y="363"/>
                  <a:pt x="582" y="363"/>
                </a:cubicBezTo>
                <a:cubicBezTo>
                  <a:pt x="421" y="363"/>
                  <a:pt x="421" y="363"/>
                  <a:pt x="421" y="363"/>
                </a:cubicBezTo>
                <a:cubicBezTo>
                  <a:pt x="421" y="362"/>
                  <a:pt x="420" y="361"/>
                  <a:pt x="420" y="359"/>
                </a:cubicBezTo>
                <a:cubicBezTo>
                  <a:pt x="420" y="357"/>
                  <a:pt x="419" y="355"/>
                  <a:pt x="419" y="353"/>
                </a:cubicBezTo>
                <a:cubicBezTo>
                  <a:pt x="418" y="350"/>
                  <a:pt x="418" y="348"/>
                  <a:pt x="417" y="346"/>
                </a:cubicBezTo>
                <a:cubicBezTo>
                  <a:pt x="416" y="344"/>
                  <a:pt x="415" y="342"/>
                  <a:pt x="414" y="340"/>
                </a:cubicBezTo>
                <a:cubicBezTo>
                  <a:pt x="413" y="338"/>
                  <a:pt x="412" y="335"/>
                  <a:pt x="411" y="333"/>
                </a:cubicBezTo>
                <a:cubicBezTo>
                  <a:pt x="410" y="332"/>
                  <a:pt x="409" y="330"/>
                  <a:pt x="408" y="328"/>
                </a:cubicBezTo>
                <a:cubicBezTo>
                  <a:pt x="406" y="326"/>
                  <a:pt x="405" y="324"/>
                  <a:pt x="403" y="322"/>
                </a:cubicBezTo>
                <a:cubicBezTo>
                  <a:pt x="402" y="321"/>
                  <a:pt x="400" y="319"/>
                  <a:pt x="399" y="318"/>
                </a:cubicBezTo>
                <a:cubicBezTo>
                  <a:pt x="397" y="316"/>
                  <a:pt x="395" y="315"/>
                  <a:pt x="393" y="313"/>
                </a:cubicBezTo>
                <a:cubicBezTo>
                  <a:pt x="391" y="312"/>
                  <a:pt x="390" y="311"/>
                  <a:pt x="388" y="310"/>
                </a:cubicBezTo>
                <a:cubicBezTo>
                  <a:pt x="386" y="308"/>
                  <a:pt x="384" y="307"/>
                  <a:pt x="381" y="306"/>
                </a:cubicBezTo>
                <a:cubicBezTo>
                  <a:pt x="380" y="305"/>
                  <a:pt x="378" y="304"/>
                  <a:pt x="376" y="303"/>
                </a:cubicBezTo>
                <a:cubicBezTo>
                  <a:pt x="374" y="302"/>
                  <a:pt x="371" y="301"/>
                  <a:pt x="368" y="301"/>
                </a:cubicBezTo>
                <a:cubicBezTo>
                  <a:pt x="366" y="300"/>
                  <a:pt x="365" y="300"/>
                  <a:pt x="363" y="299"/>
                </a:cubicBezTo>
                <a:cubicBezTo>
                  <a:pt x="359" y="298"/>
                  <a:pt x="354" y="298"/>
                  <a:pt x="349" y="298"/>
                </a:cubicBezTo>
                <a:cubicBezTo>
                  <a:pt x="344" y="298"/>
                  <a:pt x="339" y="298"/>
                  <a:pt x="335" y="299"/>
                </a:cubicBezTo>
                <a:cubicBezTo>
                  <a:pt x="333" y="300"/>
                  <a:pt x="332" y="300"/>
                  <a:pt x="330" y="301"/>
                </a:cubicBezTo>
                <a:cubicBezTo>
                  <a:pt x="327" y="301"/>
                  <a:pt x="324" y="302"/>
                  <a:pt x="322" y="303"/>
                </a:cubicBezTo>
                <a:cubicBezTo>
                  <a:pt x="320" y="304"/>
                  <a:pt x="318" y="305"/>
                  <a:pt x="317" y="306"/>
                </a:cubicBezTo>
                <a:cubicBezTo>
                  <a:pt x="314" y="307"/>
                  <a:pt x="312" y="308"/>
                  <a:pt x="310" y="310"/>
                </a:cubicBezTo>
                <a:cubicBezTo>
                  <a:pt x="308" y="311"/>
                  <a:pt x="307" y="312"/>
                  <a:pt x="305" y="313"/>
                </a:cubicBezTo>
                <a:cubicBezTo>
                  <a:pt x="303" y="315"/>
                  <a:pt x="301" y="316"/>
                  <a:pt x="299" y="318"/>
                </a:cubicBezTo>
                <a:cubicBezTo>
                  <a:pt x="298" y="319"/>
                  <a:pt x="296" y="321"/>
                  <a:pt x="295" y="322"/>
                </a:cubicBezTo>
                <a:cubicBezTo>
                  <a:pt x="293" y="324"/>
                  <a:pt x="292" y="326"/>
                  <a:pt x="290" y="328"/>
                </a:cubicBezTo>
                <a:cubicBezTo>
                  <a:pt x="289" y="330"/>
                  <a:pt x="288" y="332"/>
                  <a:pt x="287" y="333"/>
                </a:cubicBezTo>
                <a:cubicBezTo>
                  <a:pt x="286" y="335"/>
                  <a:pt x="285" y="338"/>
                  <a:pt x="284" y="340"/>
                </a:cubicBezTo>
                <a:cubicBezTo>
                  <a:pt x="283" y="342"/>
                  <a:pt x="282" y="344"/>
                  <a:pt x="281" y="346"/>
                </a:cubicBezTo>
                <a:cubicBezTo>
                  <a:pt x="280" y="348"/>
                  <a:pt x="280" y="350"/>
                  <a:pt x="279" y="353"/>
                </a:cubicBezTo>
                <a:cubicBezTo>
                  <a:pt x="279" y="355"/>
                  <a:pt x="278" y="357"/>
                  <a:pt x="278" y="359"/>
                </a:cubicBezTo>
                <a:cubicBezTo>
                  <a:pt x="278" y="361"/>
                  <a:pt x="277" y="362"/>
                  <a:pt x="277" y="363"/>
                </a:cubicBezTo>
                <a:cubicBezTo>
                  <a:pt x="205" y="363"/>
                  <a:pt x="205" y="363"/>
                  <a:pt x="205" y="363"/>
                </a:cubicBezTo>
                <a:lnTo>
                  <a:pt x="205" y="57"/>
                </a:lnTo>
                <a:close/>
                <a:moveTo>
                  <a:pt x="349" y="416"/>
                </a:moveTo>
                <a:cubicBezTo>
                  <a:pt x="326" y="416"/>
                  <a:pt x="306" y="398"/>
                  <a:pt x="303" y="376"/>
                </a:cubicBezTo>
                <a:cubicBezTo>
                  <a:pt x="303" y="374"/>
                  <a:pt x="303" y="372"/>
                  <a:pt x="303" y="370"/>
                </a:cubicBezTo>
                <a:cubicBezTo>
                  <a:pt x="303" y="345"/>
                  <a:pt x="324" y="324"/>
                  <a:pt x="349" y="324"/>
                </a:cubicBezTo>
                <a:cubicBezTo>
                  <a:pt x="374" y="324"/>
                  <a:pt x="395" y="345"/>
                  <a:pt x="395" y="370"/>
                </a:cubicBezTo>
                <a:cubicBezTo>
                  <a:pt x="395" y="372"/>
                  <a:pt x="395" y="374"/>
                  <a:pt x="395" y="375"/>
                </a:cubicBezTo>
                <a:cubicBezTo>
                  <a:pt x="392" y="398"/>
                  <a:pt x="372" y="416"/>
                  <a:pt x="349" y="416"/>
                </a:cubicBezTo>
                <a:close/>
                <a:moveTo>
                  <a:pt x="704" y="416"/>
                </a:moveTo>
                <a:cubicBezTo>
                  <a:pt x="680" y="416"/>
                  <a:pt x="661" y="398"/>
                  <a:pt x="658" y="376"/>
                </a:cubicBezTo>
                <a:cubicBezTo>
                  <a:pt x="658" y="374"/>
                  <a:pt x="658" y="372"/>
                  <a:pt x="658" y="370"/>
                </a:cubicBezTo>
                <a:cubicBezTo>
                  <a:pt x="658" y="345"/>
                  <a:pt x="679" y="324"/>
                  <a:pt x="704" y="324"/>
                </a:cubicBezTo>
                <a:cubicBezTo>
                  <a:pt x="729" y="324"/>
                  <a:pt x="750" y="345"/>
                  <a:pt x="750" y="370"/>
                </a:cubicBezTo>
                <a:cubicBezTo>
                  <a:pt x="750" y="372"/>
                  <a:pt x="750" y="374"/>
                  <a:pt x="750" y="375"/>
                </a:cubicBezTo>
                <a:cubicBezTo>
                  <a:pt x="747" y="398"/>
                  <a:pt x="727" y="416"/>
                  <a:pt x="704" y="416"/>
                </a:cubicBezTo>
                <a:close/>
                <a:moveTo>
                  <a:pt x="776" y="363"/>
                </a:moveTo>
                <a:cubicBezTo>
                  <a:pt x="776" y="362"/>
                  <a:pt x="775" y="361"/>
                  <a:pt x="775" y="359"/>
                </a:cubicBezTo>
                <a:cubicBezTo>
                  <a:pt x="775" y="357"/>
                  <a:pt x="774" y="355"/>
                  <a:pt x="774" y="353"/>
                </a:cubicBezTo>
                <a:cubicBezTo>
                  <a:pt x="773" y="350"/>
                  <a:pt x="772" y="348"/>
                  <a:pt x="772" y="346"/>
                </a:cubicBezTo>
                <a:cubicBezTo>
                  <a:pt x="771" y="344"/>
                  <a:pt x="770" y="342"/>
                  <a:pt x="769" y="340"/>
                </a:cubicBezTo>
                <a:cubicBezTo>
                  <a:pt x="768" y="338"/>
                  <a:pt x="767" y="335"/>
                  <a:pt x="766" y="333"/>
                </a:cubicBezTo>
                <a:cubicBezTo>
                  <a:pt x="765" y="332"/>
                  <a:pt x="764" y="330"/>
                  <a:pt x="763" y="328"/>
                </a:cubicBezTo>
                <a:cubicBezTo>
                  <a:pt x="761" y="326"/>
                  <a:pt x="759" y="324"/>
                  <a:pt x="758" y="322"/>
                </a:cubicBezTo>
                <a:cubicBezTo>
                  <a:pt x="756" y="321"/>
                  <a:pt x="755" y="319"/>
                  <a:pt x="754" y="318"/>
                </a:cubicBezTo>
                <a:cubicBezTo>
                  <a:pt x="752" y="316"/>
                  <a:pt x="750" y="315"/>
                  <a:pt x="748" y="313"/>
                </a:cubicBezTo>
                <a:cubicBezTo>
                  <a:pt x="746" y="312"/>
                  <a:pt x="745" y="311"/>
                  <a:pt x="743" y="310"/>
                </a:cubicBezTo>
                <a:cubicBezTo>
                  <a:pt x="741" y="308"/>
                  <a:pt x="739" y="307"/>
                  <a:pt x="736" y="306"/>
                </a:cubicBezTo>
                <a:cubicBezTo>
                  <a:pt x="734" y="305"/>
                  <a:pt x="733" y="304"/>
                  <a:pt x="731" y="303"/>
                </a:cubicBezTo>
                <a:cubicBezTo>
                  <a:pt x="728" y="302"/>
                  <a:pt x="726" y="301"/>
                  <a:pt x="723" y="301"/>
                </a:cubicBezTo>
                <a:cubicBezTo>
                  <a:pt x="721" y="300"/>
                  <a:pt x="720" y="300"/>
                  <a:pt x="718" y="299"/>
                </a:cubicBezTo>
                <a:cubicBezTo>
                  <a:pt x="714" y="298"/>
                  <a:pt x="709" y="298"/>
                  <a:pt x="704" y="298"/>
                </a:cubicBezTo>
                <a:cubicBezTo>
                  <a:pt x="699" y="298"/>
                  <a:pt x="694" y="298"/>
                  <a:pt x="690" y="299"/>
                </a:cubicBezTo>
                <a:cubicBezTo>
                  <a:pt x="688" y="300"/>
                  <a:pt x="687" y="300"/>
                  <a:pt x="685" y="301"/>
                </a:cubicBezTo>
                <a:cubicBezTo>
                  <a:pt x="682" y="301"/>
                  <a:pt x="679" y="302"/>
                  <a:pt x="677" y="303"/>
                </a:cubicBezTo>
                <a:cubicBezTo>
                  <a:pt x="675" y="304"/>
                  <a:pt x="673" y="305"/>
                  <a:pt x="672" y="306"/>
                </a:cubicBezTo>
                <a:cubicBezTo>
                  <a:pt x="669" y="307"/>
                  <a:pt x="667" y="308"/>
                  <a:pt x="665" y="310"/>
                </a:cubicBezTo>
                <a:cubicBezTo>
                  <a:pt x="663" y="311"/>
                  <a:pt x="662" y="312"/>
                  <a:pt x="660" y="313"/>
                </a:cubicBezTo>
                <a:cubicBezTo>
                  <a:pt x="658" y="315"/>
                  <a:pt x="656" y="316"/>
                  <a:pt x="654" y="318"/>
                </a:cubicBezTo>
                <a:cubicBezTo>
                  <a:pt x="653" y="319"/>
                  <a:pt x="651" y="321"/>
                  <a:pt x="650" y="322"/>
                </a:cubicBezTo>
                <a:cubicBezTo>
                  <a:pt x="648" y="324"/>
                  <a:pt x="647" y="326"/>
                  <a:pt x="645" y="328"/>
                </a:cubicBezTo>
                <a:cubicBezTo>
                  <a:pt x="644" y="330"/>
                  <a:pt x="643" y="332"/>
                  <a:pt x="642" y="333"/>
                </a:cubicBezTo>
                <a:cubicBezTo>
                  <a:pt x="641" y="335"/>
                  <a:pt x="640" y="338"/>
                  <a:pt x="638" y="340"/>
                </a:cubicBezTo>
                <a:cubicBezTo>
                  <a:pt x="638" y="342"/>
                  <a:pt x="637" y="344"/>
                  <a:pt x="636" y="346"/>
                </a:cubicBezTo>
                <a:cubicBezTo>
                  <a:pt x="635" y="348"/>
                  <a:pt x="635" y="350"/>
                  <a:pt x="634" y="353"/>
                </a:cubicBezTo>
                <a:cubicBezTo>
                  <a:pt x="633" y="355"/>
                  <a:pt x="633" y="357"/>
                  <a:pt x="633" y="359"/>
                </a:cubicBezTo>
                <a:cubicBezTo>
                  <a:pt x="633" y="361"/>
                  <a:pt x="632" y="362"/>
                  <a:pt x="632" y="363"/>
                </a:cubicBezTo>
                <a:cubicBezTo>
                  <a:pt x="609" y="363"/>
                  <a:pt x="609" y="363"/>
                  <a:pt x="609" y="363"/>
                </a:cubicBezTo>
                <a:cubicBezTo>
                  <a:pt x="609" y="224"/>
                  <a:pt x="609" y="224"/>
                  <a:pt x="609" y="224"/>
                </a:cubicBezTo>
                <a:cubicBezTo>
                  <a:pt x="633" y="224"/>
                  <a:pt x="633" y="224"/>
                  <a:pt x="633" y="224"/>
                </a:cubicBezTo>
                <a:cubicBezTo>
                  <a:pt x="633" y="224"/>
                  <a:pt x="634" y="225"/>
                  <a:pt x="635" y="225"/>
                </a:cubicBezTo>
                <a:cubicBezTo>
                  <a:pt x="636" y="225"/>
                  <a:pt x="637" y="224"/>
                  <a:pt x="638" y="224"/>
                </a:cubicBezTo>
                <a:cubicBezTo>
                  <a:pt x="799" y="224"/>
                  <a:pt x="799" y="224"/>
                  <a:pt x="799" y="224"/>
                </a:cubicBezTo>
                <a:cubicBezTo>
                  <a:pt x="799" y="363"/>
                  <a:pt x="799" y="363"/>
                  <a:pt x="799" y="363"/>
                </a:cubicBezTo>
                <a:lnTo>
                  <a:pt x="776" y="363"/>
                </a:lnTo>
                <a:close/>
                <a:moveTo>
                  <a:pt x="158" y="191"/>
                </a:moveTo>
                <a:cubicBezTo>
                  <a:pt x="158" y="199"/>
                  <a:pt x="152" y="205"/>
                  <a:pt x="145" y="205"/>
                </a:cubicBezTo>
                <a:cubicBezTo>
                  <a:pt x="13" y="205"/>
                  <a:pt x="13" y="205"/>
                  <a:pt x="13" y="205"/>
                </a:cubicBezTo>
                <a:cubicBezTo>
                  <a:pt x="6" y="205"/>
                  <a:pt x="0" y="199"/>
                  <a:pt x="0" y="191"/>
                </a:cubicBezTo>
                <a:cubicBezTo>
                  <a:pt x="0" y="184"/>
                  <a:pt x="6" y="178"/>
                  <a:pt x="13" y="178"/>
                </a:cubicBezTo>
                <a:cubicBezTo>
                  <a:pt x="145" y="178"/>
                  <a:pt x="145" y="178"/>
                  <a:pt x="145" y="178"/>
                </a:cubicBezTo>
                <a:cubicBezTo>
                  <a:pt x="152" y="178"/>
                  <a:pt x="158" y="184"/>
                  <a:pt x="158" y="191"/>
                </a:cubicBezTo>
                <a:close/>
                <a:moveTo>
                  <a:pt x="158" y="125"/>
                </a:moveTo>
                <a:cubicBezTo>
                  <a:pt x="158" y="132"/>
                  <a:pt x="152" y="138"/>
                  <a:pt x="145" y="138"/>
                </a:cubicBezTo>
                <a:cubicBezTo>
                  <a:pt x="77" y="138"/>
                  <a:pt x="77" y="138"/>
                  <a:pt x="77" y="138"/>
                </a:cubicBezTo>
                <a:cubicBezTo>
                  <a:pt x="70" y="138"/>
                  <a:pt x="64" y="132"/>
                  <a:pt x="64" y="125"/>
                </a:cubicBezTo>
                <a:cubicBezTo>
                  <a:pt x="64" y="118"/>
                  <a:pt x="70" y="112"/>
                  <a:pt x="77" y="112"/>
                </a:cubicBezTo>
                <a:cubicBezTo>
                  <a:pt x="145" y="112"/>
                  <a:pt x="145" y="112"/>
                  <a:pt x="145" y="112"/>
                </a:cubicBezTo>
                <a:cubicBezTo>
                  <a:pt x="152" y="112"/>
                  <a:pt x="158" y="118"/>
                  <a:pt x="158" y="125"/>
                </a:cubicBezTo>
                <a:close/>
                <a:moveTo>
                  <a:pt x="158" y="258"/>
                </a:moveTo>
                <a:cubicBezTo>
                  <a:pt x="158" y="265"/>
                  <a:pt x="152" y="271"/>
                  <a:pt x="145" y="271"/>
                </a:cubicBezTo>
                <a:cubicBezTo>
                  <a:pt x="77" y="271"/>
                  <a:pt x="77" y="271"/>
                  <a:pt x="77" y="271"/>
                </a:cubicBezTo>
                <a:cubicBezTo>
                  <a:pt x="70" y="271"/>
                  <a:pt x="64" y="265"/>
                  <a:pt x="64" y="258"/>
                </a:cubicBezTo>
                <a:cubicBezTo>
                  <a:pt x="64" y="251"/>
                  <a:pt x="70" y="245"/>
                  <a:pt x="77" y="245"/>
                </a:cubicBezTo>
                <a:cubicBezTo>
                  <a:pt x="145" y="245"/>
                  <a:pt x="145" y="245"/>
                  <a:pt x="145" y="245"/>
                </a:cubicBezTo>
                <a:cubicBezTo>
                  <a:pt x="152" y="245"/>
                  <a:pt x="158" y="251"/>
                  <a:pt x="158" y="258"/>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00" name="Google Shape;200;p14"/>
          <p:cNvSpPr/>
          <p:nvPr/>
        </p:nvSpPr>
        <p:spPr>
          <a:xfrm>
            <a:off x="3855276" y="8954142"/>
            <a:ext cx="731400" cy="599655"/>
          </a:xfrm>
          <a:custGeom>
            <a:rect b="b" l="l" r="r" t="t"/>
            <a:pathLst>
              <a:path extrusionOk="0" h="289" w="353">
                <a:moveTo>
                  <a:pt x="337" y="32"/>
                </a:moveTo>
                <a:cubicBezTo>
                  <a:pt x="241" y="32"/>
                  <a:pt x="241" y="32"/>
                  <a:pt x="241" y="32"/>
                </a:cubicBezTo>
                <a:cubicBezTo>
                  <a:pt x="241" y="15"/>
                  <a:pt x="226" y="0"/>
                  <a:pt x="209" y="0"/>
                </a:cubicBezTo>
                <a:cubicBezTo>
                  <a:pt x="144" y="0"/>
                  <a:pt x="144" y="0"/>
                  <a:pt x="144" y="0"/>
                </a:cubicBezTo>
                <a:cubicBezTo>
                  <a:pt x="127" y="0"/>
                  <a:pt x="112" y="15"/>
                  <a:pt x="112" y="32"/>
                </a:cubicBezTo>
                <a:cubicBezTo>
                  <a:pt x="16" y="32"/>
                  <a:pt x="16" y="32"/>
                  <a:pt x="16" y="32"/>
                </a:cubicBezTo>
                <a:cubicBezTo>
                  <a:pt x="7" y="32"/>
                  <a:pt x="0" y="40"/>
                  <a:pt x="0" y="48"/>
                </a:cubicBezTo>
                <a:cubicBezTo>
                  <a:pt x="0" y="129"/>
                  <a:pt x="0" y="129"/>
                  <a:pt x="0" y="129"/>
                </a:cubicBezTo>
                <a:cubicBezTo>
                  <a:pt x="0" y="138"/>
                  <a:pt x="7" y="145"/>
                  <a:pt x="16" y="145"/>
                </a:cubicBezTo>
                <a:cubicBezTo>
                  <a:pt x="16" y="273"/>
                  <a:pt x="16" y="273"/>
                  <a:pt x="16" y="273"/>
                </a:cubicBezTo>
                <a:cubicBezTo>
                  <a:pt x="16" y="282"/>
                  <a:pt x="23" y="289"/>
                  <a:pt x="32" y="289"/>
                </a:cubicBezTo>
                <a:cubicBezTo>
                  <a:pt x="321" y="289"/>
                  <a:pt x="321" y="289"/>
                  <a:pt x="321" y="289"/>
                </a:cubicBezTo>
                <a:cubicBezTo>
                  <a:pt x="330" y="289"/>
                  <a:pt x="337" y="282"/>
                  <a:pt x="337" y="273"/>
                </a:cubicBezTo>
                <a:cubicBezTo>
                  <a:pt x="337" y="145"/>
                  <a:pt x="337" y="145"/>
                  <a:pt x="337" y="145"/>
                </a:cubicBezTo>
                <a:cubicBezTo>
                  <a:pt x="346" y="145"/>
                  <a:pt x="353" y="138"/>
                  <a:pt x="353" y="129"/>
                </a:cubicBezTo>
                <a:cubicBezTo>
                  <a:pt x="353" y="48"/>
                  <a:pt x="353" y="48"/>
                  <a:pt x="353" y="48"/>
                </a:cubicBezTo>
                <a:cubicBezTo>
                  <a:pt x="353" y="40"/>
                  <a:pt x="346" y="32"/>
                  <a:pt x="337" y="32"/>
                </a:cubicBezTo>
                <a:moveTo>
                  <a:pt x="144" y="16"/>
                </a:moveTo>
                <a:cubicBezTo>
                  <a:pt x="209" y="16"/>
                  <a:pt x="209" y="16"/>
                  <a:pt x="209" y="16"/>
                </a:cubicBezTo>
                <a:cubicBezTo>
                  <a:pt x="217" y="16"/>
                  <a:pt x="225" y="23"/>
                  <a:pt x="225" y="32"/>
                </a:cubicBezTo>
                <a:cubicBezTo>
                  <a:pt x="128" y="32"/>
                  <a:pt x="128" y="32"/>
                  <a:pt x="128" y="32"/>
                </a:cubicBezTo>
                <a:cubicBezTo>
                  <a:pt x="128" y="23"/>
                  <a:pt x="136" y="16"/>
                  <a:pt x="144" y="16"/>
                </a:cubicBezTo>
                <a:moveTo>
                  <a:pt x="321" y="273"/>
                </a:moveTo>
                <a:cubicBezTo>
                  <a:pt x="32" y="273"/>
                  <a:pt x="32" y="273"/>
                  <a:pt x="32" y="273"/>
                </a:cubicBezTo>
                <a:cubicBezTo>
                  <a:pt x="32" y="145"/>
                  <a:pt x="32" y="145"/>
                  <a:pt x="32" y="145"/>
                </a:cubicBezTo>
                <a:cubicBezTo>
                  <a:pt x="64" y="145"/>
                  <a:pt x="64" y="145"/>
                  <a:pt x="64" y="145"/>
                </a:cubicBezTo>
                <a:cubicBezTo>
                  <a:pt x="64" y="161"/>
                  <a:pt x="64" y="161"/>
                  <a:pt x="64" y="161"/>
                </a:cubicBezTo>
                <a:cubicBezTo>
                  <a:pt x="64" y="170"/>
                  <a:pt x="71" y="177"/>
                  <a:pt x="80" y="177"/>
                </a:cubicBezTo>
                <a:cubicBezTo>
                  <a:pt x="112" y="177"/>
                  <a:pt x="112" y="177"/>
                  <a:pt x="112" y="177"/>
                </a:cubicBezTo>
                <a:cubicBezTo>
                  <a:pt x="121" y="177"/>
                  <a:pt x="128" y="170"/>
                  <a:pt x="128" y="161"/>
                </a:cubicBezTo>
                <a:cubicBezTo>
                  <a:pt x="128" y="145"/>
                  <a:pt x="128" y="145"/>
                  <a:pt x="128" y="145"/>
                </a:cubicBezTo>
                <a:cubicBezTo>
                  <a:pt x="225" y="145"/>
                  <a:pt x="225" y="145"/>
                  <a:pt x="225" y="145"/>
                </a:cubicBezTo>
                <a:cubicBezTo>
                  <a:pt x="225" y="161"/>
                  <a:pt x="225" y="161"/>
                  <a:pt x="225" y="161"/>
                </a:cubicBezTo>
                <a:cubicBezTo>
                  <a:pt x="225" y="170"/>
                  <a:pt x="232" y="177"/>
                  <a:pt x="241" y="177"/>
                </a:cubicBezTo>
                <a:cubicBezTo>
                  <a:pt x="273" y="177"/>
                  <a:pt x="273" y="177"/>
                  <a:pt x="273" y="177"/>
                </a:cubicBezTo>
                <a:cubicBezTo>
                  <a:pt x="282" y="177"/>
                  <a:pt x="289" y="170"/>
                  <a:pt x="289" y="161"/>
                </a:cubicBezTo>
                <a:cubicBezTo>
                  <a:pt x="289" y="145"/>
                  <a:pt x="289" y="145"/>
                  <a:pt x="289" y="145"/>
                </a:cubicBezTo>
                <a:cubicBezTo>
                  <a:pt x="321" y="145"/>
                  <a:pt x="321" y="145"/>
                  <a:pt x="321" y="145"/>
                </a:cubicBezTo>
                <a:lnTo>
                  <a:pt x="321" y="273"/>
                </a:lnTo>
                <a:close/>
                <a:moveTo>
                  <a:pt x="80" y="113"/>
                </a:moveTo>
                <a:cubicBezTo>
                  <a:pt x="112" y="113"/>
                  <a:pt x="112" y="113"/>
                  <a:pt x="112" y="113"/>
                </a:cubicBezTo>
                <a:cubicBezTo>
                  <a:pt x="112" y="161"/>
                  <a:pt x="112" y="161"/>
                  <a:pt x="112" y="161"/>
                </a:cubicBezTo>
                <a:cubicBezTo>
                  <a:pt x="80" y="161"/>
                  <a:pt x="80" y="161"/>
                  <a:pt x="80" y="161"/>
                </a:cubicBezTo>
                <a:lnTo>
                  <a:pt x="80" y="113"/>
                </a:lnTo>
                <a:close/>
                <a:moveTo>
                  <a:pt x="241" y="113"/>
                </a:moveTo>
                <a:cubicBezTo>
                  <a:pt x="273" y="113"/>
                  <a:pt x="273" y="113"/>
                  <a:pt x="273" y="113"/>
                </a:cubicBezTo>
                <a:cubicBezTo>
                  <a:pt x="273" y="161"/>
                  <a:pt x="273" y="161"/>
                  <a:pt x="273" y="161"/>
                </a:cubicBezTo>
                <a:cubicBezTo>
                  <a:pt x="241" y="161"/>
                  <a:pt x="241" y="161"/>
                  <a:pt x="241" y="161"/>
                </a:cubicBezTo>
                <a:lnTo>
                  <a:pt x="241" y="113"/>
                </a:lnTo>
                <a:close/>
                <a:moveTo>
                  <a:pt x="337" y="129"/>
                </a:moveTo>
                <a:cubicBezTo>
                  <a:pt x="289" y="129"/>
                  <a:pt x="289" y="129"/>
                  <a:pt x="289" y="129"/>
                </a:cubicBezTo>
                <a:cubicBezTo>
                  <a:pt x="289" y="113"/>
                  <a:pt x="289" y="113"/>
                  <a:pt x="289" y="113"/>
                </a:cubicBezTo>
                <a:cubicBezTo>
                  <a:pt x="289" y="104"/>
                  <a:pt x="282" y="97"/>
                  <a:pt x="273" y="97"/>
                </a:cubicBezTo>
                <a:cubicBezTo>
                  <a:pt x="241" y="97"/>
                  <a:pt x="241" y="97"/>
                  <a:pt x="241" y="97"/>
                </a:cubicBezTo>
                <a:cubicBezTo>
                  <a:pt x="232" y="97"/>
                  <a:pt x="225" y="104"/>
                  <a:pt x="225" y="113"/>
                </a:cubicBezTo>
                <a:cubicBezTo>
                  <a:pt x="225" y="129"/>
                  <a:pt x="225" y="129"/>
                  <a:pt x="225" y="129"/>
                </a:cubicBezTo>
                <a:cubicBezTo>
                  <a:pt x="128" y="129"/>
                  <a:pt x="128" y="129"/>
                  <a:pt x="128" y="129"/>
                </a:cubicBezTo>
                <a:cubicBezTo>
                  <a:pt x="128" y="113"/>
                  <a:pt x="128" y="113"/>
                  <a:pt x="128" y="113"/>
                </a:cubicBezTo>
                <a:cubicBezTo>
                  <a:pt x="128" y="104"/>
                  <a:pt x="121" y="97"/>
                  <a:pt x="112" y="97"/>
                </a:cubicBezTo>
                <a:cubicBezTo>
                  <a:pt x="80" y="97"/>
                  <a:pt x="80" y="97"/>
                  <a:pt x="80" y="97"/>
                </a:cubicBezTo>
                <a:cubicBezTo>
                  <a:pt x="71" y="97"/>
                  <a:pt x="64" y="104"/>
                  <a:pt x="64" y="113"/>
                </a:cubicBezTo>
                <a:cubicBezTo>
                  <a:pt x="64" y="129"/>
                  <a:pt x="64" y="129"/>
                  <a:pt x="64" y="129"/>
                </a:cubicBezTo>
                <a:cubicBezTo>
                  <a:pt x="16" y="129"/>
                  <a:pt x="16" y="129"/>
                  <a:pt x="16" y="129"/>
                </a:cubicBezTo>
                <a:cubicBezTo>
                  <a:pt x="16" y="48"/>
                  <a:pt x="16" y="48"/>
                  <a:pt x="16" y="48"/>
                </a:cubicBezTo>
                <a:cubicBezTo>
                  <a:pt x="337" y="48"/>
                  <a:pt x="337" y="48"/>
                  <a:pt x="337" y="48"/>
                </a:cubicBezTo>
                <a:lnTo>
                  <a:pt x="337" y="12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01" name="Google Shape;201;p14"/>
          <p:cNvSpPr/>
          <p:nvPr/>
        </p:nvSpPr>
        <p:spPr>
          <a:xfrm>
            <a:off x="13813174" y="4855847"/>
            <a:ext cx="820175" cy="823153"/>
          </a:xfrm>
          <a:custGeom>
            <a:rect b="b" l="l" r="r" t="t"/>
            <a:pathLst>
              <a:path extrusionOk="0" h="353" w="353">
                <a:moveTo>
                  <a:pt x="321" y="104"/>
                </a:moveTo>
                <a:cubicBezTo>
                  <a:pt x="321" y="24"/>
                  <a:pt x="321" y="24"/>
                  <a:pt x="321" y="24"/>
                </a:cubicBezTo>
                <a:cubicBezTo>
                  <a:pt x="321" y="11"/>
                  <a:pt x="311" y="0"/>
                  <a:pt x="297" y="0"/>
                </a:cubicBezTo>
                <a:cubicBezTo>
                  <a:pt x="284" y="0"/>
                  <a:pt x="273" y="11"/>
                  <a:pt x="273" y="24"/>
                </a:cubicBezTo>
                <a:cubicBezTo>
                  <a:pt x="273" y="30"/>
                  <a:pt x="273" y="30"/>
                  <a:pt x="273" y="30"/>
                </a:cubicBezTo>
                <a:cubicBezTo>
                  <a:pt x="40" y="98"/>
                  <a:pt x="40" y="98"/>
                  <a:pt x="40" y="98"/>
                </a:cubicBezTo>
                <a:cubicBezTo>
                  <a:pt x="38" y="97"/>
                  <a:pt x="35" y="96"/>
                  <a:pt x="32" y="96"/>
                </a:cubicBezTo>
                <a:cubicBezTo>
                  <a:pt x="16" y="96"/>
                  <a:pt x="16" y="96"/>
                  <a:pt x="16" y="96"/>
                </a:cubicBezTo>
                <a:cubicBezTo>
                  <a:pt x="7" y="96"/>
                  <a:pt x="0" y="103"/>
                  <a:pt x="0" y="112"/>
                </a:cubicBezTo>
                <a:cubicBezTo>
                  <a:pt x="0" y="192"/>
                  <a:pt x="0" y="192"/>
                  <a:pt x="0" y="192"/>
                </a:cubicBezTo>
                <a:cubicBezTo>
                  <a:pt x="0" y="201"/>
                  <a:pt x="7" y="208"/>
                  <a:pt x="16" y="208"/>
                </a:cubicBezTo>
                <a:cubicBezTo>
                  <a:pt x="32" y="208"/>
                  <a:pt x="32" y="208"/>
                  <a:pt x="32" y="208"/>
                </a:cubicBezTo>
                <a:cubicBezTo>
                  <a:pt x="35" y="208"/>
                  <a:pt x="38" y="208"/>
                  <a:pt x="40" y="206"/>
                </a:cubicBezTo>
                <a:cubicBezTo>
                  <a:pt x="50" y="209"/>
                  <a:pt x="50" y="209"/>
                  <a:pt x="50" y="209"/>
                </a:cubicBezTo>
                <a:cubicBezTo>
                  <a:pt x="81" y="347"/>
                  <a:pt x="81" y="347"/>
                  <a:pt x="81" y="347"/>
                </a:cubicBezTo>
                <a:cubicBezTo>
                  <a:pt x="81" y="347"/>
                  <a:pt x="81" y="347"/>
                  <a:pt x="81" y="347"/>
                </a:cubicBezTo>
                <a:cubicBezTo>
                  <a:pt x="82" y="350"/>
                  <a:pt x="85" y="353"/>
                  <a:pt x="89" y="353"/>
                </a:cubicBezTo>
                <a:cubicBezTo>
                  <a:pt x="153" y="353"/>
                  <a:pt x="153" y="353"/>
                  <a:pt x="153" y="353"/>
                </a:cubicBezTo>
                <a:cubicBezTo>
                  <a:pt x="157" y="353"/>
                  <a:pt x="161" y="349"/>
                  <a:pt x="161" y="345"/>
                </a:cubicBezTo>
                <a:cubicBezTo>
                  <a:pt x="161" y="344"/>
                  <a:pt x="161" y="344"/>
                  <a:pt x="160" y="343"/>
                </a:cubicBezTo>
                <a:cubicBezTo>
                  <a:pt x="161" y="343"/>
                  <a:pt x="161" y="343"/>
                  <a:pt x="161" y="343"/>
                </a:cubicBezTo>
                <a:cubicBezTo>
                  <a:pt x="135" y="234"/>
                  <a:pt x="135" y="234"/>
                  <a:pt x="135" y="234"/>
                </a:cubicBezTo>
                <a:cubicBezTo>
                  <a:pt x="273" y="275"/>
                  <a:pt x="273" y="275"/>
                  <a:pt x="273" y="275"/>
                </a:cubicBezTo>
                <a:cubicBezTo>
                  <a:pt x="273" y="281"/>
                  <a:pt x="273" y="281"/>
                  <a:pt x="273" y="281"/>
                </a:cubicBezTo>
                <a:cubicBezTo>
                  <a:pt x="273" y="294"/>
                  <a:pt x="284" y="305"/>
                  <a:pt x="297" y="305"/>
                </a:cubicBezTo>
                <a:cubicBezTo>
                  <a:pt x="311" y="305"/>
                  <a:pt x="321" y="294"/>
                  <a:pt x="321" y="281"/>
                </a:cubicBezTo>
                <a:cubicBezTo>
                  <a:pt x="321" y="200"/>
                  <a:pt x="321" y="200"/>
                  <a:pt x="321" y="200"/>
                </a:cubicBezTo>
                <a:cubicBezTo>
                  <a:pt x="339" y="200"/>
                  <a:pt x="353" y="186"/>
                  <a:pt x="353" y="168"/>
                </a:cubicBezTo>
                <a:cubicBezTo>
                  <a:pt x="353" y="136"/>
                  <a:pt x="353" y="136"/>
                  <a:pt x="353" y="136"/>
                </a:cubicBezTo>
                <a:cubicBezTo>
                  <a:pt x="353" y="118"/>
                  <a:pt x="339" y="104"/>
                  <a:pt x="321" y="104"/>
                </a:cubicBezTo>
                <a:moveTo>
                  <a:pt x="32" y="192"/>
                </a:moveTo>
                <a:cubicBezTo>
                  <a:pt x="16" y="192"/>
                  <a:pt x="16" y="192"/>
                  <a:pt x="16" y="192"/>
                </a:cubicBezTo>
                <a:cubicBezTo>
                  <a:pt x="16" y="112"/>
                  <a:pt x="16" y="112"/>
                  <a:pt x="16" y="112"/>
                </a:cubicBezTo>
                <a:cubicBezTo>
                  <a:pt x="32" y="112"/>
                  <a:pt x="32" y="112"/>
                  <a:pt x="32" y="112"/>
                </a:cubicBezTo>
                <a:lnTo>
                  <a:pt x="32" y="192"/>
                </a:lnTo>
                <a:close/>
                <a:moveTo>
                  <a:pt x="143" y="337"/>
                </a:moveTo>
                <a:cubicBezTo>
                  <a:pt x="95" y="337"/>
                  <a:pt x="95" y="337"/>
                  <a:pt x="95" y="337"/>
                </a:cubicBezTo>
                <a:cubicBezTo>
                  <a:pt x="91" y="321"/>
                  <a:pt x="91" y="321"/>
                  <a:pt x="91" y="321"/>
                </a:cubicBezTo>
                <a:cubicBezTo>
                  <a:pt x="139" y="321"/>
                  <a:pt x="139" y="321"/>
                  <a:pt x="139" y="321"/>
                </a:cubicBezTo>
                <a:lnTo>
                  <a:pt x="143" y="337"/>
                </a:lnTo>
                <a:close/>
                <a:moveTo>
                  <a:pt x="135" y="305"/>
                </a:moveTo>
                <a:cubicBezTo>
                  <a:pt x="88" y="305"/>
                  <a:pt x="88" y="305"/>
                  <a:pt x="88" y="305"/>
                </a:cubicBezTo>
                <a:cubicBezTo>
                  <a:pt x="68" y="214"/>
                  <a:pt x="68" y="214"/>
                  <a:pt x="68" y="214"/>
                </a:cubicBezTo>
                <a:cubicBezTo>
                  <a:pt x="117" y="229"/>
                  <a:pt x="117" y="229"/>
                  <a:pt x="117" y="229"/>
                </a:cubicBezTo>
                <a:lnTo>
                  <a:pt x="135" y="305"/>
                </a:lnTo>
                <a:close/>
                <a:moveTo>
                  <a:pt x="273" y="258"/>
                </a:moveTo>
                <a:cubicBezTo>
                  <a:pt x="48" y="192"/>
                  <a:pt x="48" y="192"/>
                  <a:pt x="48" y="192"/>
                </a:cubicBezTo>
                <a:cubicBezTo>
                  <a:pt x="48" y="113"/>
                  <a:pt x="48" y="113"/>
                  <a:pt x="48" y="113"/>
                </a:cubicBezTo>
                <a:cubicBezTo>
                  <a:pt x="273" y="47"/>
                  <a:pt x="273" y="47"/>
                  <a:pt x="273" y="47"/>
                </a:cubicBezTo>
                <a:lnTo>
                  <a:pt x="273" y="258"/>
                </a:lnTo>
                <a:close/>
                <a:moveTo>
                  <a:pt x="305" y="281"/>
                </a:moveTo>
                <a:cubicBezTo>
                  <a:pt x="305" y="285"/>
                  <a:pt x="302" y="289"/>
                  <a:pt x="297" y="289"/>
                </a:cubicBezTo>
                <a:cubicBezTo>
                  <a:pt x="293" y="289"/>
                  <a:pt x="289" y="285"/>
                  <a:pt x="289" y="281"/>
                </a:cubicBezTo>
                <a:cubicBezTo>
                  <a:pt x="289" y="24"/>
                  <a:pt x="289" y="24"/>
                  <a:pt x="289" y="24"/>
                </a:cubicBezTo>
                <a:cubicBezTo>
                  <a:pt x="289" y="19"/>
                  <a:pt x="293" y="16"/>
                  <a:pt x="297" y="16"/>
                </a:cubicBezTo>
                <a:cubicBezTo>
                  <a:pt x="302" y="16"/>
                  <a:pt x="305" y="19"/>
                  <a:pt x="305" y="24"/>
                </a:cubicBezTo>
                <a:lnTo>
                  <a:pt x="305" y="281"/>
                </a:lnTo>
                <a:close/>
                <a:moveTo>
                  <a:pt x="337" y="168"/>
                </a:moveTo>
                <a:cubicBezTo>
                  <a:pt x="337" y="177"/>
                  <a:pt x="330" y="184"/>
                  <a:pt x="321" y="184"/>
                </a:cubicBezTo>
                <a:cubicBezTo>
                  <a:pt x="321" y="120"/>
                  <a:pt x="321" y="120"/>
                  <a:pt x="321" y="120"/>
                </a:cubicBezTo>
                <a:cubicBezTo>
                  <a:pt x="330" y="120"/>
                  <a:pt x="337" y="127"/>
                  <a:pt x="337" y="136"/>
                </a:cubicBezTo>
                <a:lnTo>
                  <a:pt x="337" y="168"/>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02" name="Google Shape;202;p14"/>
          <p:cNvSpPr/>
          <p:nvPr/>
        </p:nvSpPr>
        <p:spPr>
          <a:xfrm>
            <a:off x="17203557" y="6741450"/>
            <a:ext cx="743499" cy="1082341"/>
          </a:xfrm>
          <a:custGeom>
            <a:rect b="b" l="l" r="r" t="t"/>
            <a:pathLst>
              <a:path extrusionOk="0" h="4067" w="2797">
                <a:moveTo>
                  <a:pt x="399" y="1619"/>
                </a:moveTo>
                <a:cubicBezTo>
                  <a:pt x="399" y="1484"/>
                  <a:pt x="508" y="1375"/>
                  <a:pt x="643" y="1375"/>
                </a:cubicBezTo>
                <a:cubicBezTo>
                  <a:pt x="778" y="1375"/>
                  <a:pt x="887" y="1484"/>
                  <a:pt x="887" y="1619"/>
                </a:cubicBezTo>
                <a:cubicBezTo>
                  <a:pt x="887" y="1754"/>
                  <a:pt x="778" y="1863"/>
                  <a:pt x="643" y="1863"/>
                </a:cubicBezTo>
                <a:cubicBezTo>
                  <a:pt x="508" y="1863"/>
                  <a:pt x="399" y="1754"/>
                  <a:pt x="399" y="1619"/>
                </a:cubicBezTo>
                <a:close/>
                <a:moveTo>
                  <a:pt x="1189" y="3053"/>
                </a:moveTo>
                <a:cubicBezTo>
                  <a:pt x="1189" y="3557"/>
                  <a:pt x="1189" y="3557"/>
                  <a:pt x="1189" y="3557"/>
                </a:cubicBezTo>
                <a:cubicBezTo>
                  <a:pt x="1189" y="3599"/>
                  <a:pt x="1158" y="3633"/>
                  <a:pt x="1120" y="3633"/>
                </a:cubicBezTo>
                <a:cubicBezTo>
                  <a:pt x="1011" y="3633"/>
                  <a:pt x="1011" y="3633"/>
                  <a:pt x="1011" y="3633"/>
                </a:cubicBezTo>
                <a:cubicBezTo>
                  <a:pt x="973" y="3633"/>
                  <a:pt x="942" y="3599"/>
                  <a:pt x="942" y="3557"/>
                </a:cubicBezTo>
                <a:cubicBezTo>
                  <a:pt x="942" y="3053"/>
                  <a:pt x="942" y="3053"/>
                  <a:pt x="942" y="3053"/>
                </a:cubicBezTo>
                <a:cubicBezTo>
                  <a:pt x="942" y="3011"/>
                  <a:pt x="973" y="2977"/>
                  <a:pt x="1011" y="2977"/>
                </a:cubicBezTo>
                <a:cubicBezTo>
                  <a:pt x="1033" y="2977"/>
                  <a:pt x="1033" y="2977"/>
                  <a:pt x="1033" y="2977"/>
                </a:cubicBezTo>
                <a:cubicBezTo>
                  <a:pt x="1033" y="2947"/>
                  <a:pt x="1033" y="2947"/>
                  <a:pt x="1033" y="2947"/>
                </a:cubicBezTo>
                <a:cubicBezTo>
                  <a:pt x="993" y="2938"/>
                  <a:pt x="965" y="2906"/>
                  <a:pt x="960" y="2858"/>
                </a:cubicBezTo>
                <a:cubicBezTo>
                  <a:pt x="958" y="2843"/>
                  <a:pt x="959" y="2828"/>
                  <a:pt x="959" y="2812"/>
                </a:cubicBezTo>
                <a:cubicBezTo>
                  <a:pt x="959" y="2631"/>
                  <a:pt x="959" y="2450"/>
                  <a:pt x="959" y="2269"/>
                </a:cubicBezTo>
                <a:cubicBezTo>
                  <a:pt x="959" y="2257"/>
                  <a:pt x="959" y="2245"/>
                  <a:pt x="959" y="2232"/>
                </a:cubicBezTo>
                <a:cubicBezTo>
                  <a:pt x="946" y="2232"/>
                  <a:pt x="936" y="2232"/>
                  <a:pt x="924" y="2232"/>
                </a:cubicBezTo>
                <a:cubicBezTo>
                  <a:pt x="924" y="2891"/>
                  <a:pt x="924" y="2891"/>
                  <a:pt x="924" y="2891"/>
                </a:cubicBezTo>
                <a:cubicBezTo>
                  <a:pt x="924" y="3192"/>
                  <a:pt x="924" y="3192"/>
                  <a:pt x="924" y="3192"/>
                </a:cubicBezTo>
                <a:cubicBezTo>
                  <a:pt x="924" y="3430"/>
                  <a:pt x="924" y="3668"/>
                  <a:pt x="925" y="3907"/>
                </a:cubicBezTo>
                <a:cubicBezTo>
                  <a:pt x="925" y="3983"/>
                  <a:pt x="903" y="4040"/>
                  <a:pt x="827" y="4067"/>
                </a:cubicBezTo>
                <a:cubicBezTo>
                  <a:pt x="805" y="4067"/>
                  <a:pt x="784" y="4067"/>
                  <a:pt x="762" y="4067"/>
                </a:cubicBezTo>
                <a:cubicBezTo>
                  <a:pt x="686" y="4039"/>
                  <a:pt x="663" y="3983"/>
                  <a:pt x="663" y="3905"/>
                </a:cubicBezTo>
                <a:cubicBezTo>
                  <a:pt x="666" y="3600"/>
                  <a:pt x="664" y="3295"/>
                  <a:pt x="664" y="2990"/>
                </a:cubicBezTo>
                <a:cubicBezTo>
                  <a:pt x="664" y="2977"/>
                  <a:pt x="664" y="2965"/>
                  <a:pt x="664" y="2951"/>
                </a:cubicBezTo>
                <a:cubicBezTo>
                  <a:pt x="648" y="2951"/>
                  <a:pt x="636" y="2951"/>
                  <a:pt x="620" y="2951"/>
                </a:cubicBezTo>
                <a:cubicBezTo>
                  <a:pt x="620" y="2965"/>
                  <a:pt x="620" y="2978"/>
                  <a:pt x="620" y="2991"/>
                </a:cubicBezTo>
                <a:cubicBezTo>
                  <a:pt x="620" y="3297"/>
                  <a:pt x="619" y="3603"/>
                  <a:pt x="621" y="3909"/>
                </a:cubicBezTo>
                <a:cubicBezTo>
                  <a:pt x="621" y="3986"/>
                  <a:pt x="597" y="4041"/>
                  <a:pt x="521" y="4067"/>
                </a:cubicBezTo>
                <a:cubicBezTo>
                  <a:pt x="499" y="4067"/>
                  <a:pt x="478" y="4067"/>
                  <a:pt x="456" y="4067"/>
                </a:cubicBezTo>
                <a:cubicBezTo>
                  <a:pt x="415" y="4048"/>
                  <a:pt x="378" y="4024"/>
                  <a:pt x="368" y="3976"/>
                </a:cubicBezTo>
                <a:cubicBezTo>
                  <a:pt x="363" y="3953"/>
                  <a:pt x="363" y="3929"/>
                  <a:pt x="363" y="3905"/>
                </a:cubicBezTo>
                <a:cubicBezTo>
                  <a:pt x="362" y="3364"/>
                  <a:pt x="362" y="2822"/>
                  <a:pt x="362" y="2281"/>
                </a:cubicBezTo>
                <a:cubicBezTo>
                  <a:pt x="362" y="2267"/>
                  <a:pt x="362" y="2253"/>
                  <a:pt x="362" y="2238"/>
                </a:cubicBezTo>
                <a:cubicBezTo>
                  <a:pt x="346" y="2238"/>
                  <a:pt x="334" y="2238"/>
                  <a:pt x="318" y="2238"/>
                </a:cubicBezTo>
                <a:cubicBezTo>
                  <a:pt x="318" y="2251"/>
                  <a:pt x="318" y="2263"/>
                  <a:pt x="318" y="2275"/>
                </a:cubicBezTo>
                <a:cubicBezTo>
                  <a:pt x="318" y="2456"/>
                  <a:pt x="318" y="2637"/>
                  <a:pt x="318" y="2818"/>
                </a:cubicBezTo>
                <a:cubicBezTo>
                  <a:pt x="318" y="2834"/>
                  <a:pt x="319" y="2849"/>
                  <a:pt x="317" y="2864"/>
                </a:cubicBezTo>
                <a:cubicBezTo>
                  <a:pt x="310" y="2931"/>
                  <a:pt x="258" y="2967"/>
                  <a:pt x="193" y="2952"/>
                </a:cubicBezTo>
                <a:cubicBezTo>
                  <a:pt x="158" y="2943"/>
                  <a:pt x="140" y="2917"/>
                  <a:pt x="124" y="2889"/>
                </a:cubicBezTo>
                <a:cubicBezTo>
                  <a:pt x="124" y="2637"/>
                  <a:pt x="128" y="2126"/>
                  <a:pt x="129" y="2122"/>
                </a:cubicBezTo>
                <a:cubicBezTo>
                  <a:pt x="160" y="1994"/>
                  <a:pt x="242" y="1913"/>
                  <a:pt x="362" y="1893"/>
                </a:cubicBezTo>
                <a:cubicBezTo>
                  <a:pt x="381" y="1890"/>
                  <a:pt x="400" y="1888"/>
                  <a:pt x="420" y="1888"/>
                </a:cubicBezTo>
                <a:cubicBezTo>
                  <a:pt x="453" y="1888"/>
                  <a:pt x="864" y="1887"/>
                  <a:pt x="915" y="1887"/>
                </a:cubicBezTo>
                <a:cubicBezTo>
                  <a:pt x="915" y="1887"/>
                  <a:pt x="915" y="1887"/>
                  <a:pt x="915" y="1887"/>
                </a:cubicBezTo>
                <a:cubicBezTo>
                  <a:pt x="915" y="1887"/>
                  <a:pt x="915" y="1887"/>
                  <a:pt x="915" y="1887"/>
                </a:cubicBezTo>
                <a:cubicBezTo>
                  <a:pt x="916" y="1887"/>
                  <a:pt x="917" y="1888"/>
                  <a:pt x="917" y="1888"/>
                </a:cubicBezTo>
                <a:cubicBezTo>
                  <a:pt x="1036" y="1908"/>
                  <a:pt x="1118" y="1989"/>
                  <a:pt x="1148" y="2116"/>
                </a:cubicBezTo>
                <a:cubicBezTo>
                  <a:pt x="1149" y="2120"/>
                  <a:pt x="1153" y="2631"/>
                  <a:pt x="1153" y="2883"/>
                </a:cubicBezTo>
                <a:cubicBezTo>
                  <a:pt x="1139" y="2907"/>
                  <a:pt x="1124" y="2930"/>
                  <a:pt x="1098" y="2941"/>
                </a:cubicBezTo>
                <a:cubicBezTo>
                  <a:pt x="1098" y="2977"/>
                  <a:pt x="1098" y="2977"/>
                  <a:pt x="1098" y="2977"/>
                </a:cubicBezTo>
                <a:cubicBezTo>
                  <a:pt x="1120" y="2977"/>
                  <a:pt x="1120" y="2977"/>
                  <a:pt x="1120" y="2977"/>
                </a:cubicBezTo>
                <a:cubicBezTo>
                  <a:pt x="1158" y="2977"/>
                  <a:pt x="1189" y="3011"/>
                  <a:pt x="1189" y="3053"/>
                </a:cubicBezTo>
                <a:close/>
                <a:moveTo>
                  <a:pt x="585" y="1914"/>
                </a:moveTo>
                <a:cubicBezTo>
                  <a:pt x="619" y="2002"/>
                  <a:pt x="619" y="2002"/>
                  <a:pt x="619" y="2002"/>
                </a:cubicBezTo>
                <a:cubicBezTo>
                  <a:pt x="641" y="2002"/>
                  <a:pt x="641" y="2002"/>
                  <a:pt x="641" y="2002"/>
                </a:cubicBezTo>
                <a:cubicBezTo>
                  <a:pt x="645" y="2002"/>
                  <a:pt x="645" y="2002"/>
                  <a:pt x="645" y="2002"/>
                </a:cubicBezTo>
                <a:cubicBezTo>
                  <a:pt x="666" y="2002"/>
                  <a:pt x="666" y="2002"/>
                  <a:pt x="666" y="2002"/>
                </a:cubicBezTo>
                <a:cubicBezTo>
                  <a:pt x="700" y="1914"/>
                  <a:pt x="700" y="1914"/>
                  <a:pt x="700" y="1914"/>
                </a:cubicBezTo>
                <a:cubicBezTo>
                  <a:pt x="645" y="1914"/>
                  <a:pt x="645" y="1914"/>
                  <a:pt x="645" y="1914"/>
                </a:cubicBezTo>
                <a:cubicBezTo>
                  <a:pt x="641" y="1914"/>
                  <a:pt x="641" y="1914"/>
                  <a:pt x="641" y="1914"/>
                </a:cubicBezTo>
                <a:lnTo>
                  <a:pt x="585" y="1914"/>
                </a:lnTo>
                <a:close/>
                <a:moveTo>
                  <a:pt x="705" y="2440"/>
                </a:moveTo>
                <a:cubicBezTo>
                  <a:pt x="666" y="2041"/>
                  <a:pt x="666" y="2041"/>
                  <a:pt x="666" y="2041"/>
                </a:cubicBezTo>
                <a:cubicBezTo>
                  <a:pt x="643" y="2041"/>
                  <a:pt x="643" y="2041"/>
                  <a:pt x="643" y="2041"/>
                </a:cubicBezTo>
                <a:cubicBezTo>
                  <a:pt x="620" y="2041"/>
                  <a:pt x="620" y="2041"/>
                  <a:pt x="620" y="2041"/>
                </a:cubicBezTo>
                <a:cubicBezTo>
                  <a:pt x="580" y="2440"/>
                  <a:pt x="580" y="2440"/>
                  <a:pt x="580" y="2440"/>
                </a:cubicBezTo>
                <a:cubicBezTo>
                  <a:pt x="643" y="2491"/>
                  <a:pt x="643" y="2491"/>
                  <a:pt x="643" y="2491"/>
                </a:cubicBezTo>
                <a:lnTo>
                  <a:pt x="705" y="2440"/>
                </a:lnTo>
                <a:close/>
                <a:moveTo>
                  <a:pt x="2653" y="763"/>
                </a:moveTo>
                <a:cubicBezTo>
                  <a:pt x="2648" y="783"/>
                  <a:pt x="2642" y="802"/>
                  <a:pt x="2634" y="821"/>
                </a:cubicBezTo>
                <a:cubicBezTo>
                  <a:pt x="2751" y="905"/>
                  <a:pt x="2751" y="905"/>
                  <a:pt x="2751" y="905"/>
                </a:cubicBezTo>
                <a:cubicBezTo>
                  <a:pt x="2603" y="1109"/>
                  <a:pt x="2603" y="1109"/>
                  <a:pt x="2603" y="1109"/>
                </a:cubicBezTo>
                <a:cubicBezTo>
                  <a:pt x="2486" y="1024"/>
                  <a:pt x="2486" y="1024"/>
                  <a:pt x="2486" y="1024"/>
                </a:cubicBezTo>
                <a:cubicBezTo>
                  <a:pt x="2471" y="1037"/>
                  <a:pt x="2454" y="1049"/>
                  <a:pt x="2437" y="1060"/>
                </a:cubicBezTo>
                <a:cubicBezTo>
                  <a:pt x="2482" y="1197"/>
                  <a:pt x="2482" y="1197"/>
                  <a:pt x="2482" y="1197"/>
                </a:cubicBezTo>
                <a:cubicBezTo>
                  <a:pt x="2242" y="1275"/>
                  <a:pt x="2242" y="1275"/>
                  <a:pt x="2242" y="1275"/>
                </a:cubicBezTo>
                <a:cubicBezTo>
                  <a:pt x="2198" y="1138"/>
                  <a:pt x="2198" y="1138"/>
                  <a:pt x="2198" y="1138"/>
                </a:cubicBezTo>
                <a:cubicBezTo>
                  <a:pt x="2188" y="1138"/>
                  <a:pt x="2178" y="1139"/>
                  <a:pt x="2168" y="1139"/>
                </a:cubicBezTo>
                <a:cubicBezTo>
                  <a:pt x="2157" y="1139"/>
                  <a:pt x="2147" y="1138"/>
                  <a:pt x="2137" y="1138"/>
                </a:cubicBezTo>
                <a:cubicBezTo>
                  <a:pt x="2093" y="1275"/>
                  <a:pt x="2093" y="1275"/>
                  <a:pt x="2093" y="1275"/>
                </a:cubicBezTo>
                <a:cubicBezTo>
                  <a:pt x="1853" y="1197"/>
                  <a:pt x="1853" y="1197"/>
                  <a:pt x="1853" y="1197"/>
                </a:cubicBezTo>
                <a:cubicBezTo>
                  <a:pt x="1898" y="1060"/>
                  <a:pt x="1898" y="1060"/>
                  <a:pt x="1898" y="1060"/>
                </a:cubicBezTo>
                <a:cubicBezTo>
                  <a:pt x="1881" y="1049"/>
                  <a:pt x="1864" y="1037"/>
                  <a:pt x="1849" y="1024"/>
                </a:cubicBezTo>
                <a:cubicBezTo>
                  <a:pt x="1732" y="1109"/>
                  <a:pt x="1732" y="1109"/>
                  <a:pt x="1732" y="1109"/>
                </a:cubicBezTo>
                <a:cubicBezTo>
                  <a:pt x="1584" y="905"/>
                  <a:pt x="1584" y="905"/>
                  <a:pt x="1584" y="905"/>
                </a:cubicBezTo>
                <a:cubicBezTo>
                  <a:pt x="1701" y="821"/>
                  <a:pt x="1701" y="821"/>
                  <a:pt x="1701" y="821"/>
                </a:cubicBezTo>
                <a:cubicBezTo>
                  <a:pt x="1694" y="802"/>
                  <a:pt x="1687" y="783"/>
                  <a:pt x="1682" y="763"/>
                </a:cubicBezTo>
                <a:cubicBezTo>
                  <a:pt x="1538" y="763"/>
                  <a:pt x="1538" y="763"/>
                  <a:pt x="1538" y="763"/>
                </a:cubicBezTo>
                <a:cubicBezTo>
                  <a:pt x="1538" y="511"/>
                  <a:pt x="1538" y="511"/>
                  <a:pt x="1538" y="511"/>
                </a:cubicBezTo>
                <a:cubicBezTo>
                  <a:pt x="1682" y="511"/>
                  <a:pt x="1682" y="511"/>
                  <a:pt x="1682" y="511"/>
                </a:cubicBezTo>
                <a:cubicBezTo>
                  <a:pt x="1687" y="492"/>
                  <a:pt x="1694" y="472"/>
                  <a:pt x="1701" y="454"/>
                </a:cubicBezTo>
                <a:cubicBezTo>
                  <a:pt x="1584" y="369"/>
                  <a:pt x="1584" y="369"/>
                  <a:pt x="1584" y="369"/>
                </a:cubicBezTo>
                <a:cubicBezTo>
                  <a:pt x="1732" y="165"/>
                  <a:pt x="1732" y="165"/>
                  <a:pt x="1732" y="165"/>
                </a:cubicBezTo>
                <a:cubicBezTo>
                  <a:pt x="1849" y="250"/>
                  <a:pt x="1849" y="250"/>
                  <a:pt x="1849" y="250"/>
                </a:cubicBezTo>
                <a:cubicBezTo>
                  <a:pt x="1864" y="237"/>
                  <a:pt x="1881" y="225"/>
                  <a:pt x="1898" y="215"/>
                </a:cubicBezTo>
                <a:cubicBezTo>
                  <a:pt x="1853" y="77"/>
                  <a:pt x="1853" y="77"/>
                  <a:pt x="1853" y="77"/>
                </a:cubicBezTo>
                <a:cubicBezTo>
                  <a:pt x="2093" y="0"/>
                  <a:pt x="2093" y="0"/>
                  <a:pt x="2093" y="0"/>
                </a:cubicBezTo>
                <a:cubicBezTo>
                  <a:pt x="2137" y="137"/>
                  <a:pt x="2137" y="137"/>
                  <a:pt x="2137" y="137"/>
                </a:cubicBezTo>
                <a:cubicBezTo>
                  <a:pt x="2147" y="136"/>
                  <a:pt x="2157" y="136"/>
                  <a:pt x="2168" y="136"/>
                </a:cubicBezTo>
                <a:cubicBezTo>
                  <a:pt x="2178" y="136"/>
                  <a:pt x="2188" y="136"/>
                  <a:pt x="2198" y="137"/>
                </a:cubicBezTo>
                <a:cubicBezTo>
                  <a:pt x="2242" y="0"/>
                  <a:pt x="2242" y="0"/>
                  <a:pt x="2242" y="0"/>
                </a:cubicBezTo>
                <a:cubicBezTo>
                  <a:pt x="2482" y="77"/>
                  <a:pt x="2482" y="77"/>
                  <a:pt x="2482" y="77"/>
                </a:cubicBezTo>
                <a:cubicBezTo>
                  <a:pt x="2437" y="215"/>
                  <a:pt x="2437" y="215"/>
                  <a:pt x="2437" y="215"/>
                </a:cubicBezTo>
                <a:cubicBezTo>
                  <a:pt x="2454" y="225"/>
                  <a:pt x="2471" y="237"/>
                  <a:pt x="2486" y="250"/>
                </a:cubicBezTo>
                <a:cubicBezTo>
                  <a:pt x="2603" y="165"/>
                  <a:pt x="2603" y="165"/>
                  <a:pt x="2603" y="165"/>
                </a:cubicBezTo>
                <a:cubicBezTo>
                  <a:pt x="2751" y="369"/>
                  <a:pt x="2751" y="369"/>
                  <a:pt x="2751" y="369"/>
                </a:cubicBezTo>
                <a:cubicBezTo>
                  <a:pt x="2634" y="454"/>
                  <a:pt x="2634" y="454"/>
                  <a:pt x="2634" y="454"/>
                </a:cubicBezTo>
                <a:cubicBezTo>
                  <a:pt x="2642" y="472"/>
                  <a:pt x="2648" y="492"/>
                  <a:pt x="2653" y="511"/>
                </a:cubicBezTo>
                <a:cubicBezTo>
                  <a:pt x="2797" y="511"/>
                  <a:pt x="2797" y="511"/>
                  <a:pt x="2797" y="511"/>
                </a:cubicBezTo>
                <a:cubicBezTo>
                  <a:pt x="2797" y="763"/>
                  <a:pt x="2797" y="763"/>
                  <a:pt x="2797" y="763"/>
                </a:cubicBezTo>
                <a:lnTo>
                  <a:pt x="2653" y="763"/>
                </a:lnTo>
                <a:close/>
                <a:moveTo>
                  <a:pt x="2319" y="637"/>
                </a:moveTo>
                <a:cubicBezTo>
                  <a:pt x="2319" y="554"/>
                  <a:pt x="2251" y="486"/>
                  <a:pt x="2168" y="486"/>
                </a:cubicBezTo>
                <a:cubicBezTo>
                  <a:pt x="2084" y="486"/>
                  <a:pt x="2016" y="554"/>
                  <a:pt x="2016" y="637"/>
                </a:cubicBezTo>
                <a:cubicBezTo>
                  <a:pt x="2016" y="721"/>
                  <a:pt x="2084" y="788"/>
                  <a:pt x="2168" y="788"/>
                </a:cubicBezTo>
                <a:cubicBezTo>
                  <a:pt x="2251" y="788"/>
                  <a:pt x="2319" y="721"/>
                  <a:pt x="2319" y="637"/>
                </a:cubicBezTo>
                <a:close/>
                <a:moveTo>
                  <a:pt x="852" y="424"/>
                </a:moveTo>
                <a:cubicBezTo>
                  <a:pt x="822" y="400"/>
                  <a:pt x="778" y="406"/>
                  <a:pt x="755" y="436"/>
                </a:cubicBezTo>
                <a:cubicBezTo>
                  <a:pt x="598" y="637"/>
                  <a:pt x="598" y="637"/>
                  <a:pt x="598" y="637"/>
                </a:cubicBezTo>
                <a:cubicBezTo>
                  <a:pt x="526" y="562"/>
                  <a:pt x="526" y="562"/>
                  <a:pt x="526" y="562"/>
                </a:cubicBezTo>
                <a:cubicBezTo>
                  <a:pt x="499" y="535"/>
                  <a:pt x="455" y="534"/>
                  <a:pt x="428" y="561"/>
                </a:cubicBezTo>
                <a:cubicBezTo>
                  <a:pt x="400" y="587"/>
                  <a:pt x="400" y="631"/>
                  <a:pt x="427" y="658"/>
                </a:cubicBezTo>
                <a:cubicBezTo>
                  <a:pt x="554" y="790"/>
                  <a:pt x="554" y="790"/>
                  <a:pt x="554" y="790"/>
                </a:cubicBezTo>
                <a:cubicBezTo>
                  <a:pt x="556" y="791"/>
                  <a:pt x="557" y="792"/>
                  <a:pt x="558" y="793"/>
                </a:cubicBezTo>
                <a:cubicBezTo>
                  <a:pt x="559" y="794"/>
                  <a:pt x="560" y="795"/>
                  <a:pt x="562" y="796"/>
                </a:cubicBezTo>
                <a:cubicBezTo>
                  <a:pt x="562" y="797"/>
                  <a:pt x="563" y="797"/>
                  <a:pt x="564" y="798"/>
                </a:cubicBezTo>
                <a:cubicBezTo>
                  <a:pt x="565" y="799"/>
                  <a:pt x="567" y="800"/>
                  <a:pt x="568" y="801"/>
                </a:cubicBezTo>
                <a:cubicBezTo>
                  <a:pt x="571" y="802"/>
                  <a:pt x="573" y="803"/>
                  <a:pt x="575" y="805"/>
                </a:cubicBezTo>
                <a:cubicBezTo>
                  <a:pt x="577" y="805"/>
                  <a:pt x="578" y="806"/>
                  <a:pt x="580" y="806"/>
                </a:cubicBezTo>
                <a:cubicBezTo>
                  <a:pt x="582" y="807"/>
                  <a:pt x="585" y="808"/>
                  <a:pt x="588" y="809"/>
                </a:cubicBezTo>
                <a:cubicBezTo>
                  <a:pt x="589" y="809"/>
                  <a:pt x="590" y="810"/>
                  <a:pt x="592" y="810"/>
                </a:cubicBezTo>
                <a:cubicBezTo>
                  <a:pt x="596" y="810"/>
                  <a:pt x="600" y="811"/>
                  <a:pt x="604" y="811"/>
                </a:cubicBezTo>
                <a:cubicBezTo>
                  <a:pt x="604" y="811"/>
                  <a:pt x="604" y="811"/>
                  <a:pt x="604" y="811"/>
                </a:cubicBezTo>
                <a:cubicBezTo>
                  <a:pt x="609" y="811"/>
                  <a:pt x="614" y="810"/>
                  <a:pt x="618" y="809"/>
                </a:cubicBezTo>
                <a:cubicBezTo>
                  <a:pt x="620" y="809"/>
                  <a:pt x="621" y="808"/>
                  <a:pt x="623" y="808"/>
                </a:cubicBezTo>
                <a:cubicBezTo>
                  <a:pt x="626" y="807"/>
                  <a:pt x="629" y="806"/>
                  <a:pt x="632" y="805"/>
                </a:cubicBezTo>
                <a:cubicBezTo>
                  <a:pt x="634" y="804"/>
                  <a:pt x="635" y="803"/>
                  <a:pt x="637" y="802"/>
                </a:cubicBezTo>
                <a:cubicBezTo>
                  <a:pt x="639" y="801"/>
                  <a:pt x="642" y="799"/>
                  <a:pt x="645" y="797"/>
                </a:cubicBezTo>
                <a:cubicBezTo>
                  <a:pt x="646" y="796"/>
                  <a:pt x="648" y="795"/>
                  <a:pt x="649" y="794"/>
                </a:cubicBezTo>
                <a:cubicBezTo>
                  <a:pt x="650" y="793"/>
                  <a:pt x="651" y="792"/>
                  <a:pt x="652" y="791"/>
                </a:cubicBezTo>
                <a:cubicBezTo>
                  <a:pt x="654" y="790"/>
                  <a:pt x="655" y="788"/>
                  <a:pt x="656" y="787"/>
                </a:cubicBezTo>
                <a:cubicBezTo>
                  <a:pt x="657" y="786"/>
                  <a:pt x="658" y="785"/>
                  <a:pt x="659" y="784"/>
                </a:cubicBezTo>
                <a:cubicBezTo>
                  <a:pt x="864" y="521"/>
                  <a:pt x="864" y="521"/>
                  <a:pt x="864" y="521"/>
                </a:cubicBezTo>
                <a:cubicBezTo>
                  <a:pt x="887" y="491"/>
                  <a:pt x="882" y="447"/>
                  <a:pt x="852" y="424"/>
                </a:cubicBezTo>
                <a:close/>
                <a:moveTo>
                  <a:pt x="649" y="339"/>
                </a:moveTo>
                <a:cubicBezTo>
                  <a:pt x="681" y="339"/>
                  <a:pt x="707" y="313"/>
                  <a:pt x="707" y="281"/>
                </a:cubicBezTo>
                <a:cubicBezTo>
                  <a:pt x="707" y="249"/>
                  <a:pt x="681" y="223"/>
                  <a:pt x="649" y="223"/>
                </a:cubicBezTo>
                <a:cubicBezTo>
                  <a:pt x="617" y="223"/>
                  <a:pt x="591" y="249"/>
                  <a:pt x="591" y="281"/>
                </a:cubicBezTo>
                <a:cubicBezTo>
                  <a:pt x="591" y="313"/>
                  <a:pt x="617" y="339"/>
                  <a:pt x="649" y="339"/>
                </a:cubicBezTo>
                <a:close/>
                <a:moveTo>
                  <a:pt x="281" y="577"/>
                </a:moveTo>
                <a:cubicBezTo>
                  <a:pt x="249" y="577"/>
                  <a:pt x="223" y="603"/>
                  <a:pt x="223" y="635"/>
                </a:cubicBezTo>
                <a:cubicBezTo>
                  <a:pt x="223" y="668"/>
                  <a:pt x="249" y="693"/>
                  <a:pt x="281" y="693"/>
                </a:cubicBezTo>
                <a:cubicBezTo>
                  <a:pt x="313" y="693"/>
                  <a:pt x="339" y="668"/>
                  <a:pt x="339" y="635"/>
                </a:cubicBezTo>
                <a:cubicBezTo>
                  <a:pt x="339" y="603"/>
                  <a:pt x="313" y="577"/>
                  <a:pt x="281" y="577"/>
                </a:cubicBezTo>
                <a:close/>
                <a:moveTo>
                  <a:pt x="928" y="635"/>
                </a:moveTo>
                <a:cubicBezTo>
                  <a:pt x="928" y="667"/>
                  <a:pt x="954" y="693"/>
                  <a:pt x="986" y="693"/>
                </a:cubicBezTo>
                <a:cubicBezTo>
                  <a:pt x="1018" y="693"/>
                  <a:pt x="1044" y="667"/>
                  <a:pt x="1044" y="635"/>
                </a:cubicBezTo>
                <a:cubicBezTo>
                  <a:pt x="1044" y="603"/>
                  <a:pt x="1018" y="577"/>
                  <a:pt x="986" y="577"/>
                </a:cubicBezTo>
                <a:cubicBezTo>
                  <a:pt x="954" y="577"/>
                  <a:pt x="928" y="603"/>
                  <a:pt x="928" y="635"/>
                </a:cubicBezTo>
                <a:close/>
                <a:moveTo>
                  <a:pt x="1285" y="637"/>
                </a:moveTo>
                <a:cubicBezTo>
                  <a:pt x="1284" y="829"/>
                  <a:pt x="1197" y="1001"/>
                  <a:pt x="1062" y="1118"/>
                </a:cubicBezTo>
                <a:cubicBezTo>
                  <a:pt x="949" y="1215"/>
                  <a:pt x="803" y="1274"/>
                  <a:pt x="643" y="1274"/>
                </a:cubicBezTo>
                <a:cubicBezTo>
                  <a:pt x="483" y="1274"/>
                  <a:pt x="336" y="1215"/>
                  <a:pt x="223" y="1118"/>
                </a:cubicBezTo>
                <a:cubicBezTo>
                  <a:pt x="88" y="1001"/>
                  <a:pt x="2" y="829"/>
                  <a:pt x="0" y="637"/>
                </a:cubicBezTo>
                <a:cubicBezTo>
                  <a:pt x="2" y="445"/>
                  <a:pt x="88" y="273"/>
                  <a:pt x="223" y="157"/>
                </a:cubicBezTo>
                <a:cubicBezTo>
                  <a:pt x="336" y="59"/>
                  <a:pt x="483" y="0"/>
                  <a:pt x="643" y="0"/>
                </a:cubicBezTo>
                <a:cubicBezTo>
                  <a:pt x="803" y="0"/>
                  <a:pt x="949" y="60"/>
                  <a:pt x="1062" y="157"/>
                </a:cubicBezTo>
                <a:cubicBezTo>
                  <a:pt x="1197" y="274"/>
                  <a:pt x="1284" y="445"/>
                  <a:pt x="1285" y="637"/>
                </a:cubicBezTo>
                <a:close/>
                <a:moveTo>
                  <a:pt x="1127" y="637"/>
                </a:moveTo>
                <a:cubicBezTo>
                  <a:pt x="1124" y="373"/>
                  <a:pt x="908" y="159"/>
                  <a:pt x="643" y="159"/>
                </a:cubicBezTo>
                <a:cubicBezTo>
                  <a:pt x="377" y="159"/>
                  <a:pt x="162" y="373"/>
                  <a:pt x="158" y="637"/>
                </a:cubicBezTo>
                <a:cubicBezTo>
                  <a:pt x="162" y="902"/>
                  <a:pt x="378" y="1116"/>
                  <a:pt x="643" y="1116"/>
                </a:cubicBezTo>
                <a:cubicBezTo>
                  <a:pt x="908" y="1116"/>
                  <a:pt x="1124" y="902"/>
                  <a:pt x="1127" y="637"/>
                </a:cubicBezTo>
                <a:close/>
                <a:moveTo>
                  <a:pt x="649" y="932"/>
                </a:moveTo>
                <a:cubicBezTo>
                  <a:pt x="617" y="932"/>
                  <a:pt x="591" y="958"/>
                  <a:pt x="591" y="990"/>
                </a:cubicBezTo>
                <a:cubicBezTo>
                  <a:pt x="591" y="1022"/>
                  <a:pt x="617" y="1048"/>
                  <a:pt x="649" y="1048"/>
                </a:cubicBezTo>
                <a:cubicBezTo>
                  <a:pt x="681" y="1048"/>
                  <a:pt x="707" y="1022"/>
                  <a:pt x="707" y="990"/>
                </a:cubicBezTo>
                <a:cubicBezTo>
                  <a:pt x="707" y="958"/>
                  <a:pt x="681" y="932"/>
                  <a:pt x="649" y="932"/>
                </a:cubicBezTo>
                <a:close/>
                <a:moveTo>
                  <a:pt x="2154" y="1863"/>
                </a:moveTo>
                <a:cubicBezTo>
                  <a:pt x="2289" y="1863"/>
                  <a:pt x="2398" y="1754"/>
                  <a:pt x="2398" y="1619"/>
                </a:cubicBezTo>
                <a:cubicBezTo>
                  <a:pt x="2398" y="1484"/>
                  <a:pt x="2289" y="1375"/>
                  <a:pt x="2154" y="1375"/>
                </a:cubicBezTo>
                <a:cubicBezTo>
                  <a:pt x="2019" y="1375"/>
                  <a:pt x="1910" y="1484"/>
                  <a:pt x="1910" y="1619"/>
                </a:cubicBezTo>
                <a:cubicBezTo>
                  <a:pt x="1910" y="1754"/>
                  <a:pt x="2019" y="1863"/>
                  <a:pt x="2154" y="1863"/>
                </a:cubicBezTo>
                <a:close/>
                <a:moveTo>
                  <a:pt x="2700" y="3053"/>
                </a:moveTo>
                <a:cubicBezTo>
                  <a:pt x="2700" y="3557"/>
                  <a:pt x="2700" y="3557"/>
                  <a:pt x="2700" y="3557"/>
                </a:cubicBezTo>
                <a:cubicBezTo>
                  <a:pt x="2700" y="3599"/>
                  <a:pt x="2669" y="3633"/>
                  <a:pt x="2631" y="3633"/>
                </a:cubicBezTo>
                <a:cubicBezTo>
                  <a:pt x="2522" y="3633"/>
                  <a:pt x="2522" y="3633"/>
                  <a:pt x="2522" y="3633"/>
                </a:cubicBezTo>
                <a:cubicBezTo>
                  <a:pt x="2484" y="3633"/>
                  <a:pt x="2453" y="3599"/>
                  <a:pt x="2453" y="3557"/>
                </a:cubicBezTo>
                <a:cubicBezTo>
                  <a:pt x="2453" y="3053"/>
                  <a:pt x="2453" y="3053"/>
                  <a:pt x="2453" y="3053"/>
                </a:cubicBezTo>
                <a:cubicBezTo>
                  <a:pt x="2453" y="3011"/>
                  <a:pt x="2484" y="2977"/>
                  <a:pt x="2522" y="2977"/>
                </a:cubicBezTo>
                <a:cubicBezTo>
                  <a:pt x="2544" y="2977"/>
                  <a:pt x="2544" y="2977"/>
                  <a:pt x="2544" y="2977"/>
                </a:cubicBezTo>
                <a:cubicBezTo>
                  <a:pt x="2544" y="2947"/>
                  <a:pt x="2544" y="2947"/>
                  <a:pt x="2544" y="2947"/>
                </a:cubicBezTo>
                <a:cubicBezTo>
                  <a:pt x="2504" y="2938"/>
                  <a:pt x="2476" y="2906"/>
                  <a:pt x="2471" y="2858"/>
                </a:cubicBezTo>
                <a:cubicBezTo>
                  <a:pt x="2469" y="2843"/>
                  <a:pt x="2470" y="2828"/>
                  <a:pt x="2470" y="2812"/>
                </a:cubicBezTo>
                <a:cubicBezTo>
                  <a:pt x="2470" y="2631"/>
                  <a:pt x="2470" y="2450"/>
                  <a:pt x="2470" y="2269"/>
                </a:cubicBezTo>
                <a:cubicBezTo>
                  <a:pt x="2470" y="2257"/>
                  <a:pt x="2470" y="2245"/>
                  <a:pt x="2470" y="2232"/>
                </a:cubicBezTo>
                <a:cubicBezTo>
                  <a:pt x="2458" y="2232"/>
                  <a:pt x="2447" y="2232"/>
                  <a:pt x="2435" y="2232"/>
                </a:cubicBezTo>
                <a:cubicBezTo>
                  <a:pt x="2435" y="2891"/>
                  <a:pt x="2435" y="2891"/>
                  <a:pt x="2435" y="2891"/>
                </a:cubicBezTo>
                <a:cubicBezTo>
                  <a:pt x="2435" y="3192"/>
                  <a:pt x="2435" y="3192"/>
                  <a:pt x="2435" y="3192"/>
                </a:cubicBezTo>
                <a:cubicBezTo>
                  <a:pt x="2435" y="3430"/>
                  <a:pt x="2435" y="3668"/>
                  <a:pt x="2436" y="3907"/>
                </a:cubicBezTo>
                <a:cubicBezTo>
                  <a:pt x="2436" y="3983"/>
                  <a:pt x="2414" y="4040"/>
                  <a:pt x="2338" y="4067"/>
                </a:cubicBezTo>
                <a:cubicBezTo>
                  <a:pt x="2316" y="4067"/>
                  <a:pt x="2295" y="4067"/>
                  <a:pt x="2273" y="4067"/>
                </a:cubicBezTo>
                <a:cubicBezTo>
                  <a:pt x="2197" y="4039"/>
                  <a:pt x="2174" y="3983"/>
                  <a:pt x="2174" y="3905"/>
                </a:cubicBezTo>
                <a:cubicBezTo>
                  <a:pt x="2177" y="3600"/>
                  <a:pt x="2175" y="3295"/>
                  <a:pt x="2175" y="2990"/>
                </a:cubicBezTo>
                <a:cubicBezTo>
                  <a:pt x="2175" y="2977"/>
                  <a:pt x="2175" y="2965"/>
                  <a:pt x="2175" y="2951"/>
                </a:cubicBezTo>
                <a:cubicBezTo>
                  <a:pt x="2159" y="2951"/>
                  <a:pt x="2147" y="2951"/>
                  <a:pt x="2131" y="2951"/>
                </a:cubicBezTo>
                <a:cubicBezTo>
                  <a:pt x="2131" y="2965"/>
                  <a:pt x="2131" y="2978"/>
                  <a:pt x="2131" y="2991"/>
                </a:cubicBezTo>
                <a:cubicBezTo>
                  <a:pt x="2131" y="3297"/>
                  <a:pt x="2130" y="3603"/>
                  <a:pt x="2132" y="3909"/>
                </a:cubicBezTo>
                <a:cubicBezTo>
                  <a:pt x="2132" y="3986"/>
                  <a:pt x="2108" y="4041"/>
                  <a:pt x="2032" y="4067"/>
                </a:cubicBezTo>
                <a:cubicBezTo>
                  <a:pt x="2010" y="4067"/>
                  <a:pt x="1989" y="4067"/>
                  <a:pt x="1967" y="4067"/>
                </a:cubicBezTo>
                <a:cubicBezTo>
                  <a:pt x="1926" y="4048"/>
                  <a:pt x="1889" y="4024"/>
                  <a:pt x="1879" y="3976"/>
                </a:cubicBezTo>
                <a:cubicBezTo>
                  <a:pt x="1874" y="3953"/>
                  <a:pt x="1874" y="3929"/>
                  <a:pt x="1874" y="3905"/>
                </a:cubicBezTo>
                <a:cubicBezTo>
                  <a:pt x="1873" y="3364"/>
                  <a:pt x="1873" y="2822"/>
                  <a:pt x="1873" y="2281"/>
                </a:cubicBezTo>
                <a:cubicBezTo>
                  <a:pt x="1873" y="2267"/>
                  <a:pt x="1873" y="2253"/>
                  <a:pt x="1873" y="2238"/>
                </a:cubicBezTo>
                <a:cubicBezTo>
                  <a:pt x="1857" y="2238"/>
                  <a:pt x="1845" y="2238"/>
                  <a:pt x="1829" y="2238"/>
                </a:cubicBezTo>
                <a:cubicBezTo>
                  <a:pt x="1829" y="2251"/>
                  <a:pt x="1829" y="2263"/>
                  <a:pt x="1829" y="2275"/>
                </a:cubicBezTo>
                <a:cubicBezTo>
                  <a:pt x="1829" y="2456"/>
                  <a:pt x="1829" y="2637"/>
                  <a:pt x="1829" y="2818"/>
                </a:cubicBezTo>
                <a:cubicBezTo>
                  <a:pt x="1829" y="2834"/>
                  <a:pt x="1830" y="2849"/>
                  <a:pt x="1828" y="2864"/>
                </a:cubicBezTo>
                <a:cubicBezTo>
                  <a:pt x="1821" y="2931"/>
                  <a:pt x="1769" y="2967"/>
                  <a:pt x="1704" y="2952"/>
                </a:cubicBezTo>
                <a:cubicBezTo>
                  <a:pt x="1669" y="2943"/>
                  <a:pt x="1652" y="2917"/>
                  <a:pt x="1635" y="2889"/>
                </a:cubicBezTo>
                <a:cubicBezTo>
                  <a:pt x="1635" y="2637"/>
                  <a:pt x="1639" y="2126"/>
                  <a:pt x="1640" y="2122"/>
                </a:cubicBezTo>
                <a:cubicBezTo>
                  <a:pt x="1671" y="1994"/>
                  <a:pt x="1753" y="1913"/>
                  <a:pt x="1873" y="1893"/>
                </a:cubicBezTo>
                <a:cubicBezTo>
                  <a:pt x="1892" y="1890"/>
                  <a:pt x="1911" y="1888"/>
                  <a:pt x="1931" y="1888"/>
                </a:cubicBezTo>
                <a:cubicBezTo>
                  <a:pt x="1964" y="1888"/>
                  <a:pt x="2375" y="1887"/>
                  <a:pt x="2426" y="1887"/>
                </a:cubicBezTo>
                <a:cubicBezTo>
                  <a:pt x="2426" y="1887"/>
                  <a:pt x="2426" y="1887"/>
                  <a:pt x="2426" y="1887"/>
                </a:cubicBezTo>
                <a:cubicBezTo>
                  <a:pt x="2426" y="1887"/>
                  <a:pt x="2426" y="1887"/>
                  <a:pt x="2426" y="1887"/>
                </a:cubicBezTo>
                <a:cubicBezTo>
                  <a:pt x="2427" y="1887"/>
                  <a:pt x="2428" y="1888"/>
                  <a:pt x="2428" y="1888"/>
                </a:cubicBezTo>
                <a:cubicBezTo>
                  <a:pt x="2547" y="1908"/>
                  <a:pt x="2629" y="1989"/>
                  <a:pt x="2659" y="2116"/>
                </a:cubicBezTo>
                <a:cubicBezTo>
                  <a:pt x="2660" y="2120"/>
                  <a:pt x="2664" y="2631"/>
                  <a:pt x="2664" y="2883"/>
                </a:cubicBezTo>
                <a:cubicBezTo>
                  <a:pt x="2650" y="2907"/>
                  <a:pt x="2635" y="2930"/>
                  <a:pt x="2609" y="2941"/>
                </a:cubicBezTo>
                <a:cubicBezTo>
                  <a:pt x="2609" y="2977"/>
                  <a:pt x="2609" y="2977"/>
                  <a:pt x="2609" y="2977"/>
                </a:cubicBezTo>
                <a:cubicBezTo>
                  <a:pt x="2631" y="2977"/>
                  <a:pt x="2631" y="2977"/>
                  <a:pt x="2631" y="2977"/>
                </a:cubicBezTo>
                <a:cubicBezTo>
                  <a:pt x="2669" y="2977"/>
                  <a:pt x="2700" y="3011"/>
                  <a:pt x="2700" y="3053"/>
                </a:cubicBezTo>
                <a:close/>
                <a:moveTo>
                  <a:pt x="2096" y="1914"/>
                </a:moveTo>
                <a:cubicBezTo>
                  <a:pt x="2130" y="2002"/>
                  <a:pt x="2130" y="2002"/>
                  <a:pt x="2130" y="2002"/>
                </a:cubicBezTo>
                <a:cubicBezTo>
                  <a:pt x="2152" y="2002"/>
                  <a:pt x="2152" y="2002"/>
                  <a:pt x="2152" y="2002"/>
                </a:cubicBezTo>
                <a:cubicBezTo>
                  <a:pt x="2156" y="2002"/>
                  <a:pt x="2156" y="2002"/>
                  <a:pt x="2156" y="2002"/>
                </a:cubicBezTo>
                <a:cubicBezTo>
                  <a:pt x="2177" y="2002"/>
                  <a:pt x="2177" y="2002"/>
                  <a:pt x="2177" y="2002"/>
                </a:cubicBezTo>
                <a:cubicBezTo>
                  <a:pt x="2211" y="1914"/>
                  <a:pt x="2211" y="1914"/>
                  <a:pt x="2211" y="1914"/>
                </a:cubicBezTo>
                <a:cubicBezTo>
                  <a:pt x="2156" y="1914"/>
                  <a:pt x="2156" y="1914"/>
                  <a:pt x="2156" y="1914"/>
                </a:cubicBezTo>
                <a:cubicBezTo>
                  <a:pt x="2152" y="1914"/>
                  <a:pt x="2152" y="1914"/>
                  <a:pt x="2152" y="1914"/>
                </a:cubicBezTo>
                <a:lnTo>
                  <a:pt x="2096" y="1914"/>
                </a:lnTo>
                <a:close/>
                <a:moveTo>
                  <a:pt x="2216" y="2440"/>
                </a:moveTo>
                <a:cubicBezTo>
                  <a:pt x="2177" y="2041"/>
                  <a:pt x="2177" y="2041"/>
                  <a:pt x="2177" y="2041"/>
                </a:cubicBezTo>
                <a:cubicBezTo>
                  <a:pt x="2154" y="2041"/>
                  <a:pt x="2154" y="2041"/>
                  <a:pt x="2154" y="2041"/>
                </a:cubicBezTo>
                <a:cubicBezTo>
                  <a:pt x="2131" y="2041"/>
                  <a:pt x="2131" y="2041"/>
                  <a:pt x="2131" y="2041"/>
                </a:cubicBezTo>
                <a:cubicBezTo>
                  <a:pt x="2091" y="2440"/>
                  <a:pt x="2091" y="2440"/>
                  <a:pt x="2091" y="2440"/>
                </a:cubicBezTo>
                <a:cubicBezTo>
                  <a:pt x="2154" y="2491"/>
                  <a:pt x="2154" y="2491"/>
                  <a:pt x="2154" y="2491"/>
                </a:cubicBezTo>
                <a:lnTo>
                  <a:pt x="2216" y="244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6" name="Shape 206"/>
        <p:cNvGrpSpPr/>
        <p:nvPr/>
      </p:nvGrpSpPr>
      <p:grpSpPr>
        <a:xfrm>
          <a:off x="0" y="0"/>
          <a:ext cx="0" cy="0"/>
          <a:chOff x="0" y="0"/>
          <a:chExt cx="0" cy="0"/>
        </a:xfrm>
      </p:grpSpPr>
      <p:sp>
        <p:nvSpPr>
          <p:cNvPr id="207" name="Google Shape;207;p15"/>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Misión, visión y valores</a:t>
            </a:r>
            <a:endParaRPr/>
          </a:p>
        </p:txBody>
      </p:sp>
      <p:sp>
        <p:nvSpPr>
          <p:cNvPr id="208" name="Google Shape;208;p15"/>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solidFill>
                  <a:srgbClr val="000000"/>
                </a:solidFill>
              </a:rPr>
              <a:t>Análisis interno </a:t>
            </a:r>
            <a:r>
              <a:rPr lang="en-US">
                <a:solidFill>
                  <a:schemeClr val="accent1"/>
                </a:solidFill>
              </a:rPr>
              <a:t>| Empresa y marca</a:t>
            </a:r>
            <a:endParaRPr b="1" i="0" sz="8800" u="none" cap="none" strike="noStrike">
              <a:solidFill>
                <a:schemeClr val="accent1"/>
              </a:solidFill>
              <a:latin typeface="Lato"/>
              <a:ea typeface="Lato"/>
              <a:cs typeface="Lato"/>
              <a:sym typeface="Lato"/>
            </a:endParaRPr>
          </a:p>
        </p:txBody>
      </p:sp>
      <p:sp>
        <p:nvSpPr>
          <p:cNvPr id="209" name="Google Shape;209;p15"/>
          <p:cNvSpPr/>
          <p:nvPr/>
        </p:nvSpPr>
        <p:spPr>
          <a:xfrm>
            <a:off x="21472426" y="560153"/>
            <a:ext cx="2181600" cy="21126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210" name="Google Shape;210;p15"/>
          <p:cNvSpPr/>
          <p:nvPr/>
        </p:nvSpPr>
        <p:spPr>
          <a:xfrm>
            <a:off x="22086466" y="1237938"/>
            <a:ext cx="953510" cy="757040"/>
          </a:xfrm>
          <a:custGeom>
            <a:rect b="b" l="l" r="r" t="t"/>
            <a:pathLst>
              <a:path extrusionOk="0" h="289" w="353">
                <a:moveTo>
                  <a:pt x="337" y="32"/>
                </a:moveTo>
                <a:cubicBezTo>
                  <a:pt x="241" y="32"/>
                  <a:pt x="241" y="32"/>
                  <a:pt x="241" y="32"/>
                </a:cubicBezTo>
                <a:cubicBezTo>
                  <a:pt x="241" y="15"/>
                  <a:pt x="226" y="0"/>
                  <a:pt x="209" y="0"/>
                </a:cubicBezTo>
                <a:cubicBezTo>
                  <a:pt x="144" y="0"/>
                  <a:pt x="144" y="0"/>
                  <a:pt x="144" y="0"/>
                </a:cubicBezTo>
                <a:cubicBezTo>
                  <a:pt x="127" y="0"/>
                  <a:pt x="112" y="15"/>
                  <a:pt x="112" y="32"/>
                </a:cubicBezTo>
                <a:cubicBezTo>
                  <a:pt x="16" y="32"/>
                  <a:pt x="16" y="32"/>
                  <a:pt x="16" y="32"/>
                </a:cubicBezTo>
                <a:cubicBezTo>
                  <a:pt x="7" y="32"/>
                  <a:pt x="0" y="40"/>
                  <a:pt x="0" y="48"/>
                </a:cubicBezTo>
                <a:cubicBezTo>
                  <a:pt x="0" y="129"/>
                  <a:pt x="0" y="129"/>
                  <a:pt x="0" y="129"/>
                </a:cubicBezTo>
                <a:cubicBezTo>
                  <a:pt x="0" y="138"/>
                  <a:pt x="7" y="145"/>
                  <a:pt x="16" y="145"/>
                </a:cubicBezTo>
                <a:cubicBezTo>
                  <a:pt x="16" y="273"/>
                  <a:pt x="16" y="273"/>
                  <a:pt x="16" y="273"/>
                </a:cubicBezTo>
                <a:cubicBezTo>
                  <a:pt x="16" y="282"/>
                  <a:pt x="23" y="289"/>
                  <a:pt x="32" y="289"/>
                </a:cubicBezTo>
                <a:cubicBezTo>
                  <a:pt x="321" y="289"/>
                  <a:pt x="321" y="289"/>
                  <a:pt x="321" y="289"/>
                </a:cubicBezTo>
                <a:cubicBezTo>
                  <a:pt x="330" y="289"/>
                  <a:pt x="337" y="282"/>
                  <a:pt x="337" y="273"/>
                </a:cubicBezTo>
                <a:cubicBezTo>
                  <a:pt x="337" y="145"/>
                  <a:pt x="337" y="145"/>
                  <a:pt x="337" y="145"/>
                </a:cubicBezTo>
                <a:cubicBezTo>
                  <a:pt x="346" y="145"/>
                  <a:pt x="353" y="138"/>
                  <a:pt x="353" y="129"/>
                </a:cubicBezTo>
                <a:cubicBezTo>
                  <a:pt x="353" y="48"/>
                  <a:pt x="353" y="48"/>
                  <a:pt x="353" y="48"/>
                </a:cubicBezTo>
                <a:cubicBezTo>
                  <a:pt x="353" y="40"/>
                  <a:pt x="346" y="32"/>
                  <a:pt x="337" y="32"/>
                </a:cubicBezTo>
                <a:moveTo>
                  <a:pt x="144" y="16"/>
                </a:moveTo>
                <a:cubicBezTo>
                  <a:pt x="209" y="16"/>
                  <a:pt x="209" y="16"/>
                  <a:pt x="209" y="16"/>
                </a:cubicBezTo>
                <a:cubicBezTo>
                  <a:pt x="217" y="16"/>
                  <a:pt x="225" y="23"/>
                  <a:pt x="225" y="32"/>
                </a:cubicBezTo>
                <a:cubicBezTo>
                  <a:pt x="128" y="32"/>
                  <a:pt x="128" y="32"/>
                  <a:pt x="128" y="32"/>
                </a:cubicBezTo>
                <a:cubicBezTo>
                  <a:pt x="128" y="23"/>
                  <a:pt x="136" y="16"/>
                  <a:pt x="144" y="16"/>
                </a:cubicBezTo>
                <a:moveTo>
                  <a:pt x="321" y="273"/>
                </a:moveTo>
                <a:cubicBezTo>
                  <a:pt x="32" y="273"/>
                  <a:pt x="32" y="273"/>
                  <a:pt x="32" y="273"/>
                </a:cubicBezTo>
                <a:cubicBezTo>
                  <a:pt x="32" y="145"/>
                  <a:pt x="32" y="145"/>
                  <a:pt x="32" y="145"/>
                </a:cubicBezTo>
                <a:cubicBezTo>
                  <a:pt x="64" y="145"/>
                  <a:pt x="64" y="145"/>
                  <a:pt x="64" y="145"/>
                </a:cubicBezTo>
                <a:cubicBezTo>
                  <a:pt x="64" y="161"/>
                  <a:pt x="64" y="161"/>
                  <a:pt x="64" y="161"/>
                </a:cubicBezTo>
                <a:cubicBezTo>
                  <a:pt x="64" y="170"/>
                  <a:pt x="71" y="177"/>
                  <a:pt x="80" y="177"/>
                </a:cubicBezTo>
                <a:cubicBezTo>
                  <a:pt x="112" y="177"/>
                  <a:pt x="112" y="177"/>
                  <a:pt x="112" y="177"/>
                </a:cubicBezTo>
                <a:cubicBezTo>
                  <a:pt x="121" y="177"/>
                  <a:pt x="128" y="170"/>
                  <a:pt x="128" y="161"/>
                </a:cubicBezTo>
                <a:cubicBezTo>
                  <a:pt x="128" y="145"/>
                  <a:pt x="128" y="145"/>
                  <a:pt x="128" y="145"/>
                </a:cubicBezTo>
                <a:cubicBezTo>
                  <a:pt x="225" y="145"/>
                  <a:pt x="225" y="145"/>
                  <a:pt x="225" y="145"/>
                </a:cubicBezTo>
                <a:cubicBezTo>
                  <a:pt x="225" y="161"/>
                  <a:pt x="225" y="161"/>
                  <a:pt x="225" y="161"/>
                </a:cubicBezTo>
                <a:cubicBezTo>
                  <a:pt x="225" y="170"/>
                  <a:pt x="232" y="177"/>
                  <a:pt x="241" y="177"/>
                </a:cubicBezTo>
                <a:cubicBezTo>
                  <a:pt x="273" y="177"/>
                  <a:pt x="273" y="177"/>
                  <a:pt x="273" y="177"/>
                </a:cubicBezTo>
                <a:cubicBezTo>
                  <a:pt x="282" y="177"/>
                  <a:pt x="289" y="170"/>
                  <a:pt x="289" y="161"/>
                </a:cubicBezTo>
                <a:cubicBezTo>
                  <a:pt x="289" y="145"/>
                  <a:pt x="289" y="145"/>
                  <a:pt x="289" y="145"/>
                </a:cubicBezTo>
                <a:cubicBezTo>
                  <a:pt x="321" y="145"/>
                  <a:pt x="321" y="145"/>
                  <a:pt x="321" y="145"/>
                </a:cubicBezTo>
                <a:lnTo>
                  <a:pt x="321" y="273"/>
                </a:lnTo>
                <a:close/>
                <a:moveTo>
                  <a:pt x="80" y="113"/>
                </a:moveTo>
                <a:cubicBezTo>
                  <a:pt x="112" y="113"/>
                  <a:pt x="112" y="113"/>
                  <a:pt x="112" y="113"/>
                </a:cubicBezTo>
                <a:cubicBezTo>
                  <a:pt x="112" y="161"/>
                  <a:pt x="112" y="161"/>
                  <a:pt x="112" y="161"/>
                </a:cubicBezTo>
                <a:cubicBezTo>
                  <a:pt x="80" y="161"/>
                  <a:pt x="80" y="161"/>
                  <a:pt x="80" y="161"/>
                </a:cubicBezTo>
                <a:lnTo>
                  <a:pt x="80" y="113"/>
                </a:lnTo>
                <a:close/>
                <a:moveTo>
                  <a:pt x="241" y="113"/>
                </a:moveTo>
                <a:cubicBezTo>
                  <a:pt x="273" y="113"/>
                  <a:pt x="273" y="113"/>
                  <a:pt x="273" y="113"/>
                </a:cubicBezTo>
                <a:cubicBezTo>
                  <a:pt x="273" y="161"/>
                  <a:pt x="273" y="161"/>
                  <a:pt x="273" y="161"/>
                </a:cubicBezTo>
                <a:cubicBezTo>
                  <a:pt x="241" y="161"/>
                  <a:pt x="241" y="161"/>
                  <a:pt x="241" y="161"/>
                </a:cubicBezTo>
                <a:lnTo>
                  <a:pt x="241" y="113"/>
                </a:lnTo>
                <a:close/>
                <a:moveTo>
                  <a:pt x="337" y="129"/>
                </a:moveTo>
                <a:cubicBezTo>
                  <a:pt x="289" y="129"/>
                  <a:pt x="289" y="129"/>
                  <a:pt x="289" y="129"/>
                </a:cubicBezTo>
                <a:cubicBezTo>
                  <a:pt x="289" y="113"/>
                  <a:pt x="289" y="113"/>
                  <a:pt x="289" y="113"/>
                </a:cubicBezTo>
                <a:cubicBezTo>
                  <a:pt x="289" y="104"/>
                  <a:pt x="282" y="97"/>
                  <a:pt x="273" y="97"/>
                </a:cubicBezTo>
                <a:cubicBezTo>
                  <a:pt x="241" y="97"/>
                  <a:pt x="241" y="97"/>
                  <a:pt x="241" y="97"/>
                </a:cubicBezTo>
                <a:cubicBezTo>
                  <a:pt x="232" y="97"/>
                  <a:pt x="225" y="104"/>
                  <a:pt x="225" y="113"/>
                </a:cubicBezTo>
                <a:cubicBezTo>
                  <a:pt x="225" y="129"/>
                  <a:pt x="225" y="129"/>
                  <a:pt x="225" y="129"/>
                </a:cubicBezTo>
                <a:cubicBezTo>
                  <a:pt x="128" y="129"/>
                  <a:pt x="128" y="129"/>
                  <a:pt x="128" y="129"/>
                </a:cubicBezTo>
                <a:cubicBezTo>
                  <a:pt x="128" y="113"/>
                  <a:pt x="128" y="113"/>
                  <a:pt x="128" y="113"/>
                </a:cubicBezTo>
                <a:cubicBezTo>
                  <a:pt x="128" y="104"/>
                  <a:pt x="121" y="97"/>
                  <a:pt x="112" y="97"/>
                </a:cubicBezTo>
                <a:cubicBezTo>
                  <a:pt x="80" y="97"/>
                  <a:pt x="80" y="97"/>
                  <a:pt x="80" y="97"/>
                </a:cubicBezTo>
                <a:cubicBezTo>
                  <a:pt x="71" y="97"/>
                  <a:pt x="64" y="104"/>
                  <a:pt x="64" y="113"/>
                </a:cubicBezTo>
                <a:cubicBezTo>
                  <a:pt x="64" y="129"/>
                  <a:pt x="64" y="129"/>
                  <a:pt x="64" y="129"/>
                </a:cubicBezTo>
                <a:cubicBezTo>
                  <a:pt x="16" y="129"/>
                  <a:pt x="16" y="129"/>
                  <a:pt x="16" y="129"/>
                </a:cubicBezTo>
                <a:cubicBezTo>
                  <a:pt x="16" y="48"/>
                  <a:pt x="16" y="48"/>
                  <a:pt x="16" y="48"/>
                </a:cubicBezTo>
                <a:cubicBezTo>
                  <a:pt x="337" y="48"/>
                  <a:pt x="337" y="48"/>
                  <a:pt x="337" y="48"/>
                </a:cubicBezTo>
                <a:lnTo>
                  <a:pt x="337" y="12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11" name="Google Shape;211;p15"/>
          <p:cNvSpPr txBox="1"/>
          <p:nvPr/>
        </p:nvSpPr>
        <p:spPr>
          <a:xfrm>
            <a:off x="2589006" y="4471675"/>
            <a:ext cx="8697300" cy="1896000"/>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Clr>
                <a:srgbClr val="000000"/>
              </a:buClr>
              <a:buSzPts val="2200"/>
              <a:buFont typeface="Arial"/>
              <a:buNone/>
            </a:pPr>
            <a:r>
              <a:rPr lang="en-US" sz="2200">
                <a:solidFill>
                  <a:schemeClr val="dk2"/>
                </a:solidFill>
                <a:latin typeface="Lato Light"/>
                <a:ea typeface="Lato Light"/>
                <a:cs typeface="Lato Light"/>
                <a:sym typeface="Lato Light"/>
              </a:rPr>
              <a:t>¿Qué hacemos?, ¿cuál es nuestro negocio?, ¿a qué nos dedicamos?, ¿cuál es nuestra razón de ser?, ¿quiénes son nuestro público objetivo?, ¿cuál es nuestro ámbito geográfico de acción?, ¿cuál es nuestra ventaja competitiva?, ¿qué nos diferencia de nuestros competidores?...</a:t>
            </a:r>
            <a:endParaRPr b="0" i="0" sz="2200" u="none" cap="none" strike="noStrike">
              <a:solidFill>
                <a:schemeClr val="dk2"/>
              </a:solidFill>
              <a:latin typeface="Lato Light"/>
              <a:ea typeface="Lato Light"/>
              <a:cs typeface="Lato Light"/>
              <a:sym typeface="Lato Light"/>
            </a:endParaRPr>
          </a:p>
        </p:txBody>
      </p:sp>
      <p:sp>
        <p:nvSpPr>
          <p:cNvPr id="212" name="Google Shape;212;p15"/>
          <p:cNvSpPr txBox="1"/>
          <p:nvPr/>
        </p:nvSpPr>
        <p:spPr>
          <a:xfrm>
            <a:off x="2588984" y="3703548"/>
            <a:ext cx="57531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Misión</a:t>
            </a:r>
            <a:endParaRPr b="0" i="0" sz="1400" u="none" cap="none" strike="noStrike">
              <a:solidFill>
                <a:srgbClr val="000000"/>
              </a:solidFill>
              <a:latin typeface="Arial"/>
              <a:ea typeface="Arial"/>
              <a:cs typeface="Arial"/>
              <a:sym typeface="Arial"/>
            </a:endParaRPr>
          </a:p>
        </p:txBody>
      </p:sp>
      <p:sp>
        <p:nvSpPr>
          <p:cNvPr id="213" name="Google Shape;213;p15"/>
          <p:cNvSpPr txBox="1"/>
          <p:nvPr/>
        </p:nvSpPr>
        <p:spPr>
          <a:xfrm>
            <a:off x="14697227" y="4471687"/>
            <a:ext cx="6775200" cy="6801900"/>
          </a:xfrm>
          <a:prstGeom prst="rect">
            <a:avLst/>
          </a:prstGeom>
          <a:noFill/>
          <a:ln>
            <a:noFill/>
          </a:ln>
        </p:spPr>
        <p:txBody>
          <a:bodyPr anchorCtr="0" anchor="t" bIns="0" lIns="0" spcFirstLastPara="1" rIns="0" wrap="square" tIns="0">
            <a:noAutofit/>
          </a:bodyPr>
          <a:lstStyle/>
          <a:p>
            <a:pPr indent="-368300" lvl="0" marL="457200" marR="0" rtl="0" algn="just">
              <a:lnSpc>
                <a:spcPct val="140000"/>
              </a:lnSpc>
              <a:spcBef>
                <a:spcPts val="0"/>
              </a:spcBef>
              <a:spcAft>
                <a:spcPts val="0"/>
              </a:spcAft>
              <a:buClr>
                <a:srgbClr val="1886BB"/>
              </a:buClr>
              <a:buSzPts val="2200"/>
              <a:buFont typeface="Lato"/>
              <a:buAutoNum type="arabicPeriod"/>
            </a:pPr>
            <a:r>
              <a:rPr lang="en-US" sz="2200">
                <a:solidFill>
                  <a:schemeClr val="dk2"/>
                </a:solidFill>
                <a:latin typeface="Lato Light"/>
                <a:ea typeface="Lato Light"/>
                <a:cs typeface="Lato Light"/>
                <a:sym typeface="Lato Light"/>
              </a:rPr>
              <a:t>¿Cómo somos?</a:t>
            </a:r>
            <a:endParaRPr b="0" i="0" sz="2200" u="none" cap="none" strike="noStrike">
              <a:solidFill>
                <a:schemeClr val="dk2"/>
              </a:solidFill>
              <a:latin typeface="Lato Light"/>
              <a:ea typeface="Lato Light"/>
              <a:cs typeface="Lato Light"/>
              <a:sym typeface="Lato Light"/>
            </a:endParaRPr>
          </a:p>
          <a:p>
            <a:pPr indent="0" lvl="0" marL="0" marR="0" rtl="0" algn="just">
              <a:lnSpc>
                <a:spcPct val="140000"/>
              </a:lnSpc>
              <a:spcBef>
                <a:spcPts val="0"/>
              </a:spcBef>
              <a:spcAft>
                <a:spcPts val="0"/>
              </a:spcAft>
              <a:buNone/>
            </a:pPr>
            <a:r>
              <a:t/>
            </a:r>
            <a:endParaRPr sz="2200">
              <a:solidFill>
                <a:schemeClr val="dk2"/>
              </a:solidFill>
              <a:latin typeface="Lato Light"/>
              <a:ea typeface="Lato Light"/>
              <a:cs typeface="Lato Light"/>
              <a:sym typeface="Lato Light"/>
            </a:endParaRPr>
          </a:p>
          <a:p>
            <a:pPr indent="-368300" lvl="0" marL="457200" rtl="0" algn="just">
              <a:lnSpc>
                <a:spcPct val="140000"/>
              </a:lnSpc>
              <a:spcBef>
                <a:spcPts val="0"/>
              </a:spcBef>
              <a:spcAft>
                <a:spcPts val="0"/>
              </a:spcAft>
              <a:buClr>
                <a:srgbClr val="1886BB"/>
              </a:buClr>
              <a:buSzPts val="2200"/>
              <a:buFont typeface="Lato"/>
              <a:buAutoNum type="arabicPeriod"/>
            </a:pPr>
            <a:r>
              <a:rPr lang="en-US" sz="2200">
                <a:solidFill>
                  <a:schemeClr val="dk2"/>
                </a:solidFill>
                <a:latin typeface="Lato Light"/>
                <a:ea typeface="Lato Light"/>
                <a:cs typeface="Lato Light"/>
                <a:sym typeface="Lato Light"/>
              </a:rPr>
              <a:t>¿En qué creemos?</a:t>
            </a:r>
            <a:endParaRPr sz="2200">
              <a:solidFill>
                <a:schemeClr val="dk2"/>
              </a:solidFill>
              <a:latin typeface="Lato Light"/>
              <a:ea typeface="Lato Light"/>
              <a:cs typeface="Lato Light"/>
              <a:sym typeface="Lato Light"/>
            </a:endParaRPr>
          </a:p>
          <a:p>
            <a:pPr indent="0" lvl="0" marL="0" rtl="0" algn="just">
              <a:lnSpc>
                <a:spcPct val="140000"/>
              </a:lnSpc>
              <a:spcBef>
                <a:spcPts val="0"/>
              </a:spcBef>
              <a:spcAft>
                <a:spcPts val="0"/>
              </a:spcAft>
              <a:buNone/>
            </a:pPr>
            <a:r>
              <a:t/>
            </a:r>
            <a:endParaRPr sz="2200">
              <a:solidFill>
                <a:schemeClr val="dk2"/>
              </a:solidFill>
              <a:latin typeface="Lato Light"/>
              <a:ea typeface="Lato Light"/>
              <a:cs typeface="Lato Light"/>
              <a:sym typeface="Lato Light"/>
            </a:endParaRPr>
          </a:p>
          <a:p>
            <a:pPr indent="-368300" lvl="0" marL="457200" rtl="0" algn="just">
              <a:lnSpc>
                <a:spcPct val="140000"/>
              </a:lnSpc>
              <a:spcBef>
                <a:spcPts val="0"/>
              </a:spcBef>
              <a:spcAft>
                <a:spcPts val="0"/>
              </a:spcAft>
              <a:buClr>
                <a:srgbClr val="1886BB"/>
              </a:buClr>
              <a:buSzPts val="2200"/>
              <a:buFont typeface="Lato"/>
              <a:buAutoNum type="arabicPeriod"/>
            </a:pPr>
            <a:r>
              <a:rPr lang="en-US" sz="2200">
                <a:solidFill>
                  <a:schemeClr val="dk2"/>
                </a:solidFill>
                <a:latin typeface="Lato Light"/>
                <a:ea typeface="Lato Light"/>
                <a:cs typeface="Lato Light"/>
                <a:sym typeface="Lato Light"/>
              </a:rPr>
              <a:t>¿Cómo nos relacionamos con nosotros?</a:t>
            </a:r>
            <a:endParaRPr sz="2200">
              <a:solidFill>
                <a:schemeClr val="dk2"/>
              </a:solidFill>
              <a:latin typeface="Lato Light"/>
              <a:ea typeface="Lato Light"/>
              <a:cs typeface="Lato Light"/>
              <a:sym typeface="Lato Light"/>
            </a:endParaRPr>
          </a:p>
          <a:p>
            <a:pPr indent="0" lvl="0" marL="0" rtl="0" algn="just">
              <a:lnSpc>
                <a:spcPct val="140000"/>
              </a:lnSpc>
              <a:spcBef>
                <a:spcPts val="0"/>
              </a:spcBef>
              <a:spcAft>
                <a:spcPts val="0"/>
              </a:spcAft>
              <a:buNone/>
            </a:pPr>
            <a:r>
              <a:t/>
            </a:r>
            <a:endParaRPr sz="2200">
              <a:solidFill>
                <a:schemeClr val="dk2"/>
              </a:solidFill>
              <a:latin typeface="Lato Light"/>
              <a:ea typeface="Lato Light"/>
              <a:cs typeface="Lato Light"/>
              <a:sym typeface="Lato Light"/>
            </a:endParaRPr>
          </a:p>
          <a:p>
            <a:pPr indent="-368300" lvl="0" marL="457200" rtl="0" algn="just">
              <a:lnSpc>
                <a:spcPct val="140000"/>
              </a:lnSpc>
              <a:spcBef>
                <a:spcPts val="0"/>
              </a:spcBef>
              <a:spcAft>
                <a:spcPts val="0"/>
              </a:spcAft>
              <a:buClr>
                <a:srgbClr val="1886BB"/>
              </a:buClr>
              <a:buSzPts val="2200"/>
              <a:buFont typeface="Lato"/>
              <a:buAutoNum type="arabicPeriod"/>
            </a:pPr>
            <a:r>
              <a:rPr lang="en-US" sz="2200">
                <a:solidFill>
                  <a:schemeClr val="dk2"/>
                </a:solidFill>
                <a:latin typeface="Lato Light"/>
                <a:ea typeface="Lato Light"/>
                <a:cs typeface="Lato Light"/>
                <a:sym typeface="Lato Light"/>
              </a:rPr>
              <a:t>¿Cómo nos relacionamos con clientes?</a:t>
            </a:r>
            <a:endParaRPr sz="2200">
              <a:solidFill>
                <a:schemeClr val="dk2"/>
              </a:solidFill>
              <a:latin typeface="Lato Light"/>
              <a:ea typeface="Lato Light"/>
              <a:cs typeface="Lato Light"/>
              <a:sym typeface="Lato Light"/>
            </a:endParaRPr>
          </a:p>
          <a:p>
            <a:pPr indent="0" lvl="0" marL="0" rtl="0" algn="just">
              <a:lnSpc>
                <a:spcPct val="140000"/>
              </a:lnSpc>
              <a:spcBef>
                <a:spcPts val="0"/>
              </a:spcBef>
              <a:spcAft>
                <a:spcPts val="0"/>
              </a:spcAft>
              <a:buNone/>
            </a:pPr>
            <a:r>
              <a:t/>
            </a:r>
            <a:endParaRPr sz="2200">
              <a:solidFill>
                <a:schemeClr val="dk2"/>
              </a:solidFill>
              <a:latin typeface="Lato Light"/>
              <a:ea typeface="Lato Light"/>
              <a:cs typeface="Lato Light"/>
              <a:sym typeface="Lato Light"/>
            </a:endParaRPr>
          </a:p>
          <a:p>
            <a:pPr indent="-368300" lvl="0" marL="457200" rtl="0" algn="just">
              <a:lnSpc>
                <a:spcPct val="140000"/>
              </a:lnSpc>
              <a:spcBef>
                <a:spcPts val="0"/>
              </a:spcBef>
              <a:spcAft>
                <a:spcPts val="0"/>
              </a:spcAft>
              <a:buClr>
                <a:srgbClr val="1886BB"/>
              </a:buClr>
              <a:buSzPts val="2200"/>
              <a:buFont typeface="Lato"/>
              <a:buAutoNum type="arabicPeriod"/>
            </a:pPr>
            <a:r>
              <a:rPr lang="en-US" sz="2200">
                <a:solidFill>
                  <a:schemeClr val="dk2"/>
                </a:solidFill>
                <a:latin typeface="Lato Light"/>
                <a:ea typeface="Lato Light"/>
                <a:cs typeface="Lato Light"/>
                <a:sym typeface="Lato Light"/>
              </a:rPr>
              <a:t>¿Cómo nos relacionamos con competidores?</a:t>
            </a:r>
            <a:endParaRPr sz="2200">
              <a:solidFill>
                <a:schemeClr val="dk2"/>
              </a:solidFill>
              <a:latin typeface="Lato Light"/>
              <a:ea typeface="Lato Light"/>
              <a:cs typeface="Lato Light"/>
              <a:sym typeface="Lato Light"/>
            </a:endParaRPr>
          </a:p>
          <a:p>
            <a:pPr indent="0" lvl="0" marL="0" rtl="0" algn="just">
              <a:lnSpc>
                <a:spcPct val="140000"/>
              </a:lnSpc>
              <a:spcBef>
                <a:spcPts val="0"/>
              </a:spcBef>
              <a:spcAft>
                <a:spcPts val="0"/>
              </a:spcAft>
              <a:buNone/>
            </a:pPr>
            <a:r>
              <a:t/>
            </a:r>
            <a:endParaRPr sz="2200">
              <a:solidFill>
                <a:schemeClr val="dk2"/>
              </a:solidFill>
              <a:latin typeface="Lato Light"/>
              <a:ea typeface="Lato Light"/>
              <a:cs typeface="Lato Light"/>
              <a:sym typeface="Lato Light"/>
            </a:endParaRPr>
          </a:p>
          <a:p>
            <a:pPr indent="-368300" lvl="0" marL="457200" rtl="0" algn="just">
              <a:lnSpc>
                <a:spcPct val="140000"/>
              </a:lnSpc>
              <a:spcBef>
                <a:spcPts val="0"/>
              </a:spcBef>
              <a:spcAft>
                <a:spcPts val="0"/>
              </a:spcAft>
              <a:buClr>
                <a:srgbClr val="1886BB"/>
              </a:buClr>
              <a:buSzPts val="2200"/>
              <a:buFont typeface="Lato"/>
              <a:buAutoNum type="arabicPeriod"/>
            </a:pPr>
            <a:r>
              <a:rPr lang="en-US" sz="2200">
                <a:solidFill>
                  <a:schemeClr val="dk2"/>
                </a:solidFill>
                <a:latin typeface="Lato Light"/>
                <a:ea typeface="Lato Light"/>
                <a:cs typeface="Lato Light"/>
                <a:sym typeface="Lato Light"/>
              </a:rPr>
              <a:t>Sed ut perspiciatis unde omnis iste natus </a:t>
            </a:r>
            <a:endParaRPr sz="2200">
              <a:solidFill>
                <a:schemeClr val="dk2"/>
              </a:solidFill>
              <a:latin typeface="Lato Light"/>
              <a:ea typeface="Lato Light"/>
              <a:cs typeface="Lato Light"/>
              <a:sym typeface="Lato Light"/>
            </a:endParaRPr>
          </a:p>
          <a:p>
            <a:pPr indent="0" lvl="0" marL="0" rtl="0" algn="just">
              <a:lnSpc>
                <a:spcPct val="140000"/>
              </a:lnSpc>
              <a:spcBef>
                <a:spcPts val="0"/>
              </a:spcBef>
              <a:spcAft>
                <a:spcPts val="0"/>
              </a:spcAft>
              <a:buNone/>
            </a:pPr>
            <a:r>
              <a:t/>
            </a:r>
            <a:endParaRPr sz="2200">
              <a:solidFill>
                <a:schemeClr val="dk2"/>
              </a:solidFill>
              <a:latin typeface="Lato Light"/>
              <a:ea typeface="Lato Light"/>
              <a:cs typeface="Lato Light"/>
              <a:sym typeface="Lato Light"/>
            </a:endParaRPr>
          </a:p>
          <a:p>
            <a:pPr indent="-368300" lvl="0" marL="457200" rtl="0" algn="just">
              <a:lnSpc>
                <a:spcPct val="140000"/>
              </a:lnSpc>
              <a:spcBef>
                <a:spcPts val="0"/>
              </a:spcBef>
              <a:spcAft>
                <a:spcPts val="0"/>
              </a:spcAft>
              <a:buClr>
                <a:srgbClr val="1886BB"/>
              </a:buClr>
              <a:buSzPts val="2200"/>
              <a:buFont typeface="Lato"/>
              <a:buAutoNum type="arabicPeriod"/>
            </a:pPr>
            <a:r>
              <a:rPr lang="en-US" sz="2200">
                <a:solidFill>
                  <a:schemeClr val="dk2"/>
                </a:solidFill>
                <a:latin typeface="Lato Light"/>
                <a:ea typeface="Lato Light"/>
                <a:cs typeface="Lato Light"/>
                <a:sym typeface="Lato Light"/>
              </a:rPr>
              <a:t>Sed ut perspiciatis unde omnis iste natus </a:t>
            </a:r>
            <a:endParaRPr>
              <a:solidFill>
                <a:schemeClr val="dk1"/>
              </a:solidFill>
            </a:endParaRPr>
          </a:p>
          <a:p>
            <a:pPr indent="0" lvl="0" marL="0" marR="0" rtl="0" algn="just">
              <a:lnSpc>
                <a:spcPct val="140000"/>
              </a:lnSpc>
              <a:spcBef>
                <a:spcPts val="0"/>
              </a:spcBef>
              <a:spcAft>
                <a:spcPts val="0"/>
              </a:spcAft>
              <a:buNone/>
            </a:pPr>
            <a:r>
              <a:t/>
            </a:r>
            <a:endParaRPr sz="2200">
              <a:solidFill>
                <a:schemeClr val="dk2"/>
              </a:solidFill>
              <a:latin typeface="Lato Light"/>
              <a:ea typeface="Lato Light"/>
              <a:cs typeface="Lato Light"/>
              <a:sym typeface="Lato Light"/>
            </a:endParaRPr>
          </a:p>
        </p:txBody>
      </p:sp>
      <p:sp>
        <p:nvSpPr>
          <p:cNvPr id="214" name="Google Shape;214;p15"/>
          <p:cNvSpPr txBox="1"/>
          <p:nvPr/>
        </p:nvSpPr>
        <p:spPr>
          <a:xfrm>
            <a:off x="14697225" y="3703550"/>
            <a:ext cx="67752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Valores</a:t>
            </a:r>
            <a:endParaRPr b="0" i="0" sz="1400" u="none" cap="none" strike="noStrike">
              <a:solidFill>
                <a:srgbClr val="000000"/>
              </a:solidFill>
              <a:latin typeface="Arial"/>
              <a:ea typeface="Arial"/>
              <a:cs typeface="Arial"/>
              <a:sym typeface="Arial"/>
            </a:endParaRPr>
          </a:p>
        </p:txBody>
      </p:sp>
      <p:sp>
        <p:nvSpPr>
          <p:cNvPr id="215" name="Google Shape;215;p15"/>
          <p:cNvSpPr txBox="1"/>
          <p:nvPr/>
        </p:nvSpPr>
        <p:spPr>
          <a:xfrm>
            <a:off x="2588979" y="9125100"/>
            <a:ext cx="8697300" cy="1837500"/>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Clr>
                <a:srgbClr val="000000"/>
              </a:buClr>
              <a:buSzPts val="2200"/>
              <a:buFont typeface="Arial"/>
              <a:buNone/>
            </a:pPr>
            <a:r>
              <a:rPr lang="en-US" sz="2200">
                <a:solidFill>
                  <a:schemeClr val="dk2"/>
                </a:solidFill>
                <a:latin typeface="Lato Light"/>
                <a:ea typeface="Lato Light"/>
                <a:cs typeface="Lato Light"/>
                <a:sym typeface="Lato Light"/>
              </a:rPr>
              <a:t>¿Qué queremos lograr?, ¿dónde queremos estar en el futuro?, ¿para qué lo haremos?...</a:t>
            </a:r>
            <a:br>
              <a:rPr lang="en-US" sz="2200">
                <a:solidFill>
                  <a:schemeClr val="dk2"/>
                </a:solidFill>
                <a:latin typeface="Lato Light"/>
                <a:ea typeface="Lato Light"/>
                <a:cs typeface="Lato Light"/>
                <a:sym typeface="Lato Light"/>
              </a:rPr>
            </a:br>
            <a:br>
              <a:rPr lang="en-US" sz="2200">
                <a:solidFill>
                  <a:schemeClr val="dk2"/>
                </a:solidFill>
                <a:latin typeface="Lato Light"/>
                <a:ea typeface="Lato Light"/>
                <a:cs typeface="Lato Light"/>
                <a:sym typeface="Lato Light"/>
              </a:rPr>
            </a:br>
            <a:endParaRPr b="0" i="0" sz="1400" u="none" cap="none" strike="noStrike">
              <a:solidFill>
                <a:srgbClr val="000000"/>
              </a:solidFill>
              <a:latin typeface="Arial"/>
              <a:ea typeface="Arial"/>
              <a:cs typeface="Arial"/>
              <a:sym typeface="Arial"/>
            </a:endParaRPr>
          </a:p>
        </p:txBody>
      </p:sp>
      <p:sp>
        <p:nvSpPr>
          <p:cNvPr id="216" name="Google Shape;216;p15"/>
          <p:cNvSpPr txBox="1"/>
          <p:nvPr/>
        </p:nvSpPr>
        <p:spPr>
          <a:xfrm>
            <a:off x="2588966" y="8356973"/>
            <a:ext cx="57531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Visión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0" name="Shape 220"/>
        <p:cNvGrpSpPr/>
        <p:nvPr/>
      </p:nvGrpSpPr>
      <p:grpSpPr>
        <a:xfrm>
          <a:off x="0" y="0"/>
          <a:ext cx="0" cy="0"/>
          <a:chOff x="0" y="0"/>
          <a:chExt cx="0" cy="0"/>
        </a:xfrm>
      </p:grpSpPr>
      <p:sp>
        <p:nvSpPr>
          <p:cNvPr id="221" name="Google Shape;221;p16"/>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Estrategia, objetivos de negocio e innovación</a:t>
            </a:r>
            <a:endParaRPr/>
          </a:p>
        </p:txBody>
      </p:sp>
      <p:sp>
        <p:nvSpPr>
          <p:cNvPr id="222" name="Google Shape;222;p16"/>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solidFill>
                  <a:srgbClr val="000000"/>
                </a:solidFill>
              </a:rPr>
              <a:t>Análisis interno </a:t>
            </a:r>
            <a:r>
              <a:rPr lang="en-US">
                <a:solidFill>
                  <a:schemeClr val="accent1"/>
                </a:solidFill>
              </a:rPr>
              <a:t>| Empresa y marca</a:t>
            </a:r>
            <a:endParaRPr b="1" i="0" sz="8800" u="none" cap="none" strike="noStrike">
              <a:solidFill>
                <a:schemeClr val="accent1"/>
              </a:solidFill>
              <a:latin typeface="Lato"/>
              <a:ea typeface="Lato"/>
              <a:cs typeface="Lato"/>
              <a:sym typeface="Lato"/>
            </a:endParaRPr>
          </a:p>
        </p:txBody>
      </p:sp>
      <p:sp>
        <p:nvSpPr>
          <p:cNvPr id="223" name="Google Shape;223;p16"/>
          <p:cNvSpPr/>
          <p:nvPr/>
        </p:nvSpPr>
        <p:spPr>
          <a:xfrm>
            <a:off x="21472426" y="560153"/>
            <a:ext cx="2181600" cy="21126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224" name="Google Shape;224;p16"/>
          <p:cNvSpPr txBox="1"/>
          <p:nvPr/>
        </p:nvSpPr>
        <p:spPr>
          <a:xfrm>
            <a:off x="2019302" y="8247760"/>
            <a:ext cx="5958000" cy="6801900"/>
          </a:xfrm>
          <a:prstGeom prst="rect">
            <a:avLst/>
          </a:prstGeom>
          <a:noFill/>
          <a:ln>
            <a:noFill/>
          </a:ln>
        </p:spPr>
        <p:txBody>
          <a:bodyPr anchorCtr="0" anchor="t" bIns="0" lIns="0" spcFirstLastPara="1" rIns="0" wrap="square" tIns="0">
            <a:noAutofit/>
          </a:bodyPr>
          <a:lstStyle/>
          <a:p>
            <a:pPr indent="-368300" lvl="0" marL="457200" marR="0" rtl="0" algn="just">
              <a:lnSpc>
                <a:spcPct val="140000"/>
              </a:lnSpc>
              <a:spcBef>
                <a:spcPts val="0"/>
              </a:spcBef>
              <a:spcAft>
                <a:spcPts val="0"/>
              </a:spcAft>
              <a:buClr>
                <a:srgbClr val="1886BB"/>
              </a:buClr>
              <a:buSzPts val="2200"/>
              <a:buFont typeface="Lato"/>
              <a:buAutoNum type="arabicPeriod"/>
            </a:pPr>
            <a:r>
              <a:rPr b="0" i="0" lang="en-US" sz="2200" u="none" cap="none" strike="noStrike">
                <a:solidFill>
                  <a:schemeClr val="dk2"/>
                </a:solidFill>
                <a:latin typeface="Lato Light"/>
                <a:ea typeface="Lato Light"/>
                <a:cs typeface="Lato Light"/>
                <a:sym typeface="Lato Light"/>
              </a:rPr>
              <a:t>Sed ut perspiciatis unde omnis iste natus </a:t>
            </a:r>
            <a:endParaRPr b="0" i="0" sz="2200" u="none" cap="none" strike="noStrike">
              <a:solidFill>
                <a:schemeClr val="dk2"/>
              </a:solidFill>
              <a:latin typeface="Lato Light"/>
              <a:ea typeface="Lato Light"/>
              <a:cs typeface="Lato Light"/>
              <a:sym typeface="Lato Light"/>
            </a:endParaRPr>
          </a:p>
          <a:p>
            <a:pPr indent="0" lvl="0" marL="0" marR="0" rtl="0" algn="just">
              <a:lnSpc>
                <a:spcPct val="140000"/>
              </a:lnSpc>
              <a:spcBef>
                <a:spcPts val="0"/>
              </a:spcBef>
              <a:spcAft>
                <a:spcPts val="0"/>
              </a:spcAft>
              <a:buNone/>
            </a:pPr>
            <a:r>
              <a:t/>
            </a:r>
            <a:endParaRPr sz="2200">
              <a:solidFill>
                <a:schemeClr val="dk2"/>
              </a:solidFill>
              <a:latin typeface="Lato Light"/>
              <a:ea typeface="Lato Light"/>
              <a:cs typeface="Lato Light"/>
              <a:sym typeface="Lato Light"/>
            </a:endParaRPr>
          </a:p>
          <a:p>
            <a:pPr indent="-368300" lvl="0" marL="457200" rtl="0" algn="just">
              <a:lnSpc>
                <a:spcPct val="140000"/>
              </a:lnSpc>
              <a:spcBef>
                <a:spcPts val="0"/>
              </a:spcBef>
              <a:spcAft>
                <a:spcPts val="0"/>
              </a:spcAft>
              <a:buClr>
                <a:srgbClr val="1886BB"/>
              </a:buClr>
              <a:buSzPts val="2200"/>
              <a:buFont typeface="Lato"/>
              <a:buAutoNum type="arabicPeriod"/>
            </a:pPr>
            <a:r>
              <a:rPr lang="en-US" sz="2200">
                <a:solidFill>
                  <a:schemeClr val="dk2"/>
                </a:solidFill>
                <a:latin typeface="Lato Light"/>
                <a:ea typeface="Lato Light"/>
                <a:cs typeface="Lato Light"/>
                <a:sym typeface="Lato Light"/>
              </a:rPr>
              <a:t>Sed ut perspiciatis unde omnis iste natus </a:t>
            </a:r>
            <a:endParaRPr sz="2200">
              <a:solidFill>
                <a:schemeClr val="dk2"/>
              </a:solidFill>
              <a:latin typeface="Lato Light"/>
              <a:ea typeface="Lato Light"/>
              <a:cs typeface="Lato Light"/>
              <a:sym typeface="Lato Light"/>
            </a:endParaRPr>
          </a:p>
          <a:p>
            <a:pPr indent="0" lvl="0" marL="0" rtl="0" algn="just">
              <a:lnSpc>
                <a:spcPct val="140000"/>
              </a:lnSpc>
              <a:spcBef>
                <a:spcPts val="0"/>
              </a:spcBef>
              <a:spcAft>
                <a:spcPts val="0"/>
              </a:spcAft>
              <a:buNone/>
            </a:pPr>
            <a:r>
              <a:t/>
            </a:r>
            <a:endParaRPr sz="2200">
              <a:solidFill>
                <a:schemeClr val="dk2"/>
              </a:solidFill>
              <a:latin typeface="Lato Light"/>
              <a:ea typeface="Lato Light"/>
              <a:cs typeface="Lato Light"/>
              <a:sym typeface="Lato Light"/>
            </a:endParaRPr>
          </a:p>
          <a:p>
            <a:pPr indent="-368300" lvl="0" marL="457200" rtl="0" algn="just">
              <a:lnSpc>
                <a:spcPct val="140000"/>
              </a:lnSpc>
              <a:spcBef>
                <a:spcPts val="0"/>
              </a:spcBef>
              <a:spcAft>
                <a:spcPts val="0"/>
              </a:spcAft>
              <a:buClr>
                <a:srgbClr val="1886BB"/>
              </a:buClr>
              <a:buSzPts val="2200"/>
              <a:buFont typeface="Lato"/>
              <a:buAutoNum type="arabicPeriod"/>
            </a:pPr>
            <a:r>
              <a:rPr lang="en-US" sz="2200">
                <a:solidFill>
                  <a:schemeClr val="dk2"/>
                </a:solidFill>
                <a:latin typeface="Lato Light"/>
                <a:ea typeface="Lato Light"/>
                <a:cs typeface="Lato Light"/>
                <a:sym typeface="Lato Light"/>
              </a:rPr>
              <a:t>Sed ut perspiciatis unde omnis iste natus </a:t>
            </a:r>
            <a:endParaRPr sz="2200">
              <a:solidFill>
                <a:schemeClr val="dk2"/>
              </a:solidFill>
              <a:latin typeface="Lato Light"/>
              <a:ea typeface="Lato Light"/>
              <a:cs typeface="Lato Light"/>
              <a:sym typeface="Lato Light"/>
            </a:endParaRPr>
          </a:p>
          <a:p>
            <a:pPr indent="0" lvl="0" marL="0" rtl="0" algn="just">
              <a:lnSpc>
                <a:spcPct val="140000"/>
              </a:lnSpc>
              <a:spcBef>
                <a:spcPts val="0"/>
              </a:spcBef>
              <a:spcAft>
                <a:spcPts val="0"/>
              </a:spcAft>
              <a:buNone/>
            </a:pPr>
            <a:r>
              <a:t/>
            </a:r>
            <a:endParaRPr sz="2200">
              <a:solidFill>
                <a:schemeClr val="dk2"/>
              </a:solidFill>
              <a:latin typeface="Lato Light"/>
              <a:ea typeface="Lato Light"/>
              <a:cs typeface="Lato Light"/>
              <a:sym typeface="Lato Light"/>
            </a:endParaRPr>
          </a:p>
          <a:p>
            <a:pPr indent="0" lvl="0" marL="0" rtl="0" algn="just">
              <a:lnSpc>
                <a:spcPct val="140000"/>
              </a:lnSpc>
              <a:spcBef>
                <a:spcPts val="0"/>
              </a:spcBef>
              <a:spcAft>
                <a:spcPts val="0"/>
              </a:spcAft>
              <a:buNone/>
            </a:pPr>
            <a:r>
              <a:t/>
            </a:r>
            <a:endParaRPr>
              <a:solidFill>
                <a:schemeClr val="dk1"/>
              </a:solidFill>
            </a:endParaRPr>
          </a:p>
          <a:p>
            <a:pPr indent="0" lvl="0" marL="0" marR="0" rtl="0" algn="just">
              <a:lnSpc>
                <a:spcPct val="140000"/>
              </a:lnSpc>
              <a:spcBef>
                <a:spcPts val="0"/>
              </a:spcBef>
              <a:spcAft>
                <a:spcPts val="0"/>
              </a:spcAft>
              <a:buNone/>
            </a:pPr>
            <a:r>
              <a:t/>
            </a:r>
            <a:endParaRPr sz="2200">
              <a:solidFill>
                <a:schemeClr val="dk2"/>
              </a:solidFill>
              <a:latin typeface="Lato Light"/>
              <a:ea typeface="Lato Light"/>
              <a:cs typeface="Lato Light"/>
              <a:sym typeface="Lato Light"/>
            </a:endParaRPr>
          </a:p>
        </p:txBody>
      </p:sp>
      <p:sp>
        <p:nvSpPr>
          <p:cNvPr id="225" name="Google Shape;225;p16"/>
          <p:cNvSpPr txBox="1"/>
          <p:nvPr/>
        </p:nvSpPr>
        <p:spPr>
          <a:xfrm>
            <a:off x="2019300" y="7479625"/>
            <a:ext cx="59580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Objetivos de negocio</a:t>
            </a:r>
            <a:endParaRPr b="0" i="0" sz="1400" u="none" cap="none" strike="noStrike">
              <a:solidFill>
                <a:srgbClr val="000000"/>
              </a:solidFill>
              <a:latin typeface="Arial"/>
              <a:ea typeface="Arial"/>
              <a:cs typeface="Arial"/>
              <a:sym typeface="Arial"/>
            </a:endParaRPr>
          </a:p>
        </p:txBody>
      </p:sp>
      <p:sp>
        <p:nvSpPr>
          <p:cNvPr id="226" name="Google Shape;226;p16"/>
          <p:cNvSpPr/>
          <p:nvPr/>
        </p:nvSpPr>
        <p:spPr>
          <a:xfrm>
            <a:off x="15702450" y="4166950"/>
            <a:ext cx="3091500" cy="800700"/>
          </a:xfrm>
          <a:prstGeom prst="rect">
            <a:avLst/>
          </a:prstGeom>
          <a:solidFill>
            <a:srgbClr val="0084B4"/>
          </a:solidFill>
          <a:ln>
            <a:noFill/>
          </a:ln>
        </p:spPr>
        <p:txBody>
          <a:bodyPr anchorCtr="0" anchor="ctr" bIns="243800" lIns="243800" spcFirstLastPara="1" rIns="243800" wrap="square" tIns="243800">
            <a:noAutofit/>
          </a:bodyPr>
          <a:lstStyle/>
          <a:p>
            <a:pPr indent="0" lvl="0" marL="0" rtl="0" algn="l">
              <a:lnSpc>
                <a:spcPct val="115000"/>
              </a:lnSpc>
              <a:spcBef>
                <a:spcPts val="0"/>
              </a:spcBef>
              <a:spcAft>
                <a:spcPts val="0"/>
              </a:spcAft>
              <a:buNone/>
            </a:pPr>
            <a:r>
              <a:rPr lang="en-US" sz="2100">
                <a:solidFill>
                  <a:srgbClr val="FFFFFF"/>
                </a:solidFill>
                <a:latin typeface="Roboto"/>
                <a:ea typeface="Roboto"/>
                <a:cs typeface="Roboto"/>
                <a:sym typeface="Roboto"/>
              </a:rPr>
              <a:t>Presente</a:t>
            </a:r>
            <a:endParaRPr sz="2100">
              <a:solidFill>
                <a:srgbClr val="FFFFFF"/>
              </a:solidFill>
              <a:latin typeface="Roboto"/>
              <a:ea typeface="Roboto"/>
              <a:cs typeface="Roboto"/>
              <a:sym typeface="Roboto"/>
            </a:endParaRPr>
          </a:p>
        </p:txBody>
      </p:sp>
      <p:sp>
        <p:nvSpPr>
          <p:cNvPr id="227" name="Google Shape;227;p16"/>
          <p:cNvSpPr/>
          <p:nvPr/>
        </p:nvSpPr>
        <p:spPr>
          <a:xfrm>
            <a:off x="18830434" y="4166950"/>
            <a:ext cx="3091500" cy="800700"/>
          </a:xfrm>
          <a:prstGeom prst="rect">
            <a:avLst/>
          </a:prstGeom>
          <a:solidFill>
            <a:srgbClr val="0084B4"/>
          </a:solidFill>
          <a:ln>
            <a:noFill/>
          </a:ln>
        </p:spPr>
        <p:txBody>
          <a:bodyPr anchorCtr="0" anchor="ctr" bIns="243800" lIns="243800" spcFirstLastPara="1" rIns="243800" wrap="square" tIns="243800">
            <a:noAutofit/>
          </a:bodyPr>
          <a:lstStyle/>
          <a:p>
            <a:pPr indent="0" lvl="0" marL="0" rtl="0" algn="l">
              <a:lnSpc>
                <a:spcPct val="115000"/>
              </a:lnSpc>
              <a:spcBef>
                <a:spcPts val="0"/>
              </a:spcBef>
              <a:spcAft>
                <a:spcPts val="0"/>
              </a:spcAft>
              <a:buNone/>
            </a:pPr>
            <a:r>
              <a:rPr lang="en-US" sz="2100">
                <a:solidFill>
                  <a:srgbClr val="FFFFFF"/>
                </a:solidFill>
                <a:latin typeface="Roboto"/>
                <a:ea typeface="Roboto"/>
                <a:cs typeface="Roboto"/>
                <a:sym typeface="Roboto"/>
              </a:rPr>
              <a:t>Futuro</a:t>
            </a:r>
            <a:endParaRPr sz="2100">
              <a:solidFill>
                <a:srgbClr val="FFFFFF"/>
              </a:solidFill>
              <a:latin typeface="Roboto"/>
              <a:ea typeface="Roboto"/>
              <a:cs typeface="Roboto"/>
              <a:sym typeface="Roboto"/>
            </a:endParaRPr>
          </a:p>
        </p:txBody>
      </p:sp>
      <p:sp>
        <p:nvSpPr>
          <p:cNvPr id="228" name="Google Shape;228;p16"/>
          <p:cNvSpPr/>
          <p:nvPr/>
        </p:nvSpPr>
        <p:spPr>
          <a:xfrm>
            <a:off x="8358400" y="4166950"/>
            <a:ext cx="7211400" cy="800700"/>
          </a:xfrm>
          <a:prstGeom prst="rect">
            <a:avLst/>
          </a:prstGeom>
          <a:solidFill>
            <a:srgbClr val="0084B4"/>
          </a:solidFill>
          <a:ln>
            <a:noFill/>
          </a:ln>
        </p:spPr>
        <p:txBody>
          <a:bodyPr anchorCtr="0" anchor="ctr" bIns="243800" lIns="243800" spcFirstLastPara="1" rIns="243800" wrap="square" tIns="243800">
            <a:noAutofit/>
          </a:bodyPr>
          <a:lstStyle/>
          <a:p>
            <a:pPr indent="0" lvl="0" marL="0" rtl="0" algn="l">
              <a:spcBef>
                <a:spcPts val="0"/>
              </a:spcBef>
              <a:spcAft>
                <a:spcPts val="0"/>
              </a:spcAft>
              <a:buNone/>
            </a:pPr>
            <a:r>
              <a:rPr b="1" lang="en-US" sz="2400">
                <a:solidFill>
                  <a:srgbClr val="FFFFFF"/>
                </a:solidFill>
                <a:latin typeface="Roboto"/>
                <a:ea typeface="Roboto"/>
                <a:cs typeface="Roboto"/>
                <a:sym typeface="Roboto"/>
              </a:rPr>
              <a:t>MATRIZ PMS</a:t>
            </a:r>
            <a:endParaRPr b="1" sz="2400">
              <a:solidFill>
                <a:srgbClr val="FFFFFF"/>
              </a:solidFill>
              <a:latin typeface="Roboto"/>
              <a:ea typeface="Roboto"/>
              <a:cs typeface="Roboto"/>
              <a:sym typeface="Roboto"/>
            </a:endParaRPr>
          </a:p>
        </p:txBody>
      </p:sp>
      <p:grpSp>
        <p:nvGrpSpPr>
          <p:cNvPr id="229" name="Google Shape;229;p16"/>
          <p:cNvGrpSpPr/>
          <p:nvPr/>
        </p:nvGrpSpPr>
        <p:grpSpPr>
          <a:xfrm>
            <a:off x="8360317" y="8651625"/>
            <a:ext cx="13561336" cy="1798547"/>
            <a:chOff x="943723" y="4469049"/>
            <a:chExt cx="4417805" cy="674447"/>
          </a:xfrm>
        </p:grpSpPr>
        <p:sp>
          <p:nvSpPr>
            <p:cNvPr id="230" name="Google Shape;230;p16"/>
            <p:cNvSpPr/>
            <p:nvPr/>
          </p:nvSpPr>
          <p:spPr>
            <a:xfrm>
              <a:off x="943726" y="4469049"/>
              <a:ext cx="2207100" cy="674400"/>
            </a:xfrm>
            <a:prstGeom prst="rect">
              <a:avLst/>
            </a:prstGeom>
            <a:solidFill>
              <a:srgbClr val="E9E9E9"/>
            </a:solidFill>
            <a:ln>
              <a:noFill/>
            </a:ln>
          </p:spPr>
          <p:txBody>
            <a:bodyPr anchorCtr="0" anchor="ctr" bIns="243800" lIns="243800" spcFirstLastPara="1" rIns="243800" wrap="square" tIns="243800">
              <a:noAutofit/>
            </a:bodyPr>
            <a:lstStyle/>
            <a:p>
              <a:pPr indent="0" lvl="0" marL="0" rtl="0" algn="l">
                <a:spcBef>
                  <a:spcPts val="0"/>
                </a:spcBef>
                <a:spcAft>
                  <a:spcPts val="0"/>
                </a:spcAft>
                <a:buNone/>
              </a:pPr>
              <a:r>
                <a:t/>
              </a:r>
              <a:endParaRPr/>
            </a:p>
          </p:txBody>
        </p:sp>
        <p:sp>
          <p:nvSpPr>
            <p:cNvPr id="231" name="Google Shape;231;p16"/>
            <p:cNvSpPr/>
            <p:nvPr/>
          </p:nvSpPr>
          <p:spPr>
            <a:xfrm>
              <a:off x="1632122" y="4469063"/>
              <a:ext cx="674400" cy="674400"/>
            </a:xfrm>
            <a:prstGeom prst="rtTriangle">
              <a:avLst/>
            </a:prstGeom>
            <a:solidFill>
              <a:srgbClr val="E9E9E9"/>
            </a:solidFill>
            <a:ln>
              <a:noFill/>
            </a:ln>
          </p:spPr>
          <p:txBody>
            <a:bodyPr anchorCtr="0" anchor="ctr" bIns="243800" lIns="243800" spcFirstLastPara="1" rIns="243800" wrap="square" tIns="243800">
              <a:noAutofit/>
            </a:bodyPr>
            <a:lstStyle/>
            <a:p>
              <a:pPr indent="0" lvl="0" marL="0" rtl="0" algn="l">
                <a:spcBef>
                  <a:spcPts val="0"/>
                </a:spcBef>
                <a:spcAft>
                  <a:spcPts val="0"/>
                </a:spcAft>
                <a:buNone/>
              </a:pPr>
              <a:r>
                <a:t/>
              </a:r>
              <a:endParaRPr/>
            </a:p>
          </p:txBody>
        </p:sp>
        <p:sp>
          <p:nvSpPr>
            <p:cNvPr id="232" name="Google Shape;232;p16"/>
            <p:cNvSpPr/>
            <p:nvPr/>
          </p:nvSpPr>
          <p:spPr>
            <a:xfrm>
              <a:off x="943723" y="4469063"/>
              <a:ext cx="687600" cy="674400"/>
            </a:xfrm>
            <a:prstGeom prst="rtTriangle">
              <a:avLst/>
            </a:prstGeom>
            <a:solidFill>
              <a:srgbClr val="E9E9E9"/>
            </a:solidFill>
            <a:ln>
              <a:noFill/>
            </a:ln>
          </p:spPr>
          <p:txBody>
            <a:bodyPr anchorCtr="0" anchor="ctr" bIns="243800" lIns="243800" spcFirstLastPara="1" rIns="243800" wrap="square" tIns="243800">
              <a:noAutofit/>
            </a:bodyPr>
            <a:lstStyle/>
            <a:p>
              <a:pPr indent="0" lvl="0" marL="0" rtl="0" algn="l">
                <a:spcBef>
                  <a:spcPts val="0"/>
                </a:spcBef>
                <a:spcAft>
                  <a:spcPts val="0"/>
                </a:spcAft>
                <a:buNone/>
              </a:pPr>
              <a:r>
                <a:t/>
              </a:r>
              <a:endParaRPr/>
            </a:p>
          </p:txBody>
        </p:sp>
        <p:sp>
          <p:nvSpPr>
            <p:cNvPr id="233" name="Google Shape;233;p16"/>
            <p:cNvSpPr/>
            <p:nvPr/>
          </p:nvSpPr>
          <p:spPr>
            <a:xfrm>
              <a:off x="3335463" y="4469063"/>
              <a:ext cx="1007100" cy="674400"/>
            </a:xfrm>
            <a:prstGeom prst="rect">
              <a:avLst/>
            </a:prstGeom>
            <a:solidFill>
              <a:srgbClr val="E9E9E9"/>
            </a:solidFill>
            <a:ln>
              <a:noFill/>
            </a:ln>
          </p:spPr>
          <p:txBody>
            <a:bodyPr anchorCtr="0" anchor="ctr" bIns="243800" lIns="243800" spcFirstLastPara="1" rIns="243800" wrap="square" tIns="243800">
              <a:noAutofit/>
            </a:bodyPr>
            <a:lstStyle/>
            <a:p>
              <a:pPr indent="0" lvl="0" marL="0" rtl="0" algn="l">
                <a:spcBef>
                  <a:spcPts val="0"/>
                </a:spcBef>
                <a:spcAft>
                  <a:spcPts val="0"/>
                </a:spcAft>
                <a:buNone/>
              </a:pPr>
              <a:r>
                <a:t/>
              </a:r>
              <a:endParaRPr/>
            </a:p>
          </p:txBody>
        </p:sp>
        <p:sp>
          <p:nvSpPr>
            <p:cNvPr id="234" name="Google Shape;234;p16"/>
            <p:cNvSpPr/>
            <p:nvPr/>
          </p:nvSpPr>
          <p:spPr>
            <a:xfrm>
              <a:off x="4354429" y="4469063"/>
              <a:ext cx="1007100" cy="674400"/>
            </a:xfrm>
            <a:prstGeom prst="rect">
              <a:avLst/>
            </a:prstGeom>
            <a:solidFill>
              <a:srgbClr val="E9E9E9"/>
            </a:solidFill>
            <a:ln>
              <a:noFill/>
            </a:ln>
          </p:spPr>
          <p:txBody>
            <a:bodyPr anchorCtr="0" anchor="ctr" bIns="243800" lIns="243800" spcFirstLastPara="1" rIns="243800" wrap="square" tIns="243800">
              <a:noAutofit/>
            </a:bodyPr>
            <a:lstStyle/>
            <a:p>
              <a:pPr indent="0" lvl="0" marL="0" rtl="0" algn="l">
                <a:spcBef>
                  <a:spcPts val="0"/>
                </a:spcBef>
                <a:spcAft>
                  <a:spcPts val="0"/>
                </a:spcAft>
                <a:buNone/>
              </a:pPr>
              <a:r>
                <a:t/>
              </a:r>
              <a:endParaRPr/>
            </a:p>
          </p:txBody>
        </p:sp>
        <p:sp>
          <p:nvSpPr>
            <p:cNvPr id="235" name="Google Shape;235;p16"/>
            <p:cNvSpPr/>
            <p:nvPr/>
          </p:nvSpPr>
          <p:spPr>
            <a:xfrm>
              <a:off x="1210848" y="4469107"/>
              <a:ext cx="425700" cy="409200"/>
            </a:xfrm>
            <a:prstGeom prst="rect">
              <a:avLst/>
            </a:prstGeom>
            <a:solidFill>
              <a:srgbClr val="E9E9E9"/>
            </a:solidFill>
            <a:ln>
              <a:noFill/>
            </a:ln>
          </p:spPr>
          <p:txBody>
            <a:bodyPr anchorCtr="0" anchor="b" bIns="243800" lIns="243800" spcFirstLastPara="1" rIns="243800" wrap="square" tIns="243800">
              <a:noAutofit/>
            </a:bodyPr>
            <a:lstStyle/>
            <a:p>
              <a:pPr indent="0" lvl="0" marL="0" rtl="0" algn="ctr">
                <a:spcBef>
                  <a:spcPts val="0"/>
                </a:spcBef>
                <a:spcAft>
                  <a:spcPts val="0"/>
                </a:spcAft>
                <a:buNone/>
              </a:pPr>
              <a:r>
                <a:rPr lang="en-US" sz="4300">
                  <a:solidFill>
                    <a:srgbClr val="1886BB"/>
                  </a:solidFill>
                  <a:latin typeface="Roboto"/>
                  <a:ea typeface="Roboto"/>
                  <a:cs typeface="Roboto"/>
                  <a:sym typeface="Roboto"/>
                </a:rPr>
                <a:t>3</a:t>
              </a:r>
              <a:endParaRPr sz="4300">
                <a:solidFill>
                  <a:srgbClr val="1886BB"/>
                </a:solidFill>
                <a:latin typeface="Roboto"/>
                <a:ea typeface="Roboto"/>
                <a:cs typeface="Roboto"/>
                <a:sym typeface="Roboto"/>
              </a:endParaRPr>
            </a:p>
          </p:txBody>
        </p:sp>
        <p:sp>
          <p:nvSpPr>
            <p:cNvPr id="236" name="Google Shape;236;p16"/>
            <p:cNvSpPr/>
            <p:nvPr/>
          </p:nvSpPr>
          <p:spPr>
            <a:xfrm>
              <a:off x="1704729" y="4469096"/>
              <a:ext cx="1587600" cy="674400"/>
            </a:xfrm>
            <a:prstGeom prst="rect">
              <a:avLst/>
            </a:prstGeom>
            <a:solidFill>
              <a:srgbClr val="E9E9E9"/>
            </a:solidFill>
            <a:ln>
              <a:noFill/>
            </a:ln>
          </p:spPr>
          <p:txBody>
            <a:bodyPr anchorCtr="0" anchor="t" bIns="243800" lIns="243800" spcFirstLastPara="1" rIns="243800" wrap="square" tIns="243800">
              <a:noAutofit/>
            </a:bodyPr>
            <a:lstStyle/>
            <a:p>
              <a:pPr indent="0" lvl="0" marL="0" rtl="0" algn="l">
                <a:spcBef>
                  <a:spcPts val="0"/>
                </a:spcBef>
                <a:spcAft>
                  <a:spcPts val="0"/>
                </a:spcAft>
                <a:buNone/>
              </a:pPr>
              <a:r>
                <a:rPr lang="en-US" sz="2700">
                  <a:solidFill>
                    <a:srgbClr val="1886BB"/>
                  </a:solidFill>
                  <a:latin typeface="Roboto"/>
                  <a:ea typeface="Roboto"/>
                  <a:cs typeface="Roboto"/>
                  <a:sym typeface="Roboto"/>
                </a:rPr>
                <a:t>SEGUIDOR</a:t>
              </a:r>
              <a:endParaRPr sz="2700">
                <a:solidFill>
                  <a:srgbClr val="1886BB"/>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US" sz="2700">
                  <a:latin typeface="Roboto"/>
                  <a:ea typeface="Roboto"/>
                  <a:cs typeface="Roboto"/>
                  <a:sym typeface="Roboto"/>
                </a:rPr>
                <a:t>(imitación)</a:t>
              </a:r>
              <a:endParaRPr sz="2700">
                <a:latin typeface="Roboto"/>
                <a:ea typeface="Roboto"/>
                <a:cs typeface="Roboto"/>
                <a:sym typeface="Roboto"/>
              </a:endParaRPr>
            </a:p>
            <a:p>
              <a:pPr indent="0" lvl="0" marL="0" rtl="0" algn="l">
                <a:spcBef>
                  <a:spcPts val="0"/>
                </a:spcBef>
                <a:spcAft>
                  <a:spcPts val="0"/>
                </a:spcAft>
                <a:buNone/>
              </a:pPr>
              <a:r>
                <a:t/>
              </a:r>
              <a:endParaRPr sz="2700">
                <a:solidFill>
                  <a:srgbClr val="FFFFFF"/>
                </a:solidFill>
                <a:latin typeface="Roboto"/>
                <a:ea typeface="Roboto"/>
                <a:cs typeface="Roboto"/>
                <a:sym typeface="Roboto"/>
              </a:endParaRPr>
            </a:p>
          </p:txBody>
        </p:sp>
      </p:grpSp>
      <p:sp>
        <p:nvSpPr>
          <p:cNvPr id="237" name="Google Shape;237;p16"/>
          <p:cNvSpPr/>
          <p:nvPr/>
        </p:nvSpPr>
        <p:spPr>
          <a:xfrm>
            <a:off x="22086466" y="1237938"/>
            <a:ext cx="953510" cy="757040"/>
          </a:xfrm>
          <a:custGeom>
            <a:rect b="b" l="l" r="r" t="t"/>
            <a:pathLst>
              <a:path extrusionOk="0" h="289" w="353">
                <a:moveTo>
                  <a:pt x="337" y="32"/>
                </a:moveTo>
                <a:cubicBezTo>
                  <a:pt x="241" y="32"/>
                  <a:pt x="241" y="32"/>
                  <a:pt x="241" y="32"/>
                </a:cubicBezTo>
                <a:cubicBezTo>
                  <a:pt x="241" y="15"/>
                  <a:pt x="226" y="0"/>
                  <a:pt x="209" y="0"/>
                </a:cubicBezTo>
                <a:cubicBezTo>
                  <a:pt x="144" y="0"/>
                  <a:pt x="144" y="0"/>
                  <a:pt x="144" y="0"/>
                </a:cubicBezTo>
                <a:cubicBezTo>
                  <a:pt x="127" y="0"/>
                  <a:pt x="112" y="15"/>
                  <a:pt x="112" y="32"/>
                </a:cubicBezTo>
                <a:cubicBezTo>
                  <a:pt x="16" y="32"/>
                  <a:pt x="16" y="32"/>
                  <a:pt x="16" y="32"/>
                </a:cubicBezTo>
                <a:cubicBezTo>
                  <a:pt x="7" y="32"/>
                  <a:pt x="0" y="40"/>
                  <a:pt x="0" y="48"/>
                </a:cubicBezTo>
                <a:cubicBezTo>
                  <a:pt x="0" y="129"/>
                  <a:pt x="0" y="129"/>
                  <a:pt x="0" y="129"/>
                </a:cubicBezTo>
                <a:cubicBezTo>
                  <a:pt x="0" y="138"/>
                  <a:pt x="7" y="145"/>
                  <a:pt x="16" y="145"/>
                </a:cubicBezTo>
                <a:cubicBezTo>
                  <a:pt x="16" y="273"/>
                  <a:pt x="16" y="273"/>
                  <a:pt x="16" y="273"/>
                </a:cubicBezTo>
                <a:cubicBezTo>
                  <a:pt x="16" y="282"/>
                  <a:pt x="23" y="289"/>
                  <a:pt x="32" y="289"/>
                </a:cubicBezTo>
                <a:cubicBezTo>
                  <a:pt x="321" y="289"/>
                  <a:pt x="321" y="289"/>
                  <a:pt x="321" y="289"/>
                </a:cubicBezTo>
                <a:cubicBezTo>
                  <a:pt x="330" y="289"/>
                  <a:pt x="337" y="282"/>
                  <a:pt x="337" y="273"/>
                </a:cubicBezTo>
                <a:cubicBezTo>
                  <a:pt x="337" y="145"/>
                  <a:pt x="337" y="145"/>
                  <a:pt x="337" y="145"/>
                </a:cubicBezTo>
                <a:cubicBezTo>
                  <a:pt x="346" y="145"/>
                  <a:pt x="353" y="138"/>
                  <a:pt x="353" y="129"/>
                </a:cubicBezTo>
                <a:cubicBezTo>
                  <a:pt x="353" y="48"/>
                  <a:pt x="353" y="48"/>
                  <a:pt x="353" y="48"/>
                </a:cubicBezTo>
                <a:cubicBezTo>
                  <a:pt x="353" y="40"/>
                  <a:pt x="346" y="32"/>
                  <a:pt x="337" y="32"/>
                </a:cubicBezTo>
                <a:moveTo>
                  <a:pt x="144" y="16"/>
                </a:moveTo>
                <a:cubicBezTo>
                  <a:pt x="209" y="16"/>
                  <a:pt x="209" y="16"/>
                  <a:pt x="209" y="16"/>
                </a:cubicBezTo>
                <a:cubicBezTo>
                  <a:pt x="217" y="16"/>
                  <a:pt x="225" y="23"/>
                  <a:pt x="225" y="32"/>
                </a:cubicBezTo>
                <a:cubicBezTo>
                  <a:pt x="128" y="32"/>
                  <a:pt x="128" y="32"/>
                  <a:pt x="128" y="32"/>
                </a:cubicBezTo>
                <a:cubicBezTo>
                  <a:pt x="128" y="23"/>
                  <a:pt x="136" y="16"/>
                  <a:pt x="144" y="16"/>
                </a:cubicBezTo>
                <a:moveTo>
                  <a:pt x="321" y="273"/>
                </a:moveTo>
                <a:cubicBezTo>
                  <a:pt x="32" y="273"/>
                  <a:pt x="32" y="273"/>
                  <a:pt x="32" y="273"/>
                </a:cubicBezTo>
                <a:cubicBezTo>
                  <a:pt x="32" y="145"/>
                  <a:pt x="32" y="145"/>
                  <a:pt x="32" y="145"/>
                </a:cubicBezTo>
                <a:cubicBezTo>
                  <a:pt x="64" y="145"/>
                  <a:pt x="64" y="145"/>
                  <a:pt x="64" y="145"/>
                </a:cubicBezTo>
                <a:cubicBezTo>
                  <a:pt x="64" y="161"/>
                  <a:pt x="64" y="161"/>
                  <a:pt x="64" y="161"/>
                </a:cubicBezTo>
                <a:cubicBezTo>
                  <a:pt x="64" y="170"/>
                  <a:pt x="71" y="177"/>
                  <a:pt x="80" y="177"/>
                </a:cubicBezTo>
                <a:cubicBezTo>
                  <a:pt x="112" y="177"/>
                  <a:pt x="112" y="177"/>
                  <a:pt x="112" y="177"/>
                </a:cubicBezTo>
                <a:cubicBezTo>
                  <a:pt x="121" y="177"/>
                  <a:pt x="128" y="170"/>
                  <a:pt x="128" y="161"/>
                </a:cubicBezTo>
                <a:cubicBezTo>
                  <a:pt x="128" y="145"/>
                  <a:pt x="128" y="145"/>
                  <a:pt x="128" y="145"/>
                </a:cubicBezTo>
                <a:cubicBezTo>
                  <a:pt x="225" y="145"/>
                  <a:pt x="225" y="145"/>
                  <a:pt x="225" y="145"/>
                </a:cubicBezTo>
                <a:cubicBezTo>
                  <a:pt x="225" y="161"/>
                  <a:pt x="225" y="161"/>
                  <a:pt x="225" y="161"/>
                </a:cubicBezTo>
                <a:cubicBezTo>
                  <a:pt x="225" y="170"/>
                  <a:pt x="232" y="177"/>
                  <a:pt x="241" y="177"/>
                </a:cubicBezTo>
                <a:cubicBezTo>
                  <a:pt x="273" y="177"/>
                  <a:pt x="273" y="177"/>
                  <a:pt x="273" y="177"/>
                </a:cubicBezTo>
                <a:cubicBezTo>
                  <a:pt x="282" y="177"/>
                  <a:pt x="289" y="170"/>
                  <a:pt x="289" y="161"/>
                </a:cubicBezTo>
                <a:cubicBezTo>
                  <a:pt x="289" y="145"/>
                  <a:pt x="289" y="145"/>
                  <a:pt x="289" y="145"/>
                </a:cubicBezTo>
                <a:cubicBezTo>
                  <a:pt x="321" y="145"/>
                  <a:pt x="321" y="145"/>
                  <a:pt x="321" y="145"/>
                </a:cubicBezTo>
                <a:lnTo>
                  <a:pt x="321" y="273"/>
                </a:lnTo>
                <a:close/>
                <a:moveTo>
                  <a:pt x="80" y="113"/>
                </a:moveTo>
                <a:cubicBezTo>
                  <a:pt x="112" y="113"/>
                  <a:pt x="112" y="113"/>
                  <a:pt x="112" y="113"/>
                </a:cubicBezTo>
                <a:cubicBezTo>
                  <a:pt x="112" y="161"/>
                  <a:pt x="112" y="161"/>
                  <a:pt x="112" y="161"/>
                </a:cubicBezTo>
                <a:cubicBezTo>
                  <a:pt x="80" y="161"/>
                  <a:pt x="80" y="161"/>
                  <a:pt x="80" y="161"/>
                </a:cubicBezTo>
                <a:lnTo>
                  <a:pt x="80" y="113"/>
                </a:lnTo>
                <a:close/>
                <a:moveTo>
                  <a:pt x="241" y="113"/>
                </a:moveTo>
                <a:cubicBezTo>
                  <a:pt x="273" y="113"/>
                  <a:pt x="273" y="113"/>
                  <a:pt x="273" y="113"/>
                </a:cubicBezTo>
                <a:cubicBezTo>
                  <a:pt x="273" y="161"/>
                  <a:pt x="273" y="161"/>
                  <a:pt x="273" y="161"/>
                </a:cubicBezTo>
                <a:cubicBezTo>
                  <a:pt x="241" y="161"/>
                  <a:pt x="241" y="161"/>
                  <a:pt x="241" y="161"/>
                </a:cubicBezTo>
                <a:lnTo>
                  <a:pt x="241" y="113"/>
                </a:lnTo>
                <a:close/>
                <a:moveTo>
                  <a:pt x="337" y="129"/>
                </a:moveTo>
                <a:cubicBezTo>
                  <a:pt x="289" y="129"/>
                  <a:pt x="289" y="129"/>
                  <a:pt x="289" y="129"/>
                </a:cubicBezTo>
                <a:cubicBezTo>
                  <a:pt x="289" y="113"/>
                  <a:pt x="289" y="113"/>
                  <a:pt x="289" y="113"/>
                </a:cubicBezTo>
                <a:cubicBezTo>
                  <a:pt x="289" y="104"/>
                  <a:pt x="282" y="97"/>
                  <a:pt x="273" y="97"/>
                </a:cubicBezTo>
                <a:cubicBezTo>
                  <a:pt x="241" y="97"/>
                  <a:pt x="241" y="97"/>
                  <a:pt x="241" y="97"/>
                </a:cubicBezTo>
                <a:cubicBezTo>
                  <a:pt x="232" y="97"/>
                  <a:pt x="225" y="104"/>
                  <a:pt x="225" y="113"/>
                </a:cubicBezTo>
                <a:cubicBezTo>
                  <a:pt x="225" y="129"/>
                  <a:pt x="225" y="129"/>
                  <a:pt x="225" y="129"/>
                </a:cubicBezTo>
                <a:cubicBezTo>
                  <a:pt x="128" y="129"/>
                  <a:pt x="128" y="129"/>
                  <a:pt x="128" y="129"/>
                </a:cubicBezTo>
                <a:cubicBezTo>
                  <a:pt x="128" y="113"/>
                  <a:pt x="128" y="113"/>
                  <a:pt x="128" y="113"/>
                </a:cubicBezTo>
                <a:cubicBezTo>
                  <a:pt x="128" y="104"/>
                  <a:pt x="121" y="97"/>
                  <a:pt x="112" y="97"/>
                </a:cubicBezTo>
                <a:cubicBezTo>
                  <a:pt x="80" y="97"/>
                  <a:pt x="80" y="97"/>
                  <a:pt x="80" y="97"/>
                </a:cubicBezTo>
                <a:cubicBezTo>
                  <a:pt x="71" y="97"/>
                  <a:pt x="64" y="104"/>
                  <a:pt x="64" y="113"/>
                </a:cubicBezTo>
                <a:cubicBezTo>
                  <a:pt x="64" y="129"/>
                  <a:pt x="64" y="129"/>
                  <a:pt x="64" y="129"/>
                </a:cubicBezTo>
                <a:cubicBezTo>
                  <a:pt x="16" y="129"/>
                  <a:pt x="16" y="129"/>
                  <a:pt x="16" y="129"/>
                </a:cubicBezTo>
                <a:cubicBezTo>
                  <a:pt x="16" y="48"/>
                  <a:pt x="16" y="48"/>
                  <a:pt x="16" y="48"/>
                </a:cubicBezTo>
                <a:cubicBezTo>
                  <a:pt x="337" y="48"/>
                  <a:pt x="337" y="48"/>
                  <a:pt x="337" y="48"/>
                </a:cubicBezTo>
                <a:lnTo>
                  <a:pt x="337" y="12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nvGrpSpPr>
          <p:cNvPr id="238" name="Google Shape;238;p16"/>
          <p:cNvGrpSpPr/>
          <p:nvPr/>
        </p:nvGrpSpPr>
        <p:grpSpPr>
          <a:xfrm>
            <a:off x="8360317" y="6824200"/>
            <a:ext cx="13561336" cy="1798547"/>
            <a:chOff x="943723" y="3783774"/>
            <a:chExt cx="4417805" cy="674447"/>
          </a:xfrm>
        </p:grpSpPr>
        <p:sp>
          <p:nvSpPr>
            <p:cNvPr id="239" name="Google Shape;239;p16"/>
            <p:cNvSpPr/>
            <p:nvPr/>
          </p:nvSpPr>
          <p:spPr>
            <a:xfrm>
              <a:off x="943726" y="3783774"/>
              <a:ext cx="2207100" cy="674400"/>
            </a:xfrm>
            <a:prstGeom prst="rect">
              <a:avLst/>
            </a:prstGeom>
            <a:solidFill>
              <a:srgbClr val="E9E9E9"/>
            </a:solidFill>
            <a:ln>
              <a:noFill/>
            </a:ln>
          </p:spPr>
          <p:txBody>
            <a:bodyPr anchorCtr="0" anchor="ctr" bIns="243800" lIns="243800" spcFirstLastPara="1" rIns="243800" wrap="square" tIns="243800">
              <a:noAutofit/>
            </a:bodyPr>
            <a:lstStyle/>
            <a:p>
              <a:pPr indent="0" lvl="0" marL="0" rtl="0" algn="l">
                <a:spcBef>
                  <a:spcPts val="0"/>
                </a:spcBef>
                <a:spcAft>
                  <a:spcPts val="0"/>
                </a:spcAft>
                <a:buNone/>
              </a:pPr>
              <a:r>
                <a:t/>
              </a:r>
              <a:endParaRPr/>
            </a:p>
          </p:txBody>
        </p:sp>
        <p:sp>
          <p:nvSpPr>
            <p:cNvPr id="240" name="Google Shape;240;p16"/>
            <p:cNvSpPr/>
            <p:nvPr/>
          </p:nvSpPr>
          <p:spPr>
            <a:xfrm>
              <a:off x="1632122" y="3783788"/>
              <a:ext cx="674400" cy="674400"/>
            </a:xfrm>
            <a:prstGeom prst="rtTriangle">
              <a:avLst/>
            </a:prstGeom>
            <a:solidFill>
              <a:srgbClr val="E9E9E9"/>
            </a:solidFill>
            <a:ln>
              <a:noFill/>
            </a:ln>
          </p:spPr>
          <p:txBody>
            <a:bodyPr anchorCtr="0" anchor="ctr" bIns="243800" lIns="243800" spcFirstLastPara="1" rIns="243800" wrap="square" tIns="243800">
              <a:noAutofit/>
            </a:bodyPr>
            <a:lstStyle/>
            <a:p>
              <a:pPr indent="0" lvl="0" marL="0" rtl="0" algn="l">
                <a:spcBef>
                  <a:spcPts val="0"/>
                </a:spcBef>
                <a:spcAft>
                  <a:spcPts val="0"/>
                </a:spcAft>
                <a:buNone/>
              </a:pPr>
              <a:r>
                <a:t/>
              </a:r>
              <a:endParaRPr/>
            </a:p>
          </p:txBody>
        </p:sp>
        <p:sp>
          <p:nvSpPr>
            <p:cNvPr id="241" name="Google Shape;241;p16"/>
            <p:cNvSpPr/>
            <p:nvPr/>
          </p:nvSpPr>
          <p:spPr>
            <a:xfrm>
              <a:off x="943723" y="3783788"/>
              <a:ext cx="687600" cy="674400"/>
            </a:xfrm>
            <a:prstGeom prst="rtTriangle">
              <a:avLst/>
            </a:prstGeom>
            <a:solidFill>
              <a:srgbClr val="E9E9E9"/>
            </a:solidFill>
            <a:ln>
              <a:noFill/>
            </a:ln>
          </p:spPr>
          <p:txBody>
            <a:bodyPr anchorCtr="0" anchor="ctr" bIns="243800" lIns="243800" spcFirstLastPara="1" rIns="243800" wrap="square" tIns="243800">
              <a:noAutofit/>
            </a:bodyPr>
            <a:lstStyle/>
            <a:p>
              <a:pPr indent="0" lvl="0" marL="0" rtl="0" algn="l">
                <a:spcBef>
                  <a:spcPts val="0"/>
                </a:spcBef>
                <a:spcAft>
                  <a:spcPts val="0"/>
                </a:spcAft>
                <a:buNone/>
              </a:pPr>
              <a:r>
                <a:t/>
              </a:r>
              <a:endParaRPr/>
            </a:p>
          </p:txBody>
        </p:sp>
        <p:sp>
          <p:nvSpPr>
            <p:cNvPr id="242" name="Google Shape;242;p16"/>
            <p:cNvSpPr/>
            <p:nvPr/>
          </p:nvSpPr>
          <p:spPr>
            <a:xfrm>
              <a:off x="4354429" y="3783788"/>
              <a:ext cx="1007100" cy="674400"/>
            </a:xfrm>
            <a:prstGeom prst="rect">
              <a:avLst/>
            </a:prstGeom>
            <a:solidFill>
              <a:srgbClr val="E9E9E9"/>
            </a:solidFill>
            <a:ln>
              <a:noFill/>
            </a:ln>
          </p:spPr>
          <p:txBody>
            <a:bodyPr anchorCtr="0" anchor="ctr" bIns="243800" lIns="243800" spcFirstLastPara="1" rIns="243800" wrap="square" tIns="243800">
              <a:noAutofit/>
            </a:bodyPr>
            <a:lstStyle/>
            <a:p>
              <a:pPr indent="0" lvl="0" marL="0" rtl="0" algn="l">
                <a:spcBef>
                  <a:spcPts val="0"/>
                </a:spcBef>
                <a:spcAft>
                  <a:spcPts val="0"/>
                </a:spcAft>
                <a:buNone/>
              </a:pPr>
              <a:r>
                <a:t/>
              </a:r>
              <a:endParaRPr/>
            </a:p>
          </p:txBody>
        </p:sp>
        <p:sp>
          <p:nvSpPr>
            <p:cNvPr id="243" name="Google Shape;243;p16"/>
            <p:cNvSpPr/>
            <p:nvPr/>
          </p:nvSpPr>
          <p:spPr>
            <a:xfrm>
              <a:off x="1210848" y="3783832"/>
              <a:ext cx="425700" cy="409200"/>
            </a:xfrm>
            <a:prstGeom prst="rect">
              <a:avLst/>
            </a:prstGeom>
            <a:solidFill>
              <a:srgbClr val="E9E9E9"/>
            </a:solidFill>
            <a:ln>
              <a:noFill/>
            </a:ln>
          </p:spPr>
          <p:txBody>
            <a:bodyPr anchorCtr="0" anchor="b" bIns="243800" lIns="243800" spcFirstLastPara="1" rIns="243800" wrap="square" tIns="243800">
              <a:noAutofit/>
            </a:bodyPr>
            <a:lstStyle/>
            <a:p>
              <a:pPr indent="0" lvl="0" marL="0" rtl="0" algn="ctr">
                <a:spcBef>
                  <a:spcPts val="0"/>
                </a:spcBef>
                <a:spcAft>
                  <a:spcPts val="0"/>
                </a:spcAft>
                <a:buNone/>
              </a:pPr>
              <a:r>
                <a:rPr lang="en-US" sz="4300">
                  <a:solidFill>
                    <a:srgbClr val="1886BB"/>
                  </a:solidFill>
                  <a:latin typeface="Roboto"/>
                  <a:ea typeface="Roboto"/>
                  <a:cs typeface="Roboto"/>
                  <a:sym typeface="Roboto"/>
                </a:rPr>
                <a:t>2</a:t>
              </a:r>
              <a:endParaRPr sz="4300">
                <a:solidFill>
                  <a:srgbClr val="1886BB"/>
                </a:solidFill>
                <a:latin typeface="Roboto"/>
                <a:ea typeface="Roboto"/>
                <a:cs typeface="Roboto"/>
                <a:sym typeface="Roboto"/>
              </a:endParaRPr>
            </a:p>
          </p:txBody>
        </p:sp>
        <p:sp>
          <p:nvSpPr>
            <p:cNvPr id="244" name="Google Shape;244;p16"/>
            <p:cNvSpPr/>
            <p:nvPr/>
          </p:nvSpPr>
          <p:spPr>
            <a:xfrm>
              <a:off x="3633813" y="3915788"/>
              <a:ext cx="410400" cy="410400"/>
            </a:xfrm>
            <a:prstGeom prst="mathMultiply">
              <a:avLst>
                <a:gd fmla="val 5080" name="adj1"/>
              </a:avLst>
            </a:prstGeom>
            <a:solidFill>
              <a:srgbClr val="E9E9E9"/>
            </a:solidFill>
            <a:ln>
              <a:noFill/>
            </a:ln>
          </p:spPr>
          <p:txBody>
            <a:bodyPr anchorCtr="0" anchor="ctr" bIns="243800" lIns="243800" spcFirstLastPara="1" rIns="243800" wrap="square" tIns="243800">
              <a:noAutofit/>
            </a:bodyPr>
            <a:lstStyle/>
            <a:p>
              <a:pPr indent="0" lvl="0" marL="0" rtl="0" algn="l">
                <a:spcBef>
                  <a:spcPts val="0"/>
                </a:spcBef>
                <a:spcAft>
                  <a:spcPts val="0"/>
                </a:spcAft>
                <a:buNone/>
              </a:pPr>
              <a:r>
                <a:t/>
              </a:r>
              <a:endParaRPr/>
            </a:p>
          </p:txBody>
        </p:sp>
        <p:sp>
          <p:nvSpPr>
            <p:cNvPr id="245" name="Google Shape;245;p16"/>
            <p:cNvSpPr/>
            <p:nvPr/>
          </p:nvSpPr>
          <p:spPr>
            <a:xfrm>
              <a:off x="1704729" y="3783820"/>
              <a:ext cx="1587600" cy="674400"/>
            </a:xfrm>
            <a:prstGeom prst="rect">
              <a:avLst/>
            </a:prstGeom>
            <a:solidFill>
              <a:srgbClr val="E9E9E9"/>
            </a:solidFill>
            <a:ln>
              <a:noFill/>
            </a:ln>
          </p:spPr>
          <p:txBody>
            <a:bodyPr anchorCtr="0" anchor="t" bIns="243800" lIns="243800" spcFirstLastPara="1" rIns="243800" wrap="square" tIns="243800">
              <a:noAutofit/>
            </a:bodyPr>
            <a:lstStyle/>
            <a:p>
              <a:pPr indent="0" lvl="0" marL="0" rtl="0" algn="l">
                <a:spcBef>
                  <a:spcPts val="0"/>
                </a:spcBef>
                <a:spcAft>
                  <a:spcPts val="0"/>
                </a:spcAft>
                <a:buNone/>
              </a:pPr>
              <a:r>
                <a:rPr lang="en-US" sz="2700">
                  <a:solidFill>
                    <a:srgbClr val="1886BB"/>
                  </a:solidFill>
                  <a:latin typeface="Roboto"/>
                  <a:ea typeface="Roboto"/>
                  <a:cs typeface="Roboto"/>
                  <a:sym typeface="Roboto"/>
                </a:rPr>
                <a:t>MIGRADOR</a:t>
              </a:r>
              <a:endParaRPr sz="2700">
                <a:solidFill>
                  <a:srgbClr val="1886BB"/>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US" sz="2700">
                  <a:latin typeface="Roboto"/>
                  <a:ea typeface="Roboto"/>
                  <a:cs typeface="Roboto"/>
                  <a:sym typeface="Roboto"/>
                </a:rPr>
                <a:t>(mejora)</a:t>
              </a:r>
              <a:endParaRPr sz="2700">
                <a:latin typeface="Roboto"/>
                <a:ea typeface="Roboto"/>
                <a:cs typeface="Roboto"/>
                <a:sym typeface="Roboto"/>
              </a:endParaRPr>
            </a:p>
            <a:p>
              <a:pPr indent="0" lvl="0" marL="0" rtl="0" algn="l">
                <a:spcBef>
                  <a:spcPts val="0"/>
                </a:spcBef>
                <a:spcAft>
                  <a:spcPts val="0"/>
                </a:spcAft>
                <a:buNone/>
              </a:pPr>
              <a:r>
                <a:t/>
              </a:r>
              <a:endParaRPr sz="2700">
                <a:solidFill>
                  <a:srgbClr val="FFFFFF"/>
                </a:solidFill>
                <a:latin typeface="Roboto"/>
                <a:ea typeface="Roboto"/>
                <a:cs typeface="Roboto"/>
                <a:sym typeface="Roboto"/>
              </a:endParaRPr>
            </a:p>
          </p:txBody>
        </p:sp>
        <p:sp>
          <p:nvSpPr>
            <p:cNvPr id="246" name="Google Shape;246;p16"/>
            <p:cNvSpPr/>
            <p:nvPr/>
          </p:nvSpPr>
          <p:spPr>
            <a:xfrm>
              <a:off x="3335463" y="3783788"/>
              <a:ext cx="1007100" cy="674400"/>
            </a:xfrm>
            <a:prstGeom prst="rect">
              <a:avLst/>
            </a:prstGeom>
            <a:solidFill>
              <a:srgbClr val="E9E9E9"/>
            </a:solidFill>
            <a:ln>
              <a:noFill/>
            </a:ln>
          </p:spPr>
          <p:txBody>
            <a:bodyPr anchorCtr="0" anchor="ctr" bIns="243800" lIns="243800" spcFirstLastPara="1" rIns="243800" wrap="square" tIns="243800">
              <a:noAutofit/>
            </a:bodyPr>
            <a:lstStyle/>
            <a:p>
              <a:pPr indent="0" lvl="0" marL="0" rtl="0" algn="l">
                <a:spcBef>
                  <a:spcPts val="0"/>
                </a:spcBef>
                <a:spcAft>
                  <a:spcPts val="0"/>
                </a:spcAft>
                <a:buNone/>
              </a:pPr>
              <a:r>
                <a:t/>
              </a:r>
              <a:endParaRPr/>
            </a:p>
          </p:txBody>
        </p:sp>
      </p:grpSp>
      <p:grpSp>
        <p:nvGrpSpPr>
          <p:cNvPr id="247" name="Google Shape;247;p16"/>
          <p:cNvGrpSpPr/>
          <p:nvPr/>
        </p:nvGrpSpPr>
        <p:grpSpPr>
          <a:xfrm>
            <a:off x="8360317" y="4996775"/>
            <a:ext cx="13561336" cy="1798572"/>
            <a:chOff x="943723" y="3098498"/>
            <a:chExt cx="4417805" cy="674456"/>
          </a:xfrm>
        </p:grpSpPr>
        <p:sp>
          <p:nvSpPr>
            <p:cNvPr id="248" name="Google Shape;248;p16"/>
            <p:cNvSpPr/>
            <p:nvPr/>
          </p:nvSpPr>
          <p:spPr>
            <a:xfrm>
              <a:off x="943726" y="3098498"/>
              <a:ext cx="2207100" cy="674400"/>
            </a:xfrm>
            <a:prstGeom prst="rect">
              <a:avLst/>
            </a:prstGeom>
            <a:solidFill>
              <a:srgbClr val="E9E9E9"/>
            </a:solidFill>
            <a:ln>
              <a:noFill/>
            </a:ln>
          </p:spPr>
          <p:txBody>
            <a:bodyPr anchorCtr="0" anchor="ctr" bIns="243800" lIns="243800" spcFirstLastPara="1" rIns="243800" wrap="square" tIns="243800">
              <a:noAutofit/>
            </a:bodyPr>
            <a:lstStyle/>
            <a:p>
              <a:pPr indent="0" lvl="0" marL="0" rtl="0" algn="l">
                <a:spcBef>
                  <a:spcPts val="0"/>
                </a:spcBef>
                <a:spcAft>
                  <a:spcPts val="0"/>
                </a:spcAft>
                <a:buNone/>
              </a:pPr>
              <a:r>
                <a:t/>
              </a:r>
              <a:endParaRPr/>
            </a:p>
          </p:txBody>
        </p:sp>
        <p:sp>
          <p:nvSpPr>
            <p:cNvPr id="249" name="Google Shape;249;p16"/>
            <p:cNvSpPr/>
            <p:nvPr/>
          </p:nvSpPr>
          <p:spPr>
            <a:xfrm>
              <a:off x="1632122" y="3098513"/>
              <a:ext cx="674400" cy="674400"/>
            </a:xfrm>
            <a:prstGeom prst="rtTriangle">
              <a:avLst/>
            </a:prstGeom>
            <a:solidFill>
              <a:srgbClr val="E9E9E9"/>
            </a:solidFill>
            <a:ln>
              <a:noFill/>
            </a:ln>
          </p:spPr>
          <p:txBody>
            <a:bodyPr anchorCtr="0" anchor="ctr" bIns="243800" lIns="243800" spcFirstLastPara="1" rIns="243800" wrap="square" tIns="243800">
              <a:noAutofit/>
            </a:bodyPr>
            <a:lstStyle/>
            <a:p>
              <a:pPr indent="0" lvl="0" marL="0" rtl="0" algn="l">
                <a:spcBef>
                  <a:spcPts val="0"/>
                </a:spcBef>
                <a:spcAft>
                  <a:spcPts val="0"/>
                </a:spcAft>
                <a:buNone/>
              </a:pPr>
              <a:r>
                <a:t/>
              </a:r>
              <a:endParaRPr/>
            </a:p>
          </p:txBody>
        </p:sp>
        <p:sp>
          <p:nvSpPr>
            <p:cNvPr id="250" name="Google Shape;250;p16"/>
            <p:cNvSpPr/>
            <p:nvPr/>
          </p:nvSpPr>
          <p:spPr>
            <a:xfrm>
              <a:off x="943723" y="3098513"/>
              <a:ext cx="687600" cy="674400"/>
            </a:xfrm>
            <a:prstGeom prst="rtTriangle">
              <a:avLst/>
            </a:prstGeom>
            <a:solidFill>
              <a:srgbClr val="E9E9E9"/>
            </a:solidFill>
            <a:ln>
              <a:noFill/>
            </a:ln>
          </p:spPr>
          <p:txBody>
            <a:bodyPr anchorCtr="0" anchor="ctr" bIns="243800" lIns="243800" spcFirstLastPara="1" rIns="243800" wrap="square" tIns="243800">
              <a:noAutofit/>
            </a:bodyPr>
            <a:lstStyle/>
            <a:p>
              <a:pPr indent="0" lvl="0" marL="0" rtl="0" algn="l">
                <a:spcBef>
                  <a:spcPts val="0"/>
                </a:spcBef>
                <a:spcAft>
                  <a:spcPts val="0"/>
                </a:spcAft>
                <a:buNone/>
              </a:pPr>
              <a:r>
                <a:t/>
              </a:r>
              <a:endParaRPr/>
            </a:p>
          </p:txBody>
        </p:sp>
        <p:sp>
          <p:nvSpPr>
            <p:cNvPr id="251" name="Google Shape;251;p16"/>
            <p:cNvSpPr/>
            <p:nvPr/>
          </p:nvSpPr>
          <p:spPr>
            <a:xfrm>
              <a:off x="3335463" y="3098513"/>
              <a:ext cx="1007100" cy="674400"/>
            </a:xfrm>
            <a:prstGeom prst="rect">
              <a:avLst/>
            </a:prstGeom>
            <a:solidFill>
              <a:srgbClr val="E9E9E9"/>
            </a:solidFill>
            <a:ln>
              <a:noFill/>
            </a:ln>
          </p:spPr>
          <p:txBody>
            <a:bodyPr anchorCtr="0" anchor="ctr" bIns="243800" lIns="243800" spcFirstLastPara="1" rIns="243800" wrap="square" tIns="243800">
              <a:noAutofit/>
            </a:bodyPr>
            <a:lstStyle/>
            <a:p>
              <a:pPr indent="0" lvl="0" marL="0" rtl="0" algn="l">
                <a:spcBef>
                  <a:spcPts val="0"/>
                </a:spcBef>
                <a:spcAft>
                  <a:spcPts val="0"/>
                </a:spcAft>
                <a:buNone/>
              </a:pPr>
              <a:r>
                <a:t/>
              </a:r>
              <a:endParaRPr/>
            </a:p>
          </p:txBody>
        </p:sp>
        <p:sp>
          <p:nvSpPr>
            <p:cNvPr id="252" name="Google Shape;252;p16"/>
            <p:cNvSpPr/>
            <p:nvPr/>
          </p:nvSpPr>
          <p:spPr>
            <a:xfrm>
              <a:off x="1210848" y="3098557"/>
              <a:ext cx="425700" cy="409200"/>
            </a:xfrm>
            <a:prstGeom prst="rect">
              <a:avLst/>
            </a:prstGeom>
            <a:solidFill>
              <a:srgbClr val="E9E9E9"/>
            </a:solidFill>
            <a:ln>
              <a:noFill/>
            </a:ln>
          </p:spPr>
          <p:txBody>
            <a:bodyPr anchorCtr="0" anchor="b" bIns="243800" lIns="243800" spcFirstLastPara="1" rIns="243800" wrap="square" tIns="243800">
              <a:noAutofit/>
            </a:bodyPr>
            <a:lstStyle/>
            <a:p>
              <a:pPr indent="0" lvl="0" marL="0" rtl="0" algn="ctr">
                <a:spcBef>
                  <a:spcPts val="0"/>
                </a:spcBef>
                <a:spcAft>
                  <a:spcPts val="0"/>
                </a:spcAft>
                <a:buNone/>
              </a:pPr>
              <a:r>
                <a:rPr lang="en-US" sz="4300">
                  <a:solidFill>
                    <a:srgbClr val="1886BB"/>
                  </a:solidFill>
                  <a:latin typeface="Roboto"/>
                  <a:ea typeface="Roboto"/>
                  <a:cs typeface="Roboto"/>
                  <a:sym typeface="Roboto"/>
                </a:rPr>
                <a:t>1</a:t>
              </a:r>
              <a:endParaRPr sz="4300">
                <a:solidFill>
                  <a:srgbClr val="1886BB"/>
                </a:solidFill>
                <a:latin typeface="Roboto"/>
                <a:ea typeface="Roboto"/>
                <a:cs typeface="Roboto"/>
                <a:sym typeface="Roboto"/>
              </a:endParaRPr>
            </a:p>
          </p:txBody>
        </p:sp>
        <p:sp>
          <p:nvSpPr>
            <p:cNvPr id="253" name="Google Shape;253;p16"/>
            <p:cNvSpPr/>
            <p:nvPr/>
          </p:nvSpPr>
          <p:spPr>
            <a:xfrm rot="-2700000">
              <a:off x="4705031" y="3336392"/>
              <a:ext cx="305894" cy="116673"/>
            </a:xfrm>
            <a:prstGeom prst="corner">
              <a:avLst>
                <a:gd fmla="val 18804" name="adj1"/>
                <a:gd fmla="val 18145" name="adj2"/>
              </a:avLst>
            </a:prstGeom>
            <a:solidFill>
              <a:srgbClr val="E9E9E9"/>
            </a:solidFill>
            <a:ln>
              <a:noFill/>
            </a:ln>
          </p:spPr>
          <p:txBody>
            <a:bodyPr anchorCtr="0" anchor="ctr" bIns="243800" lIns="243800" spcFirstLastPara="1" rIns="243800" wrap="square" tIns="243800">
              <a:noAutofit/>
            </a:bodyPr>
            <a:lstStyle/>
            <a:p>
              <a:pPr indent="0" lvl="0" marL="0" rtl="0" algn="l">
                <a:spcBef>
                  <a:spcPts val="0"/>
                </a:spcBef>
                <a:spcAft>
                  <a:spcPts val="0"/>
                </a:spcAft>
                <a:buNone/>
              </a:pPr>
              <a:r>
                <a:t/>
              </a:r>
              <a:endParaRPr/>
            </a:p>
          </p:txBody>
        </p:sp>
        <p:sp>
          <p:nvSpPr>
            <p:cNvPr id="254" name="Google Shape;254;p16"/>
            <p:cNvSpPr/>
            <p:nvPr/>
          </p:nvSpPr>
          <p:spPr>
            <a:xfrm>
              <a:off x="1704729" y="3098554"/>
              <a:ext cx="1587600" cy="674400"/>
            </a:xfrm>
            <a:prstGeom prst="rect">
              <a:avLst/>
            </a:prstGeom>
            <a:solidFill>
              <a:srgbClr val="E9E9E9"/>
            </a:solidFill>
            <a:ln>
              <a:noFill/>
            </a:ln>
          </p:spPr>
          <p:txBody>
            <a:bodyPr anchorCtr="0" anchor="t" bIns="243800" lIns="243800" spcFirstLastPara="1" rIns="243800" wrap="square" tIns="243800">
              <a:noAutofit/>
            </a:bodyPr>
            <a:lstStyle/>
            <a:p>
              <a:pPr indent="0" lvl="0" marL="0" rtl="0" algn="l">
                <a:spcBef>
                  <a:spcPts val="0"/>
                </a:spcBef>
                <a:spcAft>
                  <a:spcPts val="0"/>
                </a:spcAft>
                <a:buNone/>
              </a:pPr>
              <a:r>
                <a:rPr lang="en-US" sz="2700">
                  <a:solidFill>
                    <a:srgbClr val="1886BB"/>
                  </a:solidFill>
                  <a:latin typeface="Roboto"/>
                  <a:ea typeface="Roboto"/>
                  <a:cs typeface="Roboto"/>
                  <a:sym typeface="Roboto"/>
                </a:rPr>
                <a:t>PIONERO</a:t>
              </a:r>
              <a:endParaRPr sz="2700">
                <a:solidFill>
                  <a:srgbClr val="1886BB"/>
                </a:solidFill>
                <a:latin typeface="Roboto"/>
                <a:ea typeface="Roboto"/>
                <a:cs typeface="Roboto"/>
                <a:sym typeface="Roboto"/>
              </a:endParaRPr>
            </a:p>
            <a:p>
              <a:pPr indent="0" lvl="0" marL="0" rtl="0" algn="l">
                <a:spcBef>
                  <a:spcPts val="0"/>
                </a:spcBef>
                <a:spcAft>
                  <a:spcPts val="0"/>
                </a:spcAft>
                <a:buNone/>
              </a:pPr>
              <a:r>
                <a:rPr lang="en-US" sz="2700">
                  <a:latin typeface="Roboto"/>
                  <a:ea typeface="Roboto"/>
                  <a:cs typeface="Roboto"/>
                  <a:sym typeface="Roboto"/>
                </a:rPr>
                <a:t>(innovación)</a:t>
              </a:r>
              <a:endParaRPr sz="2700">
                <a:latin typeface="Roboto"/>
                <a:ea typeface="Roboto"/>
                <a:cs typeface="Roboto"/>
                <a:sym typeface="Roboto"/>
              </a:endParaRPr>
            </a:p>
          </p:txBody>
        </p:sp>
        <p:sp>
          <p:nvSpPr>
            <p:cNvPr id="255" name="Google Shape;255;p16"/>
            <p:cNvSpPr/>
            <p:nvPr/>
          </p:nvSpPr>
          <p:spPr>
            <a:xfrm>
              <a:off x="4354429" y="3098513"/>
              <a:ext cx="1007100" cy="674400"/>
            </a:xfrm>
            <a:prstGeom prst="rect">
              <a:avLst/>
            </a:prstGeom>
            <a:solidFill>
              <a:srgbClr val="E9E9E9"/>
            </a:solidFill>
            <a:ln>
              <a:noFill/>
            </a:ln>
          </p:spPr>
          <p:txBody>
            <a:bodyPr anchorCtr="0" anchor="ctr" bIns="243800" lIns="243800" spcFirstLastPara="1" rIns="243800" wrap="square" tIns="243800">
              <a:noAutofit/>
            </a:bodyPr>
            <a:lstStyle/>
            <a:p>
              <a:pPr indent="0" lvl="0" marL="0" rtl="0" algn="l">
                <a:spcBef>
                  <a:spcPts val="0"/>
                </a:spcBef>
                <a:spcAft>
                  <a:spcPts val="0"/>
                </a:spcAft>
                <a:buNone/>
              </a:pPr>
              <a:r>
                <a:t/>
              </a:r>
              <a:endParaRPr/>
            </a:p>
          </p:txBody>
        </p:sp>
      </p:grpSp>
      <p:sp>
        <p:nvSpPr>
          <p:cNvPr id="256" name="Google Shape;256;p16"/>
          <p:cNvSpPr/>
          <p:nvPr/>
        </p:nvSpPr>
        <p:spPr>
          <a:xfrm>
            <a:off x="16402200" y="5768150"/>
            <a:ext cx="230400" cy="236700"/>
          </a:xfrm>
          <a:prstGeom prst="ellipse">
            <a:avLst/>
          </a:prstGeom>
          <a:solidFill>
            <a:srgbClr val="0084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6"/>
          <p:cNvSpPr/>
          <p:nvPr/>
        </p:nvSpPr>
        <p:spPr>
          <a:xfrm>
            <a:off x="17683700" y="9581875"/>
            <a:ext cx="230400" cy="236700"/>
          </a:xfrm>
          <a:prstGeom prst="ellipse">
            <a:avLst/>
          </a:prstGeom>
          <a:solidFill>
            <a:srgbClr val="0084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6"/>
          <p:cNvSpPr/>
          <p:nvPr/>
        </p:nvSpPr>
        <p:spPr>
          <a:xfrm>
            <a:off x="16632600" y="9818575"/>
            <a:ext cx="230400" cy="236700"/>
          </a:xfrm>
          <a:prstGeom prst="ellipse">
            <a:avLst/>
          </a:prstGeom>
          <a:solidFill>
            <a:srgbClr val="0084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6"/>
          <p:cNvSpPr/>
          <p:nvPr/>
        </p:nvSpPr>
        <p:spPr>
          <a:xfrm>
            <a:off x="16632600" y="7491750"/>
            <a:ext cx="230400" cy="236700"/>
          </a:xfrm>
          <a:prstGeom prst="ellipse">
            <a:avLst/>
          </a:prstGeom>
          <a:solidFill>
            <a:srgbClr val="0084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6"/>
          <p:cNvSpPr/>
          <p:nvPr/>
        </p:nvSpPr>
        <p:spPr>
          <a:xfrm>
            <a:off x="16986200" y="9079975"/>
            <a:ext cx="230400" cy="236700"/>
          </a:xfrm>
          <a:prstGeom prst="ellipse">
            <a:avLst/>
          </a:prstGeom>
          <a:solidFill>
            <a:srgbClr val="0084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6"/>
          <p:cNvSpPr/>
          <p:nvPr/>
        </p:nvSpPr>
        <p:spPr>
          <a:xfrm>
            <a:off x="17133000" y="7126013"/>
            <a:ext cx="230400" cy="236700"/>
          </a:xfrm>
          <a:prstGeom prst="ellipse">
            <a:avLst/>
          </a:prstGeom>
          <a:solidFill>
            <a:srgbClr val="0084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6"/>
          <p:cNvSpPr/>
          <p:nvPr/>
        </p:nvSpPr>
        <p:spPr>
          <a:xfrm>
            <a:off x="19454050" y="5439000"/>
            <a:ext cx="230400" cy="236700"/>
          </a:xfrm>
          <a:prstGeom prst="ellipse">
            <a:avLst/>
          </a:prstGeom>
          <a:solidFill>
            <a:srgbClr val="0084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6"/>
          <p:cNvSpPr/>
          <p:nvPr/>
        </p:nvSpPr>
        <p:spPr>
          <a:xfrm>
            <a:off x="20669400" y="5335275"/>
            <a:ext cx="230400" cy="236700"/>
          </a:xfrm>
          <a:prstGeom prst="ellipse">
            <a:avLst/>
          </a:prstGeom>
          <a:solidFill>
            <a:srgbClr val="0084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6"/>
          <p:cNvSpPr/>
          <p:nvPr/>
        </p:nvSpPr>
        <p:spPr>
          <a:xfrm>
            <a:off x="20260975" y="6004850"/>
            <a:ext cx="230400" cy="236700"/>
          </a:xfrm>
          <a:prstGeom prst="ellipse">
            <a:avLst/>
          </a:prstGeom>
          <a:solidFill>
            <a:srgbClr val="0084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6"/>
          <p:cNvSpPr/>
          <p:nvPr/>
        </p:nvSpPr>
        <p:spPr>
          <a:xfrm>
            <a:off x="19872825" y="7491750"/>
            <a:ext cx="230400" cy="236700"/>
          </a:xfrm>
          <a:prstGeom prst="ellipse">
            <a:avLst/>
          </a:prstGeom>
          <a:solidFill>
            <a:srgbClr val="0084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6"/>
          <p:cNvSpPr/>
          <p:nvPr/>
        </p:nvSpPr>
        <p:spPr>
          <a:xfrm>
            <a:off x="20491375" y="9581875"/>
            <a:ext cx="230400" cy="236700"/>
          </a:xfrm>
          <a:prstGeom prst="ellipse">
            <a:avLst/>
          </a:prstGeom>
          <a:solidFill>
            <a:srgbClr val="0084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6"/>
          <p:cNvSpPr/>
          <p:nvPr/>
        </p:nvSpPr>
        <p:spPr>
          <a:xfrm>
            <a:off x="20669400" y="7362725"/>
            <a:ext cx="230400" cy="236700"/>
          </a:xfrm>
          <a:prstGeom prst="ellipse">
            <a:avLst/>
          </a:prstGeom>
          <a:solidFill>
            <a:srgbClr val="0084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8" name="Google Shape;268;p16"/>
          <p:cNvCxnSpPr/>
          <p:nvPr/>
        </p:nvCxnSpPr>
        <p:spPr>
          <a:xfrm flipH="1" rot="10800000">
            <a:off x="18067075" y="6536425"/>
            <a:ext cx="1101300" cy="2612700"/>
          </a:xfrm>
          <a:prstGeom prst="straightConnector1">
            <a:avLst/>
          </a:prstGeom>
          <a:noFill/>
          <a:ln cap="flat" cmpd="sng" w="28575">
            <a:solidFill>
              <a:srgbClr val="000000"/>
            </a:solidFill>
            <a:prstDash val="solid"/>
            <a:round/>
            <a:headEnd len="med" w="med" type="none"/>
            <a:tailEnd len="med" w="med" type="triangle"/>
          </a:ln>
        </p:spPr>
      </p:cxnSp>
      <p:sp>
        <p:nvSpPr>
          <p:cNvPr id="269" name="Google Shape;269;p16"/>
          <p:cNvSpPr txBox="1"/>
          <p:nvPr/>
        </p:nvSpPr>
        <p:spPr>
          <a:xfrm>
            <a:off x="2024210" y="4810334"/>
            <a:ext cx="5753100" cy="1896000"/>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Clr>
                <a:srgbClr val="000000"/>
              </a:buClr>
              <a:buSzPts val="2200"/>
              <a:buFont typeface="Arial"/>
              <a:buNone/>
            </a:pPr>
            <a:r>
              <a:rPr b="0" i="0" lang="en-US" sz="2200" u="none" cap="none" strike="noStrike">
                <a:solidFill>
                  <a:schemeClr val="dk2"/>
                </a:solidFill>
                <a:latin typeface="Lato Light"/>
                <a:ea typeface="Lato Light"/>
                <a:cs typeface="Lato Light"/>
                <a:sym typeface="Lato Light"/>
              </a:rPr>
              <a:t>Sed ut perspiciatis unde omnis iste natus error sit volup m accus antium dolor emque lauda nt ium, totam rem aperiam, eaque ipsa quae ab illo inventore very tatis et quasi.</a:t>
            </a:r>
            <a:endParaRPr b="0" i="0" sz="2200" u="none" cap="none" strike="noStrike">
              <a:solidFill>
                <a:schemeClr val="dk2"/>
              </a:solidFill>
              <a:latin typeface="Lato Light"/>
              <a:ea typeface="Lato Light"/>
              <a:cs typeface="Lato Light"/>
              <a:sym typeface="Lato Light"/>
            </a:endParaRPr>
          </a:p>
        </p:txBody>
      </p:sp>
      <p:sp>
        <p:nvSpPr>
          <p:cNvPr id="270" name="Google Shape;270;p16"/>
          <p:cNvSpPr txBox="1"/>
          <p:nvPr/>
        </p:nvSpPr>
        <p:spPr>
          <a:xfrm>
            <a:off x="2024209" y="4042210"/>
            <a:ext cx="57531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Estrategia de negocio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4" name="Shape 274"/>
        <p:cNvGrpSpPr/>
        <p:nvPr/>
      </p:nvGrpSpPr>
      <p:grpSpPr>
        <a:xfrm>
          <a:off x="0" y="0"/>
          <a:ext cx="0" cy="0"/>
          <a:chOff x="0" y="0"/>
          <a:chExt cx="0" cy="0"/>
        </a:xfrm>
      </p:grpSpPr>
      <p:sp>
        <p:nvSpPr>
          <p:cNvPr id="275" name="Google Shape;275;p17"/>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Marca</a:t>
            </a:r>
            <a:endParaRPr/>
          </a:p>
        </p:txBody>
      </p:sp>
      <p:sp>
        <p:nvSpPr>
          <p:cNvPr id="276" name="Google Shape;276;p17"/>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solidFill>
                  <a:srgbClr val="000000"/>
                </a:solidFill>
              </a:rPr>
              <a:t>Análisis interno </a:t>
            </a:r>
            <a:r>
              <a:rPr lang="en-US">
                <a:solidFill>
                  <a:schemeClr val="accent1"/>
                </a:solidFill>
              </a:rPr>
              <a:t>| Empresa y marca</a:t>
            </a:r>
            <a:endParaRPr b="1" i="0" sz="8800" u="none" cap="none" strike="noStrike">
              <a:solidFill>
                <a:schemeClr val="accent1"/>
              </a:solidFill>
              <a:latin typeface="Lato"/>
              <a:ea typeface="Lato"/>
              <a:cs typeface="Lato"/>
              <a:sym typeface="Lato"/>
            </a:endParaRPr>
          </a:p>
        </p:txBody>
      </p:sp>
      <p:sp>
        <p:nvSpPr>
          <p:cNvPr id="277" name="Google Shape;277;p17"/>
          <p:cNvSpPr/>
          <p:nvPr/>
        </p:nvSpPr>
        <p:spPr>
          <a:xfrm>
            <a:off x="21472426" y="560153"/>
            <a:ext cx="2181600" cy="21126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278" name="Google Shape;278;p17"/>
          <p:cNvSpPr/>
          <p:nvPr/>
        </p:nvSpPr>
        <p:spPr>
          <a:xfrm>
            <a:off x="22086466" y="1237938"/>
            <a:ext cx="953510" cy="757040"/>
          </a:xfrm>
          <a:custGeom>
            <a:rect b="b" l="l" r="r" t="t"/>
            <a:pathLst>
              <a:path extrusionOk="0" h="289" w="353">
                <a:moveTo>
                  <a:pt x="337" y="32"/>
                </a:moveTo>
                <a:cubicBezTo>
                  <a:pt x="241" y="32"/>
                  <a:pt x="241" y="32"/>
                  <a:pt x="241" y="32"/>
                </a:cubicBezTo>
                <a:cubicBezTo>
                  <a:pt x="241" y="15"/>
                  <a:pt x="226" y="0"/>
                  <a:pt x="209" y="0"/>
                </a:cubicBezTo>
                <a:cubicBezTo>
                  <a:pt x="144" y="0"/>
                  <a:pt x="144" y="0"/>
                  <a:pt x="144" y="0"/>
                </a:cubicBezTo>
                <a:cubicBezTo>
                  <a:pt x="127" y="0"/>
                  <a:pt x="112" y="15"/>
                  <a:pt x="112" y="32"/>
                </a:cubicBezTo>
                <a:cubicBezTo>
                  <a:pt x="16" y="32"/>
                  <a:pt x="16" y="32"/>
                  <a:pt x="16" y="32"/>
                </a:cubicBezTo>
                <a:cubicBezTo>
                  <a:pt x="7" y="32"/>
                  <a:pt x="0" y="40"/>
                  <a:pt x="0" y="48"/>
                </a:cubicBezTo>
                <a:cubicBezTo>
                  <a:pt x="0" y="129"/>
                  <a:pt x="0" y="129"/>
                  <a:pt x="0" y="129"/>
                </a:cubicBezTo>
                <a:cubicBezTo>
                  <a:pt x="0" y="138"/>
                  <a:pt x="7" y="145"/>
                  <a:pt x="16" y="145"/>
                </a:cubicBezTo>
                <a:cubicBezTo>
                  <a:pt x="16" y="273"/>
                  <a:pt x="16" y="273"/>
                  <a:pt x="16" y="273"/>
                </a:cubicBezTo>
                <a:cubicBezTo>
                  <a:pt x="16" y="282"/>
                  <a:pt x="23" y="289"/>
                  <a:pt x="32" y="289"/>
                </a:cubicBezTo>
                <a:cubicBezTo>
                  <a:pt x="321" y="289"/>
                  <a:pt x="321" y="289"/>
                  <a:pt x="321" y="289"/>
                </a:cubicBezTo>
                <a:cubicBezTo>
                  <a:pt x="330" y="289"/>
                  <a:pt x="337" y="282"/>
                  <a:pt x="337" y="273"/>
                </a:cubicBezTo>
                <a:cubicBezTo>
                  <a:pt x="337" y="145"/>
                  <a:pt x="337" y="145"/>
                  <a:pt x="337" y="145"/>
                </a:cubicBezTo>
                <a:cubicBezTo>
                  <a:pt x="346" y="145"/>
                  <a:pt x="353" y="138"/>
                  <a:pt x="353" y="129"/>
                </a:cubicBezTo>
                <a:cubicBezTo>
                  <a:pt x="353" y="48"/>
                  <a:pt x="353" y="48"/>
                  <a:pt x="353" y="48"/>
                </a:cubicBezTo>
                <a:cubicBezTo>
                  <a:pt x="353" y="40"/>
                  <a:pt x="346" y="32"/>
                  <a:pt x="337" y="32"/>
                </a:cubicBezTo>
                <a:moveTo>
                  <a:pt x="144" y="16"/>
                </a:moveTo>
                <a:cubicBezTo>
                  <a:pt x="209" y="16"/>
                  <a:pt x="209" y="16"/>
                  <a:pt x="209" y="16"/>
                </a:cubicBezTo>
                <a:cubicBezTo>
                  <a:pt x="217" y="16"/>
                  <a:pt x="225" y="23"/>
                  <a:pt x="225" y="32"/>
                </a:cubicBezTo>
                <a:cubicBezTo>
                  <a:pt x="128" y="32"/>
                  <a:pt x="128" y="32"/>
                  <a:pt x="128" y="32"/>
                </a:cubicBezTo>
                <a:cubicBezTo>
                  <a:pt x="128" y="23"/>
                  <a:pt x="136" y="16"/>
                  <a:pt x="144" y="16"/>
                </a:cubicBezTo>
                <a:moveTo>
                  <a:pt x="321" y="273"/>
                </a:moveTo>
                <a:cubicBezTo>
                  <a:pt x="32" y="273"/>
                  <a:pt x="32" y="273"/>
                  <a:pt x="32" y="273"/>
                </a:cubicBezTo>
                <a:cubicBezTo>
                  <a:pt x="32" y="145"/>
                  <a:pt x="32" y="145"/>
                  <a:pt x="32" y="145"/>
                </a:cubicBezTo>
                <a:cubicBezTo>
                  <a:pt x="64" y="145"/>
                  <a:pt x="64" y="145"/>
                  <a:pt x="64" y="145"/>
                </a:cubicBezTo>
                <a:cubicBezTo>
                  <a:pt x="64" y="161"/>
                  <a:pt x="64" y="161"/>
                  <a:pt x="64" y="161"/>
                </a:cubicBezTo>
                <a:cubicBezTo>
                  <a:pt x="64" y="170"/>
                  <a:pt x="71" y="177"/>
                  <a:pt x="80" y="177"/>
                </a:cubicBezTo>
                <a:cubicBezTo>
                  <a:pt x="112" y="177"/>
                  <a:pt x="112" y="177"/>
                  <a:pt x="112" y="177"/>
                </a:cubicBezTo>
                <a:cubicBezTo>
                  <a:pt x="121" y="177"/>
                  <a:pt x="128" y="170"/>
                  <a:pt x="128" y="161"/>
                </a:cubicBezTo>
                <a:cubicBezTo>
                  <a:pt x="128" y="145"/>
                  <a:pt x="128" y="145"/>
                  <a:pt x="128" y="145"/>
                </a:cubicBezTo>
                <a:cubicBezTo>
                  <a:pt x="225" y="145"/>
                  <a:pt x="225" y="145"/>
                  <a:pt x="225" y="145"/>
                </a:cubicBezTo>
                <a:cubicBezTo>
                  <a:pt x="225" y="161"/>
                  <a:pt x="225" y="161"/>
                  <a:pt x="225" y="161"/>
                </a:cubicBezTo>
                <a:cubicBezTo>
                  <a:pt x="225" y="170"/>
                  <a:pt x="232" y="177"/>
                  <a:pt x="241" y="177"/>
                </a:cubicBezTo>
                <a:cubicBezTo>
                  <a:pt x="273" y="177"/>
                  <a:pt x="273" y="177"/>
                  <a:pt x="273" y="177"/>
                </a:cubicBezTo>
                <a:cubicBezTo>
                  <a:pt x="282" y="177"/>
                  <a:pt x="289" y="170"/>
                  <a:pt x="289" y="161"/>
                </a:cubicBezTo>
                <a:cubicBezTo>
                  <a:pt x="289" y="145"/>
                  <a:pt x="289" y="145"/>
                  <a:pt x="289" y="145"/>
                </a:cubicBezTo>
                <a:cubicBezTo>
                  <a:pt x="321" y="145"/>
                  <a:pt x="321" y="145"/>
                  <a:pt x="321" y="145"/>
                </a:cubicBezTo>
                <a:lnTo>
                  <a:pt x="321" y="273"/>
                </a:lnTo>
                <a:close/>
                <a:moveTo>
                  <a:pt x="80" y="113"/>
                </a:moveTo>
                <a:cubicBezTo>
                  <a:pt x="112" y="113"/>
                  <a:pt x="112" y="113"/>
                  <a:pt x="112" y="113"/>
                </a:cubicBezTo>
                <a:cubicBezTo>
                  <a:pt x="112" y="161"/>
                  <a:pt x="112" y="161"/>
                  <a:pt x="112" y="161"/>
                </a:cubicBezTo>
                <a:cubicBezTo>
                  <a:pt x="80" y="161"/>
                  <a:pt x="80" y="161"/>
                  <a:pt x="80" y="161"/>
                </a:cubicBezTo>
                <a:lnTo>
                  <a:pt x="80" y="113"/>
                </a:lnTo>
                <a:close/>
                <a:moveTo>
                  <a:pt x="241" y="113"/>
                </a:moveTo>
                <a:cubicBezTo>
                  <a:pt x="273" y="113"/>
                  <a:pt x="273" y="113"/>
                  <a:pt x="273" y="113"/>
                </a:cubicBezTo>
                <a:cubicBezTo>
                  <a:pt x="273" y="161"/>
                  <a:pt x="273" y="161"/>
                  <a:pt x="273" y="161"/>
                </a:cubicBezTo>
                <a:cubicBezTo>
                  <a:pt x="241" y="161"/>
                  <a:pt x="241" y="161"/>
                  <a:pt x="241" y="161"/>
                </a:cubicBezTo>
                <a:lnTo>
                  <a:pt x="241" y="113"/>
                </a:lnTo>
                <a:close/>
                <a:moveTo>
                  <a:pt x="337" y="129"/>
                </a:moveTo>
                <a:cubicBezTo>
                  <a:pt x="289" y="129"/>
                  <a:pt x="289" y="129"/>
                  <a:pt x="289" y="129"/>
                </a:cubicBezTo>
                <a:cubicBezTo>
                  <a:pt x="289" y="113"/>
                  <a:pt x="289" y="113"/>
                  <a:pt x="289" y="113"/>
                </a:cubicBezTo>
                <a:cubicBezTo>
                  <a:pt x="289" y="104"/>
                  <a:pt x="282" y="97"/>
                  <a:pt x="273" y="97"/>
                </a:cubicBezTo>
                <a:cubicBezTo>
                  <a:pt x="241" y="97"/>
                  <a:pt x="241" y="97"/>
                  <a:pt x="241" y="97"/>
                </a:cubicBezTo>
                <a:cubicBezTo>
                  <a:pt x="232" y="97"/>
                  <a:pt x="225" y="104"/>
                  <a:pt x="225" y="113"/>
                </a:cubicBezTo>
                <a:cubicBezTo>
                  <a:pt x="225" y="129"/>
                  <a:pt x="225" y="129"/>
                  <a:pt x="225" y="129"/>
                </a:cubicBezTo>
                <a:cubicBezTo>
                  <a:pt x="128" y="129"/>
                  <a:pt x="128" y="129"/>
                  <a:pt x="128" y="129"/>
                </a:cubicBezTo>
                <a:cubicBezTo>
                  <a:pt x="128" y="113"/>
                  <a:pt x="128" y="113"/>
                  <a:pt x="128" y="113"/>
                </a:cubicBezTo>
                <a:cubicBezTo>
                  <a:pt x="128" y="104"/>
                  <a:pt x="121" y="97"/>
                  <a:pt x="112" y="97"/>
                </a:cubicBezTo>
                <a:cubicBezTo>
                  <a:pt x="80" y="97"/>
                  <a:pt x="80" y="97"/>
                  <a:pt x="80" y="97"/>
                </a:cubicBezTo>
                <a:cubicBezTo>
                  <a:pt x="71" y="97"/>
                  <a:pt x="64" y="104"/>
                  <a:pt x="64" y="113"/>
                </a:cubicBezTo>
                <a:cubicBezTo>
                  <a:pt x="64" y="129"/>
                  <a:pt x="64" y="129"/>
                  <a:pt x="64" y="129"/>
                </a:cubicBezTo>
                <a:cubicBezTo>
                  <a:pt x="16" y="129"/>
                  <a:pt x="16" y="129"/>
                  <a:pt x="16" y="129"/>
                </a:cubicBezTo>
                <a:cubicBezTo>
                  <a:pt x="16" y="48"/>
                  <a:pt x="16" y="48"/>
                  <a:pt x="16" y="48"/>
                </a:cubicBezTo>
                <a:cubicBezTo>
                  <a:pt x="337" y="48"/>
                  <a:pt x="337" y="48"/>
                  <a:pt x="337" y="48"/>
                </a:cubicBezTo>
                <a:lnTo>
                  <a:pt x="337" y="12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79" name="Google Shape;279;p17"/>
          <p:cNvSpPr/>
          <p:nvPr/>
        </p:nvSpPr>
        <p:spPr>
          <a:xfrm>
            <a:off x="11524720" y="5203642"/>
            <a:ext cx="1323900" cy="5817900"/>
          </a:xfrm>
          <a:prstGeom prst="upArrow">
            <a:avLst>
              <a:gd fmla="val 36337" name="adj1"/>
              <a:gd fmla="val 58297" name="adj2"/>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280" name="Google Shape;280;p17"/>
          <p:cNvSpPr/>
          <p:nvPr/>
        </p:nvSpPr>
        <p:spPr>
          <a:xfrm>
            <a:off x="12420781" y="7387310"/>
            <a:ext cx="3655200" cy="3634200"/>
          </a:xfrm>
          <a:prstGeom prst="bentArrow">
            <a:avLst>
              <a:gd fmla="val 13152" name="adj1"/>
              <a:gd fmla="val 17868" name="adj2"/>
              <a:gd fmla="val 20834" name="adj3"/>
              <a:gd fmla="val 22566" name="adj4"/>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nvGrpSpPr>
          <p:cNvPr id="281" name="Google Shape;281;p17"/>
          <p:cNvGrpSpPr/>
          <p:nvPr/>
        </p:nvGrpSpPr>
        <p:grpSpPr>
          <a:xfrm>
            <a:off x="11478952" y="11021742"/>
            <a:ext cx="1420001" cy="1823937"/>
            <a:chOff x="11478952" y="10856642"/>
            <a:chExt cx="1420001" cy="1823937"/>
          </a:xfrm>
        </p:grpSpPr>
        <p:sp>
          <p:nvSpPr>
            <p:cNvPr id="282" name="Google Shape;282;p17"/>
            <p:cNvSpPr/>
            <p:nvPr/>
          </p:nvSpPr>
          <p:spPr>
            <a:xfrm>
              <a:off x="11496961" y="10960098"/>
              <a:ext cx="1382425" cy="1247025"/>
            </a:xfrm>
            <a:custGeom>
              <a:rect b="b" l="l" r="r" t="t"/>
              <a:pathLst>
                <a:path extrusionOk="0" h="10000" w="10000">
                  <a:moveTo>
                    <a:pt x="5028" y="0"/>
                  </a:moveTo>
                  <a:lnTo>
                    <a:pt x="0" y="1748"/>
                  </a:lnTo>
                  <a:lnTo>
                    <a:pt x="3449" y="10000"/>
                  </a:lnTo>
                  <a:lnTo>
                    <a:pt x="6556" y="9988"/>
                  </a:lnTo>
                  <a:lnTo>
                    <a:pt x="10000" y="1744"/>
                  </a:lnTo>
                  <a:lnTo>
                    <a:pt x="5028" y="0"/>
                  </a:lnTo>
                  <a:close/>
                </a:path>
              </a:pathLst>
            </a:custGeom>
            <a:solidFill>
              <a:srgbClr val="61BCE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83" name="Google Shape;283;p17"/>
            <p:cNvSpPr/>
            <p:nvPr/>
          </p:nvSpPr>
          <p:spPr>
            <a:xfrm>
              <a:off x="11967726" y="12191257"/>
              <a:ext cx="443825" cy="489322"/>
            </a:xfrm>
            <a:custGeom>
              <a:rect b="b" l="l" r="r" t="t"/>
              <a:pathLst>
                <a:path extrusionOk="0" h="8964" w="10000">
                  <a:moveTo>
                    <a:pt x="10000" y="0"/>
                  </a:moveTo>
                  <a:lnTo>
                    <a:pt x="0" y="28"/>
                  </a:lnTo>
                  <a:lnTo>
                    <a:pt x="5041" y="8964"/>
                  </a:lnTo>
                  <a:lnTo>
                    <a:pt x="10000"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84" name="Google Shape;284;p17"/>
            <p:cNvSpPr/>
            <p:nvPr/>
          </p:nvSpPr>
          <p:spPr>
            <a:xfrm rot="10800000">
              <a:off x="11478952" y="10856642"/>
              <a:ext cx="476400" cy="464100"/>
            </a:xfrm>
            <a:prstGeom prst="round2SameRect">
              <a:avLst>
                <a:gd fmla="val 50000" name="adj1"/>
                <a:gd fmla="val 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285" name="Google Shape;285;p17"/>
            <p:cNvSpPr/>
            <p:nvPr/>
          </p:nvSpPr>
          <p:spPr>
            <a:xfrm rot="10800000">
              <a:off x="11950753" y="10856642"/>
              <a:ext cx="476400" cy="464100"/>
            </a:xfrm>
            <a:prstGeom prst="round2SameRect">
              <a:avLst>
                <a:gd fmla="val 50000" name="adj1"/>
                <a:gd fmla="val 0" name="adj2"/>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286" name="Google Shape;286;p17"/>
            <p:cNvSpPr/>
            <p:nvPr/>
          </p:nvSpPr>
          <p:spPr>
            <a:xfrm rot="10800000">
              <a:off x="12422553" y="10856642"/>
              <a:ext cx="476400" cy="464100"/>
            </a:xfrm>
            <a:prstGeom prst="round2SameRect">
              <a:avLst>
                <a:gd fmla="val 50000" name="adj1"/>
                <a:gd fmla="val 0" name="adj2"/>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grpSp>
      <p:sp>
        <p:nvSpPr>
          <p:cNvPr id="287" name="Google Shape;287;p17"/>
          <p:cNvSpPr/>
          <p:nvPr/>
        </p:nvSpPr>
        <p:spPr>
          <a:xfrm flipH="1">
            <a:off x="8296376" y="7387312"/>
            <a:ext cx="3655200" cy="3634200"/>
          </a:xfrm>
          <a:prstGeom prst="bentArrow">
            <a:avLst>
              <a:gd fmla="val 13021" name="adj1"/>
              <a:gd fmla="val 17868" name="adj2"/>
              <a:gd fmla="val 20834" name="adj3"/>
              <a:gd fmla="val 22566" name="adj4"/>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88" name="Google Shape;288;p17"/>
          <p:cNvSpPr txBox="1"/>
          <p:nvPr/>
        </p:nvSpPr>
        <p:spPr>
          <a:xfrm>
            <a:off x="2645554" y="9529596"/>
            <a:ext cx="5019300" cy="8412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Describir la realidad de nuestra empresa y la marca de la forma más realista posible.</a:t>
            </a:r>
            <a:endParaRPr b="0" i="0" sz="1400" u="none" cap="none" strike="noStrike">
              <a:solidFill>
                <a:srgbClr val="000000"/>
              </a:solidFill>
              <a:latin typeface="Arial"/>
              <a:ea typeface="Arial"/>
              <a:cs typeface="Arial"/>
              <a:sym typeface="Arial"/>
            </a:endParaRPr>
          </a:p>
        </p:txBody>
      </p:sp>
      <p:sp>
        <p:nvSpPr>
          <p:cNvPr id="289" name="Google Shape;289;p17"/>
          <p:cNvSpPr txBox="1"/>
          <p:nvPr/>
        </p:nvSpPr>
        <p:spPr>
          <a:xfrm>
            <a:off x="2645554" y="8839241"/>
            <a:ext cx="5019300" cy="5910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¿Qué somos?</a:t>
            </a:r>
            <a:endParaRPr b="0" i="0" sz="1400" u="none" cap="none" strike="noStrike">
              <a:solidFill>
                <a:srgbClr val="000000"/>
              </a:solidFill>
              <a:latin typeface="Arial"/>
              <a:ea typeface="Arial"/>
              <a:cs typeface="Arial"/>
              <a:sym typeface="Arial"/>
            </a:endParaRPr>
          </a:p>
        </p:txBody>
      </p:sp>
      <p:sp>
        <p:nvSpPr>
          <p:cNvPr id="290" name="Google Shape;290;p17"/>
          <p:cNvSpPr txBox="1"/>
          <p:nvPr/>
        </p:nvSpPr>
        <p:spPr>
          <a:xfrm>
            <a:off x="13287377" y="4545156"/>
            <a:ext cx="5019300" cy="886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Analizar lo que transmitimos con nuestra marca de forma visual y a través de nuestra comunicación.</a:t>
            </a:r>
            <a:endParaRPr b="0" i="0" sz="1400" u="none" cap="none" strike="noStrike">
              <a:solidFill>
                <a:srgbClr val="000000"/>
              </a:solidFill>
              <a:latin typeface="Arial"/>
              <a:ea typeface="Arial"/>
              <a:cs typeface="Arial"/>
              <a:sym typeface="Arial"/>
            </a:endParaRPr>
          </a:p>
        </p:txBody>
      </p:sp>
      <p:sp>
        <p:nvSpPr>
          <p:cNvPr id="291" name="Google Shape;291;p17"/>
          <p:cNvSpPr txBox="1"/>
          <p:nvPr/>
        </p:nvSpPr>
        <p:spPr>
          <a:xfrm>
            <a:off x="13287377" y="3854801"/>
            <a:ext cx="50193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¿Qué decimos ser?</a:t>
            </a:r>
            <a:endParaRPr b="0" i="0" sz="1400" u="none" cap="none" strike="noStrike">
              <a:solidFill>
                <a:srgbClr val="000000"/>
              </a:solidFill>
              <a:latin typeface="Arial"/>
              <a:ea typeface="Arial"/>
              <a:cs typeface="Arial"/>
              <a:sym typeface="Arial"/>
            </a:endParaRPr>
          </a:p>
        </p:txBody>
      </p:sp>
      <p:sp>
        <p:nvSpPr>
          <p:cNvPr id="292" name="Google Shape;292;p17"/>
          <p:cNvSpPr txBox="1"/>
          <p:nvPr/>
        </p:nvSpPr>
        <p:spPr>
          <a:xfrm>
            <a:off x="16542808" y="9529596"/>
            <a:ext cx="5019300" cy="886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Resumir la percepción de otros, teniendo en cuenta tanto los comentarios positivos como los negativos. </a:t>
            </a:r>
            <a:endParaRPr b="0" i="0" sz="1400" u="none" cap="none" strike="noStrike">
              <a:solidFill>
                <a:srgbClr val="000000"/>
              </a:solidFill>
              <a:latin typeface="Arial"/>
              <a:ea typeface="Arial"/>
              <a:cs typeface="Arial"/>
              <a:sym typeface="Arial"/>
            </a:endParaRPr>
          </a:p>
        </p:txBody>
      </p:sp>
      <p:sp>
        <p:nvSpPr>
          <p:cNvPr id="293" name="Google Shape;293;p17"/>
          <p:cNvSpPr txBox="1"/>
          <p:nvPr/>
        </p:nvSpPr>
        <p:spPr>
          <a:xfrm>
            <a:off x="16542808" y="8839241"/>
            <a:ext cx="50193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¿Qué dicen de nosotros?</a:t>
            </a:r>
            <a:endParaRPr b="0" i="0" sz="1400" u="none" cap="none" strike="noStrike">
              <a:solidFill>
                <a:srgbClr val="000000"/>
              </a:solidFill>
              <a:latin typeface="Arial"/>
              <a:ea typeface="Arial"/>
              <a:cs typeface="Arial"/>
              <a:sym typeface="Arial"/>
            </a:endParaRPr>
          </a:p>
        </p:txBody>
      </p:sp>
      <p:sp>
        <p:nvSpPr>
          <p:cNvPr id="294" name="Google Shape;294;p17"/>
          <p:cNvSpPr/>
          <p:nvPr/>
        </p:nvSpPr>
        <p:spPr>
          <a:xfrm>
            <a:off x="6864009" y="7518456"/>
            <a:ext cx="800798" cy="980346"/>
          </a:xfrm>
          <a:custGeom>
            <a:rect b="b" l="l" r="r" t="t"/>
            <a:pathLst>
              <a:path extrusionOk="0" h="353" w="289">
                <a:moveTo>
                  <a:pt x="48" y="145"/>
                </a:moveTo>
                <a:cubicBezTo>
                  <a:pt x="144" y="145"/>
                  <a:pt x="144" y="145"/>
                  <a:pt x="144" y="145"/>
                </a:cubicBezTo>
                <a:cubicBezTo>
                  <a:pt x="149" y="145"/>
                  <a:pt x="152" y="141"/>
                  <a:pt x="152" y="137"/>
                </a:cubicBezTo>
                <a:cubicBezTo>
                  <a:pt x="152" y="132"/>
                  <a:pt x="149" y="129"/>
                  <a:pt x="144" y="129"/>
                </a:cubicBezTo>
                <a:cubicBezTo>
                  <a:pt x="48" y="129"/>
                  <a:pt x="48" y="129"/>
                  <a:pt x="48" y="129"/>
                </a:cubicBezTo>
                <a:cubicBezTo>
                  <a:pt x="43" y="129"/>
                  <a:pt x="40" y="132"/>
                  <a:pt x="40" y="137"/>
                </a:cubicBezTo>
                <a:cubicBezTo>
                  <a:pt x="40" y="141"/>
                  <a:pt x="43" y="145"/>
                  <a:pt x="48" y="145"/>
                </a:cubicBezTo>
                <a:moveTo>
                  <a:pt x="273" y="32"/>
                </a:moveTo>
                <a:cubicBezTo>
                  <a:pt x="232" y="32"/>
                  <a:pt x="232" y="32"/>
                  <a:pt x="232" y="32"/>
                </a:cubicBezTo>
                <a:cubicBezTo>
                  <a:pt x="232" y="8"/>
                  <a:pt x="232" y="8"/>
                  <a:pt x="232" y="8"/>
                </a:cubicBezTo>
                <a:cubicBezTo>
                  <a:pt x="232" y="4"/>
                  <a:pt x="229" y="0"/>
                  <a:pt x="224" y="0"/>
                </a:cubicBezTo>
                <a:cubicBezTo>
                  <a:pt x="220" y="0"/>
                  <a:pt x="216" y="4"/>
                  <a:pt x="216" y="8"/>
                </a:cubicBezTo>
                <a:cubicBezTo>
                  <a:pt x="216" y="32"/>
                  <a:pt x="216" y="32"/>
                  <a:pt x="216" y="32"/>
                </a:cubicBezTo>
                <a:cubicBezTo>
                  <a:pt x="200" y="32"/>
                  <a:pt x="200" y="32"/>
                  <a:pt x="200" y="32"/>
                </a:cubicBezTo>
                <a:cubicBezTo>
                  <a:pt x="200" y="8"/>
                  <a:pt x="200" y="8"/>
                  <a:pt x="200" y="8"/>
                </a:cubicBezTo>
                <a:cubicBezTo>
                  <a:pt x="200" y="4"/>
                  <a:pt x="197" y="0"/>
                  <a:pt x="192" y="0"/>
                </a:cubicBezTo>
                <a:cubicBezTo>
                  <a:pt x="188" y="0"/>
                  <a:pt x="184" y="4"/>
                  <a:pt x="184" y="8"/>
                </a:cubicBezTo>
                <a:cubicBezTo>
                  <a:pt x="184" y="32"/>
                  <a:pt x="184" y="32"/>
                  <a:pt x="184" y="32"/>
                </a:cubicBezTo>
                <a:cubicBezTo>
                  <a:pt x="168" y="32"/>
                  <a:pt x="168" y="32"/>
                  <a:pt x="168" y="32"/>
                </a:cubicBezTo>
                <a:cubicBezTo>
                  <a:pt x="168" y="8"/>
                  <a:pt x="168" y="8"/>
                  <a:pt x="168" y="8"/>
                </a:cubicBezTo>
                <a:cubicBezTo>
                  <a:pt x="168" y="4"/>
                  <a:pt x="165" y="0"/>
                  <a:pt x="160" y="0"/>
                </a:cubicBezTo>
                <a:cubicBezTo>
                  <a:pt x="156" y="0"/>
                  <a:pt x="152" y="4"/>
                  <a:pt x="152" y="8"/>
                </a:cubicBezTo>
                <a:cubicBezTo>
                  <a:pt x="152" y="32"/>
                  <a:pt x="152" y="32"/>
                  <a:pt x="152" y="32"/>
                </a:cubicBezTo>
                <a:cubicBezTo>
                  <a:pt x="136" y="32"/>
                  <a:pt x="136" y="32"/>
                  <a:pt x="136" y="32"/>
                </a:cubicBezTo>
                <a:cubicBezTo>
                  <a:pt x="136" y="8"/>
                  <a:pt x="136" y="8"/>
                  <a:pt x="136" y="8"/>
                </a:cubicBezTo>
                <a:cubicBezTo>
                  <a:pt x="136" y="4"/>
                  <a:pt x="133" y="0"/>
                  <a:pt x="128" y="0"/>
                </a:cubicBezTo>
                <a:cubicBezTo>
                  <a:pt x="124" y="0"/>
                  <a:pt x="120" y="4"/>
                  <a:pt x="120" y="8"/>
                </a:cubicBezTo>
                <a:cubicBezTo>
                  <a:pt x="120" y="32"/>
                  <a:pt x="120" y="32"/>
                  <a:pt x="120" y="32"/>
                </a:cubicBezTo>
                <a:cubicBezTo>
                  <a:pt x="104" y="32"/>
                  <a:pt x="104" y="32"/>
                  <a:pt x="104" y="32"/>
                </a:cubicBezTo>
                <a:cubicBezTo>
                  <a:pt x="104" y="8"/>
                  <a:pt x="104" y="8"/>
                  <a:pt x="104" y="8"/>
                </a:cubicBezTo>
                <a:cubicBezTo>
                  <a:pt x="104" y="4"/>
                  <a:pt x="100" y="0"/>
                  <a:pt x="96" y="0"/>
                </a:cubicBezTo>
                <a:cubicBezTo>
                  <a:pt x="92" y="0"/>
                  <a:pt x="88" y="4"/>
                  <a:pt x="88" y="8"/>
                </a:cubicBezTo>
                <a:cubicBezTo>
                  <a:pt x="88" y="32"/>
                  <a:pt x="88" y="32"/>
                  <a:pt x="88" y="32"/>
                </a:cubicBezTo>
                <a:cubicBezTo>
                  <a:pt x="72" y="32"/>
                  <a:pt x="72" y="32"/>
                  <a:pt x="72" y="32"/>
                </a:cubicBezTo>
                <a:cubicBezTo>
                  <a:pt x="72" y="8"/>
                  <a:pt x="72" y="8"/>
                  <a:pt x="72" y="8"/>
                </a:cubicBezTo>
                <a:cubicBezTo>
                  <a:pt x="72" y="4"/>
                  <a:pt x="68" y="0"/>
                  <a:pt x="64" y="0"/>
                </a:cubicBezTo>
                <a:cubicBezTo>
                  <a:pt x="59" y="0"/>
                  <a:pt x="56" y="4"/>
                  <a:pt x="56" y="8"/>
                </a:cubicBezTo>
                <a:cubicBezTo>
                  <a:pt x="56" y="32"/>
                  <a:pt x="56" y="32"/>
                  <a:pt x="56" y="32"/>
                </a:cubicBezTo>
                <a:cubicBezTo>
                  <a:pt x="16" y="32"/>
                  <a:pt x="16" y="32"/>
                  <a:pt x="16" y="32"/>
                </a:cubicBezTo>
                <a:cubicBezTo>
                  <a:pt x="7" y="32"/>
                  <a:pt x="0" y="39"/>
                  <a:pt x="0" y="48"/>
                </a:cubicBezTo>
                <a:cubicBezTo>
                  <a:pt x="0" y="337"/>
                  <a:pt x="0" y="337"/>
                  <a:pt x="0" y="337"/>
                </a:cubicBezTo>
                <a:cubicBezTo>
                  <a:pt x="0" y="346"/>
                  <a:pt x="7" y="353"/>
                  <a:pt x="16" y="353"/>
                </a:cubicBezTo>
                <a:cubicBezTo>
                  <a:pt x="273" y="353"/>
                  <a:pt x="273" y="353"/>
                  <a:pt x="273" y="353"/>
                </a:cubicBezTo>
                <a:cubicBezTo>
                  <a:pt x="281" y="353"/>
                  <a:pt x="289" y="346"/>
                  <a:pt x="289" y="337"/>
                </a:cubicBezTo>
                <a:cubicBezTo>
                  <a:pt x="289" y="48"/>
                  <a:pt x="289" y="48"/>
                  <a:pt x="289" y="48"/>
                </a:cubicBezTo>
                <a:cubicBezTo>
                  <a:pt x="289" y="39"/>
                  <a:pt x="281" y="32"/>
                  <a:pt x="273" y="32"/>
                </a:cubicBezTo>
                <a:moveTo>
                  <a:pt x="16" y="337"/>
                </a:moveTo>
                <a:cubicBezTo>
                  <a:pt x="16" y="289"/>
                  <a:pt x="16" y="289"/>
                  <a:pt x="16" y="289"/>
                </a:cubicBezTo>
                <a:cubicBezTo>
                  <a:pt x="64" y="337"/>
                  <a:pt x="64" y="337"/>
                  <a:pt x="64" y="337"/>
                </a:cubicBezTo>
                <a:lnTo>
                  <a:pt x="16" y="337"/>
                </a:lnTo>
                <a:close/>
                <a:moveTo>
                  <a:pt x="273" y="337"/>
                </a:moveTo>
                <a:cubicBezTo>
                  <a:pt x="88" y="337"/>
                  <a:pt x="88" y="337"/>
                  <a:pt x="88" y="337"/>
                </a:cubicBezTo>
                <a:cubicBezTo>
                  <a:pt x="16" y="265"/>
                  <a:pt x="16" y="265"/>
                  <a:pt x="16" y="265"/>
                </a:cubicBezTo>
                <a:cubicBezTo>
                  <a:pt x="16" y="48"/>
                  <a:pt x="16" y="48"/>
                  <a:pt x="16" y="48"/>
                </a:cubicBezTo>
                <a:cubicBezTo>
                  <a:pt x="56" y="48"/>
                  <a:pt x="56" y="48"/>
                  <a:pt x="56" y="48"/>
                </a:cubicBezTo>
                <a:cubicBezTo>
                  <a:pt x="56" y="72"/>
                  <a:pt x="56" y="72"/>
                  <a:pt x="56" y="72"/>
                </a:cubicBezTo>
                <a:cubicBezTo>
                  <a:pt x="56" y="77"/>
                  <a:pt x="59" y="80"/>
                  <a:pt x="64" y="80"/>
                </a:cubicBezTo>
                <a:cubicBezTo>
                  <a:pt x="68" y="80"/>
                  <a:pt x="72" y="77"/>
                  <a:pt x="72" y="72"/>
                </a:cubicBezTo>
                <a:cubicBezTo>
                  <a:pt x="72" y="48"/>
                  <a:pt x="72" y="48"/>
                  <a:pt x="72" y="48"/>
                </a:cubicBezTo>
                <a:cubicBezTo>
                  <a:pt x="88" y="48"/>
                  <a:pt x="88" y="48"/>
                  <a:pt x="88" y="48"/>
                </a:cubicBezTo>
                <a:cubicBezTo>
                  <a:pt x="88" y="72"/>
                  <a:pt x="88" y="72"/>
                  <a:pt x="88" y="72"/>
                </a:cubicBezTo>
                <a:cubicBezTo>
                  <a:pt x="88" y="77"/>
                  <a:pt x="92" y="80"/>
                  <a:pt x="96" y="80"/>
                </a:cubicBezTo>
                <a:cubicBezTo>
                  <a:pt x="100" y="80"/>
                  <a:pt x="104" y="77"/>
                  <a:pt x="104" y="72"/>
                </a:cubicBezTo>
                <a:cubicBezTo>
                  <a:pt x="104" y="48"/>
                  <a:pt x="104" y="48"/>
                  <a:pt x="104" y="48"/>
                </a:cubicBezTo>
                <a:cubicBezTo>
                  <a:pt x="120" y="48"/>
                  <a:pt x="120" y="48"/>
                  <a:pt x="120" y="48"/>
                </a:cubicBezTo>
                <a:cubicBezTo>
                  <a:pt x="120" y="72"/>
                  <a:pt x="120" y="72"/>
                  <a:pt x="120" y="72"/>
                </a:cubicBezTo>
                <a:cubicBezTo>
                  <a:pt x="120" y="77"/>
                  <a:pt x="124" y="80"/>
                  <a:pt x="128" y="80"/>
                </a:cubicBezTo>
                <a:cubicBezTo>
                  <a:pt x="133" y="80"/>
                  <a:pt x="136" y="77"/>
                  <a:pt x="136" y="72"/>
                </a:cubicBezTo>
                <a:cubicBezTo>
                  <a:pt x="136" y="48"/>
                  <a:pt x="136" y="48"/>
                  <a:pt x="136" y="48"/>
                </a:cubicBezTo>
                <a:cubicBezTo>
                  <a:pt x="152" y="48"/>
                  <a:pt x="152" y="48"/>
                  <a:pt x="152" y="48"/>
                </a:cubicBezTo>
                <a:cubicBezTo>
                  <a:pt x="152" y="72"/>
                  <a:pt x="152" y="72"/>
                  <a:pt x="152" y="72"/>
                </a:cubicBezTo>
                <a:cubicBezTo>
                  <a:pt x="152" y="77"/>
                  <a:pt x="156" y="80"/>
                  <a:pt x="160" y="80"/>
                </a:cubicBezTo>
                <a:cubicBezTo>
                  <a:pt x="165" y="80"/>
                  <a:pt x="168" y="77"/>
                  <a:pt x="168" y="72"/>
                </a:cubicBezTo>
                <a:cubicBezTo>
                  <a:pt x="168" y="48"/>
                  <a:pt x="168" y="48"/>
                  <a:pt x="168" y="48"/>
                </a:cubicBezTo>
                <a:cubicBezTo>
                  <a:pt x="184" y="48"/>
                  <a:pt x="184" y="48"/>
                  <a:pt x="184" y="48"/>
                </a:cubicBezTo>
                <a:cubicBezTo>
                  <a:pt x="184" y="72"/>
                  <a:pt x="184" y="72"/>
                  <a:pt x="184" y="72"/>
                </a:cubicBezTo>
                <a:cubicBezTo>
                  <a:pt x="184" y="77"/>
                  <a:pt x="188" y="80"/>
                  <a:pt x="192" y="80"/>
                </a:cubicBezTo>
                <a:cubicBezTo>
                  <a:pt x="197" y="80"/>
                  <a:pt x="200" y="77"/>
                  <a:pt x="200" y="72"/>
                </a:cubicBezTo>
                <a:cubicBezTo>
                  <a:pt x="200" y="48"/>
                  <a:pt x="200" y="48"/>
                  <a:pt x="200" y="48"/>
                </a:cubicBezTo>
                <a:cubicBezTo>
                  <a:pt x="216" y="48"/>
                  <a:pt x="216" y="48"/>
                  <a:pt x="216" y="48"/>
                </a:cubicBezTo>
                <a:cubicBezTo>
                  <a:pt x="216" y="72"/>
                  <a:pt x="216" y="72"/>
                  <a:pt x="216" y="72"/>
                </a:cubicBezTo>
                <a:cubicBezTo>
                  <a:pt x="216" y="77"/>
                  <a:pt x="220" y="80"/>
                  <a:pt x="224" y="80"/>
                </a:cubicBezTo>
                <a:cubicBezTo>
                  <a:pt x="229" y="80"/>
                  <a:pt x="232" y="77"/>
                  <a:pt x="232" y="72"/>
                </a:cubicBezTo>
                <a:cubicBezTo>
                  <a:pt x="232" y="48"/>
                  <a:pt x="232" y="48"/>
                  <a:pt x="232" y="48"/>
                </a:cubicBezTo>
                <a:cubicBezTo>
                  <a:pt x="273" y="48"/>
                  <a:pt x="273" y="48"/>
                  <a:pt x="273" y="48"/>
                </a:cubicBezTo>
                <a:lnTo>
                  <a:pt x="273" y="337"/>
                </a:lnTo>
                <a:close/>
                <a:moveTo>
                  <a:pt x="40" y="185"/>
                </a:moveTo>
                <a:cubicBezTo>
                  <a:pt x="40" y="189"/>
                  <a:pt x="43" y="193"/>
                  <a:pt x="48" y="193"/>
                </a:cubicBezTo>
                <a:cubicBezTo>
                  <a:pt x="241" y="193"/>
                  <a:pt x="241" y="193"/>
                  <a:pt x="241" y="193"/>
                </a:cubicBezTo>
                <a:cubicBezTo>
                  <a:pt x="245" y="193"/>
                  <a:pt x="249" y="189"/>
                  <a:pt x="249" y="185"/>
                </a:cubicBezTo>
                <a:cubicBezTo>
                  <a:pt x="249" y="180"/>
                  <a:pt x="245" y="177"/>
                  <a:pt x="241" y="177"/>
                </a:cubicBezTo>
                <a:cubicBezTo>
                  <a:pt x="48" y="177"/>
                  <a:pt x="48" y="177"/>
                  <a:pt x="48" y="177"/>
                </a:cubicBezTo>
                <a:cubicBezTo>
                  <a:pt x="43" y="177"/>
                  <a:pt x="40" y="180"/>
                  <a:pt x="40" y="185"/>
                </a:cubicBezTo>
                <a:moveTo>
                  <a:pt x="192" y="225"/>
                </a:moveTo>
                <a:cubicBezTo>
                  <a:pt x="48" y="225"/>
                  <a:pt x="48" y="225"/>
                  <a:pt x="48" y="225"/>
                </a:cubicBezTo>
                <a:cubicBezTo>
                  <a:pt x="43" y="225"/>
                  <a:pt x="40" y="228"/>
                  <a:pt x="40" y="233"/>
                </a:cubicBezTo>
                <a:cubicBezTo>
                  <a:pt x="40" y="237"/>
                  <a:pt x="43" y="241"/>
                  <a:pt x="48" y="241"/>
                </a:cubicBezTo>
                <a:cubicBezTo>
                  <a:pt x="192" y="241"/>
                  <a:pt x="192" y="241"/>
                  <a:pt x="192" y="241"/>
                </a:cubicBezTo>
                <a:cubicBezTo>
                  <a:pt x="197" y="241"/>
                  <a:pt x="200" y="237"/>
                  <a:pt x="200" y="233"/>
                </a:cubicBezTo>
                <a:cubicBezTo>
                  <a:pt x="200" y="228"/>
                  <a:pt x="197" y="225"/>
                  <a:pt x="192" y="225"/>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95" name="Google Shape;295;p17"/>
          <p:cNvSpPr/>
          <p:nvPr/>
        </p:nvSpPr>
        <p:spPr>
          <a:xfrm>
            <a:off x="16455523" y="7387299"/>
            <a:ext cx="1076875" cy="1092450"/>
          </a:xfrm>
          <a:custGeom>
            <a:rect b="b" l="l" r="r" t="t"/>
            <a:pathLst>
              <a:path extrusionOk="0" h="322" w="353">
                <a:moveTo>
                  <a:pt x="96" y="121"/>
                </a:moveTo>
                <a:cubicBezTo>
                  <a:pt x="83" y="121"/>
                  <a:pt x="72" y="132"/>
                  <a:pt x="72" y="145"/>
                </a:cubicBezTo>
                <a:cubicBezTo>
                  <a:pt x="72" y="158"/>
                  <a:pt x="83" y="169"/>
                  <a:pt x="96" y="169"/>
                </a:cubicBezTo>
                <a:cubicBezTo>
                  <a:pt x="109" y="169"/>
                  <a:pt x="120" y="158"/>
                  <a:pt x="120" y="145"/>
                </a:cubicBezTo>
                <a:cubicBezTo>
                  <a:pt x="120" y="132"/>
                  <a:pt x="109" y="121"/>
                  <a:pt x="96" y="121"/>
                </a:cubicBezTo>
                <a:moveTo>
                  <a:pt x="176" y="121"/>
                </a:moveTo>
                <a:cubicBezTo>
                  <a:pt x="163" y="121"/>
                  <a:pt x="152" y="132"/>
                  <a:pt x="152" y="145"/>
                </a:cubicBezTo>
                <a:cubicBezTo>
                  <a:pt x="152" y="158"/>
                  <a:pt x="163" y="169"/>
                  <a:pt x="176" y="169"/>
                </a:cubicBezTo>
                <a:cubicBezTo>
                  <a:pt x="189" y="169"/>
                  <a:pt x="200" y="158"/>
                  <a:pt x="200" y="145"/>
                </a:cubicBezTo>
                <a:cubicBezTo>
                  <a:pt x="200" y="132"/>
                  <a:pt x="189" y="121"/>
                  <a:pt x="176" y="121"/>
                </a:cubicBezTo>
                <a:moveTo>
                  <a:pt x="176" y="0"/>
                </a:moveTo>
                <a:cubicBezTo>
                  <a:pt x="79" y="0"/>
                  <a:pt x="0" y="65"/>
                  <a:pt x="0" y="145"/>
                </a:cubicBezTo>
                <a:cubicBezTo>
                  <a:pt x="0" y="184"/>
                  <a:pt x="19" y="220"/>
                  <a:pt x="50" y="246"/>
                </a:cubicBezTo>
                <a:cubicBezTo>
                  <a:pt x="32" y="322"/>
                  <a:pt x="32" y="322"/>
                  <a:pt x="32" y="322"/>
                </a:cubicBezTo>
                <a:cubicBezTo>
                  <a:pt x="127" y="284"/>
                  <a:pt x="127" y="284"/>
                  <a:pt x="127" y="284"/>
                </a:cubicBezTo>
                <a:cubicBezTo>
                  <a:pt x="142" y="287"/>
                  <a:pt x="159" y="289"/>
                  <a:pt x="176" y="289"/>
                </a:cubicBezTo>
                <a:cubicBezTo>
                  <a:pt x="274" y="289"/>
                  <a:pt x="353" y="225"/>
                  <a:pt x="353" y="145"/>
                </a:cubicBezTo>
                <a:cubicBezTo>
                  <a:pt x="353" y="65"/>
                  <a:pt x="274" y="0"/>
                  <a:pt x="176" y="0"/>
                </a:cubicBezTo>
                <a:moveTo>
                  <a:pt x="176" y="273"/>
                </a:moveTo>
                <a:cubicBezTo>
                  <a:pt x="161" y="273"/>
                  <a:pt x="145" y="272"/>
                  <a:pt x="130" y="268"/>
                </a:cubicBezTo>
                <a:cubicBezTo>
                  <a:pt x="129" y="268"/>
                  <a:pt x="128" y="268"/>
                  <a:pt x="127" y="268"/>
                </a:cubicBezTo>
                <a:cubicBezTo>
                  <a:pt x="125" y="268"/>
                  <a:pt x="123" y="268"/>
                  <a:pt x="121" y="269"/>
                </a:cubicBezTo>
                <a:cubicBezTo>
                  <a:pt x="54" y="295"/>
                  <a:pt x="54" y="295"/>
                  <a:pt x="54" y="295"/>
                </a:cubicBezTo>
                <a:cubicBezTo>
                  <a:pt x="65" y="249"/>
                  <a:pt x="65" y="249"/>
                  <a:pt x="65" y="249"/>
                </a:cubicBezTo>
                <a:cubicBezTo>
                  <a:pt x="67" y="243"/>
                  <a:pt x="65" y="237"/>
                  <a:pt x="60" y="233"/>
                </a:cubicBezTo>
                <a:cubicBezTo>
                  <a:pt x="31" y="209"/>
                  <a:pt x="16" y="178"/>
                  <a:pt x="16" y="145"/>
                </a:cubicBezTo>
                <a:cubicBezTo>
                  <a:pt x="16" y="74"/>
                  <a:pt x="88" y="17"/>
                  <a:pt x="176" y="17"/>
                </a:cubicBezTo>
                <a:cubicBezTo>
                  <a:pt x="265" y="17"/>
                  <a:pt x="337" y="74"/>
                  <a:pt x="337" y="145"/>
                </a:cubicBezTo>
                <a:cubicBezTo>
                  <a:pt x="337" y="216"/>
                  <a:pt x="265" y="273"/>
                  <a:pt x="176" y="273"/>
                </a:cubicBezTo>
                <a:moveTo>
                  <a:pt x="256" y="121"/>
                </a:moveTo>
                <a:cubicBezTo>
                  <a:pt x="243" y="121"/>
                  <a:pt x="232" y="132"/>
                  <a:pt x="232" y="145"/>
                </a:cubicBezTo>
                <a:cubicBezTo>
                  <a:pt x="232" y="158"/>
                  <a:pt x="243" y="169"/>
                  <a:pt x="256" y="169"/>
                </a:cubicBezTo>
                <a:cubicBezTo>
                  <a:pt x="270" y="169"/>
                  <a:pt x="281" y="158"/>
                  <a:pt x="281" y="145"/>
                </a:cubicBezTo>
                <a:cubicBezTo>
                  <a:pt x="281" y="132"/>
                  <a:pt x="270" y="121"/>
                  <a:pt x="256" y="121"/>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96" name="Google Shape;296;p17"/>
          <p:cNvSpPr/>
          <p:nvPr/>
        </p:nvSpPr>
        <p:spPr>
          <a:xfrm>
            <a:off x="11524725" y="3637126"/>
            <a:ext cx="1323900" cy="1280750"/>
          </a:xfrm>
          <a:custGeom>
            <a:rect b="b" l="l" r="r" t="t"/>
            <a:pathLst>
              <a:path extrusionOk="0" h="353" w="353">
                <a:moveTo>
                  <a:pt x="321" y="104"/>
                </a:moveTo>
                <a:cubicBezTo>
                  <a:pt x="321" y="24"/>
                  <a:pt x="321" y="24"/>
                  <a:pt x="321" y="24"/>
                </a:cubicBezTo>
                <a:cubicBezTo>
                  <a:pt x="321" y="11"/>
                  <a:pt x="311" y="0"/>
                  <a:pt x="297" y="0"/>
                </a:cubicBezTo>
                <a:cubicBezTo>
                  <a:pt x="284" y="0"/>
                  <a:pt x="273" y="11"/>
                  <a:pt x="273" y="24"/>
                </a:cubicBezTo>
                <a:cubicBezTo>
                  <a:pt x="273" y="30"/>
                  <a:pt x="273" y="30"/>
                  <a:pt x="273" y="30"/>
                </a:cubicBezTo>
                <a:cubicBezTo>
                  <a:pt x="40" y="98"/>
                  <a:pt x="40" y="98"/>
                  <a:pt x="40" y="98"/>
                </a:cubicBezTo>
                <a:cubicBezTo>
                  <a:pt x="38" y="97"/>
                  <a:pt x="35" y="96"/>
                  <a:pt x="32" y="96"/>
                </a:cubicBezTo>
                <a:cubicBezTo>
                  <a:pt x="16" y="96"/>
                  <a:pt x="16" y="96"/>
                  <a:pt x="16" y="96"/>
                </a:cubicBezTo>
                <a:cubicBezTo>
                  <a:pt x="7" y="96"/>
                  <a:pt x="0" y="103"/>
                  <a:pt x="0" y="112"/>
                </a:cubicBezTo>
                <a:cubicBezTo>
                  <a:pt x="0" y="192"/>
                  <a:pt x="0" y="192"/>
                  <a:pt x="0" y="192"/>
                </a:cubicBezTo>
                <a:cubicBezTo>
                  <a:pt x="0" y="201"/>
                  <a:pt x="7" y="208"/>
                  <a:pt x="16" y="208"/>
                </a:cubicBezTo>
                <a:cubicBezTo>
                  <a:pt x="32" y="208"/>
                  <a:pt x="32" y="208"/>
                  <a:pt x="32" y="208"/>
                </a:cubicBezTo>
                <a:cubicBezTo>
                  <a:pt x="35" y="208"/>
                  <a:pt x="38" y="208"/>
                  <a:pt x="40" y="206"/>
                </a:cubicBezTo>
                <a:cubicBezTo>
                  <a:pt x="50" y="209"/>
                  <a:pt x="50" y="209"/>
                  <a:pt x="50" y="209"/>
                </a:cubicBezTo>
                <a:cubicBezTo>
                  <a:pt x="81" y="347"/>
                  <a:pt x="81" y="347"/>
                  <a:pt x="81" y="347"/>
                </a:cubicBezTo>
                <a:cubicBezTo>
                  <a:pt x="81" y="347"/>
                  <a:pt x="81" y="347"/>
                  <a:pt x="81" y="347"/>
                </a:cubicBezTo>
                <a:cubicBezTo>
                  <a:pt x="82" y="350"/>
                  <a:pt x="85" y="353"/>
                  <a:pt x="89" y="353"/>
                </a:cubicBezTo>
                <a:cubicBezTo>
                  <a:pt x="153" y="353"/>
                  <a:pt x="153" y="353"/>
                  <a:pt x="153" y="353"/>
                </a:cubicBezTo>
                <a:cubicBezTo>
                  <a:pt x="157" y="353"/>
                  <a:pt x="161" y="349"/>
                  <a:pt x="161" y="345"/>
                </a:cubicBezTo>
                <a:cubicBezTo>
                  <a:pt x="161" y="344"/>
                  <a:pt x="161" y="344"/>
                  <a:pt x="160" y="343"/>
                </a:cubicBezTo>
                <a:cubicBezTo>
                  <a:pt x="161" y="343"/>
                  <a:pt x="161" y="343"/>
                  <a:pt x="161" y="343"/>
                </a:cubicBezTo>
                <a:cubicBezTo>
                  <a:pt x="135" y="234"/>
                  <a:pt x="135" y="234"/>
                  <a:pt x="135" y="234"/>
                </a:cubicBezTo>
                <a:cubicBezTo>
                  <a:pt x="273" y="275"/>
                  <a:pt x="273" y="275"/>
                  <a:pt x="273" y="275"/>
                </a:cubicBezTo>
                <a:cubicBezTo>
                  <a:pt x="273" y="281"/>
                  <a:pt x="273" y="281"/>
                  <a:pt x="273" y="281"/>
                </a:cubicBezTo>
                <a:cubicBezTo>
                  <a:pt x="273" y="294"/>
                  <a:pt x="284" y="305"/>
                  <a:pt x="297" y="305"/>
                </a:cubicBezTo>
                <a:cubicBezTo>
                  <a:pt x="311" y="305"/>
                  <a:pt x="321" y="294"/>
                  <a:pt x="321" y="281"/>
                </a:cubicBezTo>
                <a:cubicBezTo>
                  <a:pt x="321" y="200"/>
                  <a:pt x="321" y="200"/>
                  <a:pt x="321" y="200"/>
                </a:cubicBezTo>
                <a:cubicBezTo>
                  <a:pt x="339" y="200"/>
                  <a:pt x="353" y="186"/>
                  <a:pt x="353" y="168"/>
                </a:cubicBezTo>
                <a:cubicBezTo>
                  <a:pt x="353" y="136"/>
                  <a:pt x="353" y="136"/>
                  <a:pt x="353" y="136"/>
                </a:cubicBezTo>
                <a:cubicBezTo>
                  <a:pt x="353" y="118"/>
                  <a:pt x="339" y="104"/>
                  <a:pt x="321" y="104"/>
                </a:cubicBezTo>
                <a:moveTo>
                  <a:pt x="32" y="192"/>
                </a:moveTo>
                <a:cubicBezTo>
                  <a:pt x="16" y="192"/>
                  <a:pt x="16" y="192"/>
                  <a:pt x="16" y="192"/>
                </a:cubicBezTo>
                <a:cubicBezTo>
                  <a:pt x="16" y="112"/>
                  <a:pt x="16" y="112"/>
                  <a:pt x="16" y="112"/>
                </a:cubicBezTo>
                <a:cubicBezTo>
                  <a:pt x="32" y="112"/>
                  <a:pt x="32" y="112"/>
                  <a:pt x="32" y="112"/>
                </a:cubicBezTo>
                <a:lnTo>
                  <a:pt x="32" y="192"/>
                </a:lnTo>
                <a:close/>
                <a:moveTo>
                  <a:pt x="143" y="337"/>
                </a:moveTo>
                <a:cubicBezTo>
                  <a:pt x="95" y="337"/>
                  <a:pt x="95" y="337"/>
                  <a:pt x="95" y="337"/>
                </a:cubicBezTo>
                <a:cubicBezTo>
                  <a:pt x="91" y="321"/>
                  <a:pt x="91" y="321"/>
                  <a:pt x="91" y="321"/>
                </a:cubicBezTo>
                <a:cubicBezTo>
                  <a:pt x="139" y="321"/>
                  <a:pt x="139" y="321"/>
                  <a:pt x="139" y="321"/>
                </a:cubicBezTo>
                <a:lnTo>
                  <a:pt x="143" y="337"/>
                </a:lnTo>
                <a:close/>
                <a:moveTo>
                  <a:pt x="135" y="305"/>
                </a:moveTo>
                <a:cubicBezTo>
                  <a:pt x="88" y="305"/>
                  <a:pt x="88" y="305"/>
                  <a:pt x="88" y="305"/>
                </a:cubicBezTo>
                <a:cubicBezTo>
                  <a:pt x="68" y="214"/>
                  <a:pt x="68" y="214"/>
                  <a:pt x="68" y="214"/>
                </a:cubicBezTo>
                <a:cubicBezTo>
                  <a:pt x="117" y="229"/>
                  <a:pt x="117" y="229"/>
                  <a:pt x="117" y="229"/>
                </a:cubicBezTo>
                <a:lnTo>
                  <a:pt x="135" y="305"/>
                </a:lnTo>
                <a:close/>
                <a:moveTo>
                  <a:pt x="273" y="258"/>
                </a:moveTo>
                <a:cubicBezTo>
                  <a:pt x="48" y="192"/>
                  <a:pt x="48" y="192"/>
                  <a:pt x="48" y="192"/>
                </a:cubicBezTo>
                <a:cubicBezTo>
                  <a:pt x="48" y="113"/>
                  <a:pt x="48" y="113"/>
                  <a:pt x="48" y="113"/>
                </a:cubicBezTo>
                <a:cubicBezTo>
                  <a:pt x="273" y="47"/>
                  <a:pt x="273" y="47"/>
                  <a:pt x="273" y="47"/>
                </a:cubicBezTo>
                <a:lnTo>
                  <a:pt x="273" y="258"/>
                </a:lnTo>
                <a:close/>
                <a:moveTo>
                  <a:pt x="305" y="281"/>
                </a:moveTo>
                <a:cubicBezTo>
                  <a:pt x="305" y="285"/>
                  <a:pt x="302" y="289"/>
                  <a:pt x="297" y="289"/>
                </a:cubicBezTo>
                <a:cubicBezTo>
                  <a:pt x="293" y="289"/>
                  <a:pt x="289" y="285"/>
                  <a:pt x="289" y="281"/>
                </a:cubicBezTo>
                <a:cubicBezTo>
                  <a:pt x="289" y="24"/>
                  <a:pt x="289" y="24"/>
                  <a:pt x="289" y="24"/>
                </a:cubicBezTo>
                <a:cubicBezTo>
                  <a:pt x="289" y="19"/>
                  <a:pt x="293" y="16"/>
                  <a:pt x="297" y="16"/>
                </a:cubicBezTo>
                <a:cubicBezTo>
                  <a:pt x="302" y="16"/>
                  <a:pt x="305" y="19"/>
                  <a:pt x="305" y="24"/>
                </a:cubicBezTo>
                <a:lnTo>
                  <a:pt x="305" y="281"/>
                </a:lnTo>
                <a:close/>
                <a:moveTo>
                  <a:pt x="337" y="168"/>
                </a:moveTo>
                <a:cubicBezTo>
                  <a:pt x="337" y="177"/>
                  <a:pt x="330" y="184"/>
                  <a:pt x="321" y="184"/>
                </a:cubicBezTo>
                <a:cubicBezTo>
                  <a:pt x="321" y="120"/>
                  <a:pt x="321" y="120"/>
                  <a:pt x="321" y="120"/>
                </a:cubicBezTo>
                <a:cubicBezTo>
                  <a:pt x="330" y="120"/>
                  <a:pt x="337" y="127"/>
                  <a:pt x="337" y="136"/>
                </a:cubicBezTo>
                <a:lnTo>
                  <a:pt x="337" y="168"/>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0" name="Shape 300"/>
        <p:cNvGrpSpPr/>
        <p:nvPr/>
      </p:nvGrpSpPr>
      <p:grpSpPr>
        <a:xfrm>
          <a:off x="0" y="0"/>
          <a:ext cx="0" cy="0"/>
          <a:chOff x="0" y="0"/>
          <a:chExt cx="0" cy="0"/>
        </a:xfrm>
      </p:grpSpPr>
      <p:sp>
        <p:nvSpPr>
          <p:cNvPr id="301" name="Google Shape;301;p18"/>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Propuesta de valor, necesidades y precio</a:t>
            </a:r>
            <a:endParaRPr/>
          </a:p>
        </p:txBody>
      </p:sp>
      <p:sp>
        <p:nvSpPr>
          <p:cNvPr id="302" name="Google Shape;302;p18"/>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solidFill>
                  <a:srgbClr val="000000"/>
                </a:solidFill>
              </a:rPr>
              <a:t>Análisis interno </a:t>
            </a:r>
            <a:r>
              <a:rPr lang="en-US">
                <a:solidFill>
                  <a:schemeClr val="accent2"/>
                </a:solidFill>
              </a:rPr>
              <a:t>| Productos y precios</a:t>
            </a:r>
            <a:endParaRPr b="1" i="0" sz="8800" u="none" cap="none" strike="noStrike">
              <a:solidFill>
                <a:schemeClr val="accent2"/>
              </a:solidFill>
              <a:latin typeface="Lato"/>
              <a:ea typeface="Lato"/>
              <a:cs typeface="Lato"/>
              <a:sym typeface="Lato"/>
            </a:endParaRPr>
          </a:p>
        </p:txBody>
      </p:sp>
      <p:sp>
        <p:nvSpPr>
          <p:cNvPr id="303" name="Google Shape;303;p18"/>
          <p:cNvSpPr/>
          <p:nvPr/>
        </p:nvSpPr>
        <p:spPr>
          <a:xfrm>
            <a:off x="22545799" y="870305"/>
            <a:ext cx="1172200" cy="961050"/>
          </a:xfrm>
          <a:custGeom>
            <a:rect b="b" l="l" r="r" t="t"/>
            <a:pathLst>
              <a:path extrusionOk="0" h="289" w="353">
                <a:moveTo>
                  <a:pt x="337" y="32"/>
                </a:moveTo>
                <a:cubicBezTo>
                  <a:pt x="241" y="32"/>
                  <a:pt x="241" y="32"/>
                  <a:pt x="241" y="32"/>
                </a:cubicBezTo>
                <a:cubicBezTo>
                  <a:pt x="241" y="15"/>
                  <a:pt x="226" y="0"/>
                  <a:pt x="209" y="0"/>
                </a:cubicBezTo>
                <a:cubicBezTo>
                  <a:pt x="144" y="0"/>
                  <a:pt x="144" y="0"/>
                  <a:pt x="144" y="0"/>
                </a:cubicBezTo>
                <a:cubicBezTo>
                  <a:pt x="127" y="0"/>
                  <a:pt x="112" y="15"/>
                  <a:pt x="112" y="32"/>
                </a:cubicBezTo>
                <a:cubicBezTo>
                  <a:pt x="16" y="32"/>
                  <a:pt x="16" y="32"/>
                  <a:pt x="16" y="32"/>
                </a:cubicBezTo>
                <a:cubicBezTo>
                  <a:pt x="7" y="32"/>
                  <a:pt x="0" y="40"/>
                  <a:pt x="0" y="48"/>
                </a:cubicBezTo>
                <a:cubicBezTo>
                  <a:pt x="0" y="129"/>
                  <a:pt x="0" y="129"/>
                  <a:pt x="0" y="129"/>
                </a:cubicBezTo>
                <a:cubicBezTo>
                  <a:pt x="0" y="138"/>
                  <a:pt x="7" y="145"/>
                  <a:pt x="16" y="145"/>
                </a:cubicBezTo>
                <a:cubicBezTo>
                  <a:pt x="16" y="273"/>
                  <a:pt x="16" y="273"/>
                  <a:pt x="16" y="273"/>
                </a:cubicBezTo>
                <a:cubicBezTo>
                  <a:pt x="16" y="282"/>
                  <a:pt x="23" y="289"/>
                  <a:pt x="32" y="289"/>
                </a:cubicBezTo>
                <a:cubicBezTo>
                  <a:pt x="321" y="289"/>
                  <a:pt x="321" y="289"/>
                  <a:pt x="321" y="289"/>
                </a:cubicBezTo>
                <a:cubicBezTo>
                  <a:pt x="330" y="289"/>
                  <a:pt x="337" y="282"/>
                  <a:pt x="337" y="273"/>
                </a:cubicBezTo>
                <a:cubicBezTo>
                  <a:pt x="337" y="145"/>
                  <a:pt x="337" y="145"/>
                  <a:pt x="337" y="145"/>
                </a:cubicBezTo>
                <a:cubicBezTo>
                  <a:pt x="346" y="145"/>
                  <a:pt x="353" y="138"/>
                  <a:pt x="353" y="129"/>
                </a:cubicBezTo>
                <a:cubicBezTo>
                  <a:pt x="353" y="48"/>
                  <a:pt x="353" y="48"/>
                  <a:pt x="353" y="48"/>
                </a:cubicBezTo>
                <a:cubicBezTo>
                  <a:pt x="353" y="40"/>
                  <a:pt x="346" y="32"/>
                  <a:pt x="337" y="32"/>
                </a:cubicBezTo>
                <a:moveTo>
                  <a:pt x="144" y="16"/>
                </a:moveTo>
                <a:cubicBezTo>
                  <a:pt x="209" y="16"/>
                  <a:pt x="209" y="16"/>
                  <a:pt x="209" y="16"/>
                </a:cubicBezTo>
                <a:cubicBezTo>
                  <a:pt x="217" y="16"/>
                  <a:pt x="225" y="23"/>
                  <a:pt x="225" y="32"/>
                </a:cubicBezTo>
                <a:cubicBezTo>
                  <a:pt x="128" y="32"/>
                  <a:pt x="128" y="32"/>
                  <a:pt x="128" y="32"/>
                </a:cubicBezTo>
                <a:cubicBezTo>
                  <a:pt x="128" y="23"/>
                  <a:pt x="136" y="16"/>
                  <a:pt x="144" y="16"/>
                </a:cubicBezTo>
                <a:moveTo>
                  <a:pt x="321" y="273"/>
                </a:moveTo>
                <a:cubicBezTo>
                  <a:pt x="32" y="273"/>
                  <a:pt x="32" y="273"/>
                  <a:pt x="32" y="273"/>
                </a:cubicBezTo>
                <a:cubicBezTo>
                  <a:pt x="32" y="145"/>
                  <a:pt x="32" y="145"/>
                  <a:pt x="32" y="145"/>
                </a:cubicBezTo>
                <a:cubicBezTo>
                  <a:pt x="64" y="145"/>
                  <a:pt x="64" y="145"/>
                  <a:pt x="64" y="145"/>
                </a:cubicBezTo>
                <a:cubicBezTo>
                  <a:pt x="64" y="161"/>
                  <a:pt x="64" y="161"/>
                  <a:pt x="64" y="161"/>
                </a:cubicBezTo>
                <a:cubicBezTo>
                  <a:pt x="64" y="170"/>
                  <a:pt x="71" y="177"/>
                  <a:pt x="80" y="177"/>
                </a:cubicBezTo>
                <a:cubicBezTo>
                  <a:pt x="112" y="177"/>
                  <a:pt x="112" y="177"/>
                  <a:pt x="112" y="177"/>
                </a:cubicBezTo>
                <a:cubicBezTo>
                  <a:pt x="121" y="177"/>
                  <a:pt x="128" y="170"/>
                  <a:pt x="128" y="161"/>
                </a:cubicBezTo>
                <a:cubicBezTo>
                  <a:pt x="128" y="145"/>
                  <a:pt x="128" y="145"/>
                  <a:pt x="128" y="145"/>
                </a:cubicBezTo>
                <a:cubicBezTo>
                  <a:pt x="225" y="145"/>
                  <a:pt x="225" y="145"/>
                  <a:pt x="225" y="145"/>
                </a:cubicBezTo>
                <a:cubicBezTo>
                  <a:pt x="225" y="161"/>
                  <a:pt x="225" y="161"/>
                  <a:pt x="225" y="161"/>
                </a:cubicBezTo>
                <a:cubicBezTo>
                  <a:pt x="225" y="170"/>
                  <a:pt x="232" y="177"/>
                  <a:pt x="241" y="177"/>
                </a:cubicBezTo>
                <a:cubicBezTo>
                  <a:pt x="273" y="177"/>
                  <a:pt x="273" y="177"/>
                  <a:pt x="273" y="177"/>
                </a:cubicBezTo>
                <a:cubicBezTo>
                  <a:pt x="282" y="177"/>
                  <a:pt x="289" y="170"/>
                  <a:pt x="289" y="161"/>
                </a:cubicBezTo>
                <a:cubicBezTo>
                  <a:pt x="289" y="145"/>
                  <a:pt x="289" y="145"/>
                  <a:pt x="289" y="145"/>
                </a:cubicBezTo>
                <a:cubicBezTo>
                  <a:pt x="321" y="145"/>
                  <a:pt x="321" y="145"/>
                  <a:pt x="321" y="145"/>
                </a:cubicBezTo>
                <a:lnTo>
                  <a:pt x="321" y="273"/>
                </a:lnTo>
                <a:close/>
                <a:moveTo>
                  <a:pt x="80" y="113"/>
                </a:moveTo>
                <a:cubicBezTo>
                  <a:pt x="112" y="113"/>
                  <a:pt x="112" y="113"/>
                  <a:pt x="112" y="113"/>
                </a:cubicBezTo>
                <a:cubicBezTo>
                  <a:pt x="112" y="161"/>
                  <a:pt x="112" y="161"/>
                  <a:pt x="112" y="161"/>
                </a:cubicBezTo>
                <a:cubicBezTo>
                  <a:pt x="80" y="161"/>
                  <a:pt x="80" y="161"/>
                  <a:pt x="80" y="161"/>
                </a:cubicBezTo>
                <a:lnTo>
                  <a:pt x="80" y="113"/>
                </a:lnTo>
                <a:close/>
                <a:moveTo>
                  <a:pt x="241" y="113"/>
                </a:moveTo>
                <a:cubicBezTo>
                  <a:pt x="273" y="113"/>
                  <a:pt x="273" y="113"/>
                  <a:pt x="273" y="113"/>
                </a:cubicBezTo>
                <a:cubicBezTo>
                  <a:pt x="273" y="161"/>
                  <a:pt x="273" y="161"/>
                  <a:pt x="273" y="161"/>
                </a:cubicBezTo>
                <a:cubicBezTo>
                  <a:pt x="241" y="161"/>
                  <a:pt x="241" y="161"/>
                  <a:pt x="241" y="161"/>
                </a:cubicBezTo>
                <a:lnTo>
                  <a:pt x="241" y="113"/>
                </a:lnTo>
                <a:close/>
                <a:moveTo>
                  <a:pt x="337" y="129"/>
                </a:moveTo>
                <a:cubicBezTo>
                  <a:pt x="289" y="129"/>
                  <a:pt x="289" y="129"/>
                  <a:pt x="289" y="129"/>
                </a:cubicBezTo>
                <a:cubicBezTo>
                  <a:pt x="289" y="113"/>
                  <a:pt x="289" y="113"/>
                  <a:pt x="289" y="113"/>
                </a:cubicBezTo>
                <a:cubicBezTo>
                  <a:pt x="289" y="104"/>
                  <a:pt x="282" y="97"/>
                  <a:pt x="273" y="97"/>
                </a:cubicBezTo>
                <a:cubicBezTo>
                  <a:pt x="241" y="97"/>
                  <a:pt x="241" y="97"/>
                  <a:pt x="241" y="97"/>
                </a:cubicBezTo>
                <a:cubicBezTo>
                  <a:pt x="232" y="97"/>
                  <a:pt x="225" y="104"/>
                  <a:pt x="225" y="113"/>
                </a:cubicBezTo>
                <a:cubicBezTo>
                  <a:pt x="225" y="129"/>
                  <a:pt x="225" y="129"/>
                  <a:pt x="225" y="129"/>
                </a:cubicBezTo>
                <a:cubicBezTo>
                  <a:pt x="128" y="129"/>
                  <a:pt x="128" y="129"/>
                  <a:pt x="128" y="129"/>
                </a:cubicBezTo>
                <a:cubicBezTo>
                  <a:pt x="128" y="113"/>
                  <a:pt x="128" y="113"/>
                  <a:pt x="128" y="113"/>
                </a:cubicBezTo>
                <a:cubicBezTo>
                  <a:pt x="128" y="104"/>
                  <a:pt x="121" y="97"/>
                  <a:pt x="112" y="97"/>
                </a:cubicBezTo>
                <a:cubicBezTo>
                  <a:pt x="80" y="97"/>
                  <a:pt x="80" y="97"/>
                  <a:pt x="80" y="97"/>
                </a:cubicBezTo>
                <a:cubicBezTo>
                  <a:pt x="71" y="97"/>
                  <a:pt x="64" y="104"/>
                  <a:pt x="64" y="113"/>
                </a:cubicBezTo>
                <a:cubicBezTo>
                  <a:pt x="64" y="129"/>
                  <a:pt x="64" y="129"/>
                  <a:pt x="64" y="129"/>
                </a:cubicBezTo>
                <a:cubicBezTo>
                  <a:pt x="16" y="129"/>
                  <a:pt x="16" y="129"/>
                  <a:pt x="16" y="129"/>
                </a:cubicBezTo>
                <a:cubicBezTo>
                  <a:pt x="16" y="48"/>
                  <a:pt x="16" y="48"/>
                  <a:pt x="16" y="48"/>
                </a:cubicBezTo>
                <a:cubicBezTo>
                  <a:pt x="337" y="48"/>
                  <a:pt x="337" y="48"/>
                  <a:pt x="337" y="48"/>
                </a:cubicBezTo>
                <a:lnTo>
                  <a:pt x="337" y="12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304" name="Google Shape;304;p18"/>
          <p:cNvSpPr/>
          <p:nvPr/>
        </p:nvSpPr>
        <p:spPr>
          <a:xfrm>
            <a:off x="21779798" y="333423"/>
            <a:ext cx="2112600" cy="21126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305" name="Google Shape;305;p18"/>
          <p:cNvSpPr/>
          <p:nvPr/>
        </p:nvSpPr>
        <p:spPr>
          <a:xfrm>
            <a:off x="22420189" y="766774"/>
            <a:ext cx="831797" cy="1245871"/>
          </a:xfrm>
          <a:custGeom>
            <a:rect b="b" l="l" r="r" t="t"/>
            <a:pathLst>
              <a:path extrusionOk="0" h="756" w="505">
                <a:moveTo>
                  <a:pt x="492" y="194"/>
                </a:moveTo>
                <a:cubicBezTo>
                  <a:pt x="468" y="90"/>
                  <a:pt x="375" y="12"/>
                  <a:pt x="268" y="4"/>
                </a:cubicBezTo>
                <a:cubicBezTo>
                  <a:pt x="198" y="0"/>
                  <a:pt x="131" y="23"/>
                  <a:pt x="80" y="71"/>
                </a:cubicBezTo>
                <a:cubicBezTo>
                  <a:pt x="29" y="118"/>
                  <a:pt x="0" y="184"/>
                  <a:pt x="0" y="253"/>
                </a:cubicBezTo>
                <a:cubicBezTo>
                  <a:pt x="0" y="287"/>
                  <a:pt x="7" y="320"/>
                  <a:pt x="21" y="352"/>
                </a:cubicBezTo>
                <a:cubicBezTo>
                  <a:pt x="21" y="354"/>
                  <a:pt x="21" y="354"/>
                  <a:pt x="21" y="354"/>
                </a:cubicBezTo>
                <a:cubicBezTo>
                  <a:pt x="22" y="354"/>
                  <a:pt x="22" y="354"/>
                  <a:pt x="22" y="354"/>
                </a:cubicBezTo>
                <a:cubicBezTo>
                  <a:pt x="26" y="360"/>
                  <a:pt x="35" y="377"/>
                  <a:pt x="47" y="398"/>
                </a:cubicBezTo>
                <a:cubicBezTo>
                  <a:pt x="74" y="447"/>
                  <a:pt x="93" y="481"/>
                  <a:pt x="100" y="498"/>
                </a:cubicBezTo>
                <a:cubicBezTo>
                  <a:pt x="106" y="510"/>
                  <a:pt x="115" y="537"/>
                  <a:pt x="128" y="575"/>
                </a:cubicBezTo>
                <a:cubicBezTo>
                  <a:pt x="130" y="583"/>
                  <a:pt x="135" y="589"/>
                  <a:pt x="141" y="594"/>
                </a:cubicBezTo>
                <a:cubicBezTo>
                  <a:pt x="141" y="616"/>
                  <a:pt x="141" y="616"/>
                  <a:pt x="141" y="616"/>
                </a:cubicBezTo>
                <a:cubicBezTo>
                  <a:pt x="141" y="641"/>
                  <a:pt x="141" y="641"/>
                  <a:pt x="141" y="641"/>
                </a:cubicBezTo>
                <a:cubicBezTo>
                  <a:pt x="141" y="654"/>
                  <a:pt x="141" y="654"/>
                  <a:pt x="141" y="654"/>
                </a:cubicBezTo>
                <a:cubicBezTo>
                  <a:pt x="141" y="679"/>
                  <a:pt x="141" y="679"/>
                  <a:pt x="141" y="679"/>
                </a:cubicBezTo>
                <a:cubicBezTo>
                  <a:pt x="141" y="682"/>
                  <a:pt x="141" y="682"/>
                  <a:pt x="141" y="682"/>
                </a:cubicBezTo>
                <a:cubicBezTo>
                  <a:pt x="141" y="696"/>
                  <a:pt x="150" y="708"/>
                  <a:pt x="162" y="714"/>
                </a:cubicBezTo>
                <a:cubicBezTo>
                  <a:pt x="165" y="738"/>
                  <a:pt x="185" y="756"/>
                  <a:pt x="209" y="756"/>
                </a:cubicBezTo>
                <a:cubicBezTo>
                  <a:pt x="291" y="756"/>
                  <a:pt x="291" y="756"/>
                  <a:pt x="291" y="756"/>
                </a:cubicBezTo>
                <a:cubicBezTo>
                  <a:pt x="315" y="756"/>
                  <a:pt x="335" y="738"/>
                  <a:pt x="338" y="714"/>
                </a:cubicBezTo>
                <a:cubicBezTo>
                  <a:pt x="350" y="708"/>
                  <a:pt x="358" y="696"/>
                  <a:pt x="358" y="682"/>
                </a:cubicBezTo>
                <a:cubicBezTo>
                  <a:pt x="358" y="679"/>
                  <a:pt x="358" y="679"/>
                  <a:pt x="358" y="679"/>
                </a:cubicBezTo>
                <a:cubicBezTo>
                  <a:pt x="358" y="654"/>
                  <a:pt x="358" y="654"/>
                  <a:pt x="358" y="654"/>
                </a:cubicBezTo>
                <a:cubicBezTo>
                  <a:pt x="358" y="641"/>
                  <a:pt x="358" y="641"/>
                  <a:pt x="358" y="641"/>
                </a:cubicBezTo>
                <a:cubicBezTo>
                  <a:pt x="358" y="616"/>
                  <a:pt x="358" y="616"/>
                  <a:pt x="358" y="616"/>
                </a:cubicBezTo>
                <a:cubicBezTo>
                  <a:pt x="358" y="594"/>
                  <a:pt x="358" y="594"/>
                  <a:pt x="358" y="594"/>
                </a:cubicBezTo>
                <a:cubicBezTo>
                  <a:pt x="365" y="589"/>
                  <a:pt x="369" y="583"/>
                  <a:pt x="372" y="575"/>
                </a:cubicBezTo>
                <a:cubicBezTo>
                  <a:pt x="385" y="537"/>
                  <a:pt x="394" y="510"/>
                  <a:pt x="400" y="498"/>
                </a:cubicBezTo>
                <a:cubicBezTo>
                  <a:pt x="409" y="477"/>
                  <a:pt x="433" y="433"/>
                  <a:pt x="448" y="406"/>
                </a:cubicBezTo>
                <a:cubicBezTo>
                  <a:pt x="454" y="406"/>
                  <a:pt x="454" y="406"/>
                  <a:pt x="454" y="406"/>
                </a:cubicBezTo>
                <a:cubicBezTo>
                  <a:pt x="454" y="396"/>
                  <a:pt x="454" y="396"/>
                  <a:pt x="454" y="396"/>
                </a:cubicBezTo>
                <a:cubicBezTo>
                  <a:pt x="465" y="376"/>
                  <a:pt x="474" y="360"/>
                  <a:pt x="477" y="355"/>
                </a:cubicBezTo>
                <a:cubicBezTo>
                  <a:pt x="478" y="354"/>
                  <a:pt x="478" y="354"/>
                  <a:pt x="478" y="353"/>
                </a:cubicBezTo>
                <a:cubicBezTo>
                  <a:pt x="481" y="351"/>
                  <a:pt x="481" y="351"/>
                  <a:pt x="481" y="351"/>
                </a:cubicBezTo>
                <a:cubicBezTo>
                  <a:pt x="481" y="348"/>
                  <a:pt x="481" y="348"/>
                  <a:pt x="481" y="348"/>
                </a:cubicBezTo>
                <a:cubicBezTo>
                  <a:pt x="501" y="299"/>
                  <a:pt x="505" y="246"/>
                  <a:pt x="492" y="194"/>
                </a:cubicBezTo>
                <a:close/>
                <a:moveTo>
                  <a:pt x="291" y="731"/>
                </a:moveTo>
                <a:cubicBezTo>
                  <a:pt x="209" y="731"/>
                  <a:pt x="209" y="731"/>
                  <a:pt x="209" y="731"/>
                </a:cubicBezTo>
                <a:cubicBezTo>
                  <a:pt x="200" y="731"/>
                  <a:pt x="192" y="725"/>
                  <a:pt x="188" y="718"/>
                </a:cubicBezTo>
                <a:cubicBezTo>
                  <a:pt x="312" y="718"/>
                  <a:pt x="312" y="718"/>
                  <a:pt x="312" y="718"/>
                </a:cubicBezTo>
                <a:cubicBezTo>
                  <a:pt x="308" y="725"/>
                  <a:pt x="300" y="731"/>
                  <a:pt x="291" y="731"/>
                </a:cubicBezTo>
                <a:close/>
                <a:moveTo>
                  <a:pt x="333" y="682"/>
                </a:moveTo>
                <a:cubicBezTo>
                  <a:pt x="333" y="688"/>
                  <a:pt x="329" y="693"/>
                  <a:pt x="322" y="693"/>
                </a:cubicBezTo>
                <a:cubicBezTo>
                  <a:pt x="177" y="693"/>
                  <a:pt x="177" y="693"/>
                  <a:pt x="177" y="693"/>
                </a:cubicBezTo>
                <a:cubicBezTo>
                  <a:pt x="171" y="693"/>
                  <a:pt x="166" y="688"/>
                  <a:pt x="166" y="682"/>
                </a:cubicBezTo>
                <a:cubicBezTo>
                  <a:pt x="166" y="679"/>
                  <a:pt x="166" y="679"/>
                  <a:pt x="166" y="679"/>
                </a:cubicBezTo>
                <a:cubicBezTo>
                  <a:pt x="333" y="679"/>
                  <a:pt x="333" y="679"/>
                  <a:pt x="333" y="679"/>
                </a:cubicBezTo>
                <a:lnTo>
                  <a:pt x="333" y="682"/>
                </a:lnTo>
                <a:close/>
                <a:moveTo>
                  <a:pt x="333" y="654"/>
                </a:moveTo>
                <a:cubicBezTo>
                  <a:pt x="166" y="654"/>
                  <a:pt x="166" y="654"/>
                  <a:pt x="166" y="654"/>
                </a:cubicBezTo>
                <a:cubicBezTo>
                  <a:pt x="166" y="641"/>
                  <a:pt x="166" y="641"/>
                  <a:pt x="166" y="641"/>
                </a:cubicBezTo>
                <a:cubicBezTo>
                  <a:pt x="333" y="641"/>
                  <a:pt x="333" y="641"/>
                  <a:pt x="333" y="641"/>
                </a:cubicBezTo>
                <a:lnTo>
                  <a:pt x="333" y="654"/>
                </a:lnTo>
                <a:close/>
                <a:moveTo>
                  <a:pt x="166" y="616"/>
                </a:moveTo>
                <a:cubicBezTo>
                  <a:pt x="166" y="602"/>
                  <a:pt x="166" y="602"/>
                  <a:pt x="166" y="602"/>
                </a:cubicBezTo>
                <a:cubicBezTo>
                  <a:pt x="213" y="602"/>
                  <a:pt x="213" y="602"/>
                  <a:pt x="213" y="602"/>
                </a:cubicBezTo>
                <a:cubicBezTo>
                  <a:pt x="286" y="602"/>
                  <a:pt x="286" y="602"/>
                  <a:pt x="286" y="602"/>
                </a:cubicBezTo>
                <a:cubicBezTo>
                  <a:pt x="333" y="602"/>
                  <a:pt x="333" y="602"/>
                  <a:pt x="333" y="602"/>
                </a:cubicBezTo>
                <a:cubicBezTo>
                  <a:pt x="333" y="616"/>
                  <a:pt x="333" y="616"/>
                  <a:pt x="333" y="616"/>
                </a:cubicBezTo>
                <a:lnTo>
                  <a:pt x="166" y="616"/>
                </a:lnTo>
                <a:close/>
                <a:moveTo>
                  <a:pt x="224" y="413"/>
                </a:moveTo>
                <a:cubicBezTo>
                  <a:pt x="207" y="381"/>
                  <a:pt x="207" y="381"/>
                  <a:pt x="207" y="381"/>
                </a:cubicBezTo>
                <a:cubicBezTo>
                  <a:pt x="243" y="404"/>
                  <a:pt x="243" y="404"/>
                  <a:pt x="243" y="404"/>
                </a:cubicBezTo>
                <a:cubicBezTo>
                  <a:pt x="247" y="407"/>
                  <a:pt x="253" y="407"/>
                  <a:pt x="257" y="404"/>
                </a:cubicBezTo>
                <a:cubicBezTo>
                  <a:pt x="292" y="381"/>
                  <a:pt x="292" y="381"/>
                  <a:pt x="292" y="381"/>
                </a:cubicBezTo>
                <a:cubicBezTo>
                  <a:pt x="275" y="413"/>
                  <a:pt x="275" y="413"/>
                  <a:pt x="275" y="413"/>
                </a:cubicBezTo>
                <a:cubicBezTo>
                  <a:pt x="274" y="415"/>
                  <a:pt x="274" y="417"/>
                  <a:pt x="274" y="419"/>
                </a:cubicBezTo>
                <a:cubicBezTo>
                  <a:pt x="274" y="577"/>
                  <a:pt x="274" y="577"/>
                  <a:pt x="274" y="577"/>
                </a:cubicBezTo>
                <a:cubicBezTo>
                  <a:pt x="226" y="577"/>
                  <a:pt x="226" y="577"/>
                  <a:pt x="226" y="577"/>
                </a:cubicBezTo>
                <a:cubicBezTo>
                  <a:pt x="226" y="419"/>
                  <a:pt x="226" y="419"/>
                  <a:pt x="226" y="419"/>
                </a:cubicBezTo>
                <a:cubicBezTo>
                  <a:pt x="226" y="417"/>
                  <a:pt x="225" y="415"/>
                  <a:pt x="224" y="413"/>
                </a:cubicBezTo>
                <a:close/>
                <a:moveTo>
                  <a:pt x="457" y="340"/>
                </a:moveTo>
                <a:cubicBezTo>
                  <a:pt x="456" y="342"/>
                  <a:pt x="456" y="342"/>
                  <a:pt x="456" y="342"/>
                </a:cubicBezTo>
                <a:cubicBezTo>
                  <a:pt x="453" y="348"/>
                  <a:pt x="444" y="362"/>
                  <a:pt x="434" y="381"/>
                </a:cubicBezTo>
                <a:cubicBezTo>
                  <a:pt x="430" y="387"/>
                  <a:pt x="430" y="387"/>
                  <a:pt x="430" y="387"/>
                </a:cubicBezTo>
                <a:cubicBezTo>
                  <a:pt x="415" y="415"/>
                  <a:pt x="387" y="464"/>
                  <a:pt x="377" y="488"/>
                </a:cubicBezTo>
                <a:cubicBezTo>
                  <a:pt x="370" y="504"/>
                  <a:pt x="357" y="540"/>
                  <a:pt x="348" y="567"/>
                </a:cubicBezTo>
                <a:cubicBezTo>
                  <a:pt x="346" y="573"/>
                  <a:pt x="340" y="577"/>
                  <a:pt x="334" y="577"/>
                </a:cubicBezTo>
                <a:cubicBezTo>
                  <a:pt x="299" y="577"/>
                  <a:pt x="299" y="577"/>
                  <a:pt x="299" y="577"/>
                </a:cubicBezTo>
                <a:cubicBezTo>
                  <a:pt x="299" y="422"/>
                  <a:pt x="299" y="422"/>
                  <a:pt x="299" y="422"/>
                </a:cubicBezTo>
                <a:cubicBezTo>
                  <a:pt x="337" y="351"/>
                  <a:pt x="337" y="351"/>
                  <a:pt x="337" y="351"/>
                </a:cubicBezTo>
                <a:cubicBezTo>
                  <a:pt x="340" y="346"/>
                  <a:pt x="339" y="340"/>
                  <a:pt x="334" y="336"/>
                </a:cubicBezTo>
                <a:cubicBezTo>
                  <a:pt x="330" y="332"/>
                  <a:pt x="324" y="331"/>
                  <a:pt x="319" y="334"/>
                </a:cubicBezTo>
                <a:cubicBezTo>
                  <a:pt x="250" y="379"/>
                  <a:pt x="250" y="379"/>
                  <a:pt x="250" y="379"/>
                </a:cubicBezTo>
                <a:cubicBezTo>
                  <a:pt x="181" y="334"/>
                  <a:pt x="181" y="334"/>
                  <a:pt x="181" y="334"/>
                </a:cubicBezTo>
                <a:cubicBezTo>
                  <a:pt x="176" y="331"/>
                  <a:pt x="170" y="332"/>
                  <a:pt x="165" y="336"/>
                </a:cubicBezTo>
                <a:cubicBezTo>
                  <a:pt x="161" y="340"/>
                  <a:pt x="160" y="346"/>
                  <a:pt x="163" y="351"/>
                </a:cubicBezTo>
                <a:cubicBezTo>
                  <a:pt x="201" y="422"/>
                  <a:pt x="201" y="422"/>
                  <a:pt x="201" y="422"/>
                </a:cubicBezTo>
                <a:cubicBezTo>
                  <a:pt x="201" y="577"/>
                  <a:pt x="201" y="577"/>
                  <a:pt x="201" y="577"/>
                </a:cubicBezTo>
                <a:cubicBezTo>
                  <a:pt x="166" y="577"/>
                  <a:pt x="166" y="577"/>
                  <a:pt x="166" y="577"/>
                </a:cubicBezTo>
                <a:cubicBezTo>
                  <a:pt x="159" y="577"/>
                  <a:pt x="153" y="573"/>
                  <a:pt x="151" y="567"/>
                </a:cubicBezTo>
                <a:cubicBezTo>
                  <a:pt x="142" y="540"/>
                  <a:pt x="130" y="504"/>
                  <a:pt x="123" y="488"/>
                </a:cubicBezTo>
                <a:cubicBezTo>
                  <a:pt x="113" y="466"/>
                  <a:pt x="88" y="420"/>
                  <a:pt x="69" y="386"/>
                </a:cubicBezTo>
                <a:cubicBezTo>
                  <a:pt x="57" y="364"/>
                  <a:pt x="47" y="347"/>
                  <a:pt x="44" y="342"/>
                </a:cubicBezTo>
                <a:cubicBezTo>
                  <a:pt x="43" y="341"/>
                  <a:pt x="43" y="341"/>
                  <a:pt x="43" y="341"/>
                </a:cubicBezTo>
                <a:cubicBezTo>
                  <a:pt x="31" y="313"/>
                  <a:pt x="25" y="284"/>
                  <a:pt x="25" y="253"/>
                </a:cubicBezTo>
                <a:cubicBezTo>
                  <a:pt x="25" y="191"/>
                  <a:pt x="51" y="131"/>
                  <a:pt x="97" y="89"/>
                </a:cubicBezTo>
                <a:cubicBezTo>
                  <a:pt x="143" y="46"/>
                  <a:pt x="203" y="25"/>
                  <a:pt x="266" y="29"/>
                </a:cubicBezTo>
                <a:cubicBezTo>
                  <a:pt x="363" y="36"/>
                  <a:pt x="446" y="106"/>
                  <a:pt x="468" y="200"/>
                </a:cubicBezTo>
                <a:cubicBezTo>
                  <a:pt x="479" y="247"/>
                  <a:pt x="476" y="296"/>
                  <a:pt x="457" y="340"/>
                </a:cubicBezTo>
                <a:close/>
                <a:moveTo>
                  <a:pt x="327" y="103"/>
                </a:moveTo>
                <a:cubicBezTo>
                  <a:pt x="325" y="110"/>
                  <a:pt x="318" y="113"/>
                  <a:pt x="311" y="111"/>
                </a:cubicBezTo>
                <a:cubicBezTo>
                  <a:pt x="294" y="106"/>
                  <a:pt x="277" y="103"/>
                  <a:pt x="259" y="103"/>
                </a:cubicBezTo>
                <a:cubicBezTo>
                  <a:pt x="166" y="103"/>
                  <a:pt x="90" y="178"/>
                  <a:pt x="90" y="271"/>
                </a:cubicBezTo>
                <a:cubicBezTo>
                  <a:pt x="90" y="278"/>
                  <a:pt x="85" y="284"/>
                  <a:pt x="78" y="284"/>
                </a:cubicBezTo>
                <a:cubicBezTo>
                  <a:pt x="71" y="284"/>
                  <a:pt x="65" y="278"/>
                  <a:pt x="65" y="271"/>
                </a:cubicBezTo>
                <a:cubicBezTo>
                  <a:pt x="65" y="165"/>
                  <a:pt x="152" y="78"/>
                  <a:pt x="259" y="78"/>
                </a:cubicBezTo>
                <a:cubicBezTo>
                  <a:pt x="279" y="78"/>
                  <a:pt x="300" y="81"/>
                  <a:pt x="319" y="87"/>
                </a:cubicBezTo>
                <a:cubicBezTo>
                  <a:pt x="326" y="90"/>
                  <a:pt x="329" y="97"/>
                  <a:pt x="327" y="10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aphicFrame>
        <p:nvGraphicFramePr>
          <p:cNvPr id="306" name="Google Shape;306;p18"/>
          <p:cNvGraphicFramePr/>
          <p:nvPr/>
        </p:nvGraphicFramePr>
        <p:xfrm>
          <a:off x="1676400" y="3788834"/>
          <a:ext cx="3000000" cy="3000000"/>
        </p:xfrm>
        <a:graphic>
          <a:graphicData uri="http://schemas.openxmlformats.org/drawingml/2006/table">
            <a:tbl>
              <a:tblPr bandRow="1" firstRow="1">
                <a:noFill/>
                <a:tableStyleId>{21A46F77-6203-4918-A673-6B69CD0BA170}</a:tableStyleId>
              </a:tblPr>
              <a:tblGrid>
                <a:gridCol w="4144025"/>
                <a:gridCol w="3680975"/>
                <a:gridCol w="3719350"/>
                <a:gridCol w="3335150"/>
                <a:gridCol w="2515550"/>
                <a:gridCol w="2925350"/>
              </a:tblGrid>
              <a:tr h="1037175">
                <a:tc>
                  <a:txBody>
                    <a:bodyPr/>
                    <a:lstStyle/>
                    <a:p>
                      <a:pPr indent="0" lvl="0" marL="0" marR="0" rtl="0" algn="l">
                        <a:lnSpc>
                          <a:spcPct val="100000"/>
                        </a:lnSpc>
                        <a:spcBef>
                          <a:spcPts val="0"/>
                        </a:spcBef>
                        <a:spcAft>
                          <a:spcPts val="0"/>
                        </a:spcAft>
                        <a:buClr>
                          <a:srgbClr val="000000"/>
                        </a:buClr>
                        <a:buSzPts val="3200"/>
                        <a:buFont typeface="Arial"/>
                        <a:buNone/>
                      </a:pPr>
                      <a:r>
                        <a:rPr lang="en-US" sz="3200">
                          <a:latin typeface="Lato"/>
                          <a:ea typeface="Lato"/>
                          <a:cs typeface="Lato"/>
                          <a:sym typeface="Lato"/>
                        </a:rPr>
                        <a:t>Producto o servicio</a:t>
                      </a:r>
                      <a:endParaRPr sz="3200" u="none" cap="none" strike="noStrike">
                        <a:latin typeface="Lato"/>
                        <a:ea typeface="Lato"/>
                        <a:cs typeface="Lato"/>
                        <a:sym typeface="Lato"/>
                      </a:endParaRPr>
                    </a:p>
                  </a:txBody>
                  <a:tcPr marT="45725" marB="45725" marR="274325" marL="274325" anchor="ctr">
                    <a:lnR cap="flat" cmpd="sng" w="19050">
                      <a:solidFill>
                        <a:srgbClr val="E9E9E9"/>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2800"/>
                        <a:buFont typeface="Arial"/>
                        <a:buNone/>
                      </a:pPr>
                      <a:r>
                        <a:rPr lang="en-US" sz="2800">
                          <a:latin typeface="Lato"/>
                          <a:ea typeface="Lato"/>
                          <a:cs typeface="Lato"/>
                          <a:sym typeface="Lato"/>
                        </a:rPr>
                        <a:t>Descripción</a:t>
                      </a:r>
                      <a:endParaRPr sz="2800" u="none" cap="none" strike="noStrike">
                        <a:latin typeface="Lato"/>
                        <a:ea typeface="Lato"/>
                        <a:cs typeface="Lato"/>
                        <a:sym typeface="Lato"/>
                      </a:endParaRPr>
                    </a:p>
                  </a:txBody>
                  <a:tcPr marT="45725" marB="45725" marR="274325" marL="274325" anchor="ctr">
                    <a:lnL cap="flat" cmpd="sng" w="19050">
                      <a:solidFill>
                        <a:srgbClr val="E9E9E9"/>
                      </a:solidFill>
                      <a:prstDash val="solid"/>
                      <a:round/>
                      <a:headEnd len="sm" w="sm" type="none"/>
                      <a:tailEnd len="sm" w="sm" type="none"/>
                    </a:lnL>
                    <a:solidFill>
                      <a:schemeClr val="accent2"/>
                    </a:solidFill>
                  </a:tcPr>
                </a:tc>
                <a:tc>
                  <a:txBody>
                    <a:bodyPr/>
                    <a:lstStyle/>
                    <a:p>
                      <a:pPr indent="0" lvl="0" marL="0" marR="0" rtl="0" algn="l">
                        <a:lnSpc>
                          <a:spcPct val="100000"/>
                        </a:lnSpc>
                        <a:spcBef>
                          <a:spcPts val="0"/>
                        </a:spcBef>
                        <a:spcAft>
                          <a:spcPts val="0"/>
                        </a:spcAft>
                        <a:buClr>
                          <a:srgbClr val="000000"/>
                        </a:buClr>
                        <a:buSzPts val="2800"/>
                        <a:buFont typeface="Arial"/>
                        <a:buNone/>
                      </a:pPr>
                      <a:r>
                        <a:rPr lang="en-US" sz="2800">
                          <a:latin typeface="Lato"/>
                          <a:ea typeface="Lato"/>
                          <a:cs typeface="Lato"/>
                          <a:sym typeface="Lato"/>
                        </a:rPr>
                        <a:t>Propuesta de valor</a:t>
                      </a:r>
                      <a:endParaRPr sz="2800" u="none" cap="none" strike="noStrike">
                        <a:latin typeface="Lato"/>
                        <a:ea typeface="Lato"/>
                        <a:cs typeface="Lato"/>
                        <a:sym typeface="Lato"/>
                      </a:endParaRPr>
                    </a:p>
                  </a:txBody>
                  <a:tcPr marT="45725" marB="45725" marR="274325" marL="274325" anchor="ctr">
                    <a:lnR cap="flat" cmpd="sng" w="19050">
                      <a:solidFill>
                        <a:srgbClr val="E9E9E9"/>
                      </a:solidFill>
                      <a:prstDash val="solid"/>
                      <a:round/>
                      <a:headEnd len="sm" w="sm" type="none"/>
                      <a:tailEnd len="sm" w="sm" type="none"/>
                    </a:lnR>
                    <a:solidFill>
                      <a:schemeClr val="accent3"/>
                    </a:solidFill>
                  </a:tcPr>
                </a:tc>
                <a:tc>
                  <a:txBody>
                    <a:bodyPr/>
                    <a:lstStyle/>
                    <a:p>
                      <a:pPr indent="0" lvl="0" marL="0" rtl="0" algn="l">
                        <a:spcBef>
                          <a:spcPts val="0"/>
                        </a:spcBef>
                        <a:spcAft>
                          <a:spcPts val="0"/>
                        </a:spcAft>
                        <a:buClr>
                          <a:schemeClr val="dk1"/>
                        </a:buClr>
                        <a:buSzPts val="2800"/>
                        <a:buFont typeface="Arial"/>
                        <a:buNone/>
                      </a:pPr>
                      <a:r>
                        <a:rPr lang="en-US" sz="2000">
                          <a:latin typeface="Lato"/>
                          <a:ea typeface="Lato"/>
                          <a:cs typeface="Lato"/>
                          <a:sym typeface="Lato"/>
                        </a:rPr>
                        <a:t>Necesidades que cubre / Problemas que resuelve</a:t>
                      </a:r>
                      <a:endParaRPr sz="2800">
                        <a:latin typeface="Lato"/>
                        <a:ea typeface="Lato"/>
                        <a:cs typeface="Lato"/>
                        <a:sym typeface="Lato"/>
                      </a:endParaRPr>
                    </a:p>
                  </a:txBody>
                  <a:tcPr marT="45725" marB="45725" marR="274325" marL="274325" anchor="ctr">
                    <a:lnL cap="flat" cmpd="sng" w="19050">
                      <a:solidFill>
                        <a:srgbClr val="E9E9E9"/>
                      </a:solidFill>
                      <a:prstDash val="solid"/>
                      <a:round/>
                      <a:headEnd len="sm" w="sm" type="none"/>
                      <a:tailEnd len="sm" w="sm" type="none"/>
                    </a:lnL>
                    <a:solidFill>
                      <a:schemeClr val="accent4"/>
                    </a:solidFill>
                  </a:tcPr>
                </a:tc>
                <a:tc>
                  <a:txBody>
                    <a:bodyPr/>
                    <a:lstStyle/>
                    <a:p>
                      <a:pPr indent="0" lvl="0" marL="0" marR="0" rtl="0" algn="l">
                        <a:lnSpc>
                          <a:spcPct val="100000"/>
                        </a:lnSpc>
                        <a:spcBef>
                          <a:spcPts val="0"/>
                        </a:spcBef>
                        <a:spcAft>
                          <a:spcPts val="0"/>
                        </a:spcAft>
                        <a:buClr>
                          <a:srgbClr val="000000"/>
                        </a:buClr>
                        <a:buSzPts val="2800"/>
                        <a:buFont typeface="Arial"/>
                        <a:buNone/>
                      </a:pPr>
                      <a:r>
                        <a:rPr lang="en-US" sz="2800">
                          <a:latin typeface="Lato"/>
                          <a:ea typeface="Lato"/>
                          <a:cs typeface="Lato"/>
                          <a:sym typeface="Lato"/>
                        </a:rPr>
                        <a:t>Precio</a:t>
                      </a:r>
                      <a:endParaRPr sz="2800" u="none" cap="none" strike="noStrike">
                        <a:latin typeface="Lato"/>
                        <a:ea typeface="Lato"/>
                        <a:cs typeface="Lato"/>
                        <a:sym typeface="Lato"/>
                      </a:endParaRPr>
                    </a:p>
                  </a:txBody>
                  <a:tcPr marT="45725" marB="45725" marR="274325" marL="274325" anchor="ctr">
                    <a:lnR cap="flat" cmpd="sng" w="19050">
                      <a:solidFill>
                        <a:srgbClr val="E9E9E9"/>
                      </a:solidFill>
                      <a:prstDash val="solid"/>
                      <a:round/>
                      <a:headEnd len="sm" w="sm" type="none"/>
                      <a:tailEnd len="sm" w="sm" type="none"/>
                    </a:lnR>
                    <a:solidFill>
                      <a:schemeClr val="accent5"/>
                    </a:solidFill>
                  </a:tcPr>
                </a:tc>
                <a:tc>
                  <a:txBody>
                    <a:bodyPr/>
                    <a:lstStyle/>
                    <a:p>
                      <a:pPr indent="0" lvl="0" marL="0" marR="0" rtl="0" algn="l">
                        <a:lnSpc>
                          <a:spcPct val="100000"/>
                        </a:lnSpc>
                        <a:spcBef>
                          <a:spcPts val="0"/>
                        </a:spcBef>
                        <a:spcAft>
                          <a:spcPts val="0"/>
                        </a:spcAft>
                        <a:buClr>
                          <a:srgbClr val="000000"/>
                        </a:buClr>
                        <a:buSzPts val="2800"/>
                        <a:buFont typeface="Arial"/>
                        <a:buNone/>
                      </a:pPr>
                      <a:r>
                        <a:rPr lang="en-US" sz="2800">
                          <a:latin typeface="Lato"/>
                          <a:ea typeface="Lato"/>
                          <a:cs typeface="Lato"/>
                          <a:sym typeface="Lato"/>
                        </a:rPr>
                        <a:t>Justificación de precio</a:t>
                      </a:r>
                      <a:endParaRPr sz="2800" u="none" cap="none" strike="noStrike">
                        <a:latin typeface="Lato"/>
                        <a:ea typeface="Lato"/>
                        <a:cs typeface="Lato"/>
                        <a:sym typeface="Lato"/>
                      </a:endParaRPr>
                    </a:p>
                  </a:txBody>
                  <a:tcPr marT="45725" marB="45725" marR="274325" marL="274325" anchor="ctr">
                    <a:lnL cap="flat" cmpd="sng" w="19050">
                      <a:solidFill>
                        <a:srgbClr val="E9E9E9"/>
                      </a:solidFill>
                      <a:prstDash val="solid"/>
                      <a:round/>
                      <a:headEnd len="sm" w="sm" type="none"/>
                      <a:tailEnd len="sm" w="sm" type="none"/>
                    </a:lnL>
                    <a:solidFill>
                      <a:schemeClr val="accent6"/>
                    </a:solidFill>
                  </a:tcPr>
                </a:tc>
              </a:tr>
              <a:tr h="1082275">
                <a:tc>
                  <a:txBody>
                    <a:bodyPr/>
                    <a:lstStyle/>
                    <a:p>
                      <a:pPr indent="0" lvl="0" marL="0" marR="0" rtl="0" algn="l">
                        <a:lnSpc>
                          <a:spcPct val="100000"/>
                        </a:lnSpc>
                        <a:spcBef>
                          <a:spcPts val="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Producto 1</a:t>
                      </a:r>
                      <a:endParaRPr sz="2400" u="none" cap="none" strike="noStrike">
                        <a:solidFill>
                          <a:schemeClr val="dk2"/>
                        </a:solidFill>
                        <a:latin typeface="Lato Light"/>
                        <a:ea typeface="Lato Light"/>
                        <a:cs typeface="Lato Light"/>
                        <a:sym typeface="Lato Light"/>
                      </a:endParaRPr>
                    </a:p>
                  </a:txBody>
                  <a:tcPr marT="45725" marB="45725" marR="91450" marL="274325" anchor="ctr">
                    <a:lnR cap="flat" cmpd="sng" w="19050">
                      <a:solidFill>
                        <a:srgbClr val="E9E9E9"/>
                      </a:solidFill>
                      <a:prstDash val="solid"/>
                      <a:round/>
                      <a:headEnd len="sm" w="sm" type="none"/>
                      <a:tailEnd len="sm" w="sm" type="none"/>
                    </a:lnR>
                    <a:lnB cap="flat" cmpd="sng" w="19050">
                      <a:solidFill>
                        <a:srgbClr val="E9E9E9"/>
                      </a:solidFill>
                      <a:prstDash val="solid"/>
                      <a:round/>
                      <a:headEnd len="sm" w="sm" type="none"/>
                      <a:tailEnd len="sm" w="sm" type="none"/>
                    </a:lnB>
                    <a:solidFill>
                      <a:schemeClr val="lt1"/>
                    </a:solidFill>
                  </a:tcPr>
                </a:tc>
                <a:tc>
                  <a:txBody>
                    <a:bodyPr/>
                    <a:lstStyle/>
                    <a:p>
                      <a:pPr indent="0" lvl="0" marL="0" rtl="0" algn="just">
                        <a:lnSpc>
                          <a:spcPct val="140000"/>
                        </a:lnSpc>
                        <a:spcBef>
                          <a:spcPts val="0"/>
                        </a:spcBef>
                        <a:spcAft>
                          <a:spcPts val="0"/>
                        </a:spcAft>
                        <a:buClr>
                          <a:schemeClr val="dk1"/>
                        </a:buClr>
                        <a:buSzPts val="2400"/>
                        <a:buFont typeface="Arial"/>
                        <a:buNone/>
                      </a:pPr>
                      <a:r>
                        <a:rPr lang="en-US" sz="1200">
                          <a:solidFill>
                            <a:schemeClr val="dk2"/>
                          </a:solidFill>
                          <a:latin typeface="Lato Light"/>
                          <a:ea typeface="Lato Light"/>
                          <a:cs typeface="Lato Light"/>
                          <a:sym typeface="Lato Light"/>
                        </a:rPr>
                        <a:t>Sed ut perspiciatis unde omnis iste natus error sit volup m accus antium dolor emque lauda nt ium, totam rem aperiam, eaque ipsa quae ab illo inventore very tatis et quasi lorem ipsum dolor sitae vitae.</a:t>
                      </a:r>
                      <a:endParaRPr sz="1200">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B cap="flat" cmpd="sng" w="19050">
                      <a:solidFill>
                        <a:srgbClr val="E9E9E9"/>
                      </a:solidFill>
                      <a:prstDash val="solid"/>
                      <a:round/>
                      <a:headEnd len="sm" w="sm" type="none"/>
                      <a:tailEnd len="sm" w="sm" type="none"/>
                    </a:lnB>
                    <a:solidFill>
                      <a:schemeClr val="lt1"/>
                    </a:solidFill>
                  </a:tcPr>
                </a:tc>
                <a:tc>
                  <a:txBody>
                    <a:bodyPr/>
                    <a:lstStyle/>
                    <a:p>
                      <a:pPr indent="0" lvl="0" marL="0" rtl="0" algn="just">
                        <a:lnSpc>
                          <a:spcPct val="140000"/>
                        </a:lnSpc>
                        <a:spcBef>
                          <a:spcPts val="0"/>
                        </a:spcBef>
                        <a:spcAft>
                          <a:spcPts val="0"/>
                        </a:spcAft>
                        <a:buClr>
                          <a:schemeClr val="dk1"/>
                        </a:buClr>
                        <a:buSzPts val="2400"/>
                        <a:buFont typeface="Arial"/>
                        <a:buNone/>
                      </a:pPr>
                      <a:r>
                        <a:rPr lang="en-US" sz="1200">
                          <a:solidFill>
                            <a:schemeClr val="dk2"/>
                          </a:solidFill>
                          <a:latin typeface="Lato Light"/>
                          <a:ea typeface="Lato Light"/>
                          <a:cs typeface="Lato Light"/>
                          <a:sym typeface="Lato Light"/>
                        </a:rPr>
                        <a:t>Sed ut perspiciatis unde omnis iste natus error sit volup m accus antium dolor emque lauda nt ium, totam rem aperiam, eaque ipsa quae ab illo inventore very tatis et quasi lorem ipsum dolor sitae vitae.</a:t>
                      </a:r>
                      <a:endParaRPr sz="2400">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B cap="flat" cmpd="sng" w="19050">
                      <a:solidFill>
                        <a:srgbClr val="E9E9E9"/>
                      </a:solidFill>
                      <a:prstDash val="solid"/>
                      <a:round/>
                      <a:headEnd len="sm" w="sm" type="none"/>
                      <a:tailEnd len="sm" w="sm" type="none"/>
                    </a:lnB>
                    <a:solidFill>
                      <a:schemeClr val="lt1"/>
                    </a:solidFill>
                  </a:tcPr>
                </a:tc>
                <a:tc>
                  <a:txBody>
                    <a:bodyPr/>
                    <a:lstStyle/>
                    <a:p>
                      <a:pPr indent="-304800" lvl="0" marL="457200" rtl="0" algn="just">
                        <a:lnSpc>
                          <a:spcPct val="140000"/>
                        </a:lnSpc>
                        <a:spcBef>
                          <a:spcPts val="0"/>
                        </a:spcBef>
                        <a:spcAft>
                          <a:spcPts val="0"/>
                        </a:spcAft>
                        <a:buClr>
                          <a:schemeClr val="dk2"/>
                        </a:buClr>
                        <a:buSzPts val="1200"/>
                        <a:buFont typeface="Lato Light"/>
                        <a:buChar char="-"/>
                      </a:pPr>
                      <a:r>
                        <a:rPr lang="en-US" sz="1200">
                          <a:solidFill>
                            <a:schemeClr val="dk2"/>
                          </a:solidFill>
                          <a:latin typeface="Lato Light"/>
                          <a:ea typeface="Lato Light"/>
                          <a:cs typeface="Lato Light"/>
                          <a:sym typeface="Lato Light"/>
                        </a:rPr>
                        <a:t>Sed ut perspiciatis unde omnis iste</a:t>
                      </a:r>
                      <a:endParaRPr sz="1200">
                        <a:solidFill>
                          <a:schemeClr val="dk2"/>
                        </a:solidFill>
                        <a:latin typeface="Lato Light"/>
                        <a:ea typeface="Lato Light"/>
                        <a:cs typeface="Lato Light"/>
                        <a:sym typeface="Lato Light"/>
                      </a:endParaRPr>
                    </a:p>
                    <a:p>
                      <a:pPr indent="-304800" lvl="0" marL="457200" rtl="0" algn="just">
                        <a:lnSpc>
                          <a:spcPct val="140000"/>
                        </a:lnSpc>
                        <a:spcBef>
                          <a:spcPts val="0"/>
                        </a:spcBef>
                        <a:spcAft>
                          <a:spcPts val="0"/>
                        </a:spcAft>
                        <a:buClr>
                          <a:schemeClr val="dk2"/>
                        </a:buClr>
                        <a:buSzPts val="1200"/>
                        <a:buFont typeface="Lato Light"/>
                        <a:buChar char="-"/>
                      </a:pPr>
                      <a:r>
                        <a:rPr lang="en-US" sz="1200">
                          <a:solidFill>
                            <a:schemeClr val="dk2"/>
                          </a:solidFill>
                          <a:latin typeface="Lato Light"/>
                          <a:ea typeface="Lato Light"/>
                          <a:cs typeface="Lato Light"/>
                          <a:sym typeface="Lato Light"/>
                        </a:rPr>
                        <a:t>Sed ut perspiciatis unde omnis iste</a:t>
                      </a:r>
                      <a:endParaRPr sz="2400">
                        <a:solidFill>
                          <a:schemeClr val="dk2"/>
                        </a:solidFill>
                        <a:latin typeface="Lato Light"/>
                        <a:ea typeface="Lato Light"/>
                        <a:cs typeface="Lato Light"/>
                        <a:sym typeface="Lato Light"/>
                      </a:endParaRPr>
                    </a:p>
                    <a:p>
                      <a:pPr indent="-304800" lvl="0" marL="457200" rtl="0" algn="just">
                        <a:lnSpc>
                          <a:spcPct val="140000"/>
                        </a:lnSpc>
                        <a:spcBef>
                          <a:spcPts val="0"/>
                        </a:spcBef>
                        <a:spcAft>
                          <a:spcPts val="0"/>
                        </a:spcAft>
                        <a:buClr>
                          <a:schemeClr val="dk2"/>
                        </a:buClr>
                        <a:buSzPts val="1200"/>
                        <a:buFont typeface="Lato Light"/>
                        <a:buChar char="-"/>
                      </a:pPr>
                      <a:r>
                        <a:rPr lang="en-US" sz="1200">
                          <a:solidFill>
                            <a:schemeClr val="dk2"/>
                          </a:solidFill>
                          <a:latin typeface="Lato Light"/>
                          <a:ea typeface="Lato Light"/>
                          <a:cs typeface="Lato Light"/>
                          <a:sym typeface="Lato Light"/>
                        </a:rPr>
                        <a:t>Sed ut perspiciatis unde omnis iste</a:t>
                      </a:r>
                      <a:endParaRPr sz="2400">
                        <a:solidFill>
                          <a:schemeClr val="dk2"/>
                        </a:solidFill>
                        <a:latin typeface="Lato Light"/>
                        <a:ea typeface="Lato Light"/>
                        <a:cs typeface="Lato Light"/>
                        <a:sym typeface="Lato Light"/>
                      </a:endParaRPr>
                    </a:p>
                    <a:p>
                      <a:pPr indent="-304800" lvl="0" marL="457200" rtl="0" algn="just">
                        <a:lnSpc>
                          <a:spcPct val="140000"/>
                        </a:lnSpc>
                        <a:spcBef>
                          <a:spcPts val="0"/>
                        </a:spcBef>
                        <a:spcAft>
                          <a:spcPts val="0"/>
                        </a:spcAft>
                        <a:buClr>
                          <a:schemeClr val="dk2"/>
                        </a:buClr>
                        <a:buSzPts val="1200"/>
                        <a:buFont typeface="Lato Light"/>
                        <a:buChar char="-"/>
                      </a:pPr>
                      <a:r>
                        <a:rPr lang="en-US" sz="1200">
                          <a:solidFill>
                            <a:schemeClr val="dk2"/>
                          </a:solidFill>
                          <a:latin typeface="Lato Light"/>
                          <a:ea typeface="Lato Light"/>
                          <a:cs typeface="Lato Light"/>
                          <a:sym typeface="Lato Light"/>
                        </a:rPr>
                        <a:t>Sed ut perspiciatis unde omnis iste</a:t>
                      </a:r>
                      <a:endParaRPr sz="2400">
                        <a:solidFill>
                          <a:schemeClr val="dk2"/>
                        </a:solidFill>
                        <a:latin typeface="Lato Light"/>
                        <a:ea typeface="Lato Light"/>
                        <a:cs typeface="Lato Light"/>
                        <a:sym typeface="Lato Light"/>
                      </a:endParaRPr>
                    </a:p>
                    <a:p>
                      <a:pPr indent="-304800" lvl="0" marL="457200" rtl="0" algn="just">
                        <a:lnSpc>
                          <a:spcPct val="140000"/>
                        </a:lnSpc>
                        <a:spcBef>
                          <a:spcPts val="0"/>
                        </a:spcBef>
                        <a:spcAft>
                          <a:spcPts val="0"/>
                        </a:spcAft>
                        <a:buClr>
                          <a:schemeClr val="dk2"/>
                        </a:buClr>
                        <a:buSzPts val="1200"/>
                        <a:buFont typeface="Lato Light"/>
                        <a:buChar char="-"/>
                      </a:pPr>
                      <a:r>
                        <a:rPr lang="en-US" sz="1200">
                          <a:solidFill>
                            <a:schemeClr val="dk2"/>
                          </a:solidFill>
                          <a:latin typeface="Lato Light"/>
                          <a:ea typeface="Lato Light"/>
                          <a:cs typeface="Lato Light"/>
                          <a:sym typeface="Lato Light"/>
                        </a:rPr>
                        <a:t>Sed ut perspiciatis unde omnis iste</a:t>
                      </a:r>
                      <a:endParaRPr sz="1200">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B cap="flat" cmpd="sng" w="19050">
                      <a:solidFill>
                        <a:srgbClr val="E9E9E9"/>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00$</a:t>
                      </a:r>
                      <a:endParaRPr sz="2400" u="none" cap="none" strike="noStrike">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B cap="flat" cmpd="sng" w="19050">
                      <a:solidFill>
                        <a:srgbClr val="E9E9E9"/>
                      </a:solidFill>
                      <a:prstDash val="solid"/>
                      <a:round/>
                      <a:headEnd len="sm" w="sm" type="none"/>
                      <a:tailEnd len="sm" w="sm" type="none"/>
                    </a:lnB>
                    <a:solidFill>
                      <a:schemeClr val="lt1"/>
                    </a:solidFill>
                  </a:tcPr>
                </a:tc>
                <a:tc>
                  <a:txBody>
                    <a:bodyPr/>
                    <a:lstStyle/>
                    <a:p>
                      <a:pPr indent="0" lvl="0" marL="0" rtl="0" algn="just">
                        <a:lnSpc>
                          <a:spcPct val="140000"/>
                        </a:lnSpc>
                        <a:spcBef>
                          <a:spcPts val="0"/>
                        </a:spcBef>
                        <a:spcAft>
                          <a:spcPts val="0"/>
                        </a:spcAft>
                        <a:buClr>
                          <a:schemeClr val="dk1"/>
                        </a:buClr>
                        <a:buSzPts val="2400"/>
                        <a:buFont typeface="Arial"/>
                        <a:buNone/>
                      </a:pPr>
                      <a:r>
                        <a:rPr lang="en-US" sz="1200">
                          <a:solidFill>
                            <a:schemeClr val="dk2"/>
                          </a:solidFill>
                          <a:latin typeface="Lato Light"/>
                          <a:ea typeface="Lato Light"/>
                          <a:cs typeface="Lato Light"/>
                          <a:sym typeface="Lato Light"/>
                        </a:rPr>
                        <a:t>Sed ut perspiciatis unde omnis iste natus error sit volup m accus antium dolor emque lauda nt ium, totam rem aperiam, eaque ipsa quae ab illo inventore very tatis et quasi lorem ipsum dolor sitae vitae.</a:t>
                      </a:r>
                      <a:endParaRPr sz="2400">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B cap="flat" cmpd="sng" w="19050">
                      <a:solidFill>
                        <a:srgbClr val="E9E9E9"/>
                      </a:solidFill>
                      <a:prstDash val="solid"/>
                      <a:round/>
                      <a:headEnd len="sm" w="sm" type="none"/>
                      <a:tailEnd len="sm" w="sm" type="none"/>
                    </a:lnB>
                    <a:solidFill>
                      <a:schemeClr val="lt1"/>
                    </a:solidFill>
                  </a:tcPr>
                </a:tc>
              </a:tr>
              <a:tr h="1082275">
                <a:tc>
                  <a:txBody>
                    <a:bodyPr/>
                    <a:lstStyle/>
                    <a:p>
                      <a:pPr indent="0" lvl="0" marL="0" marR="0" rtl="0" algn="l">
                        <a:lnSpc>
                          <a:spcPct val="100000"/>
                        </a:lnSpc>
                        <a:spcBef>
                          <a:spcPts val="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Producto 2</a:t>
                      </a:r>
                      <a:endParaRPr sz="2400" u="none" cap="none" strike="noStrike">
                        <a:solidFill>
                          <a:schemeClr val="dk2"/>
                        </a:solidFill>
                        <a:latin typeface="Lato Light"/>
                        <a:ea typeface="Lato Light"/>
                        <a:cs typeface="Lato Light"/>
                        <a:sym typeface="Lato Light"/>
                      </a:endParaRPr>
                    </a:p>
                  </a:txBody>
                  <a:tcPr marT="45725" marB="45725" marR="91450" marL="274325" anchor="ctr">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0" lvl="0" marL="0" rtl="0" algn="just">
                        <a:lnSpc>
                          <a:spcPct val="140000"/>
                        </a:lnSpc>
                        <a:spcBef>
                          <a:spcPts val="0"/>
                        </a:spcBef>
                        <a:spcAft>
                          <a:spcPts val="0"/>
                        </a:spcAft>
                        <a:buClr>
                          <a:schemeClr val="dk1"/>
                        </a:buClr>
                        <a:buSzPts val="2400"/>
                        <a:buFont typeface="Arial"/>
                        <a:buNone/>
                      </a:pPr>
                      <a:r>
                        <a:rPr lang="en-US" sz="1200">
                          <a:solidFill>
                            <a:schemeClr val="dk2"/>
                          </a:solidFill>
                          <a:latin typeface="Lato Light"/>
                          <a:ea typeface="Lato Light"/>
                          <a:cs typeface="Lato Light"/>
                          <a:sym typeface="Lato Light"/>
                        </a:rPr>
                        <a:t>Sed ut perspiciatis unde omnis iste natus error sit volup m accus antium dolor emque lauda nt ium, totam rem aperiam, eaque ipsa quae ab illo inventore very tatis et quasi lorem ipsum dolor sitae vitae.</a:t>
                      </a:r>
                      <a:endParaRPr sz="2400">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0" lvl="0" marL="0" rtl="0" algn="just">
                        <a:lnSpc>
                          <a:spcPct val="140000"/>
                        </a:lnSpc>
                        <a:spcBef>
                          <a:spcPts val="0"/>
                        </a:spcBef>
                        <a:spcAft>
                          <a:spcPts val="0"/>
                        </a:spcAft>
                        <a:buClr>
                          <a:schemeClr val="dk1"/>
                        </a:buClr>
                        <a:buSzPts val="2400"/>
                        <a:buFont typeface="Arial"/>
                        <a:buNone/>
                      </a:pPr>
                      <a:r>
                        <a:rPr lang="en-US" sz="1200">
                          <a:solidFill>
                            <a:schemeClr val="dk2"/>
                          </a:solidFill>
                          <a:latin typeface="Lato Light"/>
                          <a:ea typeface="Lato Light"/>
                          <a:cs typeface="Lato Light"/>
                          <a:sym typeface="Lato Light"/>
                        </a:rPr>
                        <a:t>Sed ut perspiciatis unde omnis iste natus error sit volup m accus antium dolor emque lauda nt ium, totam rem aperiam, eaque ipsa quae ab illo inventore very tatis et quasi lorem ipsum dolor sitae vitae.</a:t>
                      </a:r>
                      <a:endParaRPr sz="2400">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304800" lvl="0" marL="457200" rtl="0" algn="just">
                        <a:lnSpc>
                          <a:spcPct val="140000"/>
                        </a:lnSpc>
                        <a:spcBef>
                          <a:spcPts val="0"/>
                        </a:spcBef>
                        <a:spcAft>
                          <a:spcPts val="0"/>
                        </a:spcAft>
                        <a:buClr>
                          <a:schemeClr val="dk2"/>
                        </a:buClr>
                        <a:buSzPts val="1200"/>
                        <a:buFont typeface="Lato Light"/>
                        <a:buChar char="-"/>
                      </a:pPr>
                      <a:r>
                        <a:rPr lang="en-US" sz="1200">
                          <a:solidFill>
                            <a:schemeClr val="dk2"/>
                          </a:solidFill>
                          <a:latin typeface="Lato Light"/>
                          <a:ea typeface="Lato Light"/>
                          <a:cs typeface="Lato Light"/>
                          <a:sym typeface="Lato Light"/>
                        </a:rPr>
                        <a:t>Sed ut perspiciatis unde omnis iste</a:t>
                      </a:r>
                      <a:endParaRPr sz="1200">
                        <a:solidFill>
                          <a:schemeClr val="dk2"/>
                        </a:solidFill>
                        <a:latin typeface="Lato Light"/>
                        <a:ea typeface="Lato Light"/>
                        <a:cs typeface="Lato Light"/>
                        <a:sym typeface="Lato Light"/>
                      </a:endParaRPr>
                    </a:p>
                    <a:p>
                      <a:pPr indent="-304800" lvl="0" marL="457200" rtl="0" algn="just">
                        <a:lnSpc>
                          <a:spcPct val="140000"/>
                        </a:lnSpc>
                        <a:spcBef>
                          <a:spcPts val="0"/>
                        </a:spcBef>
                        <a:spcAft>
                          <a:spcPts val="0"/>
                        </a:spcAft>
                        <a:buClr>
                          <a:schemeClr val="dk2"/>
                        </a:buClr>
                        <a:buSzPts val="1200"/>
                        <a:buFont typeface="Lato Light"/>
                        <a:buChar char="-"/>
                      </a:pPr>
                      <a:r>
                        <a:rPr lang="en-US" sz="1200">
                          <a:solidFill>
                            <a:schemeClr val="dk2"/>
                          </a:solidFill>
                          <a:latin typeface="Lato Light"/>
                          <a:ea typeface="Lato Light"/>
                          <a:cs typeface="Lato Light"/>
                          <a:sym typeface="Lato Light"/>
                        </a:rPr>
                        <a:t>Sed ut perspiciatis unde omnis iste</a:t>
                      </a:r>
                      <a:endParaRPr sz="2400">
                        <a:solidFill>
                          <a:schemeClr val="dk2"/>
                        </a:solidFill>
                        <a:latin typeface="Lato Light"/>
                        <a:ea typeface="Lato Light"/>
                        <a:cs typeface="Lato Light"/>
                        <a:sym typeface="Lato Light"/>
                      </a:endParaRPr>
                    </a:p>
                    <a:p>
                      <a:pPr indent="-304800" lvl="0" marL="457200" rtl="0" algn="just">
                        <a:lnSpc>
                          <a:spcPct val="140000"/>
                        </a:lnSpc>
                        <a:spcBef>
                          <a:spcPts val="0"/>
                        </a:spcBef>
                        <a:spcAft>
                          <a:spcPts val="0"/>
                        </a:spcAft>
                        <a:buClr>
                          <a:schemeClr val="dk2"/>
                        </a:buClr>
                        <a:buSzPts val="1200"/>
                        <a:buFont typeface="Lato Light"/>
                        <a:buChar char="-"/>
                      </a:pPr>
                      <a:r>
                        <a:rPr lang="en-US" sz="1200">
                          <a:solidFill>
                            <a:schemeClr val="dk2"/>
                          </a:solidFill>
                          <a:latin typeface="Lato Light"/>
                          <a:ea typeface="Lato Light"/>
                          <a:cs typeface="Lato Light"/>
                          <a:sym typeface="Lato Light"/>
                        </a:rPr>
                        <a:t>Sed ut perspiciatis unde omnis iste</a:t>
                      </a:r>
                      <a:endParaRPr sz="2400">
                        <a:solidFill>
                          <a:schemeClr val="dk2"/>
                        </a:solidFill>
                        <a:latin typeface="Lato Light"/>
                        <a:ea typeface="Lato Light"/>
                        <a:cs typeface="Lato Light"/>
                        <a:sym typeface="Lato Light"/>
                      </a:endParaRPr>
                    </a:p>
                    <a:p>
                      <a:pPr indent="-304800" lvl="0" marL="457200" rtl="0" algn="just">
                        <a:lnSpc>
                          <a:spcPct val="140000"/>
                        </a:lnSpc>
                        <a:spcBef>
                          <a:spcPts val="0"/>
                        </a:spcBef>
                        <a:spcAft>
                          <a:spcPts val="0"/>
                        </a:spcAft>
                        <a:buClr>
                          <a:schemeClr val="dk2"/>
                        </a:buClr>
                        <a:buSzPts val="1200"/>
                        <a:buFont typeface="Lato Light"/>
                        <a:buChar char="-"/>
                      </a:pPr>
                      <a:r>
                        <a:rPr lang="en-US" sz="1200">
                          <a:solidFill>
                            <a:schemeClr val="dk2"/>
                          </a:solidFill>
                          <a:latin typeface="Lato Light"/>
                          <a:ea typeface="Lato Light"/>
                          <a:cs typeface="Lato Light"/>
                          <a:sym typeface="Lato Light"/>
                        </a:rPr>
                        <a:t>Sed ut perspiciatis unde omnis iste</a:t>
                      </a:r>
                      <a:endParaRPr sz="2400">
                        <a:solidFill>
                          <a:schemeClr val="dk2"/>
                        </a:solidFill>
                        <a:latin typeface="Lato Light"/>
                        <a:ea typeface="Lato Light"/>
                        <a:cs typeface="Lato Light"/>
                        <a:sym typeface="Lato Light"/>
                      </a:endParaRPr>
                    </a:p>
                    <a:p>
                      <a:pPr indent="-304800" lvl="0" marL="457200" rtl="0" algn="just">
                        <a:lnSpc>
                          <a:spcPct val="140000"/>
                        </a:lnSpc>
                        <a:spcBef>
                          <a:spcPts val="0"/>
                        </a:spcBef>
                        <a:spcAft>
                          <a:spcPts val="0"/>
                        </a:spcAft>
                        <a:buClr>
                          <a:schemeClr val="dk2"/>
                        </a:buClr>
                        <a:buSzPts val="1200"/>
                        <a:buFont typeface="Lato Light"/>
                        <a:buChar char="-"/>
                      </a:pPr>
                      <a:r>
                        <a:rPr lang="en-US" sz="1200">
                          <a:solidFill>
                            <a:schemeClr val="dk2"/>
                          </a:solidFill>
                          <a:latin typeface="Lato Light"/>
                          <a:ea typeface="Lato Light"/>
                          <a:cs typeface="Lato Light"/>
                          <a:sym typeface="Lato Light"/>
                        </a:rPr>
                        <a:t>Sed ut perspiciatis unde omnis iste</a:t>
                      </a:r>
                      <a:endParaRPr sz="2400">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2400"/>
                        <a:buFont typeface="Arial"/>
                        <a:buNone/>
                      </a:pPr>
                      <a:r>
                        <a:rPr lang="en-US" sz="2400">
                          <a:solidFill>
                            <a:schemeClr val="dk2"/>
                          </a:solidFill>
                          <a:latin typeface="Lato Light"/>
                          <a:ea typeface="Lato Light"/>
                          <a:cs typeface="Lato Light"/>
                          <a:sym typeface="Lato Light"/>
                        </a:rPr>
                        <a:t>00$</a:t>
                      </a:r>
                      <a:endParaRPr sz="2400" u="none" cap="none" strike="noStrike">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0" lvl="0" marL="0" rtl="0" algn="just">
                        <a:lnSpc>
                          <a:spcPct val="140000"/>
                        </a:lnSpc>
                        <a:spcBef>
                          <a:spcPts val="0"/>
                        </a:spcBef>
                        <a:spcAft>
                          <a:spcPts val="0"/>
                        </a:spcAft>
                        <a:buClr>
                          <a:schemeClr val="dk1"/>
                        </a:buClr>
                        <a:buSzPts val="2400"/>
                        <a:buFont typeface="Arial"/>
                        <a:buNone/>
                      </a:pPr>
                      <a:r>
                        <a:rPr lang="en-US" sz="1200">
                          <a:solidFill>
                            <a:schemeClr val="dk2"/>
                          </a:solidFill>
                          <a:latin typeface="Lato Light"/>
                          <a:ea typeface="Lato Light"/>
                          <a:cs typeface="Lato Light"/>
                          <a:sym typeface="Lato Light"/>
                        </a:rPr>
                        <a:t>Sed ut perspiciatis unde omnis iste natus error sit volup m accus antium dolor emque lauda nt ium, totam rem aperiam, eaque ipsa quae ab illo inventore very tatis et quasi lorem ipsum dolor sitae vitae.</a:t>
                      </a:r>
                      <a:endParaRPr sz="2400">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r>
              <a:tr h="1082275">
                <a:tc>
                  <a:txBody>
                    <a:bodyPr/>
                    <a:lstStyle/>
                    <a:p>
                      <a:pPr indent="0" lvl="0" marL="0" marR="0" rtl="0" algn="l">
                        <a:lnSpc>
                          <a:spcPct val="100000"/>
                        </a:lnSpc>
                        <a:spcBef>
                          <a:spcPts val="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Producto 3</a:t>
                      </a:r>
                      <a:endParaRPr sz="2400" u="none" cap="none" strike="noStrike">
                        <a:solidFill>
                          <a:schemeClr val="dk2"/>
                        </a:solidFill>
                        <a:latin typeface="Lato Light"/>
                        <a:ea typeface="Lato Light"/>
                        <a:cs typeface="Lato Light"/>
                        <a:sym typeface="Lato Light"/>
                      </a:endParaRPr>
                    </a:p>
                  </a:txBody>
                  <a:tcPr marT="45725" marB="45725" marR="91450" marL="274325" anchor="ctr">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0" lvl="0" marL="0" rtl="0" algn="just">
                        <a:lnSpc>
                          <a:spcPct val="140000"/>
                        </a:lnSpc>
                        <a:spcBef>
                          <a:spcPts val="0"/>
                        </a:spcBef>
                        <a:spcAft>
                          <a:spcPts val="0"/>
                        </a:spcAft>
                        <a:buClr>
                          <a:schemeClr val="dk1"/>
                        </a:buClr>
                        <a:buSzPts val="2400"/>
                        <a:buFont typeface="Arial"/>
                        <a:buNone/>
                      </a:pPr>
                      <a:r>
                        <a:rPr lang="en-US" sz="1200">
                          <a:solidFill>
                            <a:schemeClr val="dk2"/>
                          </a:solidFill>
                          <a:latin typeface="Lato Light"/>
                          <a:ea typeface="Lato Light"/>
                          <a:cs typeface="Lato Light"/>
                          <a:sym typeface="Lato Light"/>
                        </a:rPr>
                        <a:t>Sed ut perspiciatis unde omnis iste natus error sit volup m accus antium dolor emque lauda nt ium, totam rem aperiam, eaque ipsa quae ab illo inventore very tatis et quasi lorem ipsum dolor sitae vitae.</a:t>
                      </a:r>
                      <a:endParaRPr sz="2400">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0" lvl="0" marL="0" rtl="0" algn="just">
                        <a:lnSpc>
                          <a:spcPct val="140000"/>
                        </a:lnSpc>
                        <a:spcBef>
                          <a:spcPts val="0"/>
                        </a:spcBef>
                        <a:spcAft>
                          <a:spcPts val="0"/>
                        </a:spcAft>
                        <a:buClr>
                          <a:schemeClr val="dk1"/>
                        </a:buClr>
                        <a:buSzPts val="2400"/>
                        <a:buFont typeface="Arial"/>
                        <a:buNone/>
                      </a:pPr>
                      <a:r>
                        <a:rPr lang="en-US" sz="1200">
                          <a:solidFill>
                            <a:schemeClr val="dk2"/>
                          </a:solidFill>
                          <a:latin typeface="Lato Light"/>
                          <a:ea typeface="Lato Light"/>
                          <a:cs typeface="Lato Light"/>
                          <a:sym typeface="Lato Light"/>
                        </a:rPr>
                        <a:t>Sed ut perspiciatis unde omnis iste natus error sit volup m accus antium dolor emque lauda nt ium, totam rem aperiam, eaque ipsa quae ab illo inventore very tatis et quasi lorem ipsum dolor sitae vitae.</a:t>
                      </a:r>
                      <a:endParaRPr sz="2400">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304800" lvl="0" marL="457200" rtl="0" algn="just">
                        <a:lnSpc>
                          <a:spcPct val="140000"/>
                        </a:lnSpc>
                        <a:spcBef>
                          <a:spcPts val="0"/>
                        </a:spcBef>
                        <a:spcAft>
                          <a:spcPts val="0"/>
                        </a:spcAft>
                        <a:buClr>
                          <a:schemeClr val="dk2"/>
                        </a:buClr>
                        <a:buSzPts val="1200"/>
                        <a:buFont typeface="Lato Light"/>
                        <a:buChar char="-"/>
                      </a:pPr>
                      <a:r>
                        <a:rPr lang="en-US" sz="1200">
                          <a:solidFill>
                            <a:schemeClr val="dk2"/>
                          </a:solidFill>
                          <a:latin typeface="Lato Light"/>
                          <a:ea typeface="Lato Light"/>
                          <a:cs typeface="Lato Light"/>
                          <a:sym typeface="Lato Light"/>
                        </a:rPr>
                        <a:t>Sed ut perspiciatis unde omnis iste</a:t>
                      </a:r>
                      <a:endParaRPr sz="1200">
                        <a:solidFill>
                          <a:schemeClr val="dk2"/>
                        </a:solidFill>
                        <a:latin typeface="Lato Light"/>
                        <a:ea typeface="Lato Light"/>
                        <a:cs typeface="Lato Light"/>
                        <a:sym typeface="Lato Light"/>
                      </a:endParaRPr>
                    </a:p>
                    <a:p>
                      <a:pPr indent="-304800" lvl="0" marL="457200" rtl="0" algn="just">
                        <a:lnSpc>
                          <a:spcPct val="140000"/>
                        </a:lnSpc>
                        <a:spcBef>
                          <a:spcPts val="0"/>
                        </a:spcBef>
                        <a:spcAft>
                          <a:spcPts val="0"/>
                        </a:spcAft>
                        <a:buClr>
                          <a:schemeClr val="dk2"/>
                        </a:buClr>
                        <a:buSzPts val="1200"/>
                        <a:buFont typeface="Lato Light"/>
                        <a:buChar char="-"/>
                      </a:pPr>
                      <a:r>
                        <a:rPr lang="en-US" sz="1200">
                          <a:solidFill>
                            <a:schemeClr val="dk2"/>
                          </a:solidFill>
                          <a:latin typeface="Lato Light"/>
                          <a:ea typeface="Lato Light"/>
                          <a:cs typeface="Lato Light"/>
                          <a:sym typeface="Lato Light"/>
                        </a:rPr>
                        <a:t>Sed ut perspiciatis unde omnis iste</a:t>
                      </a:r>
                      <a:endParaRPr sz="2400">
                        <a:solidFill>
                          <a:schemeClr val="dk2"/>
                        </a:solidFill>
                        <a:latin typeface="Lato Light"/>
                        <a:ea typeface="Lato Light"/>
                        <a:cs typeface="Lato Light"/>
                        <a:sym typeface="Lato Light"/>
                      </a:endParaRPr>
                    </a:p>
                    <a:p>
                      <a:pPr indent="-304800" lvl="0" marL="457200" rtl="0" algn="just">
                        <a:lnSpc>
                          <a:spcPct val="140000"/>
                        </a:lnSpc>
                        <a:spcBef>
                          <a:spcPts val="0"/>
                        </a:spcBef>
                        <a:spcAft>
                          <a:spcPts val="0"/>
                        </a:spcAft>
                        <a:buClr>
                          <a:schemeClr val="dk2"/>
                        </a:buClr>
                        <a:buSzPts val="1200"/>
                        <a:buFont typeface="Lato Light"/>
                        <a:buChar char="-"/>
                      </a:pPr>
                      <a:r>
                        <a:rPr lang="en-US" sz="1200">
                          <a:solidFill>
                            <a:schemeClr val="dk2"/>
                          </a:solidFill>
                          <a:latin typeface="Lato Light"/>
                          <a:ea typeface="Lato Light"/>
                          <a:cs typeface="Lato Light"/>
                          <a:sym typeface="Lato Light"/>
                        </a:rPr>
                        <a:t>Sed ut perspiciatis unde omnis iste</a:t>
                      </a:r>
                      <a:endParaRPr sz="2400">
                        <a:solidFill>
                          <a:schemeClr val="dk2"/>
                        </a:solidFill>
                        <a:latin typeface="Lato Light"/>
                        <a:ea typeface="Lato Light"/>
                        <a:cs typeface="Lato Light"/>
                        <a:sym typeface="Lato Light"/>
                      </a:endParaRPr>
                    </a:p>
                    <a:p>
                      <a:pPr indent="-304800" lvl="0" marL="457200" rtl="0" algn="just">
                        <a:lnSpc>
                          <a:spcPct val="140000"/>
                        </a:lnSpc>
                        <a:spcBef>
                          <a:spcPts val="0"/>
                        </a:spcBef>
                        <a:spcAft>
                          <a:spcPts val="0"/>
                        </a:spcAft>
                        <a:buClr>
                          <a:schemeClr val="dk2"/>
                        </a:buClr>
                        <a:buSzPts val="1200"/>
                        <a:buFont typeface="Lato Light"/>
                        <a:buChar char="-"/>
                      </a:pPr>
                      <a:r>
                        <a:rPr lang="en-US" sz="1200">
                          <a:solidFill>
                            <a:schemeClr val="dk2"/>
                          </a:solidFill>
                          <a:latin typeface="Lato Light"/>
                          <a:ea typeface="Lato Light"/>
                          <a:cs typeface="Lato Light"/>
                          <a:sym typeface="Lato Light"/>
                        </a:rPr>
                        <a:t>Sed ut perspiciatis unde omnis iste</a:t>
                      </a:r>
                      <a:endParaRPr sz="2400">
                        <a:solidFill>
                          <a:schemeClr val="dk2"/>
                        </a:solidFill>
                        <a:latin typeface="Lato Light"/>
                        <a:ea typeface="Lato Light"/>
                        <a:cs typeface="Lato Light"/>
                        <a:sym typeface="Lato Light"/>
                      </a:endParaRPr>
                    </a:p>
                    <a:p>
                      <a:pPr indent="-304800" lvl="0" marL="457200" rtl="0" algn="just">
                        <a:lnSpc>
                          <a:spcPct val="140000"/>
                        </a:lnSpc>
                        <a:spcBef>
                          <a:spcPts val="0"/>
                        </a:spcBef>
                        <a:spcAft>
                          <a:spcPts val="0"/>
                        </a:spcAft>
                        <a:buClr>
                          <a:schemeClr val="dk2"/>
                        </a:buClr>
                        <a:buSzPts val="1200"/>
                        <a:buFont typeface="Lato Light"/>
                        <a:buChar char="-"/>
                      </a:pPr>
                      <a:r>
                        <a:rPr lang="en-US" sz="1200">
                          <a:solidFill>
                            <a:schemeClr val="dk2"/>
                          </a:solidFill>
                          <a:latin typeface="Lato Light"/>
                          <a:ea typeface="Lato Light"/>
                          <a:cs typeface="Lato Light"/>
                          <a:sym typeface="Lato Light"/>
                        </a:rPr>
                        <a:t>Sed ut perspiciatis unde omnis iste</a:t>
                      </a:r>
                      <a:endParaRPr sz="2400">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2400"/>
                        <a:buFont typeface="Arial"/>
                        <a:buNone/>
                      </a:pPr>
                      <a:r>
                        <a:rPr lang="en-US" sz="2400">
                          <a:solidFill>
                            <a:schemeClr val="dk2"/>
                          </a:solidFill>
                          <a:latin typeface="Lato Light"/>
                          <a:ea typeface="Lato Light"/>
                          <a:cs typeface="Lato Light"/>
                          <a:sym typeface="Lato Light"/>
                        </a:rPr>
                        <a:t>00$</a:t>
                      </a:r>
                      <a:endParaRPr sz="2400" u="none" cap="none" strike="noStrike">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0" lvl="0" marL="0" rtl="0" algn="just">
                        <a:lnSpc>
                          <a:spcPct val="140000"/>
                        </a:lnSpc>
                        <a:spcBef>
                          <a:spcPts val="0"/>
                        </a:spcBef>
                        <a:spcAft>
                          <a:spcPts val="0"/>
                        </a:spcAft>
                        <a:buClr>
                          <a:schemeClr val="dk1"/>
                        </a:buClr>
                        <a:buSzPts val="2400"/>
                        <a:buFont typeface="Arial"/>
                        <a:buNone/>
                      </a:pPr>
                      <a:r>
                        <a:rPr lang="en-US" sz="1200">
                          <a:solidFill>
                            <a:schemeClr val="dk2"/>
                          </a:solidFill>
                          <a:latin typeface="Lato Light"/>
                          <a:ea typeface="Lato Light"/>
                          <a:cs typeface="Lato Light"/>
                          <a:sym typeface="Lato Light"/>
                        </a:rPr>
                        <a:t>Sed ut perspiciatis unde omnis iste natus error sit volup m accus antium dolor emque lauda nt ium, totam rem aperiam, eaque ipsa quae ab illo inventore very tatis et quasi lorem ipsum dolor sitae vitae.</a:t>
                      </a:r>
                      <a:endParaRPr sz="2400">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r>
              <a:tr h="1082275">
                <a:tc>
                  <a:txBody>
                    <a:bodyPr/>
                    <a:lstStyle/>
                    <a:p>
                      <a:pPr indent="0" lvl="0" marL="0" rtl="0" algn="l">
                        <a:spcBef>
                          <a:spcPts val="0"/>
                        </a:spcBef>
                        <a:spcAft>
                          <a:spcPts val="0"/>
                        </a:spcAft>
                        <a:buNone/>
                      </a:pPr>
                      <a:r>
                        <a:rPr lang="en-US"/>
                        <a:t>...</a:t>
                      </a:r>
                      <a:endParaRPr/>
                    </a:p>
                  </a:txBody>
                  <a:tcPr marT="45725" marB="45725" marR="91450" marL="274325" anchor="ctr">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en-US"/>
                        <a:t>...</a:t>
                      </a:r>
                      <a:endParaRPr/>
                    </a:p>
                    <a:p>
                      <a:pPr indent="0" lvl="0" marL="0" marR="0" rtl="0" algn="l">
                        <a:lnSpc>
                          <a:spcPct val="100000"/>
                        </a:lnSpc>
                        <a:spcBef>
                          <a:spcPts val="0"/>
                        </a:spcBef>
                        <a:spcAft>
                          <a:spcPts val="0"/>
                        </a:spcAft>
                        <a:buClr>
                          <a:srgbClr val="000000"/>
                        </a:buClr>
                        <a:buSzPts val="2400"/>
                        <a:buFont typeface="Arial"/>
                        <a:buNone/>
                      </a:pPr>
                      <a:r>
                        <a:t/>
                      </a:r>
                      <a:endParaRPr sz="2400">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en-US"/>
                        <a:t>...</a:t>
                      </a:r>
                      <a:endParaRPr/>
                    </a:p>
                    <a:p>
                      <a:pPr indent="0" lvl="0" marL="0" marR="0" rtl="0" algn="l">
                        <a:lnSpc>
                          <a:spcPct val="100000"/>
                        </a:lnSpc>
                        <a:spcBef>
                          <a:spcPts val="0"/>
                        </a:spcBef>
                        <a:spcAft>
                          <a:spcPts val="0"/>
                        </a:spcAft>
                        <a:buClr>
                          <a:srgbClr val="000000"/>
                        </a:buClr>
                        <a:buSzPts val="2400"/>
                        <a:buFont typeface="Arial"/>
                        <a:buNone/>
                      </a:pPr>
                      <a:r>
                        <a:t/>
                      </a:r>
                      <a:endParaRPr sz="2400">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en-US"/>
                        <a:t>...</a:t>
                      </a:r>
                      <a:endParaRPr/>
                    </a:p>
                    <a:p>
                      <a:pPr indent="0" lvl="0" marL="0" marR="0" rtl="0" algn="l">
                        <a:lnSpc>
                          <a:spcPct val="100000"/>
                        </a:lnSpc>
                        <a:spcBef>
                          <a:spcPts val="0"/>
                        </a:spcBef>
                        <a:spcAft>
                          <a:spcPts val="0"/>
                        </a:spcAft>
                        <a:buClr>
                          <a:srgbClr val="000000"/>
                        </a:buClr>
                        <a:buSzPts val="2400"/>
                        <a:buFont typeface="Arial"/>
                        <a:buNone/>
                      </a:pPr>
                      <a:r>
                        <a:t/>
                      </a:r>
                      <a:endParaRPr sz="2400">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en-US"/>
                        <a:t>...</a:t>
                      </a:r>
                      <a:endParaRPr/>
                    </a:p>
                    <a:p>
                      <a:pPr indent="0" lvl="0" marL="0" marR="0" rtl="0" algn="l">
                        <a:lnSpc>
                          <a:spcPct val="100000"/>
                        </a:lnSpc>
                        <a:spcBef>
                          <a:spcPts val="0"/>
                        </a:spcBef>
                        <a:spcAft>
                          <a:spcPts val="0"/>
                        </a:spcAft>
                        <a:buClr>
                          <a:srgbClr val="000000"/>
                        </a:buClr>
                        <a:buSzPts val="2400"/>
                        <a:buFont typeface="Arial"/>
                        <a:buNone/>
                      </a:pPr>
                      <a:r>
                        <a:t/>
                      </a:r>
                      <a:endParaRPr sz="2400">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en-US"/>
                        <a:t>...</a:t>
                      </a:r>
                      <a:endParaRPr/>
                    </a:p>
                    <a:p>
                      <a:pPr indent="0" lvl="0" marL="0" marR="0" rtl="0" algn="l">
                        <a:lnSpc>
                          <a:spcPct val="100000"/>
                        </a:lnSpc>
                        <a:spcBef>
                          <a:spcPts val="0"/>
                        </a:spcBef>
                        <a:spcAft>
                          <a:spcPts val="0"/>
                        </a:spcAft>
                        <a:buClr>
                          <a:srgbClr val="000000"/>
                        </a:buClr>
                        <a:buSzPts val="2400"/>
                        <a:buFont typeface="Arial"/>
                        <a:buNone/>
                      </a:pPr>
                      <a:r>
                        <a:t/>
                      </a:r>
                      <a:endParaRPr sz="2400">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0" name="Shape 310"/>
        <p:cNvGrpSpPr/>
        <p:nvPr/>
      </p:nvGrpSpPr>
      <p:grpSpPr>
        <a:xfrm>
          <a:off x="0" y="0"/>
          <a:ext cx="0" cy="0"/>
          <a:chOff x="0" y="0"/>
          <a:chExt cx="0" cy="0"/>
        </a:xfrm>
      </p:grpSpPr>
      <p:sp>
        <p:nvSpPr>
          <p:cNvPr id="311" name="Google Shape;311;p19"/>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Matriz BCG </a:t>
            </a:r>
            <a:endParaRPr/>
          </a:p>
        </p:txBody>
      </p:sp>
      <p:sp>
        <p:nvSpPr>
          <p:cNvPr id="312" name="Google Shape;312;p19"/>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solidFill>
                  <a:srgbClr val="000000"/>
                </a:solidFill>
              </a:rPr>
              <a:t>Análisis interno </a:t>
            </a:r>
            <a:r>
              <a:rPr lang="en-US">
                <a:solidFill>
                  <a:schemeClr val="accent2"/>
                </a:solidFill>
              </a:rPr>
              <a:t>| Productos y precios</a:t>
            </a:r>
            <a:endParaRPr b="1" i="0" sz="8800" u="none" cap="none" strike="noStrike">
              <a:solidFill>
                <a:schemeClr val="accent2"/>
              </a:solidFill>
              <a:latin typeface="Lato"/>
              <a:ea typeface="Lato"/>
              <a:cs typeface="Lato"/>
              <a:sym typeface="Lato"/>
            </a:endParaRPr>
          </a:p>
        </p:txBody>
      </p:sp>
      <p:sp>
        <p:nvSpPr>
          <p:cNvPr id="313" name="Google Shape;313;p19"/>
          <p:cNvSpPr/>
          <p:nvPr/>
        </p:nvSpPr>
        <p:spPr>
          <a:xfrm>
            <a:off x="22545799" y="870305"/>
            <a:ext cx="1172200" cy="961050"/>
          </a:xfrm>
          <a:custGeom>
            <a:rect b="b" l="l" r="r" t="t"/>
            <a:pathLst>
              <a:path extrusionOk="0" h="289" w="353">
                <a:moveTo>
                  <a:pt x="337" y="32"/>
                </a:moveTo>
                <a:cubicBezTo>
                  <a:pt x="241" y="32"/>
                  <a:pt x="241" y="32"/>
                  <a:pt x="241" y="32"/>
                </a:cubicBezTo>
                <a:cubicBezTo>
                  <a:pt x="241" y="15"/>
                  <a:pt x="226" y="0"/>
                  <a:pt x="209" y="0"/>
                </a:cubicBezTo>
                <a:cubicBezTo>
                  <a:pt x="144" y="0"/>
                  <a:pt x="144" y="0"/>
                  <a:pt x="144" y="0"/>
                </a:cubicBezTo>
                <a:cubicBezTo>
                  <a:pt x="127" y="0"/>
                  <a:pt x="112" y="15"/>
                  <a:pt x="112" y="32"/>
                </a:cubicBezTo>
                <a:cubicBezTo>
                  <a:pt x="16" y="32"/>
                  <a:pt x="16" y="32"/>
                  <a:pt x="16" y="32"/>
                </a:cubicBezTo>
                <a:cubicBezTo>
                  <a:pt x="7" y="32"/>
                  <a:pt x="0" y="40"/>
                  <a:pt x="0" y="48"/>
                </a:cubicBezTo>
                <a:cubicBezTo>
                  <a:pt x="0" y="129"/>
                  <a:pt x="0" y="129"/>
                  <a:pt x="0" y="129"/>
                </a:cubicBezTo>
                <a:cubicBezTo>
                  <a:pt x="0" y="138"/>
                  <a:pt x="7" y="145"/>
                  <a:pt x="16" y="145"/>
                </a:cubicBezTo>
                <a:cubicBezTo>
                  <a:pt x="16" y="273"/>
                  <a:pt x="16" y="273"/>
                  <a:pt x="16" y="273"/>
                </a:cubicBezTo>
                <a:cubicBezTo>
                  <a:pt x="16" y="282"/>
                  <a:pt x="23" y="289"/>
                  <a:pt x="32" y="289"/>
                </a:cubicBezTo>
                <a:cubicBezTo>
                  <a:pt x="321" y="289"/>
                  <a:pt x="321" y="289"/>
                  <a:pt x="321" y="289"/>
                </a:cubicBezTo>
                <a:cubicBezTo>
                  <a:pt x="330" y="289"/>
                  <a:pt x="337" y="282"/>
                  <a:pt x="337" y="273"/>
                </a:cubicBezTo>
                <a:cubicBezTo>
                  <a:pt x="337" y="145"/>
                  <a:pt x="337" y="145"/>
                  <a:pt x="337" y="145"/>
                </a:cubicBezTo>
                <a:cubicBezTo>
                  <a:pt x="346" y="145"/>
                  <a:pt x="353" y="138"/>
                  <a:pt x="353" y="129"/>
                </a:cubicBezTo>
                <a:cubicBezTo>
                  <a:pt x="353" y="48"/>
                  <a:pt x="353" y="48"/>
                  <a:pt x="353" y="48"/>
                </a:cubicBezTo>
                <a:cubicBezTo>
                  <a:pt x="353" y="40"/>
                  <a:pt x="346" y="32"/>
                  <a:pt x="337" y="32"/>
                </a:cubicBezTo>
                <a:moveTo>
                  <a:pt x="144" y="16"/>
                </a:moveTo>
                <a:cubicBezTo>
                  <a:pt x="209" y="16"/>
                  <a:pt x="209" y="16"/>
                  <a:pt x="209" y="16"/>
                </a:cubicBezTo>
                <a:cubicBezTo>
                  <a:pt x="217" y="16"/>
                  <a:pt x="225" y="23"/>
                  <a:pt x="225" y="32"/>
                </a:cubicBezTo>
                <a:cubicBezTo>
                  <a:pt x="128" y="32"/>
                  <a:pt x="128" y="32"/>
                  <a:pt x="128" y="32"/>
                </a:cubicBezTo>
                <a:cubicBezTo>
                  <a:pt x="128" y="23"/>
                  <a:pt x="136" y="16"/>
                  <a:pt x="144" y="16"/>
                </a:cubicBezTo>
                <a:moveTo>
                  <a:pt x="321" y="273"/>
                </a:moveTo>
                <a:cubicBezTo>
                  <a:pt x="32" y="273"/>
                  <a:pt x="32" y="273"/>
                  <a:pt x="32" y="273"/>
                </a:cubicBezTo>
                <a:cubicBezTo>
                  <a:pt x="32" y="145"/>
                  <a:pt x="32" y="145"/>
                  <a:pt x="32" y="145"/>
                </a:cubicBezTo>
                <a:cubicBezTo>
                  <a:pt x="64" y="145"/>
                  <a:pt x="64" y="145"/>
                  <a:pt x="64" y="145"/>
                </a:cubicBezTo>
                <a:cubicBezTo>
                  <a:pt x="64" y="161"/>
                  <a:pt x="64" y="161"/>
                  <a:pt x="64" y="161"/>
                </a:cubicBezTo>
                <a:cubicBezTo>
                  <a:pt x="64" y="170"/>
                  <a:pt x="71" y="177"/>
                  <a:pt x="80" y="177"/>
                </a:cubicBezTo>
                <a:cubicBezTo>
                  <a:pt x="112" y="177"/>
                  <a:pt x="112" y="177"/>
                  <a:pt x="112" y="177"/>
                </a:cubicBezTo>
                <a:cubicBezTo>
                  <a:pt x="121" y="177"/>
                  <a:pt x="128" y="170"/>
                  <a:pt x="128" y="161"/>
                </a:cubicBezTo>
                <a:cubicBezTo>
                  <a:pt x="128" y="145"/>
                  <a:pt x="128" y="145"/>
                  <a:pt x="128" y="145"/>
                </a:cubicBezTo>
                <a:cubicBezTo>
                  <a:pt x="225" y="145"/>
                  <a:pt x="225" y="145"/>
                  <a:pt x="225" y="145"/>
                </a:cubicBezTo>
                <a:cubicBezTo>
                  <a:pt x="225" y="161"/>
                  <a:pt x="225" y="161"/>
                  <a:pt x="225" y="161"/>
                </a:cubicBezTo>
                <a:cubicBezTo>
                  <a:pt x="225" y="170"/>
                  <a:pt x="232" y="177"/>
                  <a:pt x="241" y="177"/>
                </a:cubicBezTo>
                <a:cubicBezTo>
                  <a:pt x="273" y="177"/>
                  <a:pt x="273" y="177"/>
                  <a:pt x="273" y="177"/>
                </a:cubicBezTo>
                <a:cubicBezTo>
                  <a:pt x="282" y="177"/>
                  <a:pt x="289" y="170"/>
                  <a:pt x="289" y="161"/>
                </a:cubicBezTo>
                <a:cubicBezTo>
                  <a:pt x="289" y="145"/>
                  <a:pt x="289" y="145"/>
                  <a:pt x="289" y="145"/>
                </a:cubicBezTo>
                <a:cubicBezTo>
                  <a:pt x="321" y="145"/>
                  <a:pt x="321" y="145"/>
                  <a:pt x="321" y="145"/>
                </a:cubicBezTo>
                <a:lnTo>
                  <a:pt x="321" y="273"/>
                </a:lnTo>
                <a:close/>
                <a:moveTo>
                  <a:pt x="80" y="113"/>
                </a:moveTo>
                <a:cubicBezTo>
                  <a:pt x="112" y="113"/>
                  <a:pt x="112" y="113"/>
                  <a:pt x="112" y="113"/>
                </a:cubicBezTo>
                <a:cubicBezTo>
                  <a:pt x="112" y="161"/>
                  <a:pt x="112" y="161"/>
                  <a:pt x="112" y="161"/>
                </a:cubicBezTo>
                <a:cubicBezTo>
                  <a:pt x="80" y="161"/>
                  <a:pt x="80" y="161"/>
                  <a:pt x="80" y="161"/>
                </a:cubicBezTo>
                <a:lnTo>
                  <a:pt x="80" y="113"/>
                </a:lnTo>
                <a:close/>
                <a:moveTo>
                  <a:pt x="241" y="113"/>
                </a:moveTo>
                <a:cubicBezTo>
                  <a:pt x="273" y="113"/>
                  <a:pt x="273" y="113"/>
                  <a:pt x="273" y="113"/>
                </a:cubicBezTo>
                <a:cubicBezTo>
                  <a:pt x="273" y="161"/>
                  <a:pt x="273" y="161"/>
                  <a:pt x="273" y="161"/>
                </a:cubicBezTo>
                <a:cubicBezTo>
                  <a:pt x="241" y="161"/>
                  <a:pt x="241" y="161"/>
                  <a:pt x="241" y="161"/>
                </a:cubicBezTo>
                <a:lnTo>
                  <a:pt x="241" y="113"/>
                </a:lnTo>
                <a:close/>
                <a:moveTo>
                  <a:pt x="337" y="129"/>
                </a:moveTo>
                <a:cubicBezTo>
                  <a:pt x="289" y="129"/>
                  <a:pt x="289" y="129"/>
                  <a:pt x="289" y="129"/>
                </a:cubicBezTo>
                <a:cubicBezTo>
                  <a:pt x="289" y="113"/>
                  <a:pt x="289" y="113"/>
                  <a:pt x="289" y="113"/>
                </a:cubicBezTo>
                <a:cubicBezTo>
                  <a:pt x="289" y="104"/>
                  <a:pt x="282" y="97"/>
                  <a:pt x="273" y="97"/>
                </a:cubicBezTo>
                <a:cubicBezTo>
                  <a:pt x="241" y="97"/>
                  <a:pt x="241" y="97"/>
                  <a:pt x="241" y="97"/>
                </a:cubicBezTo>
                <a:cubicBezTo>
                  <a:pt x="232" y="97"/>
                  <a:pt x="225" y="104"/>
                  <a:pt x="225" y="113"/>
                </a:cubicBezTo>
                <a:cubicBezTo>
                  <a:pt x="225" y="129"/>
                  <a:pt x="225" y="129"/>
                  <a:pt x="225" y="129"/>
                </a:cubicBezTo>
                <a:cubicBezTo>
                  <a:pt x="128" y="129"/>
                  <a:pt x="128" y="129"/>
                  <a:pt x="128" y="129"/>
                </a:cubicBezTo>
                <a:cubicBezTo>
                  <a:pt x="128" y="113"/>
                  <a:pt x="128" y="113"/>
                  <a:pt x="128" y="113"/>
                </a:cubicBezTo>
                <a:cubicBezTo>
                  <a:pt x="128" y="104"/>
                  <a:pt x="121" y="97"/>
                  <a:pt x="112" y="97"/>
                </a:cubicBezTo>
                <a:cubicBezTo>
                  <a:pt x="80" y="97"/>
                  <a:pt x="80" y="97"/>
                  <a:pt x="80" y="97"/>
                </a:cubicBezTo>
                <a:cubicBezTo>
                  <a:pt x="71" y="97"/>
                  <a:pt x="64" y="104"/>
                  <a:pt x="64" y="113"/>
                </a:cubicBezTo>
                <a:cubicBezTo>
                  <a:pt x="64" y="129"/>
                  <a:pt x="64" y="129"/>
                  <a:pt x="64" y="129"/>
                </a:cubicBezTo>
                <a:cubicBezTo>
                  <a:pt x="16" y="129"/>
                  <a:pt x="16" y="129"/>
                  <a:pt x="16" y="129"/>
                </a:cubicBezTo>
                <a:cubicBezTo>
                  <a:pt x="16" y="48"/>
                  <a:pt x="16" y="48"/>
                  <a:pt x="16" y="48"/>
                </a:cubicBezTo>
                <a:cubicBezTo>
                  <a:pt x="337" y="48"/>
                  <a:pt x="337" y="48"/>
                  <a:pt x="337" y="48"/>
                </a:cubicBezTo>
                <a:lnTo>
                  <a:pt x="337" y="12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314" name="Google Shape;314;p19"/>
          <p:cNvSpPr/>
          <p:nvPr/>
        </p:nvSpPr>
        <p:spPr>
          <a:xfrm>
            <a:off x="21779798" y="333423"/>
            <a:ext cx="2112600" cy="21126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315" name="Google Shape;315;p19"/>
          <p:cNvSpPr/>
          <p:nvPr/>
        </p:nvSpPr>
        <p:spPr>
          <a:xfrm>
            <a:off x="22420189" y="766774"/>
            <a:ext cx="831797" cy="1245871"/>
          </a:xfrm>
          <a:custGeom>
            <a:rect b="b" l="l" r="r" t="t"/>
            <a:pathLst>
              <a:path extrusionOk="0" h="756" w="505">
                <a:moveTo>
                  <a:pt x="492" y="194"/>
                </a:moveTo>
                <a:cubicBezTo>
                  <a:pt x="468" y="90"/>
                  <a:pt x="375" y="12"/>
                  <a:pt x="268" y="4"/>
                </a:cubicBezTo>
                <a:cubicBezTo>
                  <a:pt x="198" y="0"/>
                  <a:pt x="131" y="23"/>
                  <a:pt x="80" y="71"/>
                </a:cubicBezTo>
                <a:cubicBezTo>
                  <a:pt x="29" y="118"/>
                  <a:pt x="0" y="184"/>
                  <a:pt x="0" y="253"/>
                </a:cubicBezTo>
                <a:cubicBezTo>
                  <a:pt x="0" y="287"/>
                  <a:pt x="7" y="320"/>
                  <a:pt x="21" y="352"/>
                </a:cubicBezTo>
                <a:cubicBezTo>
                  <a:pt x="21" y="354"/>
                  <a:pt x="21" y="354"/>
                  <a:pt x="21" y="354"/>
                </a:cubicBezTo>
                <a:cubicBezTo>
                  <a:pt x="22" y="354"/>
                  <a:pt x="22" y="354"/>
                  <a:pt x="22" y="354"/>
                </a:cubicBezTo>
                <a:cubicBezTo>
                  <a:pt x="26" y="360"/>
                  <a:pt x="35" y="377"/>
                  <a:pt x="47" y="398"/>
                </a:cubicBezTo>
                <a:cubicBezTo>
                  <a:pt x="74" y="447"/>
                  <a:pt x="93" y="481"/>
                  <a:pt x="100" y="498"/>
                </a:cubicBezTo>
                <a:cubicBezTo>
                  <a:pt x="106" y="510"/>
                  <a:pt x="115" y="537"/>
                  <a:pt x="128" y="575"/>
                </a:cubicBezTo>
                <a:cubicBezTo>
                  <a:pt x="130" y="583"/>
                  <a:pt x="135" y="589"/>
                  <a:pt x="141" y="594"/>
                </a:cubicBezTo>
                <a:cubicBezTo>
                  <a:pt x="141" y="616"/>
                  <a:pt x="141" y="616"/>
                  <a:pt x="141" y="616"/>
                </a:cubicBezTo>
                <a:cubicBezTo>
                  <a:pt x="141" y="641"/>
                  <a:pt x="141" y="641"/>
                  <a:pt x="141" y="641"/>
                </a:cubicBezTo>
                <a:cubicBezTo>
                  <a:pt x="141" y="654"/>
                  <a:pt x="141" y="654"/>
                  <a:pt x="141" y="654"/>
                </a:cubicBezTo>
                <a:cubicBezTo>
                  <a:pt x="141" y="679"/>
                  <a:pt x="141" y="679"/>
                  <a:pt x="141" y="679"/>
                </a:cubicBezTo>
                <a:cubicBezTo>
                  <a:pt x="141" y="682"/>
                  <a:pt x="141" y="682"/>
                  <a:pt x="141" y="682"/>
                </a:cubicBezTo>
                <a:cubicBezTo>
                  <a:pt x="141" y="696"/>
                  <a:pt x="150" y="708"/>
                  <a:pt x="162" y="714"/>
                </a:cubicBezTo>
                <a:cubicBezTo>
                  <a:pt x="165" y="738"/>
                  <a:pt x="185" y="756"/>
                  <a:pt x="209" y="756"/>
                </a:cubicBezTo>
                <a:cubicBezTo>
                  <a:pt x="291" y="756"/>
                  <a:pt x="291" y="756"/>
                  <a:pt x="291" y="756"/>
                </a:cubicBezTo>
                <a:cubicBezTo>
                  <a:pt x="315" y="756"/>
                  <a:pt x="335" y="738"/>
                  <a:pt x="338" y="714"/>
                </a:cubicBezTo>
                <a:cubicBezTo>
                  <a:pt x="350" y="708"/>
                  <a:pt x="358" y="696"/>
                  <a:pt x="358" y="682"/>
                </a:cubicBezTo>
                <a:cubicBezTo>
                  <a:pt x="358" y="679"/>
                  <a:pt x="358" y="679"/>
                  <a:pt x="358" y="679"/>
                </a:cubicBezTo>
                <a:cubicBezTo>
                  <a:pt x="358" y="654"/>
                  <a:pt x="358" y="654"/>
                  <a:pt x="358" y="654"/>
                </a:cubicBezTo>
                <a:cubicBezTo>
                  <a:pt x="358" y="641"/>
                  <a:pt x="358" y="641"/>
                  <a:pt x="358" y="641"/>
                </a:cubicBezTo>
                <a:cubicBezTo>
                  <a:pt x="358" y="616"/>
                  <a:pt x="358" y="616"/>
                  <a:pt x="358" y="616"/>
                </a:cubicBezTo>
                <a:cubicBezTo>
                  <a:pt x="358" y="594"/>
                  <a:pt x="358" y="594"/>
                  <a:pt x="358" y="594"/>
                </a:cubicBezTo>
                <a:cubicBezTo>
                  <a:pt x="365" y="589"/>
                  <a:pt x="369" y="583"/>
                  <a:pt x="372" y="575"/>
                </a:cubicBezTo>
                <a:cubicBezTo>
                  <a:pt x="385" y="537"/>
                  <a:pt x="394" y="510"/>
                  <a:pt x="400" y="498"/>
                </a:cubicBezTo>
                <a:cubicBezTo>
                  <a:pt x="409" y="477"/>
                  <a:pt x="433" y="433"/>
                  <a:pt x="448" y="406"/>
                </a:cubicBezTo>
                <a:cubicBezTo>
                  <a:pt x="454" y="406"/>
                  <a:pt x="454" y="406"/>
                  <a:pt x="454" y="406"/>
                </a:cubicBezTo>
                <a:cubicBezTo>
                  <a:pt x="454" y="396"/>
                  <a:pt x="454" y="396"/>
                  <a:pt x="454" y="396"/>
                </a:cubicBezTo>
                <a:cubicBezTo>
                  <a:pt x="465" y="376"/>
                  <a:pt x="474" y="360"/>
                  <a:pt x="477" y="355"/>
                </a:cubicBezTo>
                <a:cubicBezTo>
                  <a:pt x="478" y="354"/>
                  <a:pt x="478" y="354"/>
                  <a:pt x="478" y="353"/>
                </a:cubicBezTo>
                <a:cubicBezTo>
                  <a:pt x="481" y="351"/>
                  <a:pt x="481" y="351"/>
                  <a:pt x="481" y="351"/>
                </a:cubicBezTo>
                <a:cubicBezTo>
                  <a:pt x="481" y="348"/>
                  <a:pt x="481" y="348"/>
                  <a:pt x="481" y="348"/>
                </a:cubicBezTo>
                <a:cubicBezTo>
                  <a:pt x="501" y="299"/>
                  <a:pt x="505" y="246"/>
                  <a:pt x="492" y="194"/>
                </a:cubicBezTo>
                <a:close/>
                <a:moveTo>
                  <a:pt x="291" y="731"/>
                </a:moveTo>
                <a:cubicBezTo>
                  <a:pt x="209" y="731"/>
                  <a:pt x="209" y="731"/>
                  <a:pt x="209" y="731"/>
                </a:cubicBezTo>
                <a:cubicBezTo>
                  <a:pt x="200" y="731"/>
                  <a:pt x="192" y="725"/>
                  <a:pt x="188" y="718"/>
                </a:cubicBezTo>
                <a:cubicBezTo>
                  <a:pt x="312" y="718"/>
                  <a:pt x="312" y="718"/>
                  <a:pt x="312" y="718"/>
                </a:cubicBezTo>
                <a:cubicBezTo>
                  <a:pt x="308" y="725"/>
                  <a:pt x="300" y="731"/>
                  <a:pt x="291" y="731"/>
                </a:cubicBezTo>
                <a:close/>
                <a:moveTo>
                  <a:pt x="333" y="682"/>
                </a:moveTo>
                <a:cubicBezTo>
                  <a:pt x="333" y="688"/>
                  <a:pt x="329" y="693"/>
                  <a:pt x="322" y="693"/>
                </a:cubicBezTo>
                <a:cubicBezTo>
                  <a:pt x="177" y="693"/>
                  <a:pt x="177" y="693"/>
                  <a:pt x="177" y="693"/>
                </a:cubicBezTo>
                <a:cubicBezTo>
                  <a:pt x="171" y="693"/>
                  <a:pt x="166" y="688"/>
                  <a:pt x="166" y="682"/>
                </a:cubicBezTo>
                <a:cubicBezTo>
                  <a:pt x="166" y="679"/>
                  <a:pt x="166" y="679"/>
                  <a:pt x="166" y="679"/>
                </a:cubicBezTo>
                <a:cubicBezTo>
                  <a:pt x="333" y="679"/>
                  <a:pt x="333" y="679"/>
                  <a:pt x="333" y="679"/>
                </a:cubicBezTo>
                <a:lnTo>
                  <a:pt x="333" y="682"/>
                </a:lnTo>
                <a:close/>
                <a:moveTo>
                  <a:pt x="333" y="654"/>
                </a:moveTo>
                <a:cubicBezTo>
                  <a:pt x="166" y="654"/>
                  <a:pt x="166" y="654"/>
                  <a:pt x="166" y="654"/>
                </a:cubicBezTo>
                <a:cubicBezTo>
                  <a:pt x="166" y="641"/>
                  <a:pt x="166" y="641"/>
                  <a:pt x="166" y="641"/>
                </a:cubicBezTo>
                <a:cubicBezTo>
                  <a:pt x="333" y="641"/>
                  <a:pt x="333" y="641"/>
                  <a:pt x="333" y="641"/>
                </a:cubicBezTo>
                <a:lnTo>
                  <a:pt x="333" y="654"/>
                </a:lnTo>
                <a:close/>
                <a:moveTo>
                  <a:pt x="166" y="616"/>
                </a:moveTo>
                <a:cubicBezTo>
                  <a:pt x="166" y="602"/>
                  <a:pt x="166" y="602"/>
                  <a:pt x="166" y="602"/>
                </a:cubicBezTo>
                <a:cubicBezTo>
                  <a:pt x="213" y="602"/>
                  <a:pt x="213" y="602"/>
                  <a:pt x="213" y="602"/>
                </a:cubicBezTo>
                <a:cubicBezTo>
                  <a:pt x="286" y="602"/>
                  <a:pt x="286" y="602"/>
                  <a:pt x="286" y="602"/>
                </a:cubicBezTo>
                <a:cubicBezTo>
                  <a:pt x="333" y="602"/>
                  <a:pt x="333" y="602"/>
                  <a:pt x="333" y="602"/>
                </a:cubicBezTo>
                <a:cubicBezTo>
                  <a:pt x="333" y="616"/>
                  <a:pt x="333" y="616"/>
                  <a:pt x="333" y="616"/>
                </a:cubicBezTo>
                <a:lnTo>
                  <a:pt x="166" y="616"/>
                </a:lnTo>
                <a:close/>
                <a:moveTo>
                  <a:pt x="224" y="413"/>
                </a:moveTo>
                <a:cubicBezTo>
                  <a:pt x="207" y="381"/>
                  <a:pt x="207" y="381"/>
                  <a:pt x="207" y="381"/>
                </a:cubicBezTo>
                <a:cubicBezTo>
                  <a:pt x="243" y="404"/>
                  <a:pt x="243" y="404"/>
                  <a:pt x="243" y="404"/>
                </a:cubicBezTo>
                <a:cubicBezTo>
                  <a:pt x="247" y="407"/>
                  <a:pt x="253" y="407"/>
                  <a:pt x="257" y="404"/>
                </a:cubicBezTo>
                <a:cubicBezTo>
                  <a:pt x="292" y="381"/>
                  <a:pt x="292" y="381"/>
                  <a:pt x="292" y="381"/>
                </a:cubicBezTo>
                <a:cubicBezTo>
                  <a:pt x="275" y="413"/>
                  <a:pt x="275" y="413"/>
                  <a:pt x="275" y="413"/>
                </a:cubicBezTo>
                <a:cubicBezTo>
                  <a:pt x="274" y="415"/>
                  <a:pt x="274" y="417"/>
                  <a:pt x="274" y="419"/>
                </a:cubicBezTo>
                <a:cubicBezTo>
                  <a:pt x="274" y="577"/>
                  <a:pt x="274" y="577"/>
                  <a:pt x="274" y="577"/>
                </a:cubicBezTo>
                <a:cubicBezTo>
                  <a:pt x="226" y="577"/>
                  <a:pt x="226" y="577"/>
                  <a:pt x="226" y="577"/>
                </a:cubicBezTo>
                <a:cubicBezTo>
                  <a:pt x="226" y="419"/>
                  <a:pt x="226" y="419"/>
                  <a:pt x="226" y="419"/>
                </a:cubicBezTo>
                <a:cubicBezTo>
                  <a:pt x="226" y="417"/>
                  <a:pt x="225" y="415"/>
                  <a:pt x="224" y="413"/>
                </a:cubicBezTo>
                <a:close/>
                <a:moveTo>
                  <a:pt x="457" y="340"/>
                </a:moveTo>
                <a:cubicBezTo>
                  <a:pt x="456" y="342"/>
                  <a:pt x="456" y="342"/>
                  <a:pt x="456" y="342"/>
                </a:cubicBezTo>
                <a:cubicBezTo>
                  <a:pt x="453" y="348"/>
                  <a:pt x="444" y="362"/>
                  <a:pt x="434" y="381"/>
                </a:cubicBezTo>
                <a:cubicBezTo>
                  <a:pt x="430" y="387"/>
                  <a:pt x="430" y="387"/>
                  <a:pt x="430" y="387"/>
                </a:cubicBezTo>
                <a:cubicBezTo>
                  <a:pt x="415" y="415"/>
                  <a:pt x="387" y="464"/>
                  <a:pt x="377" y="488"/>
                </a:cubicBezTo>
                <a:cubicBezTo>
                  <a:pt x="370" y="504"/>
                  <a:pt x="357" y="540"/>
                  <a:pt x="348" y="567"/>
                </a:cubicBezTo>
                <a:cubicBezTo>
                  <a:pt x="346" y="573"/>
                  <a:pt x="340" y="577"/>
                  <a:pt x="334" y="577"/>
                </a:cubicBezTo>
                <a:cubicBezTo>
                  <a:pt x="299" y="577"/>
                  <a:pt x="299" y="577"/>
                  <a:pt x="299" y="577"/>
                </a:cubicBezTo>
                <a:cubicBezTo>
                  <a:pt x="299" y="422"/>
                  <a:pt x="299" y="422"/>
                  <a:pt x="299" y="422"/>
                </a:cubicBezTo>
                <a:cubicBezTo>
                  <a:pt x="337" y="351"/>
                  <a:pt x="337" y="351"/>
                  <a:pt x="337" y="351"/>
                </a:cubicBezTo>
                <a:cubicBezTo>
                  <a:pt x="340" y="346"/>
                  <a:pt x="339" y="340"/>
                  <a:pt x="334" y="336"/>
                </a:cubicBezTo>
                <a:cubicBezTo>
                  <a:pt x="330" y="332"/>
                  <a:pt x="324" y="331"/>
                  <a:pt x="319" y="334"/>
                </a:cubicBezTo>
                <a:cubicBezTo>
                  <a:pt x="250" y="379"/>
                  <a:pt x="250" y="379"/>
                  <a:pt x="250" y="379"/>
                </a:cubicBezTo>
                <a:cubicBezTo>
                  <a:pt x="181" y="334"/>
                  <a:pt x="181" y="334"/>
                  <a:pt x="181" y="334"/>
                </a:cubicBezTo>
                <a:cubicBezTo>
                  <a:pt x="176" y="331"/>
                  <a:pt x="170" y="332"/>
                  <a:pt x="165" y="336"/>
                </a:cubicBezTo>
                <a:cubicBezTo>
                  <a:pt x="161" y="340"/>
                  <a:pt x="160" y="346"/>
                  <a:pt x="163" y="351"/>
                </a:cubicBezTo>
                <a:cubicBezTo>
                  <a:pt x="201" y="422"/>
                  <a:pt x="201" y="422"/>
                  <a:pt x="201" y="422"/>
                </a:cubicBezTo>
                <a:cubicBezTo>
                  <a:pt x="201" y="577"/>
                  <a:pt x="201" y="577"/>
                  <a:pt x="201" y="577"/>
                </a:cubicBezTo>
                <a:cubicBezTo>
                  <a:pt x="166" y="577"/>
                  <a:pt x="166" y="577"/>
                  <a:pt x="166" y="577"/>
                </a:cubicBezTo>
                <a:cubicBezTo>
                  <a:pt x="159" y="577"/>
                  <a:pt x="153" y="573"/>
                  <a:pt x="151" y="567"/>
                </a:cubicBezTo>
                <a:cubicBezTo>
                  <a:pt x="142" y="540"/>
                  <a:pt x="130" y="504"/>
                  <a:pt x="123" y="488"/>
                </a:cubicBezTo>
                <a:cubicBezTo>
                  <a:pt x="113" y="466"/>
                  <a:pt x="88" y="420"/>
                  <a:pt x="69" y="386"/>
                </a:cubicBezTo>
                <a:cubicBezTo>
                  <a:pt x="57" y="364"/>
                  <a:pt x="47" y="347"/>
                  <a:pt x="44" y="342"/>
                </a:cubicBezTo>
                <a:cubicBezTo>
                  <a:pt x="43" y="341"/>
                  <a:pt x="43" y="341"/>
                  <a:pt x="43" y="341"/>
                </a:cubicBezTo>
                <a:cubicBezTo>
                  <a:pt x="31" y="313"/>
                  <a:pt x="25" y="284"/>
                  <a:pt x="25" y="253"/>
                </a:cubicBezTo>
                <a:cubicBezTo>
                  <a:pt x="25" y="191"/>
                  <a:pt x="51" y="131"/>
                  <a:pt x="97" y="89"/>
                </a:cubicBezTo>
                <a:cubicBezTo>
                  <a:pt x="143" y="46"/>
                  <a:pt x="203" y="25"/>
                  <a:pt x="266" y="29"/>
                </a:cubicBezTo>
                <a:cubicBezTo>
                  <a:pt x="363" y="36"/>
                  <a:pt x="446" y="106"/>
                  <a:pt x="468" y="200"/>
                </a:cubicBezTo>
                <a:cubicBezTo>
                  <a:pt x="479" y="247"/>
                  <a:pt x="476" y="296"/>
                  <a:pt x="457" y="340"/>
                </a:cubicBezTo>
                <a:close/>
                <a:moveTo>
                  <a:pt x="327" y="103"/>
                </a:moveTo>
                <a:cubicBezTo>
                  <a:pt x="325" y="110"/>
                  <a:pt x="318" y="113"/>
                  <a:pt x="311" y="111"/>
                </a:cubicBezTo>
                <a:cubicBezTo>
                  <a:pt x="294" y="106"/>
                  <a:pt x="277" y="103"/>
                  <a:pt x="259" y="103"/>
                </a:cubicBezTo>
                <a:cubicBezTo>
                  <a:pt x="166" y="103"/>
                  <a:pt x="90" y="178"/>
                  <a:pt x="90" y="271"/>
                </a:cubicBezTo>
                <a:cubicBezTo>
                  <a:pt x="90" y="278"/>
                  <a:pt x="85" y="284"/>
                  <a:pt x="78" y="284"/>
                </a:cubicBezTo>
                <a:cubicBezTo>
                  <a:pt x="71" y="284"/>
                  <a:pt x="65" y="278"/>
                  <a:pt x="65" y="271"/>
                </a:cubicBezTo>
                <a:cubicBezTo>
                  <a:pt x="65" y="165"/>
                  <a:pt x="152" y="78"/>
                  <a:pt x="259" y="78"/>
                </a:cubicBezTo>
                <a:cubicBezTo>
                  <a:pt x="279" y="78"/>
                  <a:pt x="300" y="81"/>
                  <a:pt x="319" y="87"/>
                </a:cubicBezTo>
                <a:cubicBezTo>
                  <a:pt x="326" y="90"/>
                  <a:pt x="329" y="97"/>
                  <a:pt x="327" y="10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316" name="Google Shape;316;p19"/>
          <p:cNvSpPr/>
          <p:nvPr/>
        </p:nvSpPr>
        <p:spPr>
          <a:xfrm flipH="1" rot="10800000">
            <a:off x="7492552" y="3442950"/>
            <a:ext cx="4197600" cy="4332900"/>
          </a:xfrm>
          <a:prstGeom prst="teardrop">
            <a:avLst>
              <a:gd fmla="val 10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317" name="Google Shape;317;p19"/>
          <p:cNvSpPr/>
          <p:nvPr/>
        </p:nvSpPr>
        <p:spPr>
          <a:xfrm rot="10800000">
            <a:off x="12054573" y="3442950"/>
            <a:ext cx="4197600" cy="4332900"/>
          </a:xfrm>
          <a:prstGeom prst="teardrop">
            <a:avLst>
              <a:gd fmla="val 10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318" name="Google Shape;318;p19"/>
          <p:cNvSpPr/>
          <p:nvPr/>
        </p:nvSpPr>
        <p:spPr>
          <a:xfrm flipH="1" rot="5400000">
            <a:off x="7424380" y="8217239"/>
            <a:ext cx="4332900" cy="4197600"/>
          </a:xfrm>
          <a:prstGeom prst="teardrop">
            <a:avLst>
              <a:gd fmla="val 10000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319" name="Google Shape;319;p19"/>
          <p:cNvSpPr/>
          <p:nvPr/>
        </p:nvSpPr>
        <p:spPr>
          <a:xfrm rot="-5400000">
            <a:off x="11987445" y="8242450"/>
            <a:ext cx="4332900" cy="4197600"/>
          </a:xfrm>
          <a:prstGeom prst="teardrop">
            <a:avLst>
              <a:gd fmla="val 100000" name="adj"/>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cxnSp>
        <p:nvCxnSpPr>
          <p:cNvPr id="320" name="Google Shape;320;p19"/>
          <p:cNvCxnSpPr/>
          <p:nvPr/>
        </p:nvCxnSpPr>
        <p:spPr>
          <a:xfrm>
            <a:off x="7658425" y="7990500"/>
            <a:ext cx="8606100" cy="0"/>
          </a:xfrm>
          <a:prstGeom prst="straightConnector1">
            <a:avLst/>
          </a:prstGeom>
          <a:noFill/>
          <a:ln cap="flat" cmpd="sng" w="76200">
            <a:solidFill>
              <a:schemeClr val="dk2"/>
            </a:solidFill>
            <a:prstDash val="solid"/>
            <a:round/>
            <a:headEnd len="med" w="med" type="none"/>
            <a:tailEnd len="med" w="med" type="triangle"/>
          </a:ln>
        </p:spPr>
      </p:cxnSp>
      <p:cxnSp>
        <p:nvCxnSpPr>
          <p:cNvPr id="321" name="Google Shape;321;p19"/>
          <p:cNvCxnSpPr/>
          <p:nvPr/>
        </p:nvCxnSpPr>
        <p:spPr>
          <a:xfrm>
            <a:off x="11889125" y="3157050"/>
            <a:ext cx="0" cy="9598500"/>
          </a:xfrm>
          <a:prstGeom prst="straightConnector1">
            <a:avLst/>
          </a:prstGeom>
          <a:noFill/>
          <a:ln cap="flat" cmpd="sng" w="76200">
            <a:solidFill>
              <a:schemeClr val="dk2"/>
            </a:solidFill>
            <a:prstDash val="solid"/>
            <a:round/>
            <a:headEnd len="med" w="med" type="triangle"/>
            <a:tailEnd len="med" w="med" type="none"/>
          </a:ln>
        </p:spPr>
      </p:cxnSp>
      <p:sp>
        <p:nvSpPr>
          <p:cNvPr id="322" name="Google Shape;322;p19"/>
          <p:cNvSpPr txBox="1"/>
          <p:nvPr/>
        </p:nvSpPr>
        <p:spPr>
          <a:xfrm>
            <a:off x="9379479" y="2465016"/>
            <a:ext cx="5019300" cy="5910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Crecimiento del mercado</a:t>
            </a:r>
            <a:endParaRPr b="0" i="0" sz="1400" u="none" cap="none" strike="noStrike">
              <a:solidFill>
                <a:srgbClr val="000000"/>
              </a:solidFill>
              <a:latin typeface="Arial"/>
              <a:ea typeface="Arial"/>
              <a:cs typeface="Arial"/>
              <a:sym typeface="Arial"/>
            </a:endParaRPr>
          </a:p>
        </p:txBody>
      </p:sp>
      <p:sp>
        <p:nvSpPr>
          <p:cNvPr id="323" name="Google Shape;323;p19"/>
          <p:cNvSpPr txBox="1"/>
          <p:nvPr/>
        </p:nvSpPr>
        <p:spPr>
          <a:xfrm>
            <a:off x="16357854" y="7583791"/>
            <a:ext cx="5019300" cy="5910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Penetración en el mercado</a:t>
            </a:r>
            <a:endParaRPr b="0" i="0" sz="1400" u="none" cap="none" strike="noStrike">
              <a:solidFill>
                <a:srgbClr val="000000"/>
              </a:solidFill>
              <a:latin typeface="Arial"/>
              <a:ea typeface="Arial"/>
              <a:cs typeface="Arial"/>
              <a:sym typeface="Arial"/>
            </a:endParaRPr>
          </a:p>
        </p:txBody>
      </p:sp>
      <p:pic>
        <p:nvPicPr>
          <p:cNvPr id="324" name="Google Shape;324;p19"/>
          <p:cNvPicPr preferRelativeResize="0"/>
          <p:nvPr/>
        </p:nvPicPr>
        <p:blipFill>
          <a:blip r:embed="rId3">
            <a:alphaModFix/>
          </a:blip>
          <a:stretch>
            <a:fillRect/>
          </a:stretch>
        </p:blipFill>
        <p:spPr>
          <a:xfrm>
            <a:off x="10567525" y="8205150"/>
            <a:ext cx="1049550" cy="1049550"/>
          </a:xfrm>
          <a:prstGeom prst="rect">
            <a:avLst/>
          </a:prstGeom>
          <a:noFill/>
          <a:ln>
            <a:noFill/>
          </a:ln>
        </p:spPr>
      </p:pic>
      <p:pic>
        <p:nvPicPr>
          <p:cNvPr id="325" name="Google Shape;325;p19"/>
          <p:cNvPicPr preferRelativeResize="0"/>
          <p:nvPr/>
        </p:nvPicPr>
        <p:blipFill>
          <a:blip r:embed="rId4">
            <a:alphaModFix/>
          </a:blip>
          <a:stretch>
            <a:fillRect/>
          </a:stretch>
        </p:blipFill>
        <p:spPr>
          <a:xfrm>
            <a:off x="12161175" y="8269175"/>
            <a:ext cx="1049550" cy="1049550"/>
          </a:xfrm>
          <a:prstGeom prst="rect">
            <a:avLst/>
          </a:prstGeom>
          <a:noFill/>
          <a:ln>
            <a:noFill/>
          </a:ln>
        </p:spPr>
      </p:pic>
      <p:pic>
        <p:nvPicPr>
          <p:cNvPr id="326" name="Google Shape;326;p19"/>
          <p:cNvPicPr preferRelativeResize="0"/>
          <p:nvPr/>
        </p:nvPicPr>
        <p:blipFill>
          <a:blip r:embed="rId5">
            <a:alphaModFix/>
          </a:blip>
          <a:stretch>
            <a:fillRect/>
          </a:stretch>
        </p:blipFill>
        <p:spPr>
          <a:xfrm>
            <a:off x="10567525" y="6655548"/>
            <a:ext cx="1049549" cy="1049549"/>
          </a:xfrm>
          <a:prstGeom prst="rect">
            <a:avLst/>
          </a:prstGeom>
          <a:noFill/>
          <a:ln>
            <a:noFill/>
          </a:ln>
        </p:spPr>
      </p:pic>
      <p:pic>
        <p:nvPicPr>
          <p:cNvPr id="327" name="Google Shape;327;p19"/>
          <p:cNvPicPr preferRelativeResize="0"/>
          <p:nvPr/>
        </p:nvPicPr>
        <p:blipFill>
          <a:blip r:embed="rId6">
            <a:alphaModFix/>
          </a:blip>
          <a:stretch>
            <a:fillRect/>
          </a:stretch>
        </p:blipFill>
        <p:spPr>
          <a:xfrm>
            <a:off x="12164300" y="6750775"/>
            <a:ext cx="968641" cy="961050"/>
          </a:xfrm>
          <a:prstGeom prst="rect">
            <a:avLst/>
          </a:prstGeom>
          <a:noFill/>
          <a:ln>
            <a:noFill/>
          </a:ln>
        </p:spPr>
      </p:pic>
      <p:sp>
        <p:nvSpPr>
          <p:cNvPr id="328" name="Google Shape;328;p19"/>
          <p:cNvSpPr txBox="1"/>
          <p:nvPr/>
        </p:nvSpPr>
        <p:spPr>
          <a:xfrm>
            <a:off x="9008576" y="7124500"/>
            <a:ext cx="1626600" cy="5910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1800">
                <a:solidFill>
                  <a:srgbClr val="FFFFFF"/>
                </a:solidFill>
                <a:latin typeface="Lato"/>
                <a:ea typeface="Lato"/>
                <a:cs typeface="Lato"/>
                <a:sym typeface="Lato"/>
              </a:rPr>
              <a:t>ESTRELLA</a:t>
            </a:r>
            <a:endParaRPr b="0" i="0" sz="1800" u="none" cap="none" strike="noStrike">
              <a:solidFill>
                <a:srgbClr val="FFFFFF"/>
              </a:solidFill>
              <a:latin typeface="Arial"/>
              <a:ea typeface="Arial"/>
              <a:cs typeface="Arial"/>
              <a:sym typeface="Arial"/>
            </a:endParaRPr>
          </a:p>
        </p:txBody>
      </p:sp>
      <p:sp>
        <p:nvSpPr>
          <p:cNvPr id="329" name="Google Shape;329;p19"/>
          <p:cNvSpPr txBox="1"/>
          <p:nvPr/>
        </p:nvSpPr>
        <p:spPr>
          <a:xfrm>
            <a:off x="13143087" y="7120825"/>
            <a:ext cx="1960800" cy="5910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1800">
                <a:solidFill>
                  <a:srgbClr val="FFFFFF"/>
                </a:solidFill>
                <a:latin typeface="Lato"/>
                <a:ea typeface="Lato"/>
                <a:cs typeface="Lato"/>
                <a:sym typeface="Lato"/>
              </a:rPr>
              <a:t>INTERROGANTE</a:t>
            </a:r>
            <a:endParaRPr b="0" i="0" sz="1800" u="none" cap="none" strike="noStrike">
              <a:solidFill>
                <a:srgbClr val="FFFFFF"/>
              </a:solidFill>
              <a:latin typeface="Arial"/>
              <a:ea typeface="Arial"/>
              <a:cs typeface="Arial"/>
              <a:sym typeface="Arial"/>
            </a:endParaRPr>
          </a:p>
        </p:txBody>
      </p:sp>
      <p:sp>
        <p:nvSpPr>
          <p:cNvPr id="330" name="Google Shape;330;p19"/>
          <p:cNvSpPr txBox="1"/>
          <p:nvPr/>
        </p:nvSpPr>
        <p:spPr>
          <a:xfrm>
            <a:off x="9160976" y="8496100"/>
            <a:ext cx="1626600" cy="5910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1800">
                <a:solidFill>
                  <a:srgbClr val="FFFFFF"/>
                </a:solidFill>
                <a:latin typeface="Lato"/>
                <a:ea typeface="Lato"/>
                <a:cs typeface="Lato"/>
                <a:sym typeface="Lato"/>
              </a:rPr>
              <a:t>PERRO</a:t>
            </a:r>
            <a:endParaRPr b="0" i="0" sz="1800" u="none" cap="none" strike="noStrike">
              <a:solidFill>
                <a:srgbClr val="FFFFFF"/>
              </a:solidFill>
              <a:latin typeface="Arial"/>
              <a:ea typeface="Arial"/>
              <a:cs typeface="Arial"/>
              <a:sym typeface="Arial"/>
            </a:endParaRPr>
          </a:p>
        </p:txBody>
      </p:sp>
      <p:sp>
        <p:nvSpPr>
          <p:cNvPr id="331" name="Google Shape;331;p19"/>
          <p:cNvSpPr txBox="1"/>
          <p:nvPr/>
        </p:nvSpPr>
        <p:spPr>
          <a:xfrm>
            <a:off x="12685887" y="8492425"/>
            <a:ext cx="1960800" cy="5910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1800">
                <a:solidFill>
                  <a:srgbClr val="FFFFFF"/>
                </a:solidFill>
                <a:latin typeface="Lato"/>
                <a:ea typeface="Lato"/>
                <a:cs typeface="Lato"/>
                <a:sym typeface="Lato"/>
              </a:rPr>
              <a:t>VACA</a:t>
            </a:r>
            <a:endParaRPr b="0" i="0" sz="1800" u="none" cap="none" strike="noStrike">
              <a:solidFill>
                <a:srgbClr val="FFFFFF"/>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5" name="Shape 335"/>
        <p:cNvGrpSpPr/>
        <p:nvPr/>
      </p:nvGrpSpPr>
      <p:grpSpPr>
        <a:xfrm>
          <a:off x="0" y="0"/>
          <a:ext cx="0" cy="0"/>
          <a:chOff x="0" y="0"/>
          <a:chExt cx="0" cy="0"/>
        </a:xfrm>
      </p:grpSpPr>
      <p:sp>
        <p:nvSpPr>
          <p:cNvPr id="336" name="Google Shape;336;p20"/>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Ciclo de vida del producto</a:t>
            </a:r>
            <a:endParaRPr/>
          </a:p>
        </p:txBody>
      </p:sp>
      <p:sp>
        <p:nvSpPr>
          <p:cNvPr id="337" name="Google Shape;337;p20"/>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solidFill>
                  <a:srgbClr val="000000"/>
                </a:solidFill>
              </a:rPr>
              <a:t>Análisis interno </a:t>
            </a:r>
            <a:r>
              <a:rPr lang="en-US">
                <a:solidFill>
                  <a:schemeClr val="accent2"/>
                </a:solidFill>
              </a:rPr>
              <a:t>| Productos y precios</a:t>
            </a:r>
            <a:endParaRPr b="1" i="0" sz="8800" u="none" cap="none" strike="noStrike">
              <a:solidFill>
                <a:schemeClr val="accent2"/>
              </a:solidFill>
              <a:latin typeface="Lato"/>
              <a:ea typeface="Lato"/>
              <a:cs typeface="Lato"/>
              <a:sym typeface="Lato"/>
            </a:endParaRPr>
          </a:p>
        </p:txBody>
      </p:sp>
      <p:sp>
        <p:nvSpPr>
          <p:cNvPr id="338" name="Google Shape;338;p20"/>
          <p:cNvSpPr/>
          <p:nvPr/>
        </p:nvSpPr>
        <p:spPr>
          <a:xfrm>
            <a:off x="22545799" y="870305"/>
            <a:ext cx="1172200" cy="961050"/>
          </a:xfrm>
          <a:custGeom>
            <a:rect b="b" l="l" r="r" t="t"/>
            <a:pathLst>
              <a:path extrusionOk="0" h="289" w="353">
                <a:moveTo>
                  <a:pt x="337" y="32"/>
                </a:moveTo>
                <a:cubicBezTo>
                  <a:pt x="241" y="32"/>
                  <a:pt x="241" y="32"/>
                  <a:pt x="241" y="32"/>
                </a:cubicBezTo>
                <a:cubicBezTo>
                  <a:pt x="241" y="15"/>
                  <a:pt x="226" y="0"/>
                  <a:pt x="209" y="0"/>
                </a:cubicBezTo>
                <a:cubicBezTo>
                  <a:pt x="144" y="0"/>
                  <a:pt x="144" y="0"/>
                  <a:pt x="144" y="0"/>
                </a:cubicBezTo>
                <a:cubicBezTo>
                  <a:pt x="127" y="0"/>
                  <a:pt x="112" y="15"/>
                  <a:pt x="112" y="32"/>
                </a:cubicBezTo>
                <a:cubicBezTo>
                  <a:pt x="16" y="32"/>
                  <a:pt x="16" y="32"/>
                  <a:pt x="16" y="32"/>
                </a:cubicBezTo>
                <a:cubicBezTo>
                  <a:pt x="7" y="32"/>
                  <a:pt x="0" y="40"/>
                  <a:pt x="0" y="48"/>
                </a:cubicBezTo>
                <a:cubicBezTo>
                  <a:pt x="0" y="129"/>
                  <a:pt x="0" y="129"/>
                  <a:pt x="0" y="129"/>
                </a:cubicBezTo>
                <a:cubicBezTo>
                  <a:pt x="0" y="138"/>
                  <a:pt x="7" y="145"/>
                  <a:pt x="16" y="145"/>
                </a:cubicBezTo>
                <a:cubicBezTo>
                  <a:pt x="16" y="273"/>
                  <a:pt x="16" y="273"/>
                  <a:pt x="16" y="273"/>
                </a:cubicBezTo>
                <a:cubicBezTo>
                  <a:pt x="16" y="282"/>
                  <a:pt x="23" y="289"/>
                  <a:pt x="32" y="289"/>
                </a:cubicBezTo>
                <a:cubicBezTo>
                  <a:pt x="321" y="289"/>
                  <a:pt x="321" y="289"/>
                  <a:pt x="321" y="289"/>
                </a:cubicBezTo>
                <a:cubicBezTo>
                  <a:pt x="330" y="289"/>
                  <a:pt x="337" y="282"/>
                  <a:pt x="337" y="273"/>
                </a:cubicBezTo>
                <a:cubicBezTo>
                  <a:pt x="337" y="145"/>
                  <a:pt x="337" y="145"/>
                  <a:pt x="337" y="145"/>
                </a:cubicBezTo>
                <a:cubicBezTo>
                  <a:pt x="346" y="145"/>
                  <a:pt x="353" y="138"/>
                  <a:pt x="353" y="129"/>
                </a:cubicBezTo>
                <a:cubicBezTo>
                  <a:pt x="353" y="48"/>
                  <a:pt x="353" y="48"/>
                  <a:pt x="353" y="48"/>
                </a:cubicBezTo>
                <a:cubicBezTo>
                  <a:pt x="353" y="40"/>
                  <a:pt x="346" y="32"/>
                  <a:pt x="337" y="32"/>
                </a:cubicBezTo>
                <a:moveTo>
                  <a:pt x="144" y="16"/>
                </a:moveTo>
                <a:cubicBezTo>
                  <a:pt x="209" y="16"/>
                  <a:pt x="209" y="16"/>
                  <a:pt x="209" y="16"/>
                </a:cubicBezTo>
                <a:cubicBezTo>
                  <a:pt x="217" y="16"/>
                  <a:pt x="225" y="23"/>
                  <a:pt x="225" y="32"/>
                </a:cubicBezTo>
                <a:cubicBezTo>
                  <a:pt x="128" y="32"/>
                  <a:pt x="128" y="32"/>
                  <a:pt x="128" y="32"/>
                </a:cubicBezTo>
                <a:cubicBezTo>
                  <a:pt x="128" y="23"/>
                  <a:pt x="136" y="16"/>
                  <a:pt x="144" y="16"/>
                </a:cubicBezTo>
                <a:moveTo>
                  <a:pt x="321" y="273"/>
                </a:moveTo>
                <a:cubicBezTo>
                  <a:pt x="32" y="273"/>
                  <a:pt x="32" y="273"/>
                  <a:pt x="32" y="273"/>
                </a:cubicBezTo>
                <a:cubicBezTo>
                  <a:pt x="32" y="145"/>
                  <a:pt x="32" y="145"/>
                  <a:pt x="32" y="145"/>
                </a:cubicBezTo>
                <a:cubicBezTo>
                  <a:pt x="64" y="145"/>
                  <a:pt x="64" y="145"/>
                  <a:pt x="64" y="145"/>
                </a:cubicBezTo>
                <a:cubicBezTo>
                  <a:pt x="64" y="161"/>
                  <a:pt x="64" y="161"/>
                  <a:pt x="64" y="161"/>
                </a:cubicBezTo>
                <a:cubicBezTo>
                  <a:pt x="64" y="170"/>
                  <a:pt x="71" y="177"/>
                  <a:pt x="80" y="177"/>
                </a:cubicBezTo>
                <a:cubicBezTo>
                  <a:pt x="112" y="177"/>
                  <a:pt x="112" y="177"/>
                  <a:pt x="112" y="177"/>
                </a:cubicBezTo>
                <a:cubicBezTo>
                  <a:pt x="121" y="177"/>
                  <a:pt x="128" y="170"/>
                  <a:pt x="128" y="161"/>
                </a:cubicBezTo>
                <a:cubicBezTo>
                  <a:pt x="128" y="145"/>
                  <a:pt x="128" y="145"/>
                  <a:pt x="128" y="145"/>
                </a:cubicBezTo>
                <a:cubicBezTo>
                  <a:pt x="225" y="145"/>
                  <a:pt x="225" y="145"/>
                  <a:pt x="225" y="145"/>
                </a:cubicBezTo>
                <a:cubicBezTo>
                  <a:pt x="225" y="161"/>
                  <a:pt x="225" y="161"/>
                  <a:pt x="225" y="161"/>
                </a:cubicBezTo>
                <a:cubicBezTo>
                  <a:pt x="225" y="170"/>
                  <a:pt x="232" y="177"/>
                  <a:pt x="241" y="177"/>
                </a:cubicBezTo>
                <a:cubicBezTo>
                  <a:pt x="273" y="177"/>
                  <a:pt x="273" y="177"/>
                  <a:pt x="273" y="177"/>
                </a:cubicBezTo>
                <a:cubicBezTo>
                  <a:pt x="282" y="177"/>
                  <a:pt x="289" y="170"/>
                  <a:pt x="289" y="161"/>
                </a:cubicBezTo>
                <a:cubicBezTo>
                  <a:pt x="289" y="145"/>
                  <a:pt x="289" y="145"/>
                  <a:pt x="289" y="145"/>
                </a:cubicBezTo>
                <a:cubicBezTo>
                  <a:pt x="321" y="145"/>
                  <a:pt x="321" y="145"/>
                  <a:pt x="321" y="145"/>
                </a:cubicBezTo>
                <a:lnTo>
                  <a:pt x="321" y="273"/>
                </a:lnTo>
                <a:close/>
                <a:moveTo>
                  <a:pt x="80" y="113"/>
                </a:moveTo>
                <a:cubicBezTo>
                  <a:pt x="112" y="113"/>
                  <a:pt x="112" y="113"/>
                  <a:pt x="112" y="113"/>
                </a:cubicBezTo>
                <a:cubicBezTo>
                  <a:pt x="112" y="161"/>
                  <a:pt x="112" y="161"/>
                  <a:pt x="112" y="161"/>
                </a:cubicBezTo>
                <a:cubicBezTo>
                  <a:pt x="80" y="161"/>
                  <a:pt x="80" y="161"/>
                  <a:pt x="80" y="161"/>
                </a:cubicBezTo>
                <a:lnTo>
                  <a:pt x="80" y="113"/>
                </a:lnTo>
                <a:close/>
                <a:moveTo>
                  <a:pt x="241" y="113"/>
                </a:moveTo>
                <a:cubicBezTo>
                  <a:pt x="273" y="113"/>
                  <a:pt x="273" y="113"/>
                  <a:pt x="273" y="113"/>
                </a:cubicBezTo>
                <a:cubicBezTo>
                  <a:pt x="273" y="161"/>
                  <a:pt x="273" y="161"/>
                  <a:pt x="273" y="161"/>
                </a:cubicBezTo>
                <a:cubicBezTo>
                  <a:pt x="241" y="161"/>
                  <a:pt x="241" y="161"/>
                  <a:pt x="241" y="161"/>
                </a:cubicBezTo>
                <a:lnTo>
                  <a:pt x="241" y="113"/>
                </a:lnTo>
                <a:close/>
                <a:moveTo>
                  <a:pt x="337" y="129"/>
                </a:moveTo>
                <a:cubicBezTo>
                  <a:pt x="289" y="129"/>
                  <a:pt x="289" y="129"/>
                  <a:pt x="289" y="129"/>
                </a:cubicBezTo>
                <a:cubicBezTo>
                  <a:pt x="289" y="113"/>
                  <a:pt x="289" y="113"/>
                  <a:pt x="289" y="113"/>
                </a:cubicBezTo>
                <a:cubicBezTo>
                  <a:pt x="289" y="104"/>
                  <a:pt x="282" y="97"/>
                  <a:pt x="273" y="97"/>
                </a:cubicBezTo>
                <a:cubicBezTo>
                  <a:pt x="241" y="97"/>
                  <a:pt x="241" y="97"/>
                  <a:pt x="241" y="97"/>
                </a:cubicBezTo>
                <a:cubicBezTo>
                  <a:pt x="232" y="97"/>
                  <a:pt x="225" y="104"/>
                  <a:pt x="225" y="113"/>
                </a:cubicBezTo>
                <a:cubicBezTo>
                  <a:pt x="225" y="129"/>
                  <a:pt x="225" y="129"/>
                  <a:pt x="225" y="129"/>
                </a:cubicBezTo>
                <a:cubicBezTo>
                  <a:pt x="128" y="129"/>
                  <a:pt x="128" y="129"/>
                  <a:pt x="128" y="129"/>
                </a:cubicBezTo>
                <a:cubicBezTo>
                  <a:pt x="128" y="113"/>
                  <a:pt x="128" y="113"/>
                  <a:pt x="128" y="113"/>
                </a:cubicBezTo>
                <a:cubicBezTo>
                  <a:pt x="128" y="104"/>
                  <a:pt x="121" y="97"/>
                  <a:pt x="112" y="97"/>
                </a:cubicBezTo>
                <a:cubicBezTo>
                  <a:pt x="80" y="97"/>
                  <a:pt x="80" y="97"/>
                  <a:pt x="80" y="97"/>
                </a:cubicBezTo>
                <a:cubicBezTo>
                  <a:pt x="71" y="97"/>
                  <a:pt x="64" y="104"/>
                  <a:pt x="64" y="113"/>
                </a:cubicBezTo>
                <a:cubicBezTo>
                  <a:pt x="64" y="129"/>
                  <a:pt x="64" y="129"/>
                  <a:pt x="64" y="129"/>
                </a:cubicBezTo>
                <a:cubicBezTo>
                  <a:pt x="16" y="129"/>
                  <a:pt x="16" y="129"/>
                  <a:pt x="16" y="129"/>
                </a:cubicBezTo>
                <a:cubicBezTo>
                  <a:pt x="16" y="48"/>
                  <a:pt x="16" y="48"/>
                  <a:pt x="16" y="48"/>
                </a:cubicBezTo>
                <a:cubicBezTo>
                  <a:pt x="337" y="48"/>
                  <a:pt x="337" y="48"/>
                  <a:pt x="337" y="48"/>
                </a:cubicBezTo>
                <a:lnTo>
                  <a:pt x="337" y="12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339" name="Google Shape;339;p20"/>
          <p:cNvSpPr/>
          <p:nvPr/>
        </p:nvSpPr>
        <p:spPr>
          <a:xfrm>
            <a:off x="21779798" y="333423"/>
            <a:ext cx="2112600" cy="21126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340" name="Google Shape;340;p20"/>
          <p:cNvSpPr/>
          <p:nvPr/>
        </p:nvSpPr>
        <p:spPr>
          <a:xfrm>
            <a:off x="22420189" y="766774"/>
            <a:ext cx="831797" cy="1245871"/>
          </a:xfrm>
          <a:custGeom>
            <a:rect b="b" l="l" r="r" t="t"/>
            <a:pathLst>
              <a:path extrusionOk="0" h="756" w="505">
                <a:moveTo>
                  <a:pt x="492" y="194"/>
                </a:moveTo>
                <a:cubicBezTo>
                  <a:pt x="468" y="90"/>
                  <a:pt x="375" y="12"/>
                  <a:pt x="268" y="4"/>
                </a:cubicBezTo>
                <a:cubicBezTo>
                  <a:pt x="198" y="0"/>
                  <a:pt x="131" y="23"/>
                  <a:pt x="80" y="71"/>
                </a:cubicBezTo>
                <a:cubicBezTo>
                  <a:pt x="29" y="118"/>
                  <a:pt x="0" y="184"/>
                  <a:pt x="0" y="253"/>
                </a:cubicBezTo>
                <a:cubicBezTo>
                  <a:pt x="0" y="287"/>
                  <a:pt x="7" y="320"/>
                  <a:pt x="21" y="352"/>
                </a:cubicBezTo>
                <a:cubicBezTo>
                  <a:pt x="21" y="354"/>
                  <a:pt x="21" y="354"/>
                  <a:pt x="21" y="354"/>
                </a:cubicBezTo>
                <a:cubicBezTo>
                  <a:pt x="22" y="354"/>
                  <a:pt x="22" y="354"/>
                  <a:pt x="22" y="354"/>
                </a:cubicBezTo>
                <a:cubicBezTo>
                  <a:pt x="26" y="360"/>
                  <a:pt x="35" y="377"/>
                  <a:pt x="47" y="398"/>
                </a:cubicBezTo>
                <a:cubicBezTo>
                  <a:pt x="74" y="447"/>
                  <a:pt x="93" y="481"/>
                  <a:pt x="100" y="498"/>
                </a:cubicBezTo>
                <a:cubicBezTo>
                  <a:pt x="106" y="510"/>
                  <a:pt x="115" y="537"/>
                  <a:pt x="128" y="575"/>
                </a:cubicBezTo>
                <a:cubicBezTo>
                  <a:pt x="130" y="583"/>
                  <a:pt x="135" y="589"/>
                  <a:pt x="141" y="594"/>
                </a:cubicBezTo>
                <a:cubicBezTo>
                  <a:pt x="141" y="616"/>
                  <a:pt x="141" y="616"/>
                  <a:pt x="141" y="616"/>
                </a:cubicBezTo>
                <a:cubicBezTo>
                  <a:pt x="141" y="641"/>
                  <a:pt x="141" y="641"/>
                  <a:pt x="141" y="641"/>
                </a:cubicBezTo>
                <a:cubicBezTo>
                  <a:pt x="141" y="654"/>
                  <a:pt x="141" y="654"/>
                  <a:pt x="141" y="654"/>
                </a:cubicBezTo>
                <a:cubicBezTo>
                  <a:pt x="141" y="679"/>
                  <a:pt x="141" y="679"/>
                  <a:pt x="141" y="679"/>
                </a:cubicBezTo>
                <a:cubicBezTo>
                  <a:pt x="141" y="682"/>
                  <a:pt x="141" y="682"/>
                  <a:pt x="141" y="682"/>
                </a:cubicBezTo>
                <a:cubicBezTo>
                  <a:pt x="141" y="696"/>
                  <a:pt x="150" y="708"/>
                  <a:pt x="162" y="714"/>
                </a:cubicBezTo>
                <a:cubicBezTo>
                  <a:pt x="165" y="738"/>
                  <a:pt x="185" y="756"/>
                  <a:pt x="209" y="756"/>
                </a:cubicBezTo>
                <a:cubicBezTo>
                  <a:pt x="291" y="756"/>
                  <a:pt x="291" y="756"/>
                  <a:pt x="291" y="756"/>
                </a:cubicBezTo>
                <a:cubicBezTo>
                  <a:pt x="315" y="756"/>
                  <a:pt x="335" y="738"/>
                  <a:pt x="338" y="714"/>
                </a:cubicBezTo>
                <a:cubicBezTo>
                  <a:pt x="350" y="708"/>
                  <a:pt x="358" y="696"/>
                  <a:pt x="358" y="682"/>
                </a:cubicBezTo>
                <a:cubicBezTo>
                  <a:pt x="358" y="679"/>
                  <a:pt x="358" y="679"/>
                  <a:pt x="358" y="679"/>
                </a:cubicBezTo>
                <a:cubicBezTo>
                  <a:pt x="358" y="654"/>
                  <a:pt x="358" y="654"/>
                  <a:pt x="358" y="654"/>
                </a:cubicBezTo>
                <a:cubicBezTo>
                  <a:pt x="358" y="641"/>
                  <a:pt x="358" y="641"/>
                  <a:pt x="358" y="641"/>
                </a:cubicBezTo>
                <a:cubicBezTo>
                  <a:pt x="358" y="616"/>
                  <a:pt x="358" y="616"/>
                  <a:pt x="358" y="616"/>
                </a:cubicBezTo>
                <a:cubicBezTo>
                  <a:pt x="358" y="594"/>
                  <a:pt x="358" y="594"/>
                  <a:pt x="358" y="594"/>
                </a:cubicBezTo>
                <a:cubicBezTo>
                  <a:pt x="365" y="589"/>
                  <a:pt x="369" y="583"/>
                  <a:pt x="372" y="575"/>
                </a:cubicBezTo>
                <a:cubicBezTo>
                  <a:pt x="385" y="537"/>
                  <a:pt x="394" y="510"/>
                  <a:pt x="400" y="498"/>
                </a:cubicBezTo>
                <a:cubicBezTo>
                  <a:pt x="409" y="477"/>
                  <a:pt x="433" y="433"/>
                  <a:pt x="448" y="406"/>
                </a:cubicBezTo>
                <a:cubicBezTo>
                  <a:pt x="454" y="406"/>
                  <a:pt x="454" y="406"/>
                  <a:pt x="454" y="406"/>
                </a:cubicBezTo>
                <a:cubicBezTo>
                  <a:pt x="454" y="396"/>
                  <a:pt x="454" y="396"/>
                  <a:pt x="454" y="396"/>
                </a:cubicBezTo>
                <a:cubicBezTo>
                  <a:pt x="465" y="376"/>
                  <a:pt x="474" y="360"/>
                  <a:pt x="477" y="355"/>
                </a:cubicBezTo>
                <a:cubicBezTo>
                  <a:pt x="478" y="354"/>
                  <a:pt x="478" y="354"/>
                  <a:pt x="478" y="353"/>
                </a:cubicBezTo>
                <a:cubicBezTo>
                  <a:pt x="481" y="351"/>
                  <a:pt x="481" y="351"/>
                  <a:pt x="481" y="351"/>
                </a:cubicBezTo>
                <a:cubicBezTo>
                  <a:pt x="481" y="348"/>
                  <a:pt x="481" y="348"/>
                  <a:pt x="481" y="348"/>
                </a:cubicBezTo>
                <a:cubicBezTo>
                  <a:pt x="501" y="299"/>
                  <a:pt x="505" y="246"/>
                  <a:pt x="492" y="194"/>
                </a:cubicBezTo>
                <a:close/>
                <a:moveTo>
                  <a:pt x="291" y="731"/>
                </a:moveTo>
                <a:cubicBezTo>
                  <a:pt x="209" y="731"/>
                  <a:pt x="209" y="731"/>
                  <a:pt x="209" y="731"/>
                </a:cubicBezTo>
                <a:cubicBezTo>
                  <a:pt x="200" y="731"/>
                  <a:pt x="192" y="725"/>
                  <a:pt x="188" y="718"/>
                </a:cubicBezTo>
                <a:cubicBezTo>
                  <a:pt x="312" y="718"/>
                  <a:pt x="312" y="718"/>
                  <a:pt x="312" y="718"/>
                </a:cubicBezTo>
                <a:cubicBezTo>
                  <a:pt x="308" y="725"/>
                  <a:pt x="300" y="731"/>
                  <a:pt x="291" y="731"/>
                </a:cubicBezTo>
                <a:close/>
                <a:moveTo>
                  <a:pt x="333" y="682"/>
                </a:moveTo>
                <a:cubicBezTo>
                  <a:pt x="333" y="688"/>
                  <a:pt x="329" y="693"/>
                  <a:pt x="322" y="693"/>
                </a:cubicBezTo>
                <a:cubicBezTo>
                  <a:pt x="177" y="693"/>
                  <a:pt x="177" y="693"/>
                  <a:pt x="177" y="693"/>
                </a:cubicBezTo>
                <a:cubicBezTo>
                  <a:pt x="171" y="693"/>
                  <a:pt x="166" y="688"/>
                  <a:pt x="166" y="682"/>
                </a:cubicBezTo>
                <a:cubicBezTo>
                  <a:pt x="166" y="679"/>
                  <a:pt x="166" y="679"/>
                  <a:pt x="166" y="679"/>
                </a:cubicBezTo>
                <a:cubicBezTo>
                  <a:pt x="333" y="679"/>
                  <a:pt x="333" y="679"/>
                  <a:pt x="333" y="679"/>
                </a:cubicBezTo>
                <a:lnTo>
                  <a:pt x="333" y="682"/>
                </a:lnTo>
                <a:close/>
                <a:moveTo>
                  <a:pt x="333" y="654"/>
                </a:moveTo>
                <a:cubicBezTo>
                  <a:pt x="166" y="654"/>
                  <a:pt x="166" y="654"/>
                  <a:pt x="166" y="654"/>
                </a:cubicBezTo>
                <a:cubicBezTo>
                  <a:pt x="166" y="641"/>
                  <a:pt x="166" y="641"/>
                  <a:pt x="166" y="641"/>
                </a:cubicBezTo>
                <a:cubicBezTo>
                  <a:pt x="333" y="641"/>
                  <a:pt x="333" y="641"/>
                  <a:pt x="333" y="641"/>
                </a:cubicBezTo>
                <a:lnTo>
                  <a:pt x="333" y="654"/>
                </a:lnTo>
                <a:close/>
                <a:moveTo>
                  <a:pt x="166" y="616"/>
                </a:moveTo>
                <a:cubicBezTo>
                  <a:pt x="166" y="602"/>
                  <a:pt x="166" y="602"/>
                  <a:pt x="166" y="602"/>
                </a:cubicBezTo>
                <a:cubicBezTo>
                  <a:pt x="213" y="602"/>
                  <a:pt x="213" y="602"/>
                  <a:pt x="213" y="602"/>
                </a:cubicBezTo>
                <a:cubicBezTo>
                  <a:pt x="286" y="602"/>
                  <a:pt x="286" y="602"/>
                  <a:pt x="286" y="602"/>
                </a:cubicBezTo>
                <a:cubicBezTo>
                  <a:pt x="333" y="602"/>
                  <a:pt x="333" y="602"/>
                  <a:pt x="333" y="602"/>
                </a:cubicBezTo>
                <a:cubicBezTo>
                  <a:pt x="333" y="616"/>
                  <a:pt x="333" y="616"/>
                  <a:pt x="333" y="616"/>
                </a:cubicBezTo>
                <a:lnTo>
                  <a:pt x="166" y="616"/>
                </a:lnTo>
                <a:close/>
                <a:moveTo>
                  <a:pt x="224" y="413"/>
                </a:moveTo>
                <a:cubicBezTo>
                  <a:pt x="207" y="381"/>
                  <a:pt x="207" y="381"/>
                  <a:pt x="207" y="381"/>
                </a:cubicBezTo>
                <a:cubicBezTo>
                  <a:pt x="243" y="404"/>
                  <a:pt x="243" y="404"/>
                  <a:pt x="243" y="404"/>
                </a:cubicBezTo>
                <a:cubicBezTo>
                  <a:pt x="247" y="407"/>
                  <a:pt x="253" y="407"/>
                  <a:pt x="257" y="404"/>
                </a:cubicBezTo>
                <a:cubicBezTo>
                  <a:pt x="292" y="381"/>
                  <a:pt x="292" y="381"/>
                  <a:pt x="292" y="381"/>
                </a:cubicBezTo>
                <a:cubicBezTo>
                  <a:pt x="275" y="413"/>
                  <a:pt x="275" y="413"/>
                  <a:pt x="275" y="413"/>
                </a:cubicBezTo>
                <a:cubicBezTo>
                  <a:pt x="274" y="415"/>
                  <a:pt x="274" y="417"/>
                  <a:pt x="274" y="419"/>
                </a:cubicBezTo>
                <a:cubicBezTo>
                  <a:pt x="274" y="577"/>
                  <a:pt x="274" y="577"/>
                  <a:pt x="274" y="577"/>
                </a:cubicBezTo>
                <a:cubicBezTo>
                  <a:pt x="226" y="577"/>
                  <a:pt x="226" y="577"/>
                  <a:pt x="226" y="577"/>
                </a:cubicBezTo>
                <a:cubicBezTo>
                  <a:pt x="226" y="419"/>
                  <a:pt x="226" y="419"/>
                  <a:pt x="226" y="419"/>
                </a:cubicBezTo>
                <a:cubicBezTo>
                  <a:pt x="226" y="417"/>
                  <a:pt x="225" y="415"/>
                  <a:pt x="224" y="413"/>
                </a:cubicBezTo>
                <a:close/>
                <a:moveTo>
                  <a:pt x="457" y="340"/>
                </a:moveTo>
                <a:cubicBezTo>
                  <a:pt x="456" y="342"/>
                  <a:pt x="456" y="342"/>
                  <a:pt x="456" y="342"/>
                </a:cubicBezTo>
                <a:cubicBezTo>
                  <a:pt x="453" y="348"/>
                  <a:pt x="444" y="362"/>
                  <a:pt x="434" y="381"/>
                </a:cubicBezTo>
                <a:cubicBezTo>
                  <a:pt x="430" y="387"/>
                  <a:pt x="430" y="387"/>
                  <a:pt x="430" y="387"/>
                </a:cubicBezTo>
                <a:cubicBezTo>
                  <a:pt x="415" y="415"/>
                  <a:pt x="387" y="464"/>
                  <a:pt x="377" y="488"/>
                </a:cubicBezTo>
                <a:cubicBezTo>
                  <a:pt x="370" y="504"/>
                  <a:pt x="357" y="540"/>
                  <a:pt x="348" y="567"/>
                </a:cubicBezTo>
                <a:cubicBezTo>
                  <a:pt x="346" y="573"/>
                  <a:pt x="340" y="577"/>
                  <a:pt x="334" y="577"/>
                </a:cubicBezTo>
                <a:cubicBezTo>
                  <a:pt x="299" y="577"/>
                  <a:pt x="299" y="577"/>
                  <a:pt x="299" y="577"/>
                </a:cubicBezTo>
                <a:cubicBezTo>
                  <a:pt x="299" y="422"/>
                  <a:pt x="299" y="422"/>
                  <a:pt x="299" y="422"/>
                </a:cubicBezTo>
                <a:cubicBezTo>
                  <a:pt x="337" y="351"/>
                  <a:pt x="337" y="351"/>
                  <a:pt x="337" y="351"/>
                </a:cubicBezTo>
                <a:cubicBezTo>
                  <a:pt x="340" y="346"/>
                  <a:pt x="339" y="340"/>
                  <a:pt x="334" y="336"/>
                </a:cubicBezTo>
                <a:cubicBezTo>
                  <a:pt x="330" y="332"/>
                  <a:pt x="324" y="331"/>
                  <a:pt x="319" y="334"/>
                </a:cubicBezTo>
                <a:cubicBezTo>
                  <a:pt x="250" y="379"/>
                  <a:pt x="250" y="379"/>
                  <a:pt x="250" y="379"/>
                </a:cubicBezTo>
                <a:cubicBezTo>
                  <a:pt x="181" y="334"/>
                  <a:pt x="181" y="334"/>
                  <a:pt x="181" y="334"/>
                </a:cubicBezTo>
                <a:cubicBezTo>
                  <a:pt x="176" y="331"/>
                  <a:pt x="170" y="332"/>
                  <a:pt x="165" y="336"/>
                </a:cubicBezTo>
                <a:cubicBezTo>
                  <a:pt x="161" y="340"/>
                  <a:pt x="160" y="346"/>
                  <a:pt x="163" y="351"/>
                </a:cubicBezTo>
                <a:cubicBezTo>
                  <a:pt x="201" y="422"/>
                  <a:pt x="201" y="422"/>
                  <a:pt x="201" y="422"/>
                </a:cubicBezTo>
                <a:cubicBezTo>
                  <a:pt x="201" y="577"/>
                  <a:pt x="201" y="577"/>
                  <a:pt x="201" y="577"/>
                </a:cubicBezTo>
                <a:cubicBezTo>
                  <a:pt x="166" y="577"/>
                  <a:pt x="166" y="577"/>
                  <a:pt x="166" y="577"/>
                </a:cubicBezTo>
                <a:cubicBezTo>
                  <a:pt x="159" y="577"/>
                  <a:pt x="153" y="573"/>
                  <a:pt x="151" y="567"/>
                </a:cubicBezTo>
                <a:cubicBezTo>
                  <a:pt x="142" y="540"/>
                  <a:pt x="130" y="504"/>
                  <a:pt x="123" y="488"/>
                </a:cubicBezTo>
                <a:cubicBezTo>
                  <a:pt x="113" y="466"/>
                  <a:pt x="88" y="420"/>
                  <a:pt x="69" y="386"/>
                </a:cubicBezTo>
                <a:cubicBezTo>
                  <a:pt x="57" y="364"/>
                  <a:pt x="47" y="347"/>
                  <a:pt x="44" y="342"/>
                </a:cubicBezTo>
                <a:cubicBezTo>
                  <a:pt x="43" y="341"/>
                  <a:pt x="43" y="341"/>
                  <a:pt x="43" y="341"/>
                </a:cubicBezTo>
                <a:cubicBezTo>
                  <a:pt x="31" y="313"/>
                  <a:pt x="25" y="284"/>
                  <a:pt x="25" y="253"/>
                </a:cubicBezTo>
                <a:cubicBezTo>
                  <a:pt x="25" y="191"/>
                  <a:pt x="51" y="131"/>
                  <a:pt x="97" y="89"/>
                </a:cubicBezTo>
                <a:cubicBezTo>
                  <a:pt x="143" y="46"/>
                  <a:pt x="203" y="25"/>
                  <a:pt x="266" y="29"/>
                </a:cubicBezTo>
                <a:cubicBezTo>
                  <a:pt x="363" y="36"/>
                  <a:pt x="446" y="106"/>
                  <a:pt x="468" y="200"/>
                </a:cubicBezTo>
                <a:cubicBezTo>
                  <a:pt x="479" y="247"/>
                  <a:pt x="476" y="296"/>
                  <a:pt x="457" y="340"/>
                </a:cubicBezTo>
                <a:close/>
                <a:moveTo>
                  <a:pt x="327" y="103"/>
                </a:moveTo>
                <a:cubicBezTo>
                  <a:pt x="325" y="110"/>
                  <a:pt x="318" y="113"/>
                  <a:pt x="311" y="111"/>
                </a:cubicBezTo>
                <a:cubicBezTo>
                  <a:pt x="294" y="106"/>
                  <a:pt x="277" y="103"/>
                  <a:pt x="259" y="103"/>
                </a:cubicBezTo>
                <a:cubicBezTo>
                  <a:pt x="166" y="103"/>
                  <a:pt x="90" y="178"/>
                  <a:pt x="90" y="271"/>
                </a:cubicBezTo>
                <a:cubicBezTo>
                  <a:pt x="90" y="278"/>
                  <a:pt x="85" y="284"/>
                  <a:pt x="78" y="284"/>
                </a:cubicBezTo>
                <a:cubicBezTo>
                  <a:pt x="71" y="284"/>
                  <a:pt x="65" y="278"/>
                  <a:pt x="65" y="271"/>
                </a:cubicBezTo>
                <a:cubicBezTo>
                  <a:pt x="65" y="165"/>
                  <a:pt x="152" y="78"/>
                  <a:pt x="259" y="78"/>
                </a:cubicBezTo>
                <a:cubicBezTo>
                  <a:pt x="279" y="78"/>
                  <a:pt x="300" y="81"/>
                  <a:pt x="319" y="87"/>
                </a:cubicBezTo>
                <a:cubicBezTo>
                  <a:pt x="326" y="90"/>
                  <a:pt x="329" y="97"/>
                  <a:pt x="327" y="10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pic>
        <p:nvPicPr>
          <p:cNvPr id="341" name="Google Shape;341;p20" title="Ventas frente a Mes/Año"/>
          <p:cNvPicPr preferRelativeResize="0"/>
          <p:nvPr/>
        </p:nvPicPr>
        <p:blipFill>
          <a:blip r:embed="rId3">
            <a:alphaModFix/>
          </a:blip>
          <a:stretch>
            <a:fillRect/>
          </a:stretch>
        </p:blipFill>
        <p:spPr>
          <a:xfrm>
            <a:off x="4775625" y="3414282"/>
            <a:ext cx="14165499" cy="8759000"/>
          </a:xfrm>
          <a:prstGeom prst="rect">
            <a:avLst/>
          </a:prstGeom>
          <a:noFill/>
          <a:ln>
            <a:noFill/>
          </a:ln>
        </p:spPr>
      </p:pic>
      <p:sp>
        <p:nvSpPr>
          <p:cNvPr id="342" name="Google Shape;342;p20"/>
          <p:cNvSpPr/>
          <p:nvPr/>
        </p:nvSpPr>
        <p:spPr>
          <a:xfrm>
            <a:off x="6594500" y="8638375"/>
            <a:ext cx="411300" cy="396300"/>
          </a:xfrm>
          <a:prstGeom prst="ellipse">
            <a:avLst/>
          </a:prstGeom>
          <a:solidFill>
            <a:srgbClr val="73CF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0"/>
          <p:cNvSpPr/>
          <p:nvPr/>
        </p:nvSpPr>
        <p:spPr>
          <a:xfrm>
            <a:off x="9922050" y="4673525"/>
            <a:ext cx="411300" cy="396300"/>
          </a:xfrm>
          <a:prstGeom prst="ellipse">
            <a:avLst/>
          </a:prstGeom>
          <a:solidFill>
            <a:srgbClr val="73CF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0"/>
          <p:cNvSpPr/>
          <p:nvPr/>
        </p:nvSpPr>
        <p:spPr>
          <a:xfrm>
            <a:off x="8210500" y="7019800"/>
            <a:ext cx="411300" cy="396300"/>
          </a:xfrm>
          <a:prstGeom prst="ellipse">
            <a:avLst/>
          </a:prstGeom>
          <a:solidFill>
            <a:srgbClr val="73CF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0"/>
          <p:cNvSpPr/>
          <p:nvPr/>
        </p:nvSpPr>
        <p:spPr>
          <a:xfrm>
            <a:off x="13337625" y="4737800"/>
            <a:ext cx="411300" cy="396300"/>
          </a:xfrm>
          <a:prstGeom prst="ellipse">
            <a:avLst/>
          </a:prstGeom>
          <a:solidFill>
            <a:srgbClr val="73CF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0"/>
          <p:cNvSpPr txBox="1"/>
          <p:nvPr/>
        </p:nvSpPr>
        <p:spPr>
          <a:xfrm>
            <a:off x="6853403" y="8541025"/>
            <a:ext cx="1722600" cy="5910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1800">
                <a:solidFill>
                  <a:schemeClr val="dk2"/>
                </a:solidFill>
                <a:latin typeface="Lato"/>
                <a:ea typeface="Lato"/>
                <a:cs typeface="Lato"/>
                <a:sym typeface="Lato"/>
              </a:rPr>
              <a:t>Introducción</a:t>
            </a:r>
            <a:endParaRPr b="0" i="0" sz="1800" u="none" cap="none" strike="noStrike">
              <a:solidFill>
                <a:srgbClr val="000000"/>
              </a:solidFill>
              <a:latin typeface="Arial"/>
              <a:ea typeface="Arial"/>
              <a:cs typeface="Arial"/>
              <a:sym typeface="Arial"/>
            </a:endParaRPr>
          </a:p>
        </p:txBody>
      </p:sp>
      <p:sp>
        <p:nvSpPr>
          <p:cNvPr id="347" name="Google Shape;347;p20"/>
          <p:cNvSpPr txBox="1"/>
          <p:nvPr/>
        </p:nvSpPr>
        <p:spPr>
          <a:xfrm>
            <a:off x="8434603" y="6922450"/>
            <a:ext cx="1722600" cy="5910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1800">
                <a:solidFill>
                  <a:schemeClr val="dk2"/>
                </a:solidFill>
                <a:latin typeface="Lato"/>
                <a:ea typeface="Lato"/>
                <a:cs typeface="Lato"/>
                <a:sym typeface="Lato"/>
              </a:rPr>
              <a:t>Crecimiento</a:t>
            </a:r>
            <a:endParaRPr b="0" i="0" sz="1800" u="none" cap="none" strike="noStrike">
              <a:solidFill>
                <a:srgbClr val="000000"/>
              </a:solidFill>
              <a:latin typeface="Arial"/>
              <a:ea typeface="Arial"/>
              <a:cs typeface="Arial"/>
              <a:sym typeface="Arial"/>
            </a:endParaRPr>
          </a:p>
        </p:txBody>
      </p:sp>
      <p:sp>
        <p:nvSpPr>
          <p:cNvPr id="348" name="Google Shape;348;p20"/>
          <p:cNvSpPr txBox="1"/>
          <p:nvPr/>
        </p:nvSpPr>
        <p:spPr>
          <a:xfrm>
            <a:off x="9922053" y="4478813"/>
            <a:ext cx="1722600" cy="5910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1800">
                <a:solidFill>
                  <a:schemeClr val="dk2"/>
                </a:solidFill>
                <a:latin typeface="Lato"/>
                <a:ea typeface="Lato"/>
                <a:cs typeface="Lato"/>
                <a:sym typeface="Lato"/>
              </a:rPr>
              <a:t>Madurez</a:t>
            </a:r>
            <a:endParaRPr b="0" i="0" sz="1800" u="none" cap="none" strike="noStrike">
              <a:solidFill>
                <a:srgbClr val="000000"/>
              </a:solidFill>
              <a:latin typeface="Arial"/>
              <a:ea typeface="Arial"/>
              <a:cs typeface="Arial"/>
              <a:sym typeface="Arial"/>
            </a:endParaRPr>
          </a:p>
        </p:txBody>
      </p:sp>
      <p:sp>
        <p:nvSpPr>
          <p:cNvPr id="349" name="Google Shape;349;p20"/>
          <p:cNvSpPr txBox="1"/>
          <p:nvPr/>
        </p:nvSpPr>
        <p:spPr>
          <a:xfrm>
            <a:off x="13401903" y="4737800"/>
            <a:ext cx="1722600" cy="5910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1800">
                <a:solidFill>
                  <a:schemeClr val="dk2"/>
                </a:solidFill>
                <a:latin typeface="Lato"/>
                <a:ea typeface="Lato"/>
                <a:cs typeface="Lato"/>
                <a:sym typeface="Lato"/>
              </a:rPr>
              <a:t>Declive</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53" name="Shape 353"/>
        <p:cNvGrpSpPr/>
        <p:nvPr/>
      </p:nvGrpSpPr>
      <p:grpSpPr>
        <a:xfrm>
          <a:off x="0" y="0"/>
          <a:ext cx="0" cy="0"/>
          <a:chOff x="0" y="0"/>
          <a:chExt cx="0" cy="0"/>
        </a:xfrm>
      </p:grpSpPr>
      <p:sp>
        <p:nvSpPr>
          <p:cNvPr id="354" name="Google Shape;354;p21"/>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Canales de distribución y venta</a:t>
            </a:r>
            <a:endParaRPr/>
          </a:p>
        </p:txBody>
      </p:sp>
      <p:sp>
        <p:nvSpPr>
          <p:cNvPr id="355" name="Google Shape;355;p21"/>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solidFill>
                  <a:srgbClr val="000000"/>
                </a:solidFill>
              </a:rPr>
              <a:t>Análisis interno </a:t>
            </a:r>
            <a:r>
              <a:rPr lang="en-US">
                <a:solidFill>
                  <a:schemeClr val="accent3"/>
                </a:solidFill>
              </a:rPr>
              <a:t>| Distribución y venta</a:t>
            </a:r>
            <a:endParaRPr b="1" i="0" sz="8800" u="none" cap="none" strike="noStrike">
              <a:solidFill>
                <a:schemeClr val="accent3"/>
              </a:solidFill>
              <a:latin typeface="Lato"/>
              <a:ea typeface="Lato"/>
              <a:cs typeface="Lato"/>
              <a:sym typeface="Lato"/>
            </a:endParaRPr>
          </a:p>
        </p:txBody>
      </p:sp>
      <p:sp>
        <p:nvSpPr>
          <p:cNvPr id="356" name="Google Shape;356;p21"/>
          <p:cNvSpPr/>
          <p:nvPr/>
        </p:nvSpPr>
        <p:spPr>
          <a:xfrm>
            <a:off x="22317199" y="870305"/>
            <a:ext cx="1172200" cy="961050"/>
          </a:xfrm>
          <a:custGeom>
            <a:rect b="b" l="l" r="r" t="t"/>
            <a:pathLst>
              <a:path extrusionOk="0" h="289" w="353">
                <a:moveTo>
                  <a:pt x="337" y="32"/>
                </a:moveTo>
                <a:cubicBezTo>
                  <a:pt x="241" y="32"/>
                  <a:pt x="241" y="32"/>
                  <a:pt x="241" y="32"/>
                </a:cubicBezTo>
                <a:cubicBezTo>
                  <a:pt x="241" y="15"/>
                  <a:pt x="226" y="0"/>
                  <a:pt x="209" y="0"/>
                </a:cubicBezTo>
                <a:cubicBezTo>
                  <a:pt x="144" y="0"/>
                  <a:pt x="144" y="0"/>
                  <a:pt x="144" y="0"/>
                </a:cubicBezTo>
                <a:cubicBezTo>
                  <a:pt x="127" y="0"/>
                  <a:pt x="112" y="15"/>
                  <a:pt x="112" y="32"/>
                </a:cubicBezTo>
                <a:cubicBezTo>
                  <a:pt x="16" y="32"/>
                  <a:pt x="16" y="32"/>
                  <a:pt x="16" y="32"/>
                </a:cubicBezTo>
                <a:cubicBezTo>
                  <a:pt x="7" y="32"/>
                  <a:pt x="0" y="40"/>
                  <a:pt x="0" y="48"/>
                </a:cubicBezTo>
                <a:cubicBezTo>
                  <a:pt x="0" y="129"/>
                  <a:pt x="0" y="129"/>
                  <a:pt x="0" y="129"/>
                </a:cubicBezTo>
                <a:cubicBezTo>
                  <a:pt x="0" y="138"/>
                  <a:pt x="7" y="145"/>
                  <a:pt x="16" y="145"/>
                </a:cubicBezTo>
                <a:cubicBezTo>
                  <a:pt x="16" y="273"/>
                  <a:pt x="16" y="273"/>
                  <a:pt x="16" y="273"/>
                </a:cubicBezTo>
                <a:cubicBezTo>
                  <a:pt x="16" y="282"/>
                  <a:pt x="23" y="289"/>
                  <a:pt x="32" y="289"/>
                </a:cubicBezTo>
                <a:cubicBezTo>
                  <a:pt x="321" y="289"/>
                  <a:pt x="321" y="289"/>
                  <a:pt x="321" y="289"/>
                </a:cubicBezTo>
                <a:cubicBezTo>
                  <a:pt x="330" y="289"/>
                  <a:pt x="337" y="282"/>
                  <a:pt x="337" y="273"/>
                </a:cubicBezTo>
                <a:cubicBezTo>
                  <a:pt x="337" y="145"/>
                  <a:pt x="337" y="145"/>
                  <a:pt x="337" y="145"/>
                </a:cubicBezTo>
                <a:cubicBezTo>
                  <a:pt x="346" y="145"/>
                  <a:pt x="353" y="138"/>
                  <a:pt x="353" y="129"/>
                </a:cubicBezTo>
                <a:cubicBezTo>
                  <a:pt x="353" y="48"/>
                  <a:pt x="353" y="48"/>
                  <a:pt x="353" y="48"/>
                </a:cubicBezTo>
                <a:cubicBezTo>
                  <a:pt x="353" y="40"/>
                  <a:pt x="346" y="32"/>
                  <a:pt x="337" y="32"/>
                </a:cubicBezTo>
                <a:moveTo>
                  <a:pt x="144" y="16"/>
                </a:moveTo>
                <a:cubicBezTo>
                  <a:pt x="209" y="16"/>
                  <a:pt x="209" y="16"/>
                  <a:pt x="209" y="16"/>
                </a:cubicBezTo>
                <a:cubicBezTo>
                  <a:pt x="217" y="16"/>
                  <a:pt x="225" y="23"/>
                  <a:pt x="225" y="32"/>
                </a:cubicBezTo>
                <a:cubicBezTo>
                  <a:pt x="128" y="32"/>
                  <a:pt x="128" y="32"/>
                  <a:pt x="128" y="32"/>
                </a:cubicBezTo>
                <a:cubicBezTo>
                  <a:pt x="128" y="23"/>
                  <a:pt x="136" y="16"/>
                  <a:pt x="144" y="16"/>
                </a:cubicBezTo>
                <a:moveTo>
                  <a:pt x="321" y="273"/>
                </a:moveTo>
                <a:cubicBezTo>
                  <a:pt x="32" y="273"/>
                  <a:pt x="32" y="273"/>
                  <a:pt x="32" y="273"/>
                </a:cubicBezTo>
                <a:cubicBezTo>
                  <a:pt x="32" y="145"/>
                  <a:pt x="32" y="145"/>
                  <a:pt x="32" y="145"/>
                </a:cubicBezTo>
                <a:cubicBezTo>
                  <a:pt x="64" y="145"/>
                  <a:pt x="64" y="145"/>
                  <a:pt x="64" y="145"/>
                </a:cubicBezTo>
                <a:cubicBezTo>
                  <a:pt x="64" y="161"/>
                  <a:pt x="64" y="161"/>
                  <a:pt x="64" y="161"/>
                </a:cubicBezTo>
                <a:cubicBezTo>
                  <a:pt x="64" y="170"/>
                  <a:pt x="71" y="177"/>
                  <a:pt x="80" y="177"/>
                </a:cubicBezTo>
                <a:cubicBezTo>
                  <a:pt x="112" y="177"/>
                  <a:pt x="112" y="177"/>
                  <a:pt x="112" y="177"/>
                </a:cubicBezTo>
                <a:cubicBezTo>
                  <a:pt x="121" y="177"/>
                  <a:pt x="128" y="170"/>
                  <a:pt x="128" y="161"/>
                </a:cubicBezTo>
                <a:cubicBezTo>
                  <a:pt x="128" y="145"/>
                  <a:pt x="128" y="145"/>
                  <a:pt x="128" y="145"/>
                </a:cubicBezTo>
                <a:cubicBezTo>
                  <a:pt x="225" y="145"/>
                  <a:pt x="225" y="145"/>
                  <a:pt x="225" y="145"/>
                </a:cubicBezTo>
                <a:cubicBezTo>
                  <a:pt x="225" y="161"/>
                  <a:pt x="225" y="161"/>
                  <a:pt x="225" y="161"/>
                </a:cubicBezTo>
                <a:cubicBezTo>
                  <a:pt x="225" y="170"/>
                  <a:pt x="232" y="177"/>
                  <a:pt x="241" y="177"/>
                </a:cubicBezTo>
                <a:cubicBezTo>
                  <a:pt x="273" y="177"/>
                  <a:pt x="273" y="177"/>
                  <a:pt x="273" y="177"/>
                </a:cubicBezTo>
                <a:cubicBezTo>
                  <a:pt x="282" y="177"/>
                  <a:pt x="289" y="170"/>
                  <a:pt x="289" y="161"/>
                </a:cubicBezTo>
                <a:cubicBezTo>
                  <a:pt x="289" y="145"/>
                  <a:pt x="289" y="145"/>
                  <a:pt x="289" y="145"/>
                </a:cubicBezTo>
                <a:cubicBezTo>
                  <a:pt x="321" y="145"/>
                  <a:pt x="321" y="145"/>
                  <a:pt x="321" y="145"/>
                </a:cubicBezTo>
                <a:lnTo>
                  <a:pt x="321" y="273"/>
                </a:lnTo>
                <a:close/>
                <a:moveTo>
                  <a:pt x="80" y="113"/>
                </a:moveTo>
                <a:cubicBezTo>
                  <a:pt x="112" y="113"/>
                  <a:pt x="112" y="113"/>
                  <a:pt x="112" y="113"/>
                </a:cubicBezTo>
                <a:cubicBezTo>
                  <a:pt x="112" y="161"/>
                  <a:pt x="112" y="161"/>
                  <a:pt x="112" y="161"/>
                </a:cubicBezTo>
                <a:cubicBezTo>
                  <a:pt x="80" y="161"/>
                  <a:pt x="80" y="161"/>
                  <a:pt x="80" y="161"/>
                </a:cubicBezTo>
                <a:lnTo>
                  <a:pt x="80" y="113"/>
                </a:lnTo>
                <a:close/>
                <a:moveTo>
                  <a:pt x="241" y="113"/>
                </a:moveTo>
                <a:cubicBezTo>
                  <a:pt x="273" y="113"/>
                  <a:pt x="273" y="113"/>
                  <a:pt x="273" y="113"/>
                </a:cubicBezTo>
                <a:cubicBezTo>
                  <a:pt x="273" y="161"/>
                  <a:pt x="273" y="161"/>
                  <a:pt x="273" y="161"/>
                </a:cubicBezTo>
                <a:cubicBezTo>
                  <a:pt x="241" y="161"/>
                  <a:pt x="241" y="161"/>
                  <a:pt x="241" y="161"/>
                </a:cubicBezTo>
                <a:lnTo>
                  <a:pt x="241" y="113"/>
                </a:lnTo>
                <a:close/>
                <a:moveTo>
                  <a:pt x="337" y="129"/>
                </a:moveTo>
                <a:cubicBezTo>
                  <a:pt x="289" y="129"/>
                  <a:pt x="289" y="129"/>
                  <a:pt x="289" y="129"/>
                </a:cubicBezTo>
                <a:cubicBezTo>
                  <a:pt x="289" y="113"/>
                  <a:pt x="289" y="113"/>
                  <a:pt x="289" y="113"/>
                </a:cubicBezTo>
                <a:cubicBezTo>
                  <a:pt x="289" y="104"/>
                  <a:pt x="282" y="97"/>
                  <a:pt x="273" y="97"/>
                </a:cubicBezTo>
                <a:cubicBezTo>
                  <a:pt x="241" y="97"/>
                  <a:pt x="241" y="97"/>
                  <a:pt x="241" y="97"/>
                </a:cubicBezTo>
                <a:cubicBezTo>
                  <a:pt x="232" y="97"/>
                  <a:pt x="225" y="104"/>
                  <a:pt x="225" y="113"/>
                </a:cubicBezTo>
                <a:cubicBezTo>
                  <a:pt x="225" y="129"/>
                  <a:pt x="225" y="129"/>
                  <a:pt x="225" y="129"/>
                </a:cubicBezTo>
                <a:cubicBezTo>
                  <a:pt x="128" y="129"/>
                  <a:pt x="128" y="129"/>
                  <a:pt x="128" y="129"/>
                </a:cubicBezTo>
                <a:cubicBezTo>
                  <a:pt x="128" y="113"/>
                  <a:pt x="128" y="113"/>
                  <a:pt x="128" y="113"/>
                </a:cubicBezTo>
                <a:cubicBezTo>
                  <a:pt x="128" y="104"/>
                  <a:pt x="121" y="97"/>
                  <a:pt x="112" y="97"/>
                </a:cubicBezTo>
                <a:cubicBezTo>
                  <a:pt x="80" y="97"/>
                  <a:pt x="80" y="97"/>
                  <a:pt x="80" y="97"/>
                </a:cubicBezTo>
                <a:cubicBezTo>
                  <a:pt x="71" y="97"/>
                  <a:pt x="64" y="104"/>
                  <a:pt x="64" y="113"/>
                </a:cubicBezTo>
                <a:cubicBezTo>
                  <a:pt x="64" y="129"/>
                  <a:pt x="64" y="129"/>
                  <a:pt x="64" y="129"/>
                </a:cubicBezTo>
                <a:cubicBezTo>
                  <a:pt x="16" y="129"/>
                  <a:pt x="16" y="129"/>
                  <a:pt x="16" y="129"/>
                </a:cubicBezTo>
                <a:cubicBezTo>
                  <a:pt x="16" y="48"/>
                  <a:pt x="16" y="48"/>
                  <a:pt x="16" y="48"/>
                </a:cubicBezTo>
                <a:cubicBezTo>
                  <a:pt x="337" y="48"/>
                  <a:pt x="337" y="48"/>
                  <a:pt x="337" y="48"/>
                </a:cubicBezTo>
                <a:lnTo>
                  <a:pt x="337" y="12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357" name="Google Shape;357;p21"/>
          <p:cNvSpPr/>
          <p:nvPr/>
        </p:nvSpPr>
        <p:spPr>
          <a:xfrm>
            <a:off x="21847001" y="344702"/>
            <a:ext cx="2112600" cy="211260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358" name="Google Shape;358;p21"/>
          <p:cNvSpPr/>
          <p:nvPr/>
        </p:nvSpPr>
        <p:spPr>
          <a:xfrm>
            <a:off x="22156531" y="1055983"/>
            <a:ext cx="1288473" cy="690068"/>
          </a:xfrm>
          <a:custGeom>
            <a:rect b="b" l="l" r="r" t="t"/>
            <a:pathLst>
              <a:path extrusionOk="0" h="442" w="826">
                <a:moveTo>
                  <a:pt x="826" y="211"/>
                </a:moveTo>
                <a:cubicBezTo>
                  <a:pt x="826" y="209"/>
                  <a:pt x="825" y="208"/>
                  <a:pt x="825" y="207"/>
                </a:cubicBezTo>
                <a:cubicBezTo>
                  <a:pt x="825" y="162"/>
                  <a:pt x="825" y="162"/>
                  <a:pt x="825" y="162"/>
                </a:cubicBezTo>
                <a:cubicBezTo>
                  <a:pt x="825" y="114"/>
                  <a:pt x="786" y="76"/>
                  <a:pt x="739" y="76"/>
                </a:cubicBezTo>
                <a:cubicBezTo>
                  <a:pt x="609" y="76"/>
                  <a:pt x="609" y="76"/>
                  <a:pt x="609" y="76"/>
                </a:cubicBezTo>
                <a:cubicBezTo>
                  <a:pt x="609" y="13"/>
                  <a:pt x="609" y="13"/>
                  <a:pt x="609" y="13"/>
                </a:cubicBezTo>
                <a:cubicBezTo>
                  <a:pt x="609" y="6"/>
                  <a:pt x="603" y="0"/>
                  <a:pt x="595" y="0"/>
                </a:cubicBezTo>
                <a:cubicBezTo>
                  <a:pt x="235" y="0"/>
                  <a:pt x="235" y="0"/>
                  <a:pt x="235" y="0"/>
                </a:cubicBezTo>
                <a:cubicBezTo>
                  <a:pt x="204" y="0"/>
                  <a:pt x="178" y="26"/>
                  <a:pt x="178" y="57"/>
                </a:cubicBezTo>
                <a:cubicBezTo>
                  <a:pt x="178" y="377"/>
                  <a:pt x="178" y="377"/>
                  <a:pt x="178" y="377"/>
                </a:cubicBezTo>
                <a:cubicBezTo>
                  <a:pt x="178" y="384"/>
                  <a:pt x="184" y="390"/>
                  <a:pt x="191" y="390"/>
                </a:cubicBezTo>
                <a:cubicBezTo>
                  <a:pt x="280" y="390"/>
                  <a:pt x="280" y="390"/>
                  <a:pt x="280" y="390"/>
                </a:cubicBezTo>
                <a:cubicBezTo>
                  <a:pt x="288" y="420"/>
                  <a:pt x="316" y="442"/>
                  <a:pt x="349" y="442"/>
                </a:cubicBezTo>
                <a:cubicBezTo>
                  <a:pt x="382" y="442"/>
                  <a:pt x="410" y="421"/>
                  <a:pt x="418" y="390"/>
                </a:cubicBezTo>
                <a:cubicBezTo>
                  <a:pt x="595" y="390"/>
                  <a:pt x="595" y="390"/>
                  <a:pt x="595" y="390"/>
                </a:cubicBezTo>
                <a:cubicBezTo>
                  <a:pt x="634" y="390"/>
                  <a:pt x="634" y="390"/>
                  <a:pt x="634" y="390"/>
                </a:cubicBezTo>
                <a:cubicBezTo>
                  <a:pt x="643" y="420"/>
                  <a:pt x="671" y="442"/>
                  <a:pt x="704" y="442"/>
                </a:cubicBezTo>
                <a:cubicBezTo>
                  <a:pt x="737" y="442"/>
                  <a:pt x="765" y="421"/>
                  <a:pt x="773" y="390"/>
                </a:cubicBezTo>
                <a:cubicBezTo>
                  <a:pt x="812" y="390"/>
                  <a:pt x="812" y="390"/>
                  <a:pt x="812" y="390"/>
                </a:cubicBezTo>
                <a:cubicBezTo>
                  <a:pt x="819" y="390"/>
                  <a:pt x="825" y="384"/>
                  <a:pt x="825" y="377"/>
                </a:cubicBezTo>
                <a:cubicBezTo>
                  <a:pt x="825" y="215"/>
                  <a:pt x="825" y="215"/>
                  <a:pt x="825" y="215"/>
                </a:cubicBezTo>
                <a:cubicBezTo>
                  <a:pt x="825" y="214"/>
                  <a:pt x="826" y="212"/>
                  <a:pt x="826" y="211"/>
                </a:cubicBezTo>
                <a:close/>
                <a:moveTo>
                  <a:pt x="799" y="162"/>
                </a:moveTo>
                <a:cubicBezTo>
                  <a:pt x="799" y="198"/>
                  <a:pt x="799" y="198"/>
                  <a:pt x="799" y="198"/>
                </a:cubicBezTo>
                <a:cubicBezTo>
                  <a:pt x="648" y="198"/>
                  <a:pt x="648" y="198"/>
                  <a:pt x="648" y="198"/>
                </a:cubicBezTo>
                <a:cubicBezTo>
                  <a:pt x="648" y="102"/>
                  <a:pt x="648" y="102"/>
                  <a:pt x="648" y="102"/>
                </a:cubicBezTo>
                <a:cubicBezTo>
                  <a:pt x="739" y="102"/>
                  <a:pt x="739" y="102"/>
                  <a:pt x="739" y="102"/>
                </a:cubicBezTo>
                <a:cubicBezTo>
                  <a:pt x="772" y="102"/>
                  <a:pt x="799" y="129"/>
                  <a:pt x="799" y="162"/>
                </a:cubicBezTo>
                <a:close/>
                <a:moveTo>
                  <a:pt x="622" y="102"/>
                </a:moveTo>
                <a:cubicBezTo>
                  <a:pt x="622" y="198"/>
                  <a:pt x="622" y="198"/>
                  <a:pt x="622" y="198"/>
                </a:cubicBezTo>
                <a:cubicBezTo>
                  <a:pt x="609" y="198"/>
                  <a:pt x="609" y="198"/>
                  <a:pt x="609" y="198"/>
                </a:cubicBezTo>
                <a:cubicBezTo>
                  <a:pt x="609" y="102"/>
                  <a:pt x="609" y="102"/>
                  <a:pt x="609" y="102"/>
                </a:cubicBezTo>
                <a:lnTo>
                  <a:pt x="622" y="102"/>
                </a:lnTo>
                <a:close/>
                <a:moveTo>
                  <a:pt x="205" y="57"/>
                </a:moveTo>
                <a:cubicBezTo>
                  <a:pt x="205" y="40"/>
                  <a:pt x="218" y="26"/>
                  <a:pt x="235" y="26"/>
                </a:cubicBezTo>
                <a:cubicBezTo>
                  <a:pt x="582" y="26"/>
                  <a:pt x="582" y="26"/>
                  <a:pt x="582" y="26"/>
                </a:cubicBezTo>
                <a:cubicBezTo>
                  <a:pt x="582" y="89"/>
                  <a:pt x="582" y="89"/>
                  <a:pt x="582" y="89"/>
                </a:cubicBezTo>
                <a:cubicBezTo>
                  <a:pt x="582" y="363"/>
                  <a:pt x="582" y="363"/>
                  <a:pt x="582" y="363"/>
                </a:cubicBezTo>
                <a:cubicBezTo>
                  <a:pt x="421" y="363"/>
                  <a:pt x="421" y="363"/>
                  <a:pt x="421" y="363"/>
                </a:cubicBezTo>
                <a:cubicBezTo>
                  <a:pt x="421" y="362"/>
                  <a:pt x="420" y="361"/>
                  <a:pt x="420" y="359"/>
                </a:cubicBezTo>
                <a:cubicBezTo>
                  <a:pt x="420" y="357"/>
                  <a:pt x="419" y="355"/>
                  <a:pt x="419" y="353"/>
                </a:cubicBezTo>
                <a:cubicBezTo>
                  <a:pt x="418" y="350"/>
                  <a:pt x="418" y="348"/>
                  <a:pt x="417" y="346"/>
                </a:cubicBezTo>
                <a:cubicBezTo>
                  <a:pt x="416" y="344"/>
                  <a:pt x="415" y="342"/>
                  <a:pt x="414" y="340"/>
                </a:cubicBezTo>
                <a:cubicBezTo>
                  <a:pt x="413" y="338"/>
                  <a:pt x="412" y="335"/>
                  <a:pt x="411" y="333"/>
                </a:cubicBezTo>
                <a:cubicBezTo>
                  <a:pt x="410" y="332"/>
                  <a:pt x="409" y="330"/>
                  <a:pt x="408" y="328"/>
                </a:cubicBezTo>
                <a:cubicBezTo>
                  <a:pt x="406" y="326"/>
                  <a:pt x="405" y="324"/>
                  <a:pt x="403" y="322"/>
                </a:cubicBezTo>
                <a:cubicBezTo>
                  <a:pt x="402" y="321"/>
                  <a:pt x="400" y="319"/>
                  <a:pt x="399" y="318"/>
                </a:cubicBezTo>
                <a:cubicBezTo>
                  <a:pt x="397" y="316"/>
                  <a:pt x="395" y="315"/>
                  <a:pt x="393" y="313"/>
                </a:cubicBezTo>
                <a:cubicBezTo>
                  <a:pt x="391" y="312"/>
                  <a:pt x="390" y="311"/>
                  <a:pt x="388" y="310"/>
                </a:cubicBezTo>
                <a:cubicBezTo>
                  <a:pt x="386" y="308"/>
                  <a:pt x="384" y="307"/>
                  <a:pt x="381" y="306"/>
                </a:cubicBezTo>
                <a:cubicBezTo>
                  <a:pt x="380" y="305"/>
                  <a:pt x="378" y="304"/>
                  <a:pt x="376" y="303"/>
                </a:cubicBezTo>
                <a:cubicBezTo>
                  <a:pt x="374" y="302"/>
                  <a:pt x="371" y="301"/>
                  <a:pt x="368" y="301"/>
                </a:cubicBezTo>
                <a:cubicBezTo>
                  <a:pt x="366" y="300"/>
                  <a:pt x="365" y="300"/>
                  <a:pt x="363" y="299"/>
                </a:cubicBezTo>
                <a:cubicBezTo>
                  <a:pt x="359" y="298"/>
                  <a:pt x="354" y="298"/>
                  <a:pt x="349" y="298"/>
                </a:cubicBezTo>
                <a:cubicBezTo>
                  <a:pt x="344" y="298"/>
                  <a:pt x="339" y="298"/>
                  <a:pt x="335" y="299"/>
                </a:cubicBezTo>
                <a:cubicBezTo>
                  <a:pt x="333" y="300"/>
                  <a:pt x="332" y="300"/>
                  <a:pt x="330" y="301"/>
                </a:cubicBezTo>
                <a:cubicBezTo>
                  <a:pt x="327" y="301"/>
                  <a:pt x="324" y="302"/>
                  <a:pt x="322" y="303"/>
                </a:cubicBezTo>
                <a:cubicBezTo>
                  <a:pt x="320" y="304"/>
                  <a:pt x="318" y="305"/>
                  <a:pt x="317" y="306"/>
                </a:cubicBezTo>
                <a:cubicBezTo>
                  <a:pt x="314" y="307"/>
                  <a:pt x="312" y="308"/>
                  <a:pt x="310" y="310"/>
                </a:cubicBezTo>
                <a:cubicBezTo>
                  <a:pt x="308" y="311"/>
                  <a:pt x="307" y="312"/>
                  <a:pt x="305" y="313"/>
                </a:cubicBezTo>
                <a:cubicBezTo>
                  <a:pt x="303" y="315"/>
                  <a:pt x="301" y="316"/>
                  <a:pt x="299" y="318"/>
                </a:cubicBezTo>
                <a:cubicBezTo>
                  <a:pt x="298" y="319"/>
                  <a:pt x="296" y="321"/>
                  <a:pt x="295" y="322"/>
                </a:cubicBezTo>
                <a:cubicBezTo>
                  <a:pt x="293" y="324"/>
                  <a:pt x="292" y="326"/>
                  <a:pt x="290" y="328"/>
                </a:cubicBezTo>
                <a:cubicBezTo>
                  <a:pt x="289" y="330"/>
                  <a:pt x="288" y="332"/>
                  <a:pt x="287" y="333"/>
                </a:cubicBezTo>
                <a:cubicBezTo>
                  <a:pt x="286" y="335"/>
                  <a:pt x="285" y="338"/>
                  <a:pt x="284" y="340"/>
                </a:cubicBezTo>
                <a:cubicBezTo>
                  <a:pt x="283" y="342"/>
                  <a:pt x="282" y="344"/>
                  <a:pt x="281" y="346"/>
                </a:cubicBezTo>
                <a:cubicBezTo>
                  <a:pt x="280" y="348"/>
                  <a:pt x="280" y="350"/>
                  <a:pt x="279" y="353"/>
                </a:cubicBezTo>
                <a:cubicBezTo>
                  <a:pt x="279" y="355"/>
                  <a:pt x="278" y="357"/>
                  <a:pt x="278" y="359"/>
                </a:cubicBezTo>
                <a:cubicBezTo>
                  <a:pt x="278" y="361"/>
                  <a:pt x="277" y="362"/>
                  <a:pt x="277" y="363"/>
                </a:cubicBezTo>
                <a:cubicBezTo>
                  <a:pt x="205" y="363"/>
                  <a:pt x="205" y="363"/>
                  <a:pt x="205" y="363"/>
                </a:cubicBezTo>
                <a:lnTo>
                  <a:pt x="205" y="57"/>
                </a:lnTo>
                <a:close/>
                <a:moveTo>
                  <a:pt x="349" y="416"/>
                </a:moveTo>
                <a:cubicBezTo>
                  <a:pt x="326" y="416"/>
                  <a:pt x="306" y="398"/>
                  <a:pt x="303" y="376"/>
                </a:cubicBezTo>
                <a:cubicBezTo>
                  <a:pt x="303" y="374"/>
                  <a:pt x="303" y="372"/>
                  <a:pt x="303" y="370"/>
                </a:cubicBezTo>
                <a:cubicBezTo>
                  <a:pt x="303" y="345"/>
                  <a:pt x="324" y="324"/>
                  <a:pt x="349" y="324"/>
                </a:cubicBezTo>
                <a:cubicBezTo>
                  <a:pt x="374" y="324"/>
                  <a:pt x="395" y="345"/>
                  <a:pt x="395" y="370"/>
                </a:cubicBezTo>
                <a:cubicBezTo>
                  <a:pt x="395" y="372"/>
                  <a:pt x="395" y="374"/>
                  <a:pt x="395" y="375"/>
                </a:cubicBezTo>
                <a:cubicBezTo>
                  <a:pt x="392" y="398"/>
                  <a:pt x="372" y="416"/>
                  <a:pt x="349" y="416"/>
                </a:cubicBezTo>
                <a:close/>
                <a:moveTo>
                  <a:pt x="704" y="416"/>
                </a:moveTo>
                <a:cubicBezTo>
                  <a:pt x="680" y="416"/>
                  <a:pt x="661" y="398"/>
                  <a:pt x="658" y="376"/>
                </a:cubicBezTo>
                <a:cubicBezTo>
                  <a:pt x="658" y="374"/>
                  <a:pt x="658" y="372"/>
                  <a:pt x="658" y="370"/>
                </a:cubicBezTo>
                <a:cubicBezTo>
                  <a:pt x="658" y="345"/>
                  <a:pt x="679" y="324"/>
                  <a:pt x="704" y="324"/>
                </a:cubicBezTo>
                <a:cubicBezTo>
                  <a:pt x="729" y="324"/>
                  <a:pt x="750" y="345"/>
                  <a:pt x="750" y="370"/>
                </a:cubicBezTo>
                <a:cubicBezTo>
                  <a:pt x="750" y="372"/>
                  <a:pt x="750" y="374"/>
                  <a:pt x="750" y="375"/>
                </a:cubicBezTo>
                <a:cubicBezTo>
                  <a:pt x="747" y="398"/>
                  <a:pt x="727" y="416"/>
                  <a:pt x="704" y="416"/>
                </a:cubicBezTo>
                <a:close/>
                <a:moveTo>
                  <a:pt x="776" y="363"/>
                </a:moveTo>
                <a:cubicBezTo>
                  <a:pt x="776" y="362"/>
                  <a:pt x="775" y="361"/>
                  <a:pt x="775" y="359"/>
                </a:cubicBezTo>
                <a:cubicBezTo>
                  <a:pt x="775" y="357"/>
                  <a:pt x="774" y="355"/>
                  <a:pt x="774" y="353"/>
                </a:cubicBezTo>
                <a:cubicBezTo>
                  <a:pt x="773" y="350"/>
                  <a:pt x="772" y="348"/>
                  <a:pt x="772" y="346"/>
                </a:cubicBezTo>
                <a:cubicBezTo>
                  <a:pt x="771" y="344"/>
                  <a:pt x="770" y="342"/>
                  <a:pt x="769" y="340"/>
                </a:cubicBezTo>
                <a:cubicBezTo>
                  <a:pt x="768" y="338"/>
                  <a:pt x="767" y="335"/>
                  <a:pt x="766" y="333"/>
                </a:cubicBezTo>
                <a:cubicBezTo>
                  <a:pt x="765" y="332"/>
                  <a:pt x="764" y="330"/>
                  <a:pt x="763" y="328"/>
                </a:cubicBezTo>
                <a:cubicBezTo>
                  <a:pt x="761" y="326"/>
                  <a:pt x="759" y="324"/>
                  <a:pt x="758" y="322"/>
                </a:cubicBezTo>
                <a:cubicBezTo>
                  <a:pt x="756" y="321"/>
                  <a:pt x="755" y="319"/>
                  <a:pt x="754" y="318"/>
                </a:cubicBezTo>
                <a:cubicBezTo>
                  <a:pt x="752" y="316"/>
                  <a:pt x="750" y="315"/>
                  <a:pt x="748" y="313"/>
                </a:cubicBezTo>
                <a:cubicBezTo>
                  <a:pt x="746" y="312"/>
                  <a:pt x="745" y="311"/>
                  <a:pt x="743" y="310"/>
                </a:cubicBezTo>
                <a:cubicBezTo>
                  <a:pt x="741" y="308"/>
                  <a:pt x="739" y="307"/>
                  <a:pt x="736" y="306"/>
                </a:cubicBezTo>
                <a:cubicBezTo>
                  <a:pt x="734" y="305"/>
                  <a:pt x="733" y="304"/>
                  <a:pt x="731" y="303"/>
                </a:cubicBezTo>
                <a:cubicBezTo>
                  <a:pt x="728" y="302"/>
                  <a:pt x="726" y="301"/>
                  <a:pt x="723" y="301"/>
                </a:cubicBezTo>
                <a:cubicBezTo>
                  <a:pt x="721" y="300"/>
                  <a:pt x="720" y="300"/>
                  <a:pt x="718" y="299"/>
                </a:cubicBezTo>
                <a:cubicBezTo>
                  <a:pt x="714" y="298"/>
                  <a:pt x="709" y="298"/>
                  <a:pt x="704" y="298"/>
                </a:cubicBezTo>
                <a:cubicBezTo>
                  <a:pt x="699" y="298"/>
                  <a:pt x="694" y="298"/>
                  <a:pt x="690" y="299"/>
                </a:cubicBezTo>
                <a:cubicBezTo>
                  <a:pt x="688" y="300"/>
                  <a:pt x="687" y="300"/>
                  <a:pt x="685" y="301"/>
                </a:cubicBezTo>
                <a:cubicBezTo>
                  <a:pt x="682" y="301"/>
                  <a:pt x="679" y="302"/>
                  <a:pt x="677" y="303"/>
                </a:cubicBezTo>
                <a:cubicBezTo>
                  <a:pt x="675" y="304"/>
                  <a:pt x="673" y="305"/>
                  <a:pt x="672" y="306"/>
                </a:cubicBezTo>
                <a:cubicBezTo>
                  <a:pt x="669" y="307"/>
                  <a:pt x="667" y="308"/>
                  <a:pt x="665" y="310"/>
                </a:cubicBezTo>
                <a:cubicBezTo>
                  <a:pt x="663" y="311"/>
                  <a:pt x="662" y="312"/>
                  <a:pt x="660" y="313"/>
                </a:cubicBezTo>
                <a:cubicBezTo>
                  <a:pt x="658" y="315"/>
                  <a:pt x="656" y="316"/>
                  <a:pt x="654" y="318"/>
                </a:cubicBezTo>
                <a:cubicBezTo>
                  <a:pt x="653" y="319"/>
                  <a:pt x="651" y="321"/>
                  <a:pt x="650" y="322"/>
                </a:cubicBezTo>
                <a:cubicBezTo>
                  <a:pt x="648" y="324"/>
                  <a:pt x="647" y="326"/>
                  <a:pt x="645" y="328"/>
                </a:cubicBezTo>
                <a:cubicBezTo>
                  <a:pt x="644" y="330"/>
                  <a:pt x="643" y="332"/>
                  <a:pt x="642" y="333"/>
                </a:cubicBezTo>
                <a:cubicBezTo>
                  <a:pt x="641" y="335"/>
                  <a:pt x="640" y="338"/>
                  <a:pt x="638" y="340"/>
                </a:cubicBezTo>
                <a:cubicBezTo>
                  <a:pt x="638" y="342"/>
                  <a:pt x="637" y="344"/>
                  <a:pt x="636" y="346"/>
                </a:cubicBezTo>
                <a:cubicBezTo>
                  <a:pt x="635" y="348"/>
                  <a:pt x="635" y="350"/>
                  <a:pt x="634" y="353"/>
                </a:cubicBezTo>
                <a:cubicBezTo>
                  <a:pt x="633" y="355"/>
                  <a:pt x="633" y="357"/>
                  <a:pt x="633" y="359"/>
                </a:cubicBezTo>
                <a:cubicBezTo>
                  <a:pt x="633" y="361"/>
                  <a:pt x="632" y="362"/>
                  <a:pt x="632" y="363"/>
                </a:cubicBezTo>
                <a:cubicBezTo>
                  <a:pt x="609" y="363"/>
                  <a:pt x="609" y="363"/>
                  <a:pt x="609" y="363"/>
                </a:cubicBezTo>
                <a:cubicBezTo>
                  <a:pt x="609" y="224"/>
                  <a:pt x="609" y="224"/>
                  <a:pt x="609" y="224"/>
                </a:cubicBezTo>
                <a:cubicBezTo>
                  <a:pt x="633" y="224"/>
                  <a:pt x="633" y="224"/>
                  <a:pt x="633" y="224"/>
                </a:cubicBezTo>
                <a:cubicBezTo>
                  <a:pt x="633" y="224"/>
                  <a:pt x="634" y="225"/>
                  <a:pt x="635" y="225"/>
                </a:cubicBezTo>
                <a:cubicBezTo>
                  <a:pt x="636" y="225"/>
                  <a:pt x="637" y="224"/>
                  <a:pt x="638" y="224"/>
                </a:cubicBezTo>
                <a:cubicBezTo>
                  <a:pt x="799" y="224"/>
                  <a:pt x="799" y="224"/>
                  <a:pt x="799" y="224"/>
                </a:cubicBezTo>
                <a:cubicBezTo>
                  <a:pt x="799" y="363"/>
                  <a:pt x="799" y="363"/>
                  <a:pt x="799" y="363"/>
                </a:cubicBezTo>
                <a:lnTo>
                  <a:pt x="776" y="363"/>
                </a:lnTo>
                <a:close/>
                <a:moveTo>
                  <a:pt x="158" y="191"/>
                </a:moveTo>
                <a:cubicBezTo>
                  <a:pt x="158" y="199"/>
                  <a:pt x="152" y="205"/>
                  <a:pt x="145" y="205"/>
                </a:cubicBezTo>
                <a:cubicBezTo>
                  <a:pt x="13" y="205"/>
                  <a:pt x="13" y="205"/>
                  <a:pt x="13" y="205"/>
                </a:cubicBezTo>
                <a:cubicBezTo>
                  <a:pt x="6" y="205"/>
                  <a:pt x="0" y="199"/>
                  <a:pt x="0" y="191"/>
                </a:cubicBezTo>
                <a:cubicBezTo>
                  <a:pt x="0" y="184"/>
                  <a:pt x="6" y="178"/>
                  <a:pt x="13" y="178"/>
                </a:cubicBezTo>
                <a:cubicBezTo>
                  <a:pt x="145" y="178"/>
                  <a:pt x="145" y="178"/>
                  <a:pt x="145" y="178"/>
                </a:cubicBezTo>
                <a:cubicBezTo>
                  <a:pt x="152" y="178"/>
                  <a:pt x="158" y="184"/>
                  <a:pt x="158" y="191"/>
                </a:cubicBezTo>
                <a:close/>
                <a:moveTo>
                  <a:pt x="158" y="125"/>
                </a:moveTo>
                <a:cubicBezTo>
                  <a:pt x="158" y="132"/>
                  <a:pt x="152" y="138"/>
                  <a:pt x="145" y="138"/>
                </a:cubicBezTo>
                <a:cubicBezTo>
                  <a:pt x="77" y="138"/>
                  <a:pt x="77" y="138"/>
                  <a:pt x="77" y="138"/>
                </a:cubicBezTo>
                <a:cubicBezTo>
                  <a:pt x="70" y="138"/>
                  <a:pt x="64" y="132"/>
                  <a:pt x="64" y="125"/>
                </a:cubicBezTo>
                <a:cubicBezTo>
                  <a:pt x="64" y="118"/>
                  <a:pt x="70" y="112"/>
                  <a:pt x="77" y="112"/>
                </a:cubicBezTo>
                <a:cubicBezTo>
                  <a:pt x="145" y="112"/>
                  <a:pt x="145" y="112"/>
                  <a:pt x="145" y="112"/>
                </a:cubicBezTo>
                <a:cubicBezTo>
                  <a:pt x="152" y="112"/>
                  <a:pt x="158" y="118"/>
                  <a:pt x="158" y="125"/>
                </a:cubicBezTo>
                <a:close/>
                <a:moveTo>
                  <a:pt x="158" y="258"/>
                </a:moveTo>
                <a:cubicBezTo>
                  <a:pt x="158" y="265"/>
                  <a:pt x="152" y="271"/>
                  <a:pt x="145" y="271"/>
                </a:cubicBezTo>
                <a:cubicBezTo>
                  <a:pt x="77" y="271"/>
                  <a:pt x="77" y="271"/>
                  <a:pt x="77" y="271"/>
                </a:cubicBezTo>
                <a:cubicBezTo>
                  <a:pt x="70" y="271"/>
                  <a:pt x="64" y="265"/>
                  <a:pt x="64" y="258"/>
                </a:cubicBezTo>
                <a:cubicBezTo>
                  <a:pt x="64" y="251"/>
                  <a:pt x="70" y="245"/>
                  <a:pt x="77" y="245"/>
                </a:cubicBezTo>
                <a:cubicBezTo>
                  <a:pt x="145" y="245"/>
                  <a:pt x="145" y="245"/>
                  <a:pt x="145" y="245"/>
                </a:cubicBezTo>
                <a:cubicBezTo>
                  <a:pt x="152" y="245"/>
                  <a:pt x="158" y="251"/>
                  <a:pt x="158" y="258"/>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359" name="Google Shape;359;p21"/>
          <p:cNvSpPr/>
          <p:nvPr/>
        </p:nvSpPr>
        <p:spPr>
          <a:xfrm>
            <a:off x="3339038" y="7406580"/>
            <a:ext cx="1716000" cy="1716000"/>
          </a:xfrm>
          <a:prstGeom prst="ellipse">
            <a:avLst/>
          </a:prstGeom>
          <a:noFill/>
          <a:ln cap="flat" cmpd="sng" w="19050">
            <a:solidFill>
              <a:srgbClr val="C9C9C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360" name="Google Shape;360;p21"/>
          <p:cNvSpPr/>
          <p:nvPr/>
        </p:nvSpPr>
        <p:spPr>
          <a:xfrm>
            <a:off x="8360874" y="7406580"/>
            <a:ext cx="1716000" cy="1716000"/>
          </a:xfrm>
          <a:prstGeom prst="ellipse">
            <a:avLst/>
          </a:prstGeom>
          <a:noFill/>
          <a:ln cap="flat" cmpd="sng" w="19050">
            <a:solidFill>
              <a:srgbClr val="C9C9C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361" name="Google Shape;361;p21"/>
          <p:cNvSpPr/>
          <p:nvPr/>
        </p:nvSpPr>
        <p:spPr>
          <a:xfrm>
            <a:off x="13382710" y="7406580"/>
            <a:ext cx="1716000" cy="1716000"/>
          </a:xfrm>
          <a:prstGeom prst="ellipse">
            <a:avLst/>
          </a:prstGeom>
          <a:noFill/>
          <a:ln cap="flat" cmpd="sng" w="19050">
            <a:solidFill>
              <a:srgbClr val="C9C9C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362" name="Google Shape;362;p21"/>
          <p:cNvSpPr/>
          <p:nvPr/>
        </p:nvSpPr>
        <p:spPr>
          <a:xfrm>
            <a:off x="18404545" y="7406580"/>
            <a:ext cx="1716000" cy="1716000"/>
          </a:xfrm>
          <a:prstGeom prst="ellipse">
            <a:avLst/>
          </a:prstGeom>
          <a:noFill/>
          <a:ln cap="flat" cmpd="sng" w="19050">
            <a:solidFill>
              <a:srgbClr val="C9C9C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grpSp>
        <p:nvGrpSpPr>
          <p:cNvPr id="363" name="Google Shape;363;p21"/>
          <p:cNvGrpSpPr/>
          <p:nvPr/>
        </p:nvGrpSpPr>
        <p:grpSpPr>
          <a:xfrm>
            <a:off x="2057400" y="9354191"/>
            <a:ext cx="4279200" cy="1531555"/>
            <a:chOff x="1676400" y="6928348"/>
            <a:chExt cx="4279200" cy="1531555"/>
          </a:xfrm>
        </p:grpSpPr>
        <p:sp>
          <p:nvSpPr>
            <p:cNvPr id="364" name="Google Shape;364;p21"/>
            <p:cNvSpPr txBox="1"/>
            <p:nvPr/>
          </p:nvSpPr>
          <p:spPr>
            <a:xfrm>
              <a:off x="1676400" y="7618703"/>
              <a:ext cx="4279200" cy="841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Desarrollo de producto </a:t>
              </a:r>
              <a:endParaRPr sz="2400">
                <a:solidFill>
                  <a:schemeClr val="dk2"/>
                </a:solidFill>
                <a:latin typeface="Lato Light"/>
                <a:ea typeface="Lato Light"/>
                <a:cs typeface="Lato Light"/>
                <a:sym typeface="Lato Light"/>
              </a:endParaRPr>
            </a:p>
            <a:p>
              <a:pPr indent="0" lvl="0" marL="0" marR="0" rtl="0" algn="ctr">
                <a:lnSpc>
                  <a:spcPct val="120000"/>
                </a:lnSpc>
                <a:spcBef>
                  <a:spcPts val="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y plan de marketing</a:t>
              </a:r>
              <a:endParaRPr b="0" i="0" sz="2400" u="none" cap="none" strike="noStrike">
                <a:solidFill>
                  <a:schemeClr val="dk2"/>
                </a:solidFill>
                <a:latin typeface="Lato Light"/>
                <a:ea typeface="Lato Light"/>
                <a:cs typeface="Lato Light"/>
                <a:sym typeface="Lato Light"/>
              </a:endParaRPr>
            </a:p>
          </p:txBody>
        </p:sp>
        <p:sp>
          <p:nvSpPr>
            <p:cNvPr id="365" name="Google Shape;365;p21"/>
            <p:cNvSpPr txBox="1"/>
            <p:nvPr/>
          </p:nvSpPr>
          <p:spPr>
            <a:xfrm>
              <a:off x="1676400" y="6928348"/>
              <a:ext cx="4279200" cy="5910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Empresa</a:t>
              </a:r>
              <a:endParaRPr b="0" i="0" sz="1400" u="none" cap="none" strike="noStrike">
                <a:solidFill>
                  <a:srgbClr val="000000"/>
                </a:solidFill>
                <a:latin typeface="Arial"/>
                <a:ea typeface="Arial"/>
                <a:cs typeface="Arial"/>
                <a:sym typeface="Arial"/>
              </a:endParaRPr>
            </a:p>
          </p:txBody>
        </p:sp>
      </p:grpSp>
      <p:grpSp>
        <p:nvGrpSpPr>
          <p:cNvPr id="366" name="Google Shape;366;p21"/>
          <p:cNvGrpSpPr/>
          <p:nvPr/>
        </p:nvGrpSpPr>
        <p:grpSpPr>
          <a:xfrm>
            <a:off x="7079236" y="9354191"/>
            <a:ext cx="4279200" cy="1531555"/>
            <a:chOff x="1676400" y="6928348"/>
            <a:chExt cx="4279200" cy="1531555"/>
          </a:xfrm>
        </p:grpSpPr>
        <p:sp>
          <p:nvSpPr>
            <p:cNvPr id="367" name="Google Shape;367;p21"/>
            <p:cNvSpPr txBox="1"/>
            <p:nvPr/>
          </p:nvSpPr>
          <p:spPr>
            <a:xfrm>
              <a:off x="1676400" y="7618703"/>
              <a:ext cx="4279200" cy="841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t/>
              </a:r>
              <a:endParaRPr b="0" i="0" sz="2400" u="none" cap="none" strike="noStrike">
                <a:solidFill>
                  <a:schemeClr val="dk2"/>
                </a:solidFill>
                <a:latin typeface="Lato Light"/>
                <a:ea typeface="Lato Light"/>
                <a:cs typeface="Lato Light"/>
                <a:sym typeface="Lato Light"/>
              </a:endParaRPr>
            </a:p>
          </p:txBody>
        </p:sp>
        <p:sp>
          <p:nvSpPr>
            <p:cNvPr id="368" name="Google Shape;368;p21"/>
            <p:cNvSpPr txBox="1"/>
            <p:nvPr/>
          </p:nvSpPr>
          <p:spPr>
            <a:xfrm>
              <a:off x="1676400" y="6928348"/>
              <a:ext cx="4279200" cy="5910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Tienda online propia</a:t>
              </a:r>
              <a:endParaRPr b="0" i="0" sz="1400" u="none" cap="none" strike="noStrike">
                <a:solidFill>
                  <a:srgbClr val="000000"/>
                </a:solidFill>
                <a:latin typeface="Arial"/>
                <a:ea typeface="Arial"/>
                <a:cs typeface="Arial"/>
                <a:sym typeface="Arial"/>
              </a:endParaRPr>
            </a:p>
          </p:txBody>
        </p:sp>
      </p:grpSp>
      <p:grpSp>
        <p:nvGrpSpPr>
          <p:cNvPr id="369" name="Google Shape;369;p21"/>
          <p:cNvGrpSpPr/>
          <p:nvPr/>
        </p:nvGrpSpPr>
        <p:grpSpPr>
          <a:xfrm>
            <a:off x="12101072" y="9354191"/>
            <a:ext cx="4279200" cy="1531555"/>
            <a:chOff x="1676400" y="6928348"/>
            <a:chExt cx="4279200" cy="1531555"/>
          </a:xfrm>
        </p:grpSpPr>
        <p:sp>
          <p:nvSpPr>
            <p:cNvPr id="370" name="Google Shape;370;p21"/>
            <p:cNvSpPr txBox="1"/>
            <p:nvPr/>
          </p:nvSpPr>
          <p:spPr>
            <a:xfrm>
              <a:off x="1676400" y="7618703"/>
              <a:ext cx="4279200" cy="841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Agencia de transportes</a:t>
              </a:r>
              <a:endParaRPr b="0" i="0" sz="2400" u="none" cap="none" strike="noStrike">
                <a:solidFill>
                  <a:schemeClr val="dk2"/>
                </a:solidFill>
                <a:latin typeface="Lato Light"/>
                <a:ea typeface="Lato Light"/>
                <a:cs typeface="Lato Light"/>
                <a:sym typeface="Lato Light"/>
              </a:endParaRPr>
            </a:p>
          </p:txBody>
        </p:sp>
        <p:sp>
          <p:nvSpPr>
            <p:cNvPr id="371" name="Google Shape;371;p21"/>
            <p:cNvSpPr txBox="1"/>
            <p:nvPr/>
          </p:nvSpPr>
          <p:spPr>
            <a:xfrm>
              <a:off x="1676400" y="6928348"/>
              <a:ext cx="4279200" cy="5307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Envío</a:t>
              </a:r>
              <a:endParaRPr b="0" i="0" sz="1400" u="none" cap="none" strike="noStrike">
                <a:solidFill>
                  <a:srgbClr val="000000"/>
                </a:solidFill>
                <a:latin typeface="Arial"/>
                <a:ea typeface="Arial"/>
                <a:cs typeface="Arial"/>
                <a:sym typeface="Arial"/>
              </a:endParaRPr>
            </a:p>
          </p:txBody>
        </p:sp>
      </p:grpSp>
      <p:grpSp>
        <p:nvGrpSpPr>
          <p:cNvPr id="372" name="Google Shape;372;p21"/>
          <p:cNvGrpSpPr/>
          <p:nvPr/>
        </p:nvGrpSpPr>
        <p:grpSpPr>
          <a:xfrm>
            <a:off x="17122908" y="9354191"/>
            <a:ext cx="4279200" cy="1531555"/>
            <a:chOff x="1676400" y="6928348"/>
            <a:chExt cx="4279200" cy="1531555"/>
          </a:xfrm>
        </p:grpSpPr>
        <p:sp>
          <p:nvSpPr>
            <p:cNvPr id="373" name="Google Shape;373;p21"/>
            <p:cNvSpPr txBox="1"/>
            <p:nvPr/>
          </p:nvSpPr>
          <p:spPr>
            <a:xfrm>
              <a:off x="1676400" y="7618703"/>
              <a:ext cx="4279200" cy="841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t/>
              </a:r>
              <a:endParaRPr b="0" i="0" sz="2400" u="none" cap="none" strike="noStrike">
                <a:solidFill>
                  <a:schemeClr val="dk2"/>
                </a:solidFill>
                <a:latin typeface="Lato Light"/>
                <a:ea typeface="Lato Light"/>
                <a:cs typeface="Lato Light"/>
                <a:sym typeface="Lato Light"/>
              </a:endParaRPr>
            </a:p>
          </p:txBody>
        </p:sp>
        <p:sp>
          <p:nvSpPr>
            <p:cNvPr id="374" name="Google Shape;374;p21"/>
            <p:cNvSpPr txBox="1"/>
            <p:nvPr/>
          </p:nvSpPr>
          <p:spPr>
            <a:xfrm>
              <a:off x="1676400" y="6928348"/>
              <a:ext cx="4279200" cy="5910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Consumidor</a:t>
              </a:r>
              <a:endParaRPr b="0" i="0" sz="1400" u="none" cap="none" strike="noStrike">
                <a:solidFill>
                  <a:srgbClr val="000000"/>
                </a:solidFill>
                <a:latin typeface="Arial"/>
                <a:ea typeface="Arial"/>
                <a:cs typeface="Arial"/>
                <a:sym typeface="Arial"/>
              </a:endParaRPr>
            </a:p>
          </p:txBody>
        </p:sp>
      </p:grpSp>
      <p:sp>
        <p:nvSpPr>
          <p:cNvPr id="375" name="Google Shape;375;p21"/>
          <p:cNvSpPr txBox="1"/>
          <p:nvPr/>
        </p:nvSpPr>
        <p:spPr>
          <a:xfrm>
            <a:off x="7180711" y="10217554"/>
            <a:ext cx="4279200" cy="5307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Marketplace (Amazon)</a:t>
            </a:r>
            <a:endParaRPr b="0" i="0" sz="1400" u="none" cap="none" strike="noStrike">
              <a:solidFill>
                <a:srgbClr val="000000"/>
              </a:solidFill>
              <a:latin typeface="Arial"/>
              <a:ea typeface="Arial"/>
              <a:cs typeface="Arial"/>
              <a:sym typeface="Arial"/>
            </a:endParaRPr>
          </a:p>
        </p:txBody>
      </p:sp>
      <p:sp>
        <p:nvSpPr>
          <p:cNvPr id="376" name="Google Shape;376;p21"/>
          <p:cNvSpPr/>
          <p:nvPr/>
        </p:nvSpPr>
        <p:spPr>
          <a:xfrm>
            <a:off x="6056304" y="8022679"/>
            <a:ext cx="1124400" cy="591900"/>
          </a:xfrm>
          <a:prstGeom prst="rightArrow">
            <a:avLst>
              <a:gd fmla="val 18124" name="adj1"/>
              <a:gd fmla="val 73864" name="adj2"/>
            </a:avLst>
          </a:prstGeom>
          <a:solidFill>
            <a:srgbClr val="E9E9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377" name="Google Shape;377;p21"/>
          <p:cNvSpPr/>
          <p:nvPr/>
        </p:nvSpPr>
        <p:spPr>
          <a:xfrm>
            <a:off x="11209074" y="8022679"/>
            <a:ext cx="1124400" cy="591900"/>
          </a:xfrm>
          <a:prstGeom prst="rightArrow">
            <a:avLst>
              <a:gd fmla="val 18124" name="adj1"/>
              <a:gd fmla="val 73864" name="adj2"/>
            </a:avLst>
          </a:prstGeom>
          <a:solidFill>
            <a:srgbClr val="E9E9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378" name="Google Shape;378;p21"/>
          <p:cNvSpPr/>
          <p:nvPr/>
        </p:nvSpPr>
        <p:spPr>
          <a:xfrm>
            <a:off x="16189392" y="8022679"/>
            <a:ext cx="1124400" cy="591900"/>
          </a:xfrm>
          <a:prstGeom prst="rightArrow">
            <a:avLst>
              <a:gd fmla="val 18124" name="adj1"/>
              <a:gd fmla="val 73864" name="adj2"/>
            </a:avLst>
          </a:prstGeom>
          <a:solidFill>
            <a:srgbClr val="E9E9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379" name="Google Shape;379;p21"/>
          <p:cNvSpPr txBox="1"/>
          <p:nvPr/>
        </p:nvSpPr>
        <p:spPr>
          <a:xfrm>
            <a:off x="7255986" y="11050329"/>
            <a:ext cx="4279200" cy="5307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Otras tiendas online</a:t>
            </a:r>
            <a:endParaRPr b="0" i="0" sz="1400" u="none" cap="none" strike="noStrike">
              <a:solidFill>
                <a:srgbClr val="000000"/>
              </a:solidFill>
              <a:latin typeface="Arial"/>
              <a:ea typeface="Arial"/>
              <a:cs typeface="Arial"/>
              <a:sym typeface="Arial"/>
            </a:endParaRPr>
          </a:p>
        </p:txBody>
      </p:sp>
      <p:sp>
        <p:nvSpPr>
          <p:cNvPr id="380" name="Google Shape;380;p21"/>
          <p:cNvSpPr/>
          <p:nvPr/>
        </p:nvSpPr>
        <p:spPr>
          <a:xfrm>
            <a:off x="3769953" y="7815261"/>
            <a:ext cx="854225" cy="857339"/>
          </a:xfrm>
          <a:custGeom>
            <a:rect b="b" l="l" r="r" t="t"/>
            <a:pathLst>
              <a:path extrusionOk="0" h="353" w="353">
                <a:moveTo>
                  <a:pt x="321" y="104"/>
                </a:moveTo>
                <a:cubicBezTo>
                  <a:pt x="321" y="24"/>
                  <a:pt x="321" y="24"/>
                  <a:pt x="321" y="24"/>
                </a:cubicBezTo>
                <a:cubicBezTo>
                  <a:pt x="321" y="11"/>
                  <a:pt x="311" y="0"/>
                  <a:pt x="297" y="0"/>
                </a:cubicBezTo>
                <a:cubicBezTo>
                  <a:pt x="284" y="0"/>
                  <a:pt x="273" y="11"/>
                  <a:pt x="273" y="24"/>
                </a:cubicBezTo>
                <a:cubicBezTo>
                  <a:pt x="273" y="30"/>
                  <a:pt x="273" y="30"/>
                  <a:pt x="273" y="30"/>
                </a:cubicBezTo>
                <a:cubicBezTo>
                  <a:pt x="40" y="98"/>
                  <a:pt x="40" y="98"/>
                  <a:pt x="40" y="98"/>
                </a:cubicBezTo>
                <a:cubicBezTo>
                  <a:pt x="38" y="97"/>
                  <a:pt x="35" y="96"/>
                  <a:pt x="32" y="96"/>
                </a:cubicBezTo>
                <a:cubicBezTo>
                  <a:pt x="16" y="96"/>
                  <a:pt x="16" y="96"/>
                  <a:pt x="16" y="96"/>
                </a:cubicBezTo>
                <a:cubicBezTo>
                  <a:pt x="7" y="96"/>
                  <a:pt x="0" y="103"/>
                  <a:pt x="0" y="112"/>
                </a:cubicBezTo>
                <a:cubicBezTo>
                  <a:pt x="0" y="192"/>
                  <a:pt x="0" y="192"/>
                  <a:pt x="0" y="192"/>
                </a:cubicBezTo>
                <a:cubicBezTo>
                  <a:pt x="0" y="201"/>
                  <a:pt x="7" y="208"/>
                  <a:pt x="16" y="208"/>
                </a:cubicBezTo>
                <a:cubicBezTo>
                  <a:pt x="32" y="208"/>
                  <a:pt x="32" y="208"/>
                  <a:pt x="32" y="208"/>
                </a:cubicBezTo>
                <a:cubicBezTo>
                  <a:pt x="35" y="208"/>
                  <a:pt x="38" y="208"/>
                  <a:pt x="40" y="206"/>
                </a:cubicBezTo>
                <a:cubicBezTo>
                  <a:pt x="50" y="209"/>
                  <a:pt x="50" y="209"/>
                  <a:pt x="50" y="209"/>
                </a:cubicBezTo>
                <a:cubicBezTo>
                  <a:pt x="81" y="347"/>
                  <a:pt x="81" y="347"/>
                  <a:pt x="81" y="347"/>
                </a:cubicBezTo>
                <a:cubicBezTo>
                  <a:pt x="81" y="347"/>
                  <a:pt x="81" y="347"/>
                  <a:pt x="81" y="347"/>
                </a:cubicBezTo>
                <a:cubicBezTo>
                  <a:pt x="82" y="350"/>
                  <a:pt x="85" y="353"/>
                  <a:pt x="89" y="353"/>
                </a:cubicBezTo>
                <a:cubicBezTo>
                  <a:pt x="153" y="353"/>
                  <a:pt x="153" y="353"/>
                  <a:pt x="153" y="353"/>
                </a:cubicBezTo>
                <a:cubicBezTo>
                  <a:pt x="157" y="353"/>
                  <a:pt x="161" y="349"/>
                  <a:pt x="161" y="345"/>
                </a:cubicBezTo>
                <a:cubicBezTo>
                  <a:pt x="161" y="344"/>
                  <a:pt x="161" y="344"/>
                  <a:pt x="160" y="343"/>
                </a:cubicBezTo>
                <a:cubicBezTo>
                  <a:pt x="161" y="343"/>
                  <a:pt x="161" y="343"/>
                  <a:pt x="161" y="343"/>
                </a:cubicBezTo>
                <a:cubicBezTo>
                  <a:pt x="135" y="234"/>
                  <a:pt x="135" y="234"/>
                  <a:pt x="135" y="234"/>
                </a:cubicBezTo>
                <a:cubicBezTo>
                  <a:pt x="273" y="275"/>
                  <a:pt x="273" y="275"/>
                  <a:pt x="273" y="275"/>
                </a:cubicBezTo>
                <a:cubicBezTo>
                  <a:pt x="273" y="281"/>
                  <a:pt x="273" y="281"/>
                  <a:pt x="273" y="281"/>
                </a:cubicBezTo>
                <a:cubicBezTo>
                  <a:pt x="273" y="294"/>
                  <a:pt x="284" y="305"/>
                  <a:pt x="297" y="305"/>
                </a:cubicBezTo>
                <a:cubicBezTo>
                  <a:pt x="311" y="305"/>
                  <a:pt x="321" y="294"/>
                  <a:pt x="321" y="281"/>
                </a:cubicBezTo>
                <a:cubicBezTo>
                  <a:pt x="321" y="200"/>
                  <a:pt x="321" y="200"/>
                  <a:pt x="321" y="200"/>
                </a:cubicBezTo>
                <a:cubicBezTo>
                  <a:pt x="339" y="200"/>
                  <a:pt x="353" y="186"/>
                  <a:pt x="353" y="168"/>
                </a:cubicBezTo>
                <a:cubicBezTo>
                  <a:pt x="353" y="136"/>
                  <a:pt x="353" y="136"/>
                  <a:pt x="353" y="136"/>
                </a:cubicBezTo>
                <a:cubicBezTo>
                  <a:pt x="353" y="118"/>
                  <a:pt x="339" y="104"/>
                  <a:pt x="321" y="104"/>
                </a:cubicBezTo>
                <a:moveTo>
                  <a:pt x="32" y="192"/>
                </a:moveTo>
                <a:cubicBezTo>
                  <a:pt x="16" y="192"/>
                  <a:pt x="16" y="192"/>
                  <a:pt x="16" y="192"/>
                </a:cubicBezTo>
                <a:cubicBezTo>
                  <a:pt x="16" y="112"/>
                  <a:pt x="16" y="112"/>
                  <a:pt x="16" y="112"/>
                </a:cubicBezTo>
                <a:cubicBezTo>
                  <a:pt x="32" y="112"/>
                  <a:pt x="32" y="112"/>
                  <a:pt x="32" y="112"/>
                </a:cubicBezTo>
                <a:lnTo>
                  <a:pt x="32" y="192"/>
                </a:lnTo>
                <a:close/>
                <a:moveTo>
                  <a:pt x="143" y="337"/>
                </a:moveTo>
                <a:cubicBezTo>
                  <a:pt x="95" y="337"/>
                  <a:pt x="95" y="337"/>
                  <a:pt x="95" y="337"/>
                </a:cubicBezTo>
                <a:cubicBezTo>
                  <a:pt x="91" y="321"/>
                  <a:pt x="91" y="321"/>
                  <a:pt x="91" y="321"/>
                </a:cubicBezTo>
                <a:cubicBezTo>
                  <a:pt x="139" y="321"/>
                  <a:pt x="139" y="321"/>
                  <a:pt x="139" y="321"/>
                </a:cubicBezTo>
                <a:lnTo>
                  <a:pt x="143" y="337"/>
                </a:lnTo>
                <a:close/>
                <a:moveTo>
                  <a:pt x="135" y="305"/>
                </a:moveTo>
                <a:cubicBezTo>
                  <a:pt x="88" y="305"/>
                  <a:pt x="88" y="305"/>
                  <a:pt x="88" y="305"/>
                </a:cubicBezTo>
                <a:cubicBezTo>
                  <a:pt x="68" y="214"/>
                  <a:pt x="68" y="214"/>
                  <a:pt x="68" y="214"/>
                </a:cubicBezTo>
                <a:cubicBezTo>
                  <a:pt x="117" y="229"/>
                  <a:pt x="117" y="229"/>
                  <a:pt x="117" y="229"/>
                </a:cubicBezTo>
                <a:lnTo>
                  <a:pt x="135" y="305"/>
                </a:lnTo>
                <a:close/>
                <a:moveTo>
                  <a:pt x="273" y="258"/>
                </a:moveTo>
                <a:cubicBezTo>
                  <a:pt x="48" y="192"/>
                  <a:pt x="48" y="192"/>
                  <a:pt x="48" y="192"/>
                </a:cubicBezTo>
                <a:cubicBezTo>
                  <a:pt x="48" y="113"/>
                  <a:pt x="48" y="113"/>
                  <a:pt x="48" y="113"/>
                </a:cubicBezTo>
                <a:cubicBezTo>
                  <a:pt x="273" y="47"/>
                  <a:pt x="273" y="47"/>
                  <a:pt x="273" y="47"/>
                </a:cubicBezTo>
                <a:lnTo>
                  <a:pt x="273" y="258"/>
                </a:lnTo>
                <a:close/>
                <a:moveTo>
                  <a:pt x="305" y="281"/>
                </a:moveTo>
                <a:cubicBezTo>
                  <a:pt x="305" y="285"/>
                  <a:pt x="302" y="289"/>
                  <a:pt x="297" y="289"/>
                </a:cubicBezTo>
                <a:cubicBezTo>
                  <a:pt x="293" y="289"/>
                  <a:pt x="289" y="285"/>
                  <a:pt x="289" y="281"/>
                </a:cubicBezTo>
                <a:cubicBezTo>
                  <a:pt x="289" y="24"/>
                  <a:pt x="289" y="24"/>
                  <a:pt x="289" y="24"/>
                </a:cubicBezTo>
                <a:cubicBezTo>
                  <a:pt x="289" y="19"/>
                  <a:pt x="293" y="16"/>
                  <a:pt x="297" y="16"/>
                </a:cubicBezTo>
                <a:cubicBezTo>
                  <a:pt x="302" y="16"/>
                  <a:pt x="305" y="19"/>
                  <a:pt x="305" y="24"/>
                </a:cubicBezTo>
                <a:lnTo>
                  <a:pt x="305" y="281"/>
                </a:lnTo>
                <a:close/>
                <a:moveTo>
                  <a:pt x="337" y="168"/>
                </a:moveTo>
                <a:cubicBezTo>
                  <a:pt x="337" y="177"/>
                  <a:pt x="330" y="184"/>
                  <a:pt x="321" y="184"/>
                </a:cubicBezTo>
                <a:cubicBezTo>
                  <a:pt x="321" y="120"/>
                  <a:pt x="321" y="120"/>
                  <a:pt x="321" y="120"/>
                </a:cubicBezTo>
                <a:cubicBezTo>
                  <a:pt x="330" y="120"/>
                  <a:pt x="337" y="127"/>
                  <a:pt x="337" y="136"/>
                </a:cubicBezTo>
                <a:lnTo>
                  <a:pt x="337" y="168"/>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381" name="Google Shape;381;p21"/>
          <p:cNvSpPr/>
          <p:nvPr/>
        </p:nvSpPr>
        <p:spPr>
          <a:xfrm>
            <a:off x="8767777" y="7835125"/>
            <a:ext cx="854225" cy="857350"/>
          </a:xfrm>
          <a:custGeom>
            <a:rect b="b" l="l" r="r" t="t"/>
            <a:pathLst>
              <a:path extrusionOk="0" h="354" w="353">
                <a:moveTo>
                  <a:pt x="219" y="170"/>
                </a:moveTo>
                <a:cubicBezTo>
                  <a:pt x="206" y="166"/>
                  <a:pt x="206" y="166"/>
                  <a:pt x="206" y="166"/>
                </a:cubicBezTo>
                <a:cubicBezTo>
                  <a:pt x="217" y="157"/>
                  <a:pt x="225" y="144"/>
                  <a:pt x="225" y="129"/>
                </a:cubicBezTo>
                <a:cubicBezTo>
                  <a:pt x="225" y="109"/>
                  <a:pt x="213" y="92"/>
                  <a:pt x="196" y="85"/>
                </a:cubicBezTo>
                <a:cubicBezTo>
                  <a:pt x="191" y="100"/>
                  <a:pt x="191" y="100"/>
                  <a:pt x="191" y="100"/>
                </a:cubicBezTo>
                <a:cubicBezTo>
                  <a:pt x="202" y="106"/>
                  <a:pt x="209" y="116"/>
                  <a:pt x="209" y="129"/>
                </a:cubicBezTo>
                <a:cubicBezTo>
                  <a:pt x="209" y="139"/>
                  <a:pt x="204" y="148"/>
                  <a:pt x="197" y="154"/>
                </a:cubicBezTo>
                <a:cubicBezTo>
                  <a:pt x="201" y="138"/>
                  <a:pt x="201" y="138"/>
                  <a:pt x="201" y="138"/>
                </a:cubicBezTo>
                <a:cubicBezTo>
                  <a:pt x="201" y="136"/>
                  <a:pt x="201" y="134"/>
                  <a:pt x="200" y="132"/>
                </a:cubicBezTo>
                <a:cubicBezTo>
                  <a:pt x="198" y="128"/>
                  <a:pt x="193" y="126"/>
                  <a:pt x="189" y="129"/>
                </a:cubicBezTo>
                <a:cubicBezTo>
                  <a:pt x="187" y="130"/>
                  <a:pt x="186" y="132"/>
                  <a:pt x="185" y="134"/>
                </a:cubicBezTo>
                <a:cubicBezTo>
                  <a:pt x="177" y="166"/>
                  <a:pt x="177" y="166"/>
                  <a:pt x="177" y="166"/>
                </a:cubicBezTo>
                <a:cubicBezTo>
                  <a:pt x="177" y="166"/>
                  <a:pt x="177" y="166"/>
                  <a:pt x="177" y="166"/>
                </a:cubicBezTo>
                <a:cubicBezTo>
                  <a:pt x="176" y="168"/>
                  <a:pt x="176" y="171"/>
                  <a:pt x="177" y="173"/>
                </a:cubicBezTo>
                <a:cubicBezTo>
                  <a:pt x="178" y="174"/>
                  <a:pt x="180" y="175"/>
                  <a:pt x="182" y="176"/>
                </a:cubicBezTo>
                <a:cubicBezTo>
                  <a:pt x="182" y="176"/>
                  <a:pt x="182" y="176"/>
                  <a:pt x="182" y="176"/>
                </a:cubicBezTo>
                <a:cubicBezTo>
                  <a:pt x="182" y="176"/>
                  <a:pt x="182" y="176"/>
                  <a:pt x="183" y="176"/>
                </a:cubicBezTo>
                <a:cubicBezTo>
                  <a:pt x="215" y="185"/>
                  <a:pt x="215" y="185"/>
                  <a:pt x="215" y="185"/>
                </a:cubicBezTo>
                <a:cubicBezTo>
                  <a:pt x="217" y="186"/>
                  <a:pt x="219" y="185"/>
                  <a:pt x="221" y="184"/>
                </a:cubicBezTo>
                <a:cubicBezTo>
                  <a:pt x="225" y="182"/>
                  <a:pt x="226" y="177"/>
                  <a:pt x="224" y="173"/>
                </a:cubicBezTo>
                <a:cubicBezTo>
                  <a:pt x="223" y="171"/>
                  <a:pt x="221" y="170"/>
                  <a:pt x="219" y="170"/>
                </a:cubicBezTo>
                <a:moveTo>
                  <a:pt x="176" y="85"/>
                </a:moveTo>
                <a:cubicBezTo>
                  <a:pt x="175" y="84"/>
                  <a:pt x="173" y="83"/>
                  <a:pt x="172" y="82"/>
                </a:cubicBezTo>
                <a:cubicBezTo>
                  <a:pt x="172" y="81"/>
                  <a:pt x="172" y="81"/>
                  <a:pt x="172" y="81"/>
                </a:cubicBezTo>
                <a:cubicBezTo>
                  <a:pt x="171" y="81"/>
                  <a:pt x="171" y="81"/>
                  <a:pt x="170" y="81"/>
                </a:cubicBezTo>
                <a:cubicBezTo>
                  <a:pt x="138" y="73"/>
                  <a:pt x="138" y="73"/>
                  <a:pt x="138" y="73"/>
                </a:cubicBezTo>
                <a:cubicBezTo>
                  <a:pt x="136" y="72"/>
                  <a:pt x="134" y="73"/>
                  <a:pt x="132" y="74"/>
                </a:cubicBezTo>
                <a:cubicBezTo>
                  <a:pt x="128" y="76"/>
                  <a:pt x="127" y="81"/>
                  <a:pt x="129" y="85"/>
                </a:cubicBezTo>
                <a:cubicBezTo>
                  <a:pt x="130" y="87"/>
                  <a:pt x="132" y="88"/>
                  <a:pt x="134" y="88"/>
                </a:cubicBezTo>
                <a:cubicBezTo>
                  <a:pt x="146" y="92"/>
                  <a:pt x="146" y="92"/>
                  <a:pt x="146" y="92"/>
                </a:cubicBezTo>
                <a:cubicBezTo>
                  <a:pt x="135" y="100"/>
                  <a:pt x="128" y="114"/>
                  <a:pt x="128" y="129"/>
                </a:cubicBezTo>
                <a:cubicBezTo>
                  <a:pt x="128" y="149"/>
                  <a:pt x="141" y="166"/>
                  <a:pt x="158" y="173"/>
                </a:cubicBezTo>
                <a:cubicBezTo>
                  <a:pt x="162" y="158"/>
                  <a:pt x="162" y="158"/>
                  <a:pt x="162" y="158"/>
                </a:cubicBezTo>
                <a:cubicBezTo>
                  <a:pt x="152" y="152"/>
                  <a:pt x="144" y="141"/>
                  <a:pt x="144" y="129"/>
                </a:cubicBezTo>
                <a:cubicBezTo>
                  <a:pt x="144" y="118"/>
                  <a:pt x="149" y="109"/>
                  <a:pt x="157" y="104"/>
                </a:cubicBezTo>
                <a:cubicBezTo>
                  <a:pt x="153" y="120"/>
                  <a:pt x="153" y="120"/>
                  <a:pt x="153" y="120"/>
                </a:cubicBezTo>
                <a:cubicBezTo>
                  <a:pt x="152" y="122"/>
                  <a:pt x="152" y="124"/>
                  <a:pt x="153" y="126"/>
                </a:cubicBezTo>
                <a:cubicBezTo>
                  <a:pt x="156" y="130"/>
                  <a:pt x="160" y="132"/>
                  <a:pt x="164" y="129"/>
                </a:cubicBezTo>
                <a:cubicBezTo>
                  <a:pt x="166" y="128"/>
                  <a:pt x="168" y="126"/>
                  <a:pt x="168" y="124"/>
                </a:cubicBezTo>
                <a:cubicBezTo>
                  <a:pt x="177" y="92"/>
                  <a:pt x="177" y="92"/>
                  <a:pt x="177" y="92"/>
                </a:cubicBezTo>
                <a:cubicBezTo>
                  <a:pt x="177" y="90"/>
                  <a:pt x="177" y="87"/>
                  <a:pt x="176" y="85"/>
                </a:cubicBezTo>
                <a:moveTo>
                  <a:pt x="321" y="0"/>
                </a:moveTo>
                <a:cubicBezTo>
                  <a:pt x="32" y="0"/>
                  <a:pt x="32" y="0"/>
                  <a:pt x="32" y="0"/>
                </a:cubicBezTo>
                <a:cubicBezTo>
                  <a:pt x="14" y="0"/>
                  <a:pt x="0" y="15"/>
                  <a:pt x="0" y="33"/>
                </a:cubicBezTo>
                <a:cubicBezTo>
                  <a:pt x="0" y="273"/>
                  <a:pt x="0" y="273"/>
                  <a:pt x="0" y="273"/>
                </a:cubicBezTo>
                <a:cubicBezTo>
                  <a:pt x="0" y="291"/>
                  <a:pt x="14" y="305"/>
                  <a:pt x="32" y="305"/>
                </a:cubicBezTo>
                <a:cubicBezTo>
                  <a:pt x="144" y="305"/>
                  <a:pt x="144" y="305"/>
                  <a:pt x="144" y="305"/>
                </a:cubicBezTo>
                <a:cubicBezTo>
                  <a:pt x="144" y="338"/>
                  <a:pt x="144" y="338"/>
                  <a:pt x="144" y="338"/>
                </a:cubicBezTo>
                <a:cubicBezTo>
                  <a:pt x="120" y="338"/>
                  <a:pt x="120" y="338"/>
                  <a:pt x="120" y="338"/>
                </a:cubicBezTo>
                <a:cubicBezTo>
                  <a:pt x="116" y="338"/>
                  <a:pt x="112" y="341"/>
                  <a:pt x="112" y="346"/>
                </a:cubicBezTo>
                <a:cubicBezTo>
                  <a:pt x="112" y="350"/>
                  <a:pt x="116" y="354"/>
                  <a:pt x="120" y="354"/>
                </a:cubicBezTo>
                <a:cubicBezTo>
                  <a:pt x="233" y="354"/>
                  <a:pt x="233" y="354"/>
                  <a:pt x="233" y="354"/>
                </a:cubicBezTo>
                <a:cubicBezTo>
                  <a:pt x="237" y="354"/>
                  <a:pt x="241" y="350"/>
                  <a:pt x="241" y="346"/>
                </a:cubicBezTo>
                <a:cubicBezTo>
                  <a:pt x="241" y="341"/>
                  <a:pt x="237" y="338"/>
                  <a:pt x="233" y="338"/>
                </a:cubicBezTo>
                <a:cubicBezTo>
                  <a:pt x="209" y="338"/>
                  <a:pt x="209" y="338"/>
                  <a:pt x="209" y="338"/>
                </a:cubicBezTo>
                <a:cubicBezTo>
                  <a:pt x="209" y="305"/>
                  <a:pt x="209" y="305"/>
                  <a:pt x="209" y="305"/>
                </a:cubicBezTo>
                <a:cubicBezTo>
                  <a:pt x="321" y="305"/>
                  <a:pt x="321" y="305"/>
                  <a:pt x="321" y="305"/>
                </a:cubicBezTo>
                <a:cubicBezTo>
                  <a:pt x="339" y="305"/>
                  <a:pt x="353" y="291"/>
                  <a:pt x="353" y="273"/>
                </a:cubicBezTo>
                <a:cubicBezTo>
                  <a:pt x="353" y="33"/>
                  <a:pt x="353" y="33"/>
                  <a:pt x="353" y="33"/>
                </a:cubicBezTo>
                <a:cubicBezTo>
                  <a:pt x="353" y="15"/>
                  <a:pt x="339" y="0"/>
                  <a:pt x="321" y="0"/>
                </a:cubicBezTo>
                <a:moveTo>
                  <a:pt x="193" y="338"/>
                </a:moveTo>
                <a:cubicBezTo>
                  <a:pt x="160" y="338"/>
                  <a:pt x="160" y="338"/>
                  <a:pt x="160" y="338"/>
                </a:cubicBezTo>
                <a:cubicBezTo>
                  <a:pt x="160" y="305"/>
                  <a:pt x="160" y="305"/>
                  <a:pt x="160" y="305"/>
                </a:cubicBezTo>
                <a:cubicBezTo>
                  <a:pt x="193" y="305"/>
                  <a:pt x="193" y="305"/>
                  <a:pt x="193" y="305"/>
                </a:cubicBezTo>
                <a:lnTo>
                  <a:pt x="193" y="338"/>
                </a:lnTo>
                <a:close/>
                <a:moveTo>
                  <a:pt x="337" y="273"/>
                </a:moveTo>
                <a:cubicBezTo>
                  <a:pt x="337" y="282"/>
                  <a:pt x="330" y="289"/>
                  <a:pt x="321" y="289"/>
                </a:cubicBezTo>
                <a:cubicBezTo>
                  <a:pt x="32" y="289"/>
                  <a:pt x="32" y="289"/>
                  <a:pt x="32" y="289"/>
                </a:cubicBezTo>
                <a:cubicBezTo>
                  <a:pt x="23" y="289"/>
                  <a:pt x="16" y="282"/>
                  <a:pt x="16" y="273"/>
                </a:cubicBezTo>
                <a:cubicBezTo>
                  <a:pt x="16" y="257"/>
                  <a:pt x="16" y="257"/>
                  <a:pt x="16" y="257"/>
                </a:cubicBezTo>
                <a:cubicBezTo>
                  <a:pt x="337" y="257"/>
                  <a:pt x="337" y="257"/>
                  <a:pt x="337" y="257"/>
                </a:cubicBezTo>
                <a:lnTo>
                  <a:pt x="337" y="273"/>
                </a:lnTo>
                <a:close/>
                <a:moveTo>
                  <a:pt x="337" y="241"/>
                </a:moveTo>
                <a:cubicBezTo>
                  <a:pt x="16" y="241"/>
                  <a:pt x="16" y="241"/>
                  <a:pt x="16" y="241"/>
                </a:cubicBezTo>
                <a:cubicBezTo>
                  <a:pt x="16" y="33"/>
                  <a:pt x="16" y="33"/>
                  <a:pt x="16" y="33"/>
                </a:cubicBezTo>
                <a:cubicBezTo>
                  <a:pt x="16" y="24"/>
                  <a:pt x="23" y="16"/>
                  <a:pt x="32" y="16"/>
                </a:cubicBezTo>
                <a:cubicBezTo>
                  <a:pt x="321" y="16"/>
                  <a:pt x="321" y="16"/>
                  <a:pt x="321" y="16"/>
                </a:cubicBezTo>
                <a:cubicBezTo>
                  <a:pt x="330" y="16"/>
                  <a:pt x="337" y="24"/>
                  <a:pt x="337" y="33"/>
                </a:cubicBezTo>
                <a:lnTo>
                  <a:pt x="337" y="241"/>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382" name="Google Shape;382;p21"/>
          <p:cNvSpPr/>
          <p:nvPr/>
        </p:nvSpPr>
        <p:spPr>
          <a:xfrm>
            <a:off x="13571124" y="8004732"/>
            <a:ext cx="1172199" cy="627792"/>
          </a:xfrm>
          <a:custGeom>
            <a:rect b="b" l="l" r="r" t="t"/>
            <a:pathLst>
              <a:path extrusionOk="0" h="442" w="826">
                <a:moveTo>
                  <a:pt x="826" y="211"/>
                </a:moveTo>
                <a:cubicBezTo>
                  <a:pt x="826" y="209"/>
                  <a:pt x="825" y="208"/>
                  <a:pt x="825" y="207"/>
                </a:cubicBezTo>
                <a:cubicBezTo>
                  <a:pt x="825" y="162"/>
                  <a:pt x="825" y="162"/>
                  <a:pt x="825" y="162"/>
                </a:cubicBezTo>
                <a:cubicBezTo>
                  <a:pt x="825" y="114"/>
                  <a:pt x="786" y="76"/>
                  <a:pt x="739" y="76"/>
                </a:cubicBezTo>
                <a:cubicBezTo>
                  <a:pt x="609" y="76"/>
                  <a:pt x="609" y="76"/>
                  <a:pt x="609" y="76"/>
                </a:cubicBezTo>
                <a:cubicBezTo>
                  <a:pt x="609" y="13"/>
                  <a:pt x="609" y="13"/>
                  <a:pt x="609" y="13"/>
                </a:cubicBezTo>
                <a:cubicBezTo>
                  <a:pt x="609" y="6"/>
                  <a:pt x="603" y="0"/>
                  <a:pt x="595" y="0"/>
                </a:cubicBezTo>
                <a:cubicBezTo>
                  <a:pt x="235" y="0"/>
                  <a:pt x="235" y="0"/>
                  <a:pt x="235" y="0"/>
                </a:cubicBezTo>
                <a:cubicBezTo>
                  <a:pt x="204" y="0"/>
                  <a:pt x="178" y="26"/>
                  <a:pt x="178" y="57"/>
                </a:cubicBezTo>
                <a:cubicBezTo>
                  <a:pt x="178" y="377"/>
                  <a:pt x="178" y="377"/>
                  <a:pt x="178" y="377"/>
                </a:cubicBezTo>
                <a:cubicBezTo>
                  <a:pt x="178" y="384"/>
                  <a:pt x="184" y="390"/>
                  <a:pt x="191" y="390"/>
                </a:cubicBezTo>
                <a:cubicBezTo>
                  <a:pt x="280" y="390"/>
                  <a:pt x="280" y="390"/>
                  <a:pt x="280" y="390"/>
                </a:cubicBezTo>
                <a:cubicBezTo>
                  <a:pt x="288" y="420"/>
                  <a:pt x="316" y="442"/>
                  <a:pt x="349" y="442"/>
                </a:cubicBezTo>
                <a:cubicBezTo>
                  <a:pt x="382" y="442"/>
                  <a:pt x="410" y="421"/>
                  <a:pt x="418" y="390"/>
                </a:cubicBezTo>
                <a:cubicBezTo>
                  <a:pt x="595" y="390"/>
                  <a:pt x="595" y="390"/>
                  <a:pt x="595" y="390"/>
                </a:cubicBezTo>
                <a:cubicBezTo>
                  <a:pt x="634" y="390"/>
                  <a:pt x="634" y="390"/>
                  <a:pt x="634" y="390"/>
                </a:cubicBezTo>
                <a:cubicBezTo>
                  <a:pt x="643" y="420"/>
                  <a:pt x="671" y="442"/>
                  <a:pt x="704" y="442"/>
                </a:cubicBezTo>
                <a:cubicBezTo>
                  <a:pt x="737" y="442"/>
                  <a:pt x="765" y="421"/>
                  <a:pt x="773" y="390"/>
                </a:cubicBezTo>
                <a:cubicBezTo>
                  <a:pt x="812" y="390"/>
                  <a:pt x="812" y="390"/>
                  <a:pt x="812" y="390"/>
                </a:cubicBezTo>
                <a:cubicBezTo>
                  <a:pt x="819" y="390"/>
                  <a:pt x="825" y="384"/>
                  <a:pt x="825" y="377"/>
                </a:cubicBezTo>
                <a:cubicBezTo>
                  <a:pt x="825" y="215"/>
                  <a:pt x="825" y="215"/>
                  <a:pt x="825" y="215"/>
                </a:cubicBezTo>
                <a:cubicBezTo>
                  <a:pt x="825" y="214"/>
                  <a:pt x="826" y="212"/>
                  <a:pt x="826" y="211"/>
                </a:cubicBezTo>
                <a:close/>
                <a:moveTo>
                  <a:pt x="799" y="162"/>
                </a:moveTo>
                <a:cubicBezTo>
                  <a:pt x="799" y="198"/>
                  <a:pt x="799" y="198"/>
                  <a:pt x="799" y="198"/>
                </a:cubicBezTo>
                <a:cubicBezTo>
                  <a:pt x="648" y="198"/>
                  <a:pt x="648" y="198"/>
                  <a:pt x="648" y="198"/>
                </a:cubicBezTo>
                <a:cubicBezTo>
                  <a:pt x="648" y="102"/>
                  <a:pt x="648" y="102"/>
                  <a:pt x="648" y="102"/>
                </a:cubicBezTo>
                <a:cubicBezTo>
                  <a:pt x="739" y="102"/>
                  <a:pt x="739" y="102"/>
                  <a:pt x="739" y="102"/>
                </a:cubicBezTo>
                <a:cubicBezTo>
                  <a:pt x="772" y="102"/>
                  <a:pt x="799" y="129"/>
                  <a:pt x="799" y="162"/>
                </a:cubicBezTo>
                <a:close/>
                <a:moveTo>
                  <a:pt x="622" y="102"/>
                </a:moveTo>
                <a:cubicBezTo>
                  <a:pt x="622" y="198"/>
                  <a:pt x="622" y="198"/>
                  <a:pt x="622" y="198"/>
                </a:cubicBezTo>
                <a:cubicBezTo>
                  <a:pt x="609" y="198"/>
                  <a:pt x="609" y="198"/>
                  <a:pt x="609" y="198"/>
                </a:cubicBezTo>
                <a:cubicBezTo>
                  <a:pt x="609" y="102"/>
                  <a:pt x="609" y="102"/>
                  <a:pt x="609" y="102"/>
                </a:cubicBezTo>
                <a:lnTo>
                  <a:pt x="622" y="102"/>
                </a:lnTo>
                <a:close/>
                <a:moveTo>
                  <a:pt x="205" y="57"/>
                </a:moveTo>
                <a:cubicBezTo>
                  <a:pt x="205" y="40"/>
                  <a:pt x="218" y="26"/>
                  <a:pt x="235" y="26"/>
                </a:cubicBezTo>
                <a:cubicBezTo>
                  <a:pt x="582" y="26"/>
                  <a:pt x="582" y="26"/>
                  <a:pt x="582" y="26"/>
                </a:cubicBezTo>
                <a:cubicBezTo>
                  <a:pt x="582" y="89"/>
                  <a:pt x="582" y="89"/>
                  <a:pt x="582" y="89"/>
                </a:cubicBezTo>
                <a:cubicBezTo>
                  <a:pt x="582" y="363"/>
                  <a:pt x="582" y="363"/>
                  <a:pt x="582" y="363"/>
                </a:cubicBezTo>
                <a:cubicBezTo>
                  <a:pt x="421" y="363"/>
                  <a:pt x="421" y="363"/>
                  <a:pt x="421" y="363"/>
                </a:cubicBezTo>
                <a:cubicBezTo>
                  <a:pt x="421" y="362"/>
                  <a:pt x="420" y="361"/>
                  <a:pt x="420" y="359"/>
                </a:cubicBezTo>
                <a:cubicBezTo>
                  <a:pt x="420" y="357"/>
                  <a:pt x="419" y="355"/>
                  <a:pt x="419" y="353"/>
                </a:cubicBezTo>
                <a:cubicBezTo>
                  <a:pt x="418" y="350"/>
                  <a:pt x="418" y="348"/>
                  <a:pt x="417" y="346"/>
                </a:cubicBezTo>
                <a:cubicBezTo>
                  <a:pt x="416" y="344"/>
                  <a:pt x="415" y="342"/>
                  <a:pt x="414" y="340"/>
                </a:cubicBezTo>
                <a:cubicBezTo>
                  <a:pt x="413" y="338"/>
                  <a:pt x="412" y="335"/>
                  <a:pt x="411" y="333"/>
                </a:cubicBezTo>
                <a:cubicBezTo>
                  <a:pt x="410" y="332"/>
                  <a:pt x="409" y="330"/>
                  <a:pt x="408" y="328"/>
                </a:cubicBezTo>
                <a:cubicBezTo>
                  <a:pt x="406" y="326"/>
                  <a:pt x="405" y="324"/>
                  <a:pt x="403" y="322"/>
                </a:cubicBezTo>
                <a:cubicBezTo>
                  <a:pt x="402" y="321"/>
                  <a:pt x="400" y="319"/>
                  <a:pt x="399" y="318"/>
                </a:cubicBezTo>
                <a:cubicBezTo>
                  <a:pt x="397" y="316"/>
                  <a:pt x="395" y="315"/>
                  <a:pt x="393" y="313"/>
                </a:cubicBezTo>
                <a:cubicBezTo>
                  <a:pt x="391" y="312"/>
                  <a:pt x="390" y="311"/>
                  <a:pt x="388" y="310"/>
                </a:cubicBezTo>
                <a:cubicBezTo>
                  <a:pt x="386" y="308"/>
                  <a:pt x="384" y="307"/>
                  <a:pt x="381" y="306"/>
                </a:cubicBezTo>
                <a:cubicBezTo>
                  <a:pt x="380" y="305"/>
                  <a:pt x="378" y="304"/>
                  <a:pt x="376" y="303"/>
                </a:cubicBezTo>
                <a:cubicBezTo>
                  <a:pt x="374" y="302"/>
                  <a:pt x="371" y="301"/>
                  <a:pt x="368" y="301"/>
                </a:cubicBezTo>
                <a:cubicBezTo>
                  <a:pt x="366" y="300"/>
                  <a:pt x="365" y="300"/>
                  <a:pt x="363" y="299"/>
                </a:cubicBezTo>
                <a:cubicBezTo>
                  <a:pt x="359" y="298"/>
                  <a:pt x="354" y="298"/>
                  <a:pt x="349" y="298"/>
                </a:cubicBezTo>
                <a:cubicBezTo>
                  <a:pt x="344" y="298"/>
                  <a:pt x="339" y="298"/>
                  <a:pt x="335" y="299"/>
                </a:cubicBezTo>
                <a:cubicBezTo>
                  <a:pt x="333" y="300"/>
                  <a:pt x="332" y="300"/>
                  <a:pt x="330" y="301"/>
                </a:cubicBezTo>
                <a:cubicBezTo>
                  <a:pt x="327" y="301"/>
                  <a:pt x="324" y="302"/>
                  <a:pt x="322" y="303"/>
                </a:cubicBezTo>
                <a:cubicBezTo>
                  <a:pt x="320" y="304"/>
                  <a:pt x="318" y="305"/>
                  <a:pt x="317" y="306"/>
                </a:cubicBezTo>
                <a:cubicBezTo>
                  <a:pt x="314" y="307"/>
                  <a:pt x="312" y="308"/>
                  <a:pt x="310" y="310"/>
                </a:cubicBezTo>
                <a:cubicBezTo>
                  <a:pt x="308" y="311"/>
                  <a:pt x="307" y="312"/>
                  <a:pt x="305" y="313"/>
                </a:cubicBezTo>
                <a:cubicBezTo>
                  <a:pt x="303" y="315"/>
                  <a:pt x="301" y="316"/>
                  <a:pt x="299" y="318"/>
                </a:cubicBezTo>
                <a:cubicBezTo>
                  <a:pt x="298" y="319"/>
                  <a:pt x="296" y="321"/>
                  <a:pt x="295" y="322"/>
                </a:cubicBezTo>
                <a:cubicBezTo>
                  <a:pt x="293" y="324"/>
                  <a:pt x="292" y="326"/>
                  <a:pt x="290" y="328"/>
                </a:cubicBezTo>
                <a:cubicBezTo>
                  <a:pt x="289" y="330"/>
                  <a:pt x="288" y="332"/>
                  <a:pt x="287" y="333"/>
                </a:cubicBezTo>
                <a:cubicBezTo>
                  <a:pt x="286" y="335"/>
                  <a:pt x="285" y="338"/>
                  <a:pt x="284" y="340"/>
                </a:cubicBezTo>
                <a:cubicBezTo>
                  <a:pt x="283" y="342"/>
                  <a:pt x="282" y="344"/>
                  <a:pt x="281" y="346"/>
                </a:cubicBezTo>
                <a:cubicBezTo>
                  <a:pt x="280" y="348"/>
                  <a:pt x="280" y="350"/>
                  <a:pt x="279" y="353"/>
                </a:cubicBezTo>
                <a:cubicBezTo>
                  <a:pt x="279" y="355"/>
                  <a:pt x="278" y="357"/>
                  <a:pt x="278" y="359"/>
                </a:cubicBezTo>
                <a:cubicBezTo>
                  <a:pt x="278" y="361"/>
                  <a:pt x="277" y="362"/>
                  <a:pt x="277" y="363"/>
                </a:cubicBezTo>
                <a:cubicBezTo>
                  <a:pt x="205" y="363"/>
                  <a:pt x="205" y="363"/>
                  <a:pt x="205" y="363"/>
                </a:cubicBezTo>
                <a:lnTo>
                  <a:pt x="205" y="57"/>
                </a:lnTo>
                <a:close/>
                <a:moveTo>
                  <a:pt x="349" y="416"/>
                </a:moveTo>
                <a:cubicBezTo>
                  <a:pt x="326" y="416"/>
                  <a:pt x="306" y="398"/>
                  <a:pt x="303" y="376"/>
                </a:cubicBezTo>
                <a:cubicBezTo>
                  <a:pt x="303" y="374"/>
                  <a:pt x="303" y="372"/>
                  <a:pt x="303" y="370"/>
                </a:cubicBezTo>
                <a:cubicBezTo>
                  <a:pt x="303" y="345"/>
                  <a:pt x="324" y="324"/>
                  <a:pt x="349" y="324"/>
                </a:cubicBezTo>
                <a:cubicBezTo>
                  <a:pt x="374" y="324"/>
                  <a:pt x="395" y="345"/>
                  <a:pt x="395" y="370"/>
                </a:cubicBezTo>
                <a:cubicBezTo>
                  <a:pt x="395" y="372"/>
                  <a:pt x="395" y="374"/>
                  <a:pt x="395" y="375"/>
                </a:cubicBezTo>
                <a:cubicBezTo>
                  <a:pt x="392" y="398"/>
                  <a:pt x="372" y="416"/>
                  <a:pt x="349" y="416"/>
                </a:cubicBezTo>
                <a:close/>
                <a:moveTo>
                  <a:pt x="704" y="416"/>
                </a:moveTo>
                <a:cubicBezTo>
                  <a:pt x="680" y="416"/>
                  <a:pt x="661" y="398"/>
                  <a:pt x="658" y="376"/>
                </a:cubicBezTo>
                <a:cubicBezTo>
                  <a:pt x="658" y="374"/>
                  <a:pt x="658" y="372"/>
                  <a:pt x="658" y="370"/>
                </a:cubicBezTo>
                <a:cubicBezTo>
                  <a:pt x="658" y="345"/>
                  <a:pt x="679" y="324"/>
                  <a:pt x="704" y="324"/>
                </a:cubicBezTo>
                <a:cubicBezTo>
                  <a:pt x="729" y="324"/>
                  <a:pt x="750" y="345"/>
                  <a:pt x="750" y="370"/>
                </a:cubicBezTo>
                <a:cubicBezTo>
                  <a:pt x="750" y="372"/>
                  <a:pt x="750" y="374"/>
                  <a:pt x="750" y="375"/>
                </a:cubicBezTo>
                <a:cubicBezTo>
                  <a:pt x="747" y="398"/>
                  <a:pt x="727" y="416"/>
                  <a:pt x="704" y="416"/>
                </a:cubicBezTo>
                <a:close/>
                <a:moveTo>
                  <a:pt x="776" y="363"/>
                </a:moveTo>
                <a:cubicBezTo>
                  <a:pt x="776" y="362"/>
                  <a:pt x="775" y="361"/>
                  <a:pt x="775" y="359"/>
                </a:cubicBezTo>
                <a:cubicBezTo>
                  <a:pt x="775" y="357"/>
                  <a:pt x="774" y="355"/>
                  <a:pt x="774" y="353"/>
                </a:cubicBezTo>
                <a:cubicBezTo>
                  <a:pt x="773" y="350"/>
                  <a:pt x="772" y="348"/>
                  <a:pt x="772" y="346"/>
                </a:cubicBezTo>
                <a:cubicBezTo>
                  <a:pt x="771" y="344"/>
                  <a:pt x="770" y="342"/>
                  <a:pt x="769" y="340"/>
                </a:cubicBezTo>
                <a:cubicBezTo>
                  <a:pt x="768" y="338"/>
                  <a:pt x="767" y="335"/>
                  <a:pt x="766" y="333"/>
                </a:cubicBezTo>
                <a:cubicBezTo>
                  <a:pt x="765" y="332"/>
                  <a:pt x="764" y="330"/>
                  <a:pt x="763" y="328"/>
                </a:cubicBezTo>
                <a:cubicBezTo>
                  <a:pt x="761" y="326"/>
                  <a:pt x="759" y="324"/>
                  <a:pt x="758" y="322"/>
                </a:cubicBezTo>
                <a:cubicBezTo>
                  <a:pt x="756" y="321"/>
                  <a:pt x="755" y="319"/>
                  <a:pt x="754" y="318"/>
                </a:cubicBezTo>
                <a:cubicBezTo>
                  <a:pt x="752" y="316"/>
                  <a:pt x="750" y="315"/>
                  <a:pt x="748" y="313"/>
                </a:cubicBezTo>
                <a:cubicBezTo>
                  <a:pt x="746" y="312"/>
                  <a:pt x="745" y="311"/>
                  <a:pt x="743" y="310"/>
                </a:cubicBezTo>
                <a:cubicBezTo>
                  <a:pt x="741" y="308"/>
                  <a:pt x="739" y="307"/>
                  <a:pt x="736" y="306"/>
                </a:cubicBezTo>
                <a:cubicBezTo>
                  <a:pt x="734" y="305"/>
                  <a:pt x="733" y="304"/>
                  <a:pt x="731" y="303"/>
                </a:cubicBezTo>
                <a:cubicBezTo>
                  <a:pt x="728" y="302"/>
                  <a:pt x="726" y="301"/>
                  <a:pt x="723" y="301"/>
                </a:cubicBezTo>
                <a:cubicBezTo>
                  <a:pt x="721" y="300"/>
                  <a:pt x="720" y="300"/>
                  <a:pt x="718" y="299"/>
                </a:cubicBezTo>
                <a:cubicBezTo>
                  <a:pt x="714" y="298"/>
                  <a:pt x="709" y="298"/>
                  <a:pt x="704" y="298"/>
                </a:cubicBezTo>
                <a:cubicBezTo>
                  <a:pt x="699" y="298"/>
                  <a:pt x="694" y="298"/>
                  <a:pt x="690" y="299"/>
                </a:cubicBezTo>
                <a:cubicBezTo>
                  <a:pt x="688" y="300"/>
                  <a:pt x="687" y="300"/>
                  <a:pt x="685" y="301"/>
                </a:cubicBezTo>
                <a:cubicBezTo>
                  <a:pt x="682" y="301"/>
                  <a:pt x="679" y="302"/>
                  <a:pt x="677" y="303"/>
                </a:cubicBezTo>
                <a:cubicBezTo>
                  <a:pt x="675" y="304"/>
                  <a:pt x="673" y="305"/>
                  <a:pt x="672" y="306"/>
                </a:cubicBezTo>
                <a:cubicBezTo>
                  <a:pt x="669" y="307"/>
                  <a:pt x="667" y="308"/>
                  <a:pt x="665" y="310"/>
                </a:cubicBezTo>
                <a:cubicBezTo>
                  <a:pt x="663" y="311"/>
                  <a:pt x="662" y="312"/>
                  <a:pt x="660" y="313"/>
                </a:cubicBezTo>
                <a:cubicBezTo>
                  <a:pt x="658" y="315"/>
                  <a:pt x="656" y="316"/>
                  <a:pt x="654" y="318"/>
                </a:cubicBezTo>
                <a:cubicBezTo>
                  <a:pt x="653" y="319"/>
                  <a:pt x="651" y="321"/>
                  <a:pt x="650" y="322"/>
                </a:cubicBezTo>
                <a:cubicBezTo>
                  <a:pt x="648" y="324"/>
                  <a:pt x="647" y="326"/>
                  <a:pt x="645" y="328"/>
                </a:cubicBezTo>
                <a:cubicBezTo>
                  <a:pt x="644" y="330"/>
                  <a:pt x="643" y="332"/>
                  <a:pt x="642" y="333"/>
                </a:cubicBezTo>
                <a:cubicBezTo>
                  <a:pt x="641" y="335"/>
                  <a:pt x="640" y="338"/>
                  <a:pt x="638" y="340"/>
                </a:cubicBezTo>
                <a:cubicBezTo>
                  <a:pt x="638" y="342"/>
                  <a:pt x="637" y="344"/>
                  <a:pt x="636" y="346"/>
                </a:cubicBezTo>
                <a:cubicBezTo>
                  <a:pt x="635" y="348"/>
                  <a:pt x="635" y="350"/>
                  <a:pt x="634" y="353"/>
                </a:cubicBezTo>
                <a:cubicBezTo>
                  <a:pt x="633" y="355"/>
                  <a:pt x="633" y="357"/>
                  <a:pt x="633" y="359"/>
                </a:cubicBezTo>
                <a:cubicBezTo>
                  <a:pt x="633" y="361"/>
                  <a:pt x="632" y="362"/>
                  <a:pt x="632" y="363"/>
                </a:cubicBezTo>
                <a:cubicBezTo>
                  <a:pt x="609" y="363"/>
                  <a:pt x="609" y="363"/>
                  <a:pt x="609" y="363"/>
                </a:cubicBezTo>
                <a:cubicBezTo>
                  <a:pt x="609" y="224"/>
                  <a:pt x="609" y="224"/>
                  <a:pt x="609" y="224"/>
                </a:cubicBezTo>
                <a:cubicBezTo>
                  <a:pt x="633" y="224"/>
                  <a:pt x="633" y="224"/>
                  <a:pt x="633" y="224"/>
                </a:cubicBezTo>
                <a:cubicBezTo>
                  <a:pt x="633" y="224"/>
                  <a:pt x="634" y="225"/>
                  <a:pt x="635" y="225"/>
                </a:cubicBezTo>
                <a:cubicBezTo>
                  <a:pt x="636" y="225"/>
                  <a:pt x="637" y="224"/>
                  <a:pt x="638" y="224"/>
                </a:cubicBezTo>
                <a:cubicBezTo>
                  <a:pt x="799" y="224"/>
                  <a:pt x="799" y="224"/>
                  <a:pt x="799" y="224"/>
                </a:cubicBezTo>
                <a:cubicBezTo>
                  <a:pt x="799" y="363"/>
                  <a:pt x="799" y="363"/>
                  <a:pt x="799" y="363"/>
                </a:cubicBezTo>
                <a:lnTo>
                  <a:pt x="776" y="363"/>
                </a:lnTo>
                <a:close/>
                <a:moveTo>
                  <a:pt x="158" y="191"/>
                </a:moveTo>
                <a:cubicBezTo>
                  <a:pt x="158" y="199"/>
                  <a:pt x="152" y="205"/>
                  <a:pt x="145" y="205"/>
                </a:cubicBezTo>
                <a:cubicBezTo>
                  <a:pt x="13" y="205"/>
                  <a:pt x="13" y="205"/>
                  <a:pt x="13" y="205"/>
                </a:cubicBezTo>
                <a:cubicBezTo>
                  <a:pt x="6" y="205"/>
                  <a:pt x="0" y="199"/>
                  <a:pt x="0" y="191"/>
                </a:cubicBezTo>
                <a:cubicBezTo>
                  <a:pt x="0" y="184"/>
                  <a:pt x="6" y="178"/>
                  <a:pt x="13" y="178"/>
                </a:cubicBezTo>
                <a:cubicBezTo>
                  <a:pt x="145" y="178"/>
                  <a:pt x="145" y="178"/>
                  <a:pt x="145" y="178"/>
                </a:cubicBezTo>
                <a:cubicBezTo>
                  <a:pt x="152" y="178"/>
                  <a:pt x="158" y="184"/>
                  <a:pt x="158" y="191"/>
                </a:cubicBezTo>
                <a:close/>
                <a:moveTo>
                  <a:pt x="158" y="125"/>
                </a:moveTo>
                <a:cubicBezTo>
                  <a:pt x="158" y="132"/>
                  <a:pt x="152" y="138"/>
                  <a:pt x="145" y="138"/>
                </a:cubicBezTo>
                <a:cubicBezTo>
                  <a:pt x="77" y="138"/>
                  <a:pt x="77" y="138"/>
                  <a:pt x="77" y="138"/>
                </a:cubicBezTo>
                <a:cubicBezTo>
                  <a:pt x="70" y="138"/>
                  <a:pt x="64" y="132"/>
                  <a:pt x="64" y="125"/>
                </a:cubicBezTo>
                <a:cubicBezTo>
                  <a:pt x="64" y="118"/>
                  <a:pt x="70" y="112"/>
                  <a:pt x="77" y="112"/>
                </a:cubicBezTo>
                <a:cubicBezTo>
                  <a:pt x="145" y="112"/>
                  <a:pt x="145" y="112"/>
                  <a:pt x="145" y="112"/>
                </a:cubicBezTo>
                <a:cubicBezTo>
                  <a:pt x="152" y="112"/>
                  <a:pt x="158" y="118"/>
                  <a:pt x="158" y="125"/>
                </a:cubicBezTo>
                <a:close/>
                <a:moveTo>
                  <a:pt x="158" y="258"/>
                </a:moveTo>
                <a:cubicBezTo>
                  <a:pt x="158" y="265"/>
                  <a:pt x="152" y="271"/>
                  <a:pt x="145" y="271"/>
                </a:cubicBezTo>
                <a:cubicBezTo>
                  <a:pt x="77" y="271"/>
                  <a:pt x="77" y="271"/>
                  <a:pt x="77" y="271"/>
                </a:cubicBezTo>
                <a:cubicBezTo>
                  <a:pt x="70" y="271"/>
                  <a:pt x="64" y="265"/>
                  <a:pt x="64" y="258"/>
                </a:cubicBezTo>
                <a:cubicBezTo>
                  <a:pt x="64" y="251"/>
                  <a:pt x="70" y="245"/>
                  <a:pt x="77" y="245"/>
                </a:cubicBezTo>
                <a:cubicBezTo>
                  <a:pt x="145" y="245"/>
                  <a:pt x="145" y="245"/>
                  <a:pt x="145" y="245"/>
                </a:cubicBezTo>
                <a:cubicBezTo>
                  <a:pt x="152" y="245"/>
                  <a:pt x="158" y="251"/>
                  <a:pt x="158" y="258"/>
                </a:cubicBezTo>
                <a:close/>
              </a:path>
            </a:pathLst>
          </a:custGeom>
          <a:solidFill>
            <a:srgbClr val="73CFE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383" name="Google Shape;383;p21"/>
          <p:cNvSpPr/>
          <p:nvPr/>
        </p:nvSpPr>
        <p:spPr>
          <a:xfrm>
            <a:off x="18759879" y="7848079"/>
            <a:ext cx="965644" cy="791686"/>
          </a:xfrm>
          <a:custGeom>
            <a:rect b="b" l="l" r="r" t="t"/>
            <a:pathLst>
              <a:path extrusionOk="0" h="289" w="353">
                <a:moveTo>
                  <a:pt x="38" y="216"/>
                </a:moveTo>
                <a:cubicBezTo>
                  <a:pt x="49" y="213"/>
                  <a:pt x="68" y="201"/>
                  <a:pt x="68" y="173"/>
                </a:cubicBezTo>
                <a:cubicBezTo>
                  <a:pt x="68" y="148"/>
                  <a:pt x="60" y="138"/>
                  <a:pt x="55" y="132"/>
                </a:cubicBezTo>
                <a:cubicBezTo>
                  <a:pt x="55" y="131"/>
                  <a:pt x="55" y="131"/>
                  <a:pt x="55" y="131"/>
                </a:cubicBezTo>
                <a:cubicBezTo>
                  <a:pt x="55" y="131"/>
                  <a:pt x="55" y="131"/>
                  <a:pt x="55" y="131"/>
                </a:cubicBezTo>
                <a:cubicBezTo>
                  <a:pt x="54" y="130"/>
                  <a:pt x="53" y="126"/>
                  <a:pt x="55" y="117"/>
                </a:cubicBezTo>
                <a:cubicBezTo>
                  <a:pt x="56" y="113"/>
                  <a:pt x="56" y="109"/>
                  <a:pt x="54" y="106"/>
                </a:cubicBezTo>
                <a:cubicBezTo>
                  <a:pt x="51" y="99"/>
                  <a:pt x="45" y="85"/>
                  <a:pt x="49" y="75"/>
                </a:cubicBezTo>
                <a:cubicBezTo>
                  <a:pt x="56" y="58"/>
                  <a:pt x="59" y="57"/>
                  <a:pt x="67" y="53"/>
                </a:cubicBezTo>
                <a:cubicBezTo>
                  <a:pt x="68" y="53"/>
                  <a:pt x="69" y="53"/>
                  <a:pt x="69" y="52"/>
                </a:cubicBezTo>
                <a:cubicBezTo>
                  <a:pt x="71" y="51"/>
                  <a:pt x="79" y="48"/>
                  <a:pt x="88" y="48"/>
                </a:cubicBezTo>
                <a:cubicBezTo>
                  <a:pt x="92" y="48"/>
                  <a:pt x="95" y="49"/>
                  <a:pt x="98" y="50"/>
                </a:cubicBezTo>
                <a:cubicBezTo>
                  <a:pt x="98" y="47"/>
                  <a:pt x="99" y="45"/>
                  <a:pt x="100" y="42"/>
                </a:cubicBezTo>
                <a:cubicBezTo>
                  <a:pt x="101" y="39"/>
                  <a:pt x="102" y="37"/>
                  <a:pt x="103" y="35"/>
                </a:cubicBezTo>
                <a:cubicBezTo>
                  <a:pt x="98" y="33"/>
                  <a:pt x="93" y="32"/>
                  <a:pt x="88" y="32"/>
                </a:cubicBezTo>
                <a:cubicBezTo>
                  <a:pt x="76" y="32"/>
                  <a:pt x="65" y="36"/>
                  <a:pt x="61" y="39"/>
                </a:cubicBezTo>
                <a:cubicBezTo>
                  <a:pt x="48" y="44"/>
                  <a:pt x="42" y="50"/>
                  <a:pt x="34" y="69"/>
                </a:cubicBezTo>
                <a:cubicBezTo>
                  <a:pt x="27" y="86"/>
                  <a:pt x="36" y="104"/>
                  <a:pt x="40" y="113"/>
                </a:cubicBezTo>
                <a:cubicBezTo>
                  <a:pt x="35" y="133"/>
                  <a:pt x="42" y="140"/>
                  <a:pt x="42" y="140"/>
                </a:cubicBezTo>
                <a:cubicBezTo>
                  <a:pt x="45" y="145"/>
                  <a:pt x="52" y="153"/>
                  <a:pt x="52" y="173"/>
                </a:cubicBezTo>
                <a:cubicBezTo>
                  <a:pt x="52" y="197"/>
                  <a:pt x="34" y="201"/>
                  <a:pt x="34" y="201"/>
                </a:cubicBezTo>
                <a:cubicBezTo>
                  <a:pt x="19" y="206"/>
                  <a:pt x="0" y="217"/>
                  <a:pt x="0" y="249"/>
                </a:cubicBezTo>
                <a:cubicBezTo>
                  <a:pt x="0" y="249"/>
                  <a:pt x="0" y="257"/>
                  <a:pt x="8" y="257"/>
                </a:cubicBezTo>
                <a:cubicBezTo>
                  <a:pt x="43" y="257"/>
                  <a:pt x="43" y="257"/>
                  <a:pt x="43" y="257"/>
                </a:cubicBezTo>
                <a:cubicBezTo>
                  <a:pt x="45" y="251"/>
                  <a:pt x="48" y="245"/>
                  <a:pt x="51" y="241"/>
                </a:cubicBezTo>
                <a:cubicBezTo>
                  <a:pt x="16" y="241"/>
                  <a:pt x="16" y="241"/>
                  <a:pt x="16" y="241"/>
                </a:cubicBezTo>
                <a:cubicBezTo>
                  <a:pt x="19" y="225"/>
                  <a:pt x="28" y="220"/>
                  <a:pt x="38" y="216"/>
                </a:cubicBezTo>
                <a:moveTo>
                  <a:pt x="319" y="201"/>
                </a:moveTo>
                <a:cubicBezTo>
                  <a:pt x="319" y="201"/>
                  <a:pt x="301" y="197"/>
                  <a:pt x="301" y="173"/>
                </a:cubicBezTo>
                <a:cubicBezTo>
                  <a:pt x="301" y="153"/>
                  <a:pt x="307" y="145"/>
                  <a:pt x="311" y="140"/>
                </a:cubicBezTo>
                <a:cubicBezTo>
                  <a:pt x="311" y="140"/>
                  <a:pt x="318" y="133"/>
                  <a:pt x="312" y="113"/>
                </a:cubicBezTo>
                <a:cubicBezTo>
                  <a:pt x="317" y="104"/>
                  <a:pt x="325" y="86"/>
                  <a:pt x="318" y="69"/>
                </a:cubicBezTo>
                <a:cubicBezTo>
                  <a:pt x="310" y="50"/>
                  <a:pt x="304" y="44"/>
                  <a:pt x="292" y="39"/>
                </a:cubicBezTo>
                <a:cubicBezTo>
                  <a:pt x="287" y="36"/>
                  <a:pt x="276" y="32"/>
                  <a:pt x="265" y="32"/>
                </a:cubicBezTo>
                <a:cubicBezTo>
                  <a:pt x="259" y="32"/>
                  <a:pt x="254" y="33"/>
                  <a:pt x="248" y="35"/>
                </a:cubicBezTo>
                <a:cubicBezTo>
                  <a:pt x="250" y="40"/>
                  <a:pt x="252" y="46"/>
                  <a:pt x="253" y="51"/>
                </a:cubicBezTo>
                <a:cubicBezTo>
                  <a:pt x="254" y="51"/>
                  <a:pt x="254" y="50"/>
                  <a:pt x="254" y="50"/>
                </a:cubicBezTo>
                <a:cubicBezTo>
                  <a:pt x="257" y="49"/>
                  <a:pt x="260" y="48"/>
                  <a:pt x="265" y="48"/>
                </a:cubicBezTo>
                <a:cubicBezTo>
                  <a:pt x="273" y="48"/>
                  <a:pt x="281" y="51"/>
                  <a:pt x="283" y="52"/>
                </a:cubicBezTo>
                <a:cubicBezTo>
                  <a:pt x="284" y="53"/>
                  <a:pt x="284" y="53"/>
                  <a:pt x="285" y="53"/>
                </a:cubicBezTo>
                <a:cubicBezTo>
                  <a:pt x="293" y="57"/>
                  <a:pt x="296" y="58"/>
                  <a:pt x="303" y="75"/>
                </a:cubicBezTo>
                <a:cubicBezTo>
                  <a:pt x="307" y="85"/>
                  <a:pt x="301" y="99"/>
                  <a:pt x="298" y="106"/>
                </a:cubicBezTo>
                <a:cubicBezTo>
                  <a:pt x="297" y="109"/>
                  <a:pt x="296" y="113"/>
                  <a:pt x="297" y="117"/>
                </a:cubicBezTo>
                <a:cubicBezTo>
                  <a:pt x="299" y="126"/>
                  <a:pt x="298" y="130"/>
                  <a:pt x="298" y="131"/>
                </a:cubicBezTo>
                <a:cubicBezTo>
                  <a:pt x="298" y="131"/>
                  <a:pt x="298" y="131"/>
                  <a:pt x="298" y="131"/>
                </a:cubicBezTo>
                <a:cubicBezTo>
                  <a:pt x="297" y="132"/>
                  <a:pt x="297" y="132"/>
                  <a:pt x="297" y="132"/>
                </a:cubicBezTo>
                <a:cubicBezTo>
                  <a:pt x="293" y="138"/>
                  <a:pt x="285" y="148"/>
                  <a:pt x="285" y="173"/>
                </a:cubicBezTo>
                <a:cubicBezTo>
                  <a:pt x="285" y="201"/>
                  <a:pt x="303" y="213"/>
                  <a:pt x="314" y="216"/>
                </a:cubicBezTo>
                <a:cubicBezTo>
                  <a:pt x="324" y="220"/>
                  <a:pt x="334" y="225"/>
                  <a:pt x="336" y="241"/>
                </a:cubicBezTo>
                <a:cubicBezTo>
                  <a:pt x="301" y="241"/>
                  <a:pt x="301" y="241"/>
                  <a:pt x="301" y="241"/>
                </a:cubicBezTo>
                <a:cubicBezTo>
                  <a:pt x="304" y="245"/>
                  <a:pt x="307" y="251"/>
                  <a:pt x="309" y="257"/>
                </a:cubicBezTo>
                <a:cubicBezTo>
                  <a:pt x="345" y="257"/>
                  <a:pt x="345" y="257"/>
                  <a:pt x="345" y="257"/>
                </a:cubicBezTo>
                <a:cubicBezTo>
                  <a:pt x="353" y="257"/>
                  <a:pt x="353" y="249"/>
                  <a:pt x="353" y="249"/>
                </a:cubicBezTo>
                <a:cubicBezTo>
                  <a:pt x="353" y="217"/>
                  <a:pt x="333" y="206"/>
                  <a:pt x="319" y="201"/>
                </a:cubicBezTo>
                <a:moveTo>
                  <a:pt x="240" y="218"/>
                </a:moveTo>
                <a:cubicBezTo>
                  <a:pt x="240" y="218"/>
                  <a:pt x="211" y="211"/>
                  <a:pt x="211" y="181"/>
                </a:cubicBezTo>
                <a:cubicBezTo>
                  <a:pt x="211" y="155"/>
                  <a:pt x="223" y="146"/>
                  <a:pt x="228" y="139"/>
                </a:cubicBezTo>
                <a:cubicBezTo>
                  <a:pt x="228" y="139"/>
                  <a:pt x="237" y="131"/>
                  <a:pt x="231" y="105"/>
                </a:cubicBezTo>
                <a:cubicBezTo>
                  <a:pt x="241" y="90"/>
                  <a:pt x="245" y="66"/>
                  <a:pt x="232" y="37"/>
                </a:cubicBezTo>
                <a:cubicBezTo>
                  <a:pt x="225" y="20"/>
                  <a:pt x="219" y="11"/>
                  <a:pt x="209" y="5"/>
                </a:cubicBezTo>
                <a:cubicBezTo>
                  <a:pt x="202" y="1"/>
                  <a:pt x="194" y="0"/>
                  <a:pt x="186" y="0"/>
                </a:cubicBezTo>
                <a:cubicBezTo>
                  <a:pt x="172" y="0"/>
                  <a:pt x="158" y="5"/>
                  <a:pt x="152" y="9"/>
                </a:cubicBezTo>
                <a:cubicBezTo>
                  <a:pt x="136" y="16"/>
                  <a:pt x="125" y="22"/>
                  <a:pt x="115" y="48"/>
                </a:cubicBezTo>
                <a:cubicBezTo>
                  <a:pt x="107" y="69"/>
                  <a:pt x="117" y="92"/>
                  <a:pt x="122" y="104"/>
                </a:cubicBezTo>
                <a:cubicBezTo>
                  <a:pt x="116" y="130"/>
                  <a:pt x="125" y="139"/>
                  <a:pt x="125" y="139"/>
                </a:cubicBezTo>
                <a:cubicBezTo>
                  <a:pt x="129" y="146"/>
                  <a:pt x="141" y="155"/>
                  <a:pt x="141" y="181"/>
                </a:cubicBezTo>
                <a:cubicBezTo>
                  <a:pt x="141" y="211"/>
                  <a:pt x="112" y="218"/>
                  <a:pt x="112" y="218"/>
                </a:cubicBezTo>
                <a:cubicBezTo>
                  <a:pt x="94" y="225"/>
                  <a:pt x="56" y="238"/>
                  <a:pt x="56" y="281"/>
                </a:cubicBezTo>
                <a:cubicBezTo>
                  <a:pt x="56" y="281"/>
                  <a:pt x="56" y="289"/>
                  <a:pt x="64" y="289"/>
                </a:cubicBezTo>
                <a:cubicBezTo>
                  <a:pt x="289" y="289"/>
                  <a:pt x="289" y="289"/>
                  <a:pt x="289" y="289"/>
                </a:cubicBezTo>
                <a:cubicBezTo>
                  <a:pt x="297" y="289"/>
                  <a:pt x="297" y="281"/>
                  <a:pt x="297" y="281"/>
                </a:cubicBezTo>
                <a:cubicBezTo>
                  <a:pt x="297" y="238"/>
                  <a:pt x="258" y="225"/>
                  <a:pt x="240" y="218"/>
                </a:cubicBezTo>
                <a:moveTo>
                  <a:pt x="72" y="273"/>
                </a:moveTo>
                <a:cubicBezTo>
                  <a:pt x="76" y="250"/>
                  <a:pt x="96" y="241"/>
                  <a:pt x="116" y="234"/>
                </a:cubicBezTo>
                <a:cubicBezTo>
                  <a:pt x="117" y="234"/>
                  <a:pt x="117" y="234"/>
                  <a:pt x="117" y="234"/>
                </a:cubicBezTo>
                <a:cubicBezTo>
                  <a:pt x="131" y="230"/>
                  <a:pt x="157" y="214"/>
                  <a:pt x="157" y="181"/>
                </a:cubicBezTo>
                <a:cubicBezTo>
                  <a:pt x="157" y="153"/>
                  <a:pt x="146" y="140"/>
                  <a:pt x="140" y="132"/>
                </a:cubicBezTo>
                <a:cubicBezTo>
                  <a:pt x="138" y="131"/>
                  <a:pt x="137" y="129"/>
                  <a:pt x="137" y="129"/>
                </a:cubicBezTo>
                <a:cubicBezTo>
                  <a:pt x="137" y="128"/>
                  <a:pt x="134" y="122"/>
                  <a:pt x="138" y="107"/>
                </a:cubicBezTo>
                <a:cubicBezTo>
                  <a:pt x="139" y="100"/>
                  <a:pt x="137" y="97"/>
                  <a:pt x="137" y="97"/>
                </a:cubicBezTo>
                <a:cubicBezTo>
                  <a:pt x="132" y="87"/>
                  <a:pt x="124" y="69"/>
                  <a:pt x="130" y="54"/>
                </a:cubicBezTo>
                <a:cubicBezTo>
                  <a:pt x="138" y="33"/>
                  <a:pt x="146" y="29"/>
                  <a:pt x="159" y="23"/>
                </a:cubicBezTo>
                <a:cubicBezTo>
                  <a:pt x="160" y="23"/>
                  <a:pt x="160" y="22"/>
                  <a:pt x="161" y="22"/>
                </a:cubicBezTo>
                <a:cubicBezTo>
                  <a:pt x="164" y="20"/>
                  <a:pt x="174" y="16"/>
                  <a:pt x="186" y="16"/>
                </a:cubicBezTo>
                <a:cubicBezTo>
                  <a:pt x="192" y="16"/>
                  <a:pt x="197" y="17"/>
                  <a:pt x="201" y="19"/>
                </a:cubicBezTo>
                <a:cubicBezTo>
                  <a:pt x="206" y="22"/>
                  <a:pt x="210" y="27"/>
                  <a:pt x="217" y="44"/>
                </a:cubicBezTo>
                <a:cubicBezTo>
                  <a:pt x="230" y="73"/>
                  <a:pt x="222" y="89"/>
                  <a:pt x="218" y="95"/>
                </a:cubicBezTo>
                <a:cubicBezTo>
                  <a:pt x="215" y="99"/>
                  <a:pt x="214" y="104"/>
                  <a:pt x="215" y="108"/>
                </a:cubicBezTo>
                <a:cubicBezTo>
                  <a:pt x="218" y="122"/>
                  <a:pt x="216" y="127"/>
                  <a:pt x="216" y="129"/>
                </a:cubicBezTo>
                <a:cubicBezTo>
                  <a:pt x="216" y="129"/>
                  <a:pt x="214" y="131"/>
                  <a:pt x="213" y="132"/>
                </a:cubicBezTo>
                <a:cubicBezTo>
                  <a:pt x="207" y="140"/>
                  <a:pt x="195" y="153"/>
                  <a:pt x="195" y="181"/>
                </a:cubicBezTo>
                <a:cubicBezTo>
                  <a:pt x="195" y="214"/>
                  <a:pt x="221" y="230"/>
                  <a:pt x="235" y="234"/>
                </a:cubicBezTo>
                <a:cubicBezTo>
                  <a:pt x="236" y="234"/>
                  <a:pt x="236" y="234"/>
                  <a:pt x="236" y="234"/>
                </a:cubicBezTo>
                <a:cubicBezTo>
                  <a:pt x="256" y="241"/>
                  <a:pt x="276" y="250"/>
                  <a:pt x="280" y="273"/>
                </a:cubicBezTo>
                <a:lnTo>
                  <a:pt x="72" y="273"/>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384" name="Google Shape;384;p21"/>
          <p:cNvSpPr txBox="1"/>
          <p:nvPr/>
        </p:nvSpPr>
        <p:spPr>
          <a:xfrm>
            <a:off x="2057400" y="3481975"/>
            <a:ext cx="18484500" cy="2921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Nuestra estrategia de distribución es… </a:t>
            </a:r>
            <a:r>
              <a:rPr b="0" i="0" lang="en-US" sz="2400" u="none" cap="none" strike="noStrike">
                <a:solidFill>
                  <a:schemeClr val="dk2"/>
                </a:solidFill>
                <a:latin typeface="Lato Light"/>
                <a:ea typeface="Lato Light"/>
                <a:cs typeface="Lato Light"/>
                <a:sym typeface="Lato Light"/>
              </a:rPr>
              <a:t>Insert some explanations, Information, and data about the title here. So Insert some explanations and Information. </a:t>
            </a:r>
            <a:r>
              <a:rPr lang="en-US" sz="2400">
                <a:solidFill>
                  <a:schemeClr val="dk2"/>
                </a:solidFill>
                <a:latin typeface="Lato Light"/>
                <a:ea typeface="Lato Light"/>
                <a:cs typeface="Lato Light"/>
                <a:sym typeface="Lato Light"/>
              </a:rPr>
              <a:t>Insert some explanations, Information, and data about the title here. So Insert some explanations and Information.</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240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La razón principal es que… </a:t>
            </a:r>
            <a:r>
              <a:rPr b="0" i="0" lang="en-US" sz="2400" u="none" cap="none" strike="noStrike">
                <a:solidFill>
                  <a:schemeClr val="dk2"/>
                </a:solidFill>
                <a:latin typeface="Lato Light"/>
                <a:ea typeface="Lato Light"/>
                <a:cs typeface="Lato Light"/>
                <a:sym typeface="Lato Light"/>
              </a:rPr>
              <a:t>Insert some explanations, Information, and data about the title here. So Insert some explanations and Information.</a:t>
            </a:r>
            <a:r>
              <a:rPr lang="en-US" sz="2400">
                <a:solidFill>
                  <a:schemeClr val="dk2"/>
                </a:solidFill>
                <a:latin typeface="Lato Light"/>
                <a:ea typeface="Lato Light"/>
                <a:cs typeface="Lato Light"/>
                <a:sym typeface="Lato Light"/>
              </a:rPr>
              <a:t>Insert some explanations, Information, and data about the title here. So Insert some explanations and Information.Insert some explanations, Information, and data about the title here. So Insert some explanations and Information.</a:t>
            </a:r>
            <a:endParaRPr b="0" i="0" sz="2400" u="none" cap="none" strike="noStrike">
              <a:solidFill>
                <a:schemeClr val="dk2"/>
              </a:solidFill>
              <a:latin typeface="Lato Light"/>
              <a:ea typeface="Lato Light"/>
              <a:cs typeface="Lato Light"/>
              <a:sym typeface="Lato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88" name="Shape 388"/>
        <p:cNvGrpSpPr/>
        <p:nvPr/>
      </p:nvGrpSpPr>
      <p:grpSpPr>
        <a:xfrm>
          <a:off x="0" y="0"/>
          <a:ext cx="0" cy="0"/>
          <a:chOff x="0" y="0"/>
          <a:chExt cx="0" cy="0"/>
        </a:xfrm>
      </p:grpSpPr>
      <p:sp>
        <p:nvSpPr>
          <p:cNvPr id="389" name="Google Shape;389;p22"/>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Comunicación, publicidad y relaciones públicas</a:t>
            </a:r>
            <a:endParaRPr/>
          </a:p>
        </p:txBody>
      </p:sp>
      <p:sp>
        <p:nvSpPr>
          <p:cNvPr id="390" name="Google Shape;390;p22"/>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solidFill>
                  <a:srgbClr val="000000"/>
                </a:solidFill>
              </a:rPr>
              <a:t>Análisis interno </a:t>
            </a:r>
            <a:r>
              <a:rPr lang="en-US">
                <a:solidFill>
                  <a:schemeClr val="accent4"/>
                </a:solidFill>
              </a:rPr>
              <a:t>| Promoción</a:t>
            </a:r>
            <a:endParaRPr b="1" i="0" sz="8800" u="none" cap="none" strike="noStrike">
              <a:solidFill>
                <a:schemeClr val="accent4"/>
              </a:solidFill>
              <a:latin typeface="Lato"/>
              <a:ea typeface="Lato"/>
              <a:cs typeface="Lato"/>
              <a:sym typeface="Lato"/>
            </a:endParaRPr>
          </a:p>
        </p:txBody>
      </p:sp>
      <p:sp>
        <p:nvSpPr>
          <p:cNvPr id="391" name="Google Shape;391;p22"/>
          <p:cNvSpPr/>
          <p:nvPr/>
        </p:nvSpPr>
        <p:spPr>
          <a:xfrm>
            <a:off x="21651297" y="344697"/>
            <a:ext cx="2112600" cy="211260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392" name="Google Shape;392;p22"/>
          <p:cNvSpPr/>
          <p:nvPr/>
        </p:nvSpPr>
        <p:spPr>
          <a:xfrm>
            <a:off x="22189880" y="881381"/>
            <a:ext cx="1035438" cy="1039198"/>
          </a:xfrm>
          <a:custGeom>
            <a:rect b="b" l="l" r="r" t="t"/>
            <a:pathLst>
              <a:path extrusionOk="0" h="353" w="353">
                <a:moveTo>
                  <a:pt x="321" y="104"/>
                </a:moveTo>
                <a:cubicBezTo>
                  <a:pt x="321" y="24"/>
                  <a:pt x="321" y="24"/>
                  <a:pt x="321" y="24"/>
                </a:cubicBezTo>
                <a:cubicBezTo>
                  <a:pt x="321" y="11"/>
                  <a:pt x="311" y="0"/>
                  <a:pt x="297" y="0"/>
                </a:cubicBezTo>
                <a:cubicBezTo>
                  <a:pt x="284" y="0"/>
                  <a:pt x="273" y="11"/>
                  <a:pt x="273" y="24"/>
                </a:cubicBezTo>
                <a:cubicBezTo>
                  <a:pt x="273" y="30"/>
                  <a:pt x="273" y="30"/>
                  <a:pt x="273" y="30"/>
                </a:cubicBezTo>
                <a:cubicBezTo>
                  <a:pt x="40" y="98"/>
                  <a:pt x="40" y="98"/>
                  <a:pt x="40" y="98"/>
                </a:cubicBezTo>
                <a:cubicBezTo>
                  <a:pt x="38" y="97"/>
                  <a:pt x="35" y="96"/>
                  <a:pt x="32" y="96"/>
                </a:cubicBezTo>
                <a:cubicBezTo>
                  <a:pt x="16" y="96"/>
                  <a:pt x="16" y="96"/>
                  <a:pt x="16" y="96"/>
                </a:cubicBezTo>
                <a:cubicBezTo>
                  <a:pt x="7" y="96"/>
                  <a:pt x="0" y="103"/>
                  <a:pt x="0" y="112"/>
                </a:cubicBezTo>
                <a:cubicBezTo>
                  <a:pt x="0" y="192"/>
                  <a:pt x="0" y="192"/>
                  <a:pt x="0" y="192"/>
                </a:cubicBezTo>
                <a:cubicBezTo>
                  <a:pt x="0" y="201"/>
                  <a:pt x="7" y="208"/>
                  <a:pt x="16" y="208"/>
                </a:cubicBezTo>
                <a:cubicBezTo>
                  <a:pt x="32" y="208"/>
                  <a:pt x="32" y="208"/>
                  <a:pt x="32" y="208"/>
                </a:cubicBezTo>
                <a:cubicBezTo>
                  <a:pt x="35" y="208"/>
                  <a:pt x="38" y="208"/>
                  <a:pt x="40" y="206"/>
                </a:cubicBezTo>
                <a:cubicBezTo>
                  <a:pt x="50" y="209"/>
                  <a:pt x="50" y="209"/>
                  <a:pt x="50" y="209"/>
                </a:cubicBezTo>
                <a:cubicBezTo>
                  <a:pt x="81" y="347"/>
                  <a:pt x="81" y="347"/>
                  <a:pt x="81" y="347"/>
                </a:cubicBezTo>
                <a:cubicBezTo>
                  <a:pt x="81" y="347"/>
                  <a:pt x="81" y="347"/>
                  <a:pt x="81" y="347"/>
                </a:cubicBezTo>
                <a:cubicBezTo>
                  <a:pt x="82" y="350"/>
                  <a:pt x="85" y="353"/>
                  <a:pt x="89" y="353"/>
                </a:cubicBezTo>
                <a:cubicBezTo>
                  <a:pt x="153" y="353"/>
                  <a:pt x="153" y="353"/>
                  <a:pt x="153" y="353"/>
                </a:cubicBezTo>
                <a:cubicBezTo>
                  <a:pt x="157" y="353"/>
                  <a:pt x="161" y="349"/>
                  <a:pt x="161" y="345"/>
                </a:cubicBezTo>
                <a:cubicBezTo>
                  <a:pt x="161" y="344"/>
                  <a:pt x="161" y="344"/>
                  <a:pt x="160" y="343"/>
                </a:cubicBezTo>
                <a:cubicBezTo>
                  <a:pt x="161" y="343"/>
                  <a:pt x="161" y="343"/>
                  <a:pt x="161" y="343"/>
                </a:cubicBezTo>
                <a:cubicBezTo>
                  <a:pt x="135" y="234"/>
                  <a:pt x="135" y="234"/>
                  <a:pt x="135" y="234"/>
                </a:cubicBezTo>
                <a:cubicBezTo>
                  <a:pt x="273" y="275"/>
                  <a:pt x="273" y="275"/>
                  <a:pt x="273" y="275"/>
                </a:cubicBezTo>
                <a:cubicBezTo>
                  <a:pt x="273" y="281"/>
                  <a:pt x="273" y="281"/>
                  <a:pt x="273" y="281"/>
                </a:cubicBezTo>
                <a:cubicBezTo>
                  <a:pt x="273" y="294"/>
                  <a:pt x="284" y="305"/>
                  <a:pt x="297" y="305"/>
                </a:cubicBezTo>
                <a:cubicBezTo>
                  <a:pt x="311" y="305"/>
                  <a:pt x="321" y="294"/>
                  <a:pt x="321" y="281"/>
                </a:cubicBezTo>
                <a:cubicBezTo>
                  <a:pt x="321" y="200"/>
                  <a:pt x="321" y="200"/>
                  <a:pt x="321" y="200"/>
                </a:cubicBezTo>
                <a:cubicBezTo>
                  <a:pt x="339" y="200"/>
                  <a:pt x="353" y="186"/>
                  <a:pt x="353" y="168"/>
                </a:cubicBezTo>
                <a:cubicBezTo>
                  <a:pt x="353" y="136"/>
                  <a:pt x="353" y="136"/>
                  <a:pt x="353" y="136"/>
                </a:cubicBezTo>
                <a:cubicBezTo>
                  <a:pt x="353" y="118"/>
                  <a:pt x="339" y="104"/>
                  <a:pt x="321" y="104"/>
                </a:cubicBezTo>
                <a:moveTo>
                  <a:pt x="32" y="192"/>
                </a:moveTo>
                <a:cubicBezTo>
                  <a:pt x="16" y="192"/>
                  <a:pt x="16" y="192"/>
                  <a:pt x="16" y="192"/>
                </a:cubicBezTo>
                <a:cubicBezTo>
                  <a:pt x="16" y="112"/>
                  <a:pt x="16" y="112"/>
                  <a:pt x="16" y="112"/>
                </a:cubicBezTo>
                <a:cubicBezTo>
                  <a:pt x="32" y="112"/>
                  <a:pt x="32" y="112"/>
                  <a:pt x="32" y="112"/>
                </a:cubicBezTo>
                <a:lnTo>
                  <a:pt x="32" y="192"/>
                </a:lnTo>
                <a:close/>
                <a:moveTo>
                  <a:pt x="143" y="337"/>
                </a:moveTo>
                <a:cubicBezTo>
                  <a:pt x="95" y="337"/>
                  <a:pt x="95" y="337"/>
                  <a:pt x="95" y="337"/>
                </a:cubicBezTo>
                <a:cubicBezTo>
                  <a:pt x="91" y="321"/>
                  <a:pt x="91" y="321"/>
                  <a:pt x="91" y="321"/>
                </a:cubicBezTo>
                <a:cubicBezTo>
                  <a:pt x="139" y="321"/>
                  <a:pt x="139" y="321"/>
                  <a:pt x="139" y="321"/>
                </a:cubicBezTo>
                <a:lnTo>
                  <a:pt x="143" y="337"/>
                </a:lnTo>
                <a:close/>
                <a:moveTo>
                  <a:pt x="135" y="305"/>
                </a:moveTo>
                <a:cubicBezTo>
                  <a:pt x="88" y="305"/>
                  <a:pt x="88" y="305"/>
                  <a:pt x="88" y="305"/>
                </a:cubicBezTo>
                <a:cubicBezTo>
                  <a:pt x="68" y="214"/>
                  <a:pt x="68" y="214"/>
                  <a:pt x="68" y="214"/>
                </a:cubicBezTo>
                <a:cubicBezTo>
                  <a:pt x="117" y="229"/>
                  <a:pt x="117" y="229"/>
                  <a:pt x="117" y="229"/>
                </a:cubicBezTo>
                <a:lnTo>
                  <a:pt x="135" y="305"/>
                </a:lnTo>
                <a:close/>
                <a:moveTo>
                  <a:pt x="273" y="258"/>
                </a:moveTo>
                <a:cubicBezTo>
                  <a:pt x="48" y="192"/>
                  <a:pt x="48" y="192"/>
                  <a:pt x="48" y="192"/>
                </a:cubicBezTo>
                <a:cubicBezTo>
                  <a:pt x="48" y="113"/>
                  <a:pt x="48" y="113"/>
                  <a:pt x="48" y="113"/>
                </a:cubicBezTo>
                <a:cubicBezTo>
                  <a:pt x="273" y="47"/>
                  <a:pt x="273" y="47"/>
                  <a:pt x="273" y="47"/>
                </a:cubicBezTo>
                <a:lnTo>
                  <a:pt x="273" y="258"/>
                </a:lnTo>
                <a:close/>
                <a:moveTo>
                  <a:pt x="305" y="281"/>
                </a:moveTo>
                <a:cubicBezTo>
                  <a:pt x="305" y="285"/>
                  <a:pt x="302" y="289"/>
                  <a:pt x="297" y="289"/>
                </a:cubicBezTo>
                <a:cubicBezTo>
                  <a:pt x="293" y="289"/>
                  <a:pt x="289" y="285"/>
                  <a:pt x="289" y="281"/>
                </a:cubicBezTo>
                <a:cubicBezTo>
                  <a:pt x="289" y="24"/>
                  <a:pt x="289" y="24"/>
                  <a:pt x="289" y="24"/>
                </a:cubicBezTo>
                <a:cubicBezTo>
                  <a:pt x="289" y="19"/>
                  <a:pt x="293" y="16"/>
                  <a:pt x="297" y="16"/>
                </a:cubicBezTo>
                <a:cubicBezTo>
                  <a:pt x="302" y="16"/>
                  <a:pt x="305" y="19"/>
                  <a:pt x="305" y="24"/>
                </a:cubicBezTo>
                <a:lnTo>
                  <a:pt x="305" y="281"/>
                </a:lnTo>
                <a:close/>
                <a:moveTo>
                  <a:pt x="337" y="168"/>
                </a:moveTo>
                <a:cubicBezTo>
                  <a:pt x="337" y="177"/>
                  <a:pt x="330" y="184"/>
                  <a:pt x="321" y="184"/>
                </a:cubicBezTo>
                <a:cubicBezTo>
                  <a:pt x="321" y="120"/>
                  <a:pt x="321" y="120"/>
                  <a:pt x="321" y="120"/>
                </a:cubicBezTo>
                <a:cubicBezTo>
                  <a:pt x="330" y="120"/>
                  <a:pt x="337" y="127"/>
                  <a:pt x="337" y="136"/>
                </a:cubicBezTo>
                <a:lnTo>
                  <a:pt x="337" y="168"/>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393" name="Google Shape;393;p22"/>
          <p:cNvSpPr txBox="1"/>
          <p:nvPr/>
        </p:nvSpPr>
        <p:spPr>
          <a:xfrm>
            <a:off x="1990411" y="5580604"/>
            <a:ext cx="4995600" cy="385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data about the title here. Explanation should be short. Insert some  more explanations, information, data about the title here.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240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data about the title here. The best explanation.</a:t>
            </a:r>
            <a:endParaRPr b="0" i="0" sz="1400" u="none" cap="none" strike="noStrike">
              <a:solidFill>
                <a:srgbClr val="000000"/>
              </a:solidFill>
              <a:latin typeface="Arial"/>
              <a:ea typeface="Arial"/>
              <a:cs typeface="Arial"/>
              <a:sym typeface="Arial"/>
            </a:endParaRPr>
          </a:p>
        </p:txBody>
      </p:sp>
      <p:sp>
        <p:nvSpPr>
          <p:cNvPr id="394" name="Google Shape;394;p22"/>
          <p:cNvSpPr txBox="1"/>
          <p:nvPr/>
        </p:nvSpPr>
        <p:spPr>
          <a:xfrm>
            <a:off x="3549580" y="4472795"/>
            <a:ext cx="34365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Comunicación</a:t>
            </a:r>
            <a:endParaRPr b="0" i="0" sz="1400" u="none" cap="none" strike="noStrike">
              <a:solidFill>
                <a:srgbClr val="000000"/>
              </a:solidFill>
              <a:latin typeface="Arial"/>
              <a:ea typeface="Arial"/>
              <a:cs typeface="Arial"/>
              <a:sym typeface="Arial"/>
            </a:endParaRPr>
          </a:p>
        </p:txBody>
      </p:sp>
      <p:sp>
        <p:nvSpPr>
          <p:cNvPr id="395" name="Google Shape;395;p22"/>
          <p:cNvSpPr txBox="1"/>
          <p:nvPr/>
        </p:nvSpPr>
        <p:spPr>
          <a:xfrm>
            <a:off x="1990411" y="3802037"/>
            <a:ext cx="15591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800"/>
              <a:buFont typeface="Arial"/>
              <a:buNone/>
            </a:pPr>
            <a:r>
              <a:rPr b="1" i="0" lang="en-US" sz="8800" u="none" cap="none" strike="noStrike">
                <a:solidFill>
                  <a:schemeClr val="accent1"/>
                </a:solidFill>
                <a:latin typeface="Lato"/>
                <a:ea typeface="Lato"/>
                <a:cs typeface="Lato"/>
                <a:sym typeface="Lato"/>
              </a:rPr>
              <a:t>01</a:t>
            </a:r>
            <a:endParaRPr b="0" i="0" sz="1400" u="none" cap="none" strike="noStrike">
              <a:solidFill>
                <a:srgbClr val="000000"/>
              </a:solidFill>
              <a:latin typeface="Arial"/>
              <a:ea typeface="Arial"/>
              <a:cs typeface="Arial"/>
              <a:sym typeface="Arial"/>
            </a:endParaRPr>
          </a:p>
        </p:txBody>
      </p:sp>
      <p:sp>
        <p:nvSpPr>
          <p:cNvPr id="396" name="Google Shape;396;p22"/>
          <p:cNvSpPr txBox="1"/>
          <p:nvPr/>
        </p:nvSpPr>
        <p:spPr>
          <a:xfrm>
            <a:off x="8398747" y="5580604"/>
            <a:ext cx="4995600" cy="385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data about the title here. Explanation should be short. Insert some  more explanations, information, data about the title here.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240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data about the title here. The best explanation.</a:t>
            </a:r>
            <a:endParaRPr b="0" i="0" sz="1400" u="none" cap="none" strike="noStrike">
              <a:solidFill>
                <a:srgbClr val="000000"/>
              </a:solidFill>
              <a:latin typeface="Arial"/>
              <a:ea typeface="Arial"/>
              <a:cs typeface="Arial"/>
              <a:sym typeface="Arial"/>
            </a:endParaRPr>
          </a:p>
        </p:txBody>
      </p:sp>
      <p:sp>
        <p:nvSpPr>
          <p:cNvPr id="397" name="Google Shape;397;p22"/>
          <p:cNvSpPr txBox="1"/>
          <p:nvPr/>
        </p:nvSpPr>
        <p:spPr>
          <a:xfrm>
            <a:off x="9957916" y="4472795"/>
            <a:ext cx="34365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Publicidad</a:t>
            </a:r>
            <a:endParaRPr b="0" i="0" sz="1400" u="none" cap="none" strike="noStrike">
              <a:solidFill>
                <a:srgbClr val="000000"/>
              </a:solidFill>
              <a:latin typeface="Arial"/>
              <a:ea typeface="Arial"/>
              <a:cs typeface="Arial"/>
              <a:sym typeface="Arial"/>
            </a:endParaRPr>
          </a:p>
        </p:txBody>
      </p:sp>
      <p:sp>
        <p:nvSpPr>
          <p:cNvPr id="398" name="Google Shape;398;p22"/>
          <p:cNvSpPr txBox="1"/>
          <p:nvPr/>
        </p:nvSpPr>
        <p:spPr>
          <a:xfrm>
            <a:off x="8398747" y="3802037"/>
            <a:ext cx="15591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800"/>
              <a:buFont typeface="Arial"/>
              <a:buNone/>
            </a:pPr>
            <a:r>
              <a:rPr b="1" i="0" lang="en-US" sz="8800" u="none" cap="none" strike="noStrike">
                <a:solidFill>
                  <a:schemeClr val="accent2"/>
                </a:solidFill>
                <a:latin typeface="Lato"/>
                <a:ea typeface="Lato"/>
                <a:cs typeface="Lato"/>
                <a:sym typeface="Lato"/>
              </a:rPr>
              <a:t>02</a:t>
            </a:r>
            <a:endParaRPr b="0" i="0" sz="1400" u="none" cap="none" strike="noStrike">
              <a:solidFill>
                <a:srgbClr val="000000"/>
              </a:solidFill>
              <a:latin typeface="Arial"/>
              <a:ea typeface="Arial"/>
              <a:cs typeface="Arial"/>
              <a:sym typeface="Arial"/>
            </a:endParaRPr>
          </a:p>
        </p:txBody>
      </p:sp>
      <p:sp>
        <p:nvSpPr>
          <p:cNvPr id="399" name="Google Shape;399;p22"/>
          <p:cNvSpPr txBox="1"/>
          <p:nvPr/>
        </p:nvSpPr>
        <p:spPr>
          <a:xfrm>
            <a:off x="14807075" y="5580600"/>
            <a:ext cx="4995600" cy="3808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data about the title here. Explanation should be short. Insert some  more explanations, information, data about the title here.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240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data about the title here. The best explanation.</a:t>
            </a:r>
            <a:endParaRPr b="0" i="0" sz="1400" u="none" cap="none" strike="noStrike">
              <a:solidFill>
                <a:srgbClr val="000000"/>
              </a:solidFill>
              <a:latin typeface="Arial"/>
              <a:ea typeface="Arial"/>
              <a:cs typeface="Arial"/>
              <a:sym typeface="Arial"/>
            </a:endParaRPr>
          </a:p>
        </p:txBody>
      </p:sp>
      <p:sp>
        <p:nvSpPr>
          <p:cNvPr id="400" name="Google Shape;400;p22"/>
          <p:cNvSpPr txBox="1"/>
          <p:nvPr/>
        </p:nvSpPr>
        <p:spPr>
          <a:xfrm>
            <a:off x="16366250" y="4472800"/>
            <a:ext cx="37671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Relaciones públicas</a:t>
            </a:r>
            <a:endParaRPr b="0" i="0" sz="1400" u="none" cap="none" strike="noStrike">
              <a:solidFill>
                <a:srgbClr val="000000"/>
              </a:solidFill>
              <a:latin typeface="Arial"/>
              <a:ea typeface="Arial"/>
              <a:cs typeface="Arial"/>
              <a:sym typeface="Arial"/>
            </a:endParaRPr>
          </a:p>
        </p:txBody>
      </p:sp>
      <p:sp>
        <p:nvSpPr>
          <p:cNvPr id="401" name="Google Shape;401;p22"/>
          <p:cNvSpPr txBox="1"/>
          <p:nvPr/>
        </p:nvSpPr>
        <p:spPr>
          <a:xfrm>
            <a:off x="14807084" y="3802037"/>
            <a:ext cx="15591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800"/>
              <a:buFont typeface="Arial"/>
              <a:buNone/>
            </a:pPr>
            <a:r>
              <a:rPr b="1" i="0" lang="en-US" sz="8800" u="none" cap="none" strike="noStrike">
                <a:solidFill>
                  <a:schemeClr val="accent3"/>
                </a:solidFill>
                <a:latin typeface="Lato"/>
                <a:ea typeface="Lato"/>
                <a:cs typeface="Lato"/>
                <a:sym typeface="Lato"/>
              </a:rPr>
              <a:t>03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05" name="Shape 405"/>
        <p:cNvGrpSpPr/>
        <p:nvPr/>
      </p:nvGrpSpPr>
      <p:grpSpPr>
        <a:xfrm>
          <a:off x="0" y="0"/>
          <a:ext cx="0" cy="0"/>
          <a:chOff x="0" y="0"/>
          <a:chExt cx="0" cy="0"/>
        </a:xfrm>
      </p:grpSpPr>
      <p:sp>
        <p:nvSpPr>
          <p:cNvPr id="406" name="Google Shape;406;p23"/>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Venta personal, marketing directo, fidelización, merchandaising, concursos y ofertas</a:t>
            </a:r>
            <a:endParaRPr/>
          </a:p>
        </p:txBody>
      </p:sp>
      <p:sp>
        <p:nvSpPr>
          <p:cNvPr id="407" name="Google Shape;407;p23"/>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solidFill>
                  <a:srgbClr val="000000"/>
                </a:solidFill>
              </a:rPr>
              <a:t>Análisis interno </a:t>
            </a:r>
            <a:r>
              <a:rPr lang="en-US">
                <a:solidFill>
                  <a:schemeClr val="accent4"/>
                </a:solidFill>
              </a:rPr>
              <a:t>| Promoción</a:t>
            </a:r>
            <a:endParaRPr b="1" i="0" sz="8800" u="none" cap="none" strike="noStrike">
              <a:solidFill>
                <a:schemeClr val="accent4"/>
              </a:solidFill>
              <a:latin typeface="Lato"/>
              <a:ea typeface="Lato"/>
              <a:cs typeface="Lato"/>
              <a:sym typeface="Lato"/>
            </a:endParaRPr>
          </a:p>
        </p:txBody>
      </p:sp>
      <p:sp>
        <p:nvSpPr>
          <p:cNvPr id="408" name="Google Shape;408;p23"/>
          <p:cNvSpPr/>
          <p:nvPr/>
        </p:nvSpPr>
        <p:spPr>
          <a:xfrm>
            <a:off x="21651297" y="344697"/>
            <a:ext cx="2112600" cy="211260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409" name="Google Shape;409;p23"/>
          <p:cNvSpPr/>
          <p:nvPr/>
        </p:nvSpPr>
        <p:spPr>
          <a:xfrm>
            <a:off x="22189880" y="881381"/>
            <a:ext cx="1035438" cy="1039198"/>
          </a:xfrm>
          <a:custGeom>
            <a:rect b="b" l="l" r="r" t="t"/>
            <a:pathLst>
              <a:path extrusionOk="0" h="353" w="353">
                <a:moveTo>
                  <a:pt x="321" y="104"/>
                </a:moveTo>
                <a:cubicBezTo>
                  <a:pt x="321" y="24"/>
                  <a:pt x="321" y="24"/>
                  <a:pt x="321" y="24"/>
                </a:cubicBezTo>
                <a:cubicBezTo>
                  <a:pt x="321" y="11"/>
                  <a:pt x="311" y="0"/>
                  <a:pt x="297" y="0"/>
                </a:cubicBezTo>
                <a:cubicBezTo>
                  <a:pt x="284" y="0"/>
                  <a:pt x="273" y="11"/>
                  <a:pt x="273" y="24"/>
                </a:cubicBezTo>
                <a:cubicBezTo>
                  <a:pt x="273" y="30"/>
                  <a:pt x="273" y="30"/>
                  <a:pt x="273" y="30"/>
                </a:cubicBezTo>
                <a:cubicBezTo>
                  <a:pt x="40" y="98"/>
                  <a:pt x="40" y="98"/>
                  <a:pt x="40" y="98"/>
                </a:cubicBezTo>
                <a:cubicBezTo>
                  <a:pt x="38" y="97"/>
                  <a:pt x="35" y="96"/>
                  <a:pt x="32" y="96"/>
                </a:cubicBezTo>
                <a:cubicBezTo>
                  <a:pt x="16" y="96"/>
                  <a:pt x="16" y="96"/>
                  <a:pt x="16" y="96"/>
                </a:cubicBezTo>
                <a:cubicBezTo>
                  <a:pt x="7" y="96"/>
                  <a:pt x="0" y="103"/>
                  <a:pt x="0" y="112"/>
                </a:cubicBezTo>
                <a:cubicBezTo>
                  <a:pt x="0" y="192"/>
                  <a:pt x="0" y="192"/>
                  <a:pt x="0" y="192"/>
                </a:cubicBezTo>
                <a:cubicBezTo>
                  <a:pt x="0" y="201"/>
                  <a:pt x="7" y="208"/>
                  <a:pt x="16" y="208"/>
                </a:cubicBezTo>
                <a:cubicBezTo>
                  <a:pt x="32" y="208"/>
                  <a:pt x="32" y="208"/>
                  <a:pt x="32" y="208"/>
                </a:cubicBezTo>
                <a:cubicBezTo>
                  <a:pt x="35" y="208"/>
                  <a:pt x="38" y="208"/>
                  <a:pt x="40" y="206"/>
                </a:cubicBezTo>
                <a:cubicBezTo>
                  <a:pt x="50" y="209"/>
                  <a:pt x="50" y="209"/>
                  <a:pt x="50" y="209"/>
                </a:cubicBezTo>
                <a:cubicBezTo>
                  <a:pt x="81" y="347"/>
                  <a:pt x="81" y="347"/>
                  <a:pt x="81" y="347"/>
                </a:cubicBezTo>
                <a:cubicBezTo>
                  <a:pt x="81" y="347"/>
                  <a:pt x="81" y="347"/>
                  <a:pt x="81" y="347"/>
                </a:cubicBezTo>
                <a:cubicBezTo>
                  <a:pt x="82" y="350"/>
                  <a:pt x="85" y="353"/>
                  <a:pt x="89" y="353"/>
                </a:cubicBezTo>
                <a:cubicBezTo>
                  <a:pt x="153" y="353"/>
                  <a:pt x="153" y="353"/>
                  <a:pt x="153" y="353"/>
                </a:cubicBezTo>
                <a:cubicBezTo>
                  <a:pt x="157" y="353"/>
                  <a:pt x="161" y="349"/>
                  <a:pt x="161" y="345"/>
                </a:cubicBezTo>
                <a:cubicBezTo>
                  <a:pt x="161" y="344"/>
                  <a:pt x="161" y="344"/>
                  <a:pt x="160" y="343"/>
                </a:cubicBezTo>
                <a:cubicBezTo>
                  <a:pt x="161" y="343"/>
                  <a:pt x="161" y="343"/>
                  <a:pt x="161" y="343"/>
                </a:cubicBezTo>
                <a:cubicBezTo>
                  <a:pt x="135" y="234"/>
                  <a:pt x="135" y="234"/>
                  <a:pt x="135" y="234"/>
                </a:cubicBezTo>
                <a:cubicBezTo>
                  <a:pt x="273" y="275"/>
                  <a:pt x="273" y="275"/>
                  <a:pt x="273" y="275"/>
                </a:cubicBezTo>
                <a:cubicBezTo>
                  <a:pt x="273" y="281"/>
                  <a:pt x="273" y="281"/>
                  <a:pt x="273" y="281"/>
                </a:cubicBezTo>
                <a:cubicBezTo>
                  <a:pt x="273" y="294"/>
                  <a:pt x="284" y="305"/>
                  <a:pt x="297" y="305"/>
                </a:cubicBezTo>
                <a:cubicBezTo>
                  <a:pt x="311" y="305"/>
                  <a:pt x="321" y="294"/>
                  <a:pt x="321" y="281"/>
                </a:cubicBezTo>
                <a:cubicBezTo>
                  <a:pt x="321" y="200"/>
                  <a:pt x="321" y="200"/>
                  <a:pt x="321" y="200"/>
                </a:cubicBezTo>
                <a:cubicBezTo>
                  <a:pt x="339" y="200"/>
                  <a:pt x="353" y="186"/>
                  <a:pt x="353" y="168"/>
                </a:cubicBezTo>
                <a:cubicBezTo>
                  <a:pt x="353" y="136"/>
                  <a:pt x="353" y="136"/>
                  <a:pt x="353" y="136"/>
                </a:cubicBezTo>
                <a:cubicBezTo>
                  <a:pt x="353" y="118"/>
                  <a:pt x="339" y="104"/>
                  <a:pt x="321" y="104"/>
                </a:cubicBezTo>
                <a:moveTo>
                  <a:pt x="32" y="192"/>
                </a:moveTo>
                <a:cubicBezTo>
                  <a:pt x="16" y="192"/>
                  <a:pt x="16" y="192"/>
                  <a:pt x="16" y="192"/>
                </a:cubicBezTo>
                <a:cubicBezTo>
                  <a:pt x="16" y="112"/>
                  <a:pt x="16" y="112"/>
                  <a:pt x="16" y="112"/>
                </a:cubicBezTo>
                <a:cubicBezTo>
                  <a:pt x="32" y="112"/>
                  <a:pt x="32" y="112"/>
                  <a:pt x="32" y="112"/>
                </a:cubicBezTo>
                <a:lnTo>
                  <a:pt x="32" y="192"/>
                </a:lnTo>
                <a:close/>
                <a:moveTo>
                  <a:pt x="143" y="337"/>
                </a:moveTo>
                <a:cubicBezTo>
                  <a:pt x="95" y="337"/>
                  <a:pt x="95" y="337"/>
                  <a:pt x="95" y="337"/>
                </a:cubicBezTo>
                <a:cubicBezTo>
                  <a:pt x="91" y="321"/>
                  <a:pt x="91" y="321"/>
                  <a:pt x="91" y="321"/>
                </a:cubicBezTo>
                <a:cubicBezTo>
                  <a:pt x="139" y="321"/>
                  <a:pt x="139" y="321"/>
                  <a:pt x="139" y="321"/>
                </a:cubicBezTo>
                <a:lnTo>
                  <a:pt x="143" y="337"/>
                </a:lnTo>
                <a:close/>
                <a:moveTo>
                  <a:pt x="135" y="305"/>
                </a:moveTo>
                <a:cubicBezTo>
                  <a:pt x="88" y="305"/>
                  <a:pt x="88" y="305"/>
                  <a:pt x="88" y="305"/>
                </a:cubicBezTo>
                <a:cubicBezTo>
                  <a:pt x="68" y="214"/>
                  <a:pt x="68" y="214"/>
                  <a:pt x="68" y="214"/>
                </a:cubicBezTo>
                <a:cubicBezTo>
                  <a:pt x="117" y="229"/>
                  <a:pt x="117" y="229"/>
                  <a:pt x="117" y="229"/>
                </a:cubicBezTo>
                <a:lnTo>
                  <a:pt x="135" y="305"/>
                </a:lnTo>
                <a:close/>
                <a:moveTo>
                  <a:pt x="273" y="258"/>
                </a:moveTo>
                <a:cubicBezTo>
                  <a:pt x="48" y="192"/>
                  <a:pt x="48" y="192"/>
                  <a:pt x="48" y="192"/>
                </a:cubicBezTo>
                <a:cubicBezTo>
                  <a:pt x="48" y="113"/>
                  <a:pt x="48" y="113"/>
                  <a:pt x="48" y="113"/>
                </a:cubicBezTo>
                <a:cubicBezTo>
                  <a:pt x="273" y="47"/>
                  <a:pt x="273" y="47"/>
                  <a:pt x="273" y="47"/>
                </a:cubicBezTo>
                <a:lnTo>
                  <a:pt x="273" y="258"/>
                </a:lnTo>
                <a:close/>
                <a:moveTo>
                  <a:pt x="305" y="281"/>
                </a:moveTo>
                <a:cubicBezTo>
                  <a:pt x="305" y="285"/>
                  <a:pt x="302" y="289"/>
                  <a:pt x="297" y="289"/>
                </a:cubicBezTo>
                <a:cubicBezTo>
                  <a:pt x="293" y="289"/>
                  <a:pt x="289" y="285"/>
                  <a:pt x="289" y="281"/>
                </a:cubicBezTo>
                <a:cubicBezTo>
                  <a:pt x="289" y="24"/>
                  <a:pt x="289" y="24"/>
                  <a:pt x="289" y="24"/>
                </a:cubicBezTo>
                <a:cubicBezTo>
                  <a:pt x="289" y="19"/>
                  <a:pt x="293" y="16"/>
                  <a:pt x="297" y="16"/>
                </a:cubicBezTo>
                <a:cubicBezTo>
                  <a:pt x="302" y="16"/>
                  <a:pt x="305" y="19"/>
                  <a:pt x="305" y="24"/>
                </a:cubicBezTo>
                <a:lnTo>
                  <a:pt x="305" y="281"/>
                </a:lnTo>
                <a:close/>
                <a:moveTo>
                  <a:pt x="337" y="168"/>
                </a:moveTo>
                <a:cubicBezTo>
                  <a:pt x="337" y="177"/>
                  <a:pt x="330" y="184"/>
                  <a:pt x="321" y="184"/>
                </a:cubicBezTo>
                <a:cubicBezTo>
                  <a:pt x="321" y="120"/>
                  <a:pt x="321" y="120"/>
                  <a:pt x="321" y="120"/>
                </a:cubicBezTo>
                <a:cubicBezTo>
                  <a:pt x="330" y="120"/>
                  <a:pt x="337" y="127"/>
                  <a:pt x="337" y="136"/>
                </a:cubicBezTo>
                <a:lnTo>
                  <a:pt x="337" y="168"/>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10" name="Google Shape;410;p23"/>
          <p:cNvSpPr txBox="1"/>
          <p:nvPr/>
        </p:nvSpPr>
        <p:spPr>
          <a:xfrm>
            <a:off x="1990411" y="5580604"/>
            <a:ext cx="4995600" cy="385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data about the title here. Explanation should be short. Insert some  more explanations, information, data about the title here. </a:t>
            </a:r>
            <a:endParaRPr sz="2400">
              <a:solidFill>
                <a:schemeClr val="dk2"/>
              </a:solidFill>
              <a:latin typeface="Lato Light"/>
              <a:ea typeface="Lato Light"/>
              <a:cs typeface="Lato Light"/>
              <a:sym typeface="Lato Light"/>
            </a:endParaRPr>
          </a:p>
        </p:txBody>
      </p:sp>
      <p:sp>
        <p:nvSpPr>
          <p:cNvPr id="411" name="Google Shape;411;p23"/>
          <p:cNvSpPr txBox="1"/>
          <p:nvPr/>
        </p:nvSpPr>
        <p:spPr>
          <a:xfrm>
            <a:off x="3549580" y="4472795"/>
            <a:ext cx="34365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Venta personal</a:t>
            </a:r>
            <a:endParaRPr b="0" i="0" sz="1400" u="none" cap="none" strike="noStrike">
              <a:solidFill>
                <a:srgbClr val="000000"/>
              </a:solidFill>
              <a:latin typeface="Arial"/>
              <a:ea typeface="Arial"/>
              <a:cs typeface="Arial"/>
              <a:sym typeface="Arial"/>
            </a:endParaRPr>
          </a:p>
        </p:txBody>
      </p:sp>
      <p:sp>
        <p:nvSpPr>
          <p:cNvPr id="412" name="Google Shape;412;p23"/>
          <p:cNvSpPr txBox="1"/>
          <p:nvPr/>
        </p:nvSpPr>
        <p:spPr>
          <a:xfrm>
            <a:off x="1990411" y="3802037"/>
            <a:ext cx="15591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800"/>
              <a:buFont typeface="Arial"/>
              <a:buNone/>
            </a:pPr>
            <a:r>
              <a:rPr b="1" i="0" lang="en-US" sz="8800" u="none" cap="none" strike="noStrike">
                <a:solidFill>
                  <a:schemeClr val="accent1"/>
                </a:solidFill>
                <a:latin typeface="Lato"/>
                <a:ea typeface="Lato"/>
                <a:cs typeface="Lato"/>
                <a:sym typeface="Lato"/>
              </a:rPr>
              <a:t>0</a:t>
            </a:r>
            <a:r>
              <a:rPr b="1" lang="en-US" sz="8800">
                <a:solidFill>
                  <a:schemeClr val="accent1"/>
                </a:solidFill>
                <a:latin typeface="Lato"/>
                <a:ea typeface="Lato"/>
                <a:cs typeface="Lato"/>
                <a:sym typeface="Lato"/>
              </a:rPr>
              <a:t>4</a:t>
            </a:r>
            <a:endParaRPr b="0" i="0" sz="1400" u="none" cap="none" strike="noStrike">
              <a:solidFill>
                <a:srgbClr val="000000"/>
              </a:solidFill>
              <a:latin typeface="Arial"/>
              <a:ea typeface="Arial"/>
              <a:cs typeface="Arial"/>
              <a:sym typeface="Arial"/>
            </a:endParaRPr>
          </a:p>
        </p:txBody>
      </p:sp>
      <p:sp>
        <p:nvSpPr>
          <p:cNvPr id="413" name="Google Shape;413;p23"/>
          <p:cNvSpPr txBox="1"/>
          <p:nvPr/>
        </p:nvSpPr>
        <p:spPr>
          <a:xfrm>
            <a:off x="8398747" y="5580604"/>
            <a:ext cx="4995600" cy="385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data about the title here. Explanation should be short. Insert some  more explanations, information, data about the title here. </a:t>
            </a:r>
            <a:endParaRPr b="0" i="0" sz="1400" u="none" cap="none" strike="noStrike">
              <a:solidFill>
                <a:srgbClr val="000000"/>
              </a:solidFill>
              <a:latin typeface="Arial"/>
              <a:ea typeface="Arial"/>
              <a:cs typeface="Arial"/>
              <a:sym typeface="Arial"/>
            </a:endParaRPr>
          </a:p>
        </p:txBody>
      </p:sp>
      <p:sp>
        <p:nvSpPr>
          <p:cNvPr id="414" name="Google Shape;414;p23"/>
          <p:cNvSpPr txBox="1"/>
          <p:nvPr/>
        </p:nvSpPr>
        <p:spPr>
          <a:xfrm>
            <a:off x="9957916" y="4472795"/>
            <a:ext cx="34365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Marketing directo</a:t>
            </a:r>
            <a:endParaRPr b="0" i="0" sz="1400" u="none" cap="none" strike="noStrike">
              <a:solidFill>
                <a:srgbClr val="000000"/>
              </a:solidFill>
              <a:latin typeface="Arial"/>
              <a:ea typeface="Arial"/>
              <a:cs typeface="Arial"/>
              <a:sym typeface="Arial"/>
            </a:endParaRPr>
          </a:p>
        </p:txBody>
      </p:sp>
      <p:sp>
        <p:nvSpPr>
          <p:cNvPr id="415" name="Google Shape;415;p23"/>
          <p:cNvSpPr txBox="1"/>
          <p:nvPr/>
        </p:nvSpPr>
        <p:spPr>
          <a:xfrm>
            <a:off x="8398747" y="3802037"/>
            <a:ext cx="15591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800"/>
              <a:buFont typeface="Arial"/>
              <a:buNone/>
            </a:pPr>
            <a:r>
              <a:rPr b="1" i="0" lang="en-US" sz="8800" u="none" cap="none" strike="noStrike">
                <a:solidFill>
                  <a:schemeClr val="accent2"/>
                </a:solidFill>
                <a:latin typeface="Lato"/>
                <a:ea typeface="Lato"/>
                <a:cs typeface="Lato"/>
                <a:sym typeface="Lato"/>
              </a:rPr>
              <a:t>0</a:t>
            </a:r>
            <a:r>
              <a:rPr b="1" lang="en-US" sz="8800">
                <a:solidFill>
                  <a:schemeClr val="accent2"/>
                </a:solidFill>
                <a:latin typeface="Lato"/>
                <a:ea typeface="Lato"/>
                <a:cs typeface="Lato"/>
                <a:sym typeface="Lato"/>
              </a:rPr>
              <a:t>5</a:t>
            </a:r>
            <a:endParaRPr b="0" i="0" sz="1400" u="none" cap="none" strike="noStrike">
              <a:solidFill>
                <a:srgbClr val="000000"/>
              </a:solidFill>
              <a:latin typeface="Arial"/>
              <a:ea typeface="Arial"/>
              <a:cs typeface="Arial"/>
              <a:sym typeface="Arial"/>
            </a:endParaRPr>
          </a:p>
        </p:txBody>
      </p:sp>
      <p:sp>
        <p:nvSpPr>
          <p:cNvPr id="416" name="Google Shape;416;p23"/>
          <p:cNvSpPr txBox="1"/>
          <p:nvPr/>
        </p:nvSpPr>
        <p:spPr>
          <a:xfrm>
            <a:off x="14807075" y="5580600"/>
            <a:ext cx="4995600" cy="3808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data about the title here. Explanation should be short. Insert some  more explanations, information, data about the title here. </a:t>
            </a:r>
            <a:endParaRPr b="0" i="0" sz="1400" u="none" cap="none" strike="noStrike">
              <a:solidFill>
                <a:srgbClr val="000000"/>
              </a:solidFill>
              <a:latin typeface="Arial"/>
              <a:ea typeface="Arial"/>
              <a:cs typeface="Arial"/>
              <a:sym typeface="Arial"/>
            </a:endParaRPr>
          </a:p>
        </p:txBody>
      </p:sp>
      <p:sp>
        <p:nvSpPr>
          <p:cNvPr id="417" name="Google Shape;417;p23"/>
          <p:cNvSpPr txBox="1"/>
          <p:nvPr/>
        </p:nvSpPr>
        <p:spPr>
          <a:xfrm>
            <a:off x="16366250" y="4472800"/>
            <a:ext cx="37671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Fidelización</a:t>
            </a:r>
            <a:endParaRPr b="0" i="0" sz="1400" u="none" cap="none" strike="noStrike">
              <a:solidFill>
                <a:srgbClr val="000000"/>
              </a:solidFill>
              <a:latin typeface="Arial"/>
              <a:ea typeface="Arial"/>
              <a:cs typeface="Arial"/>
              <a:sym typeface="Arial"/>
            </a:endParaRPr>
          </a:p>
        </p:txBody>
      </p:sp>
      <p:sp>
        <p:nvSpPr>
          <p:cNvPr id="418" name="Google Shape;418;p23"/>
          <p:cNvSpPr txBox="1"/>
          <p:nvPr/>
        </p:nvSpPr>
        <p:spPr>
          <a:xfrm>
            <a:off x="14807084" y="3802037"/>
            <a:ext cx="15591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800"/>
              <a:buFont typeface="Arial"/>
              <a:buNone/>
            </a:pPr>
            <a:r>
              <a:rPr b="1" i="0" lang="en-US" sz="8800" u="none" cap="none" strike="noStrike">
                <a:solidFill>
                  <a:schemeClr val="accent3"/>
                </a:solidFill>
                <a:latin typeface="Lato"/>
                <a:ea typeface="Lato"/>
                <a:cs typeface="Lato"/>
                <a:sym typeface="Lato"/>
              </a:rPr>
              <a:t>0</a:t>
            </a:r>
            <a:r>
              <a:rPr b="1" lang="en-US" sz="8800">
                <a:solidFill>
                  <a:schemeClr val="accent3"/>
                </a:solidFill>
                <a:latin typeface="Lato"/>
                <a:ea typeface="Lato"/>
                <a:cs typeface="Lato"/>
                <a:sym typeface="Lato"/>
              </a:rPr>
              <a:t>6</a:t>
            </a:r>
            <a:endParaRPr b="0" i="0" sz="1400" u="none" cap="none" strike="noStrike">
              <a:solidFill>
                <a:srgbClr val="000000"/>
              </a:solidFill>
              <a:latin typeface="Arial"/>
              <a:ea typeface="Arial"/>
              <a:cs typeface="Arial"/>
              <a:sym typeface="Arial"/>
            </a:endParaRPr>
          </a:p>
        </p:txBody>
      </p:sp>
      <p:sp>
        <p:nvSpPr>
          <p:cNvPr id="419" name="Google Shape;419;p23"/>
          <p:cNvSpPr txBox="1"/>
          <p:nvPr/>
        </p:nvSpPr>
        <p:spPr>
          <a:xfrm>
            <a:off x="1990411" y="9666529"/>
            <a:ext cx="4995600" cy="385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data about the title here. Explanation should be short. Insert some  more explanations, information, data about the title here. </a:t>
            </a:r>
            <a:endParaRPr sz="2400">
              <a:solidFill>
                <a:schemeClr val="dk2"/>
              </a:solidFill>
              <a:latin typeface="Lato Light"/>
              <a:ea typeface="Lato Light"/>
              <a:cs typeface="Lato Light"/>
              <a:sym typeface="Lato Light"/>
            </a:endParaRPr>
          </a:p>
        </p:txBody>
      </p:sp>
      <p:sp>
        <p:nvSpPr>
          <p:cNvPr id="420" name="Google Shape;420;p23"/>
          <p:cNvSpPr txBox="1"/>
          <p:nvPr/>
        </p:nvSpPr>
        <p:spPr>
          <a:xfrm>
            <a:off x="3549580" y="8558720"/>
            <a:ext cx="34365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Merchandising</a:t>
            </a:r>
            <a:endParaRPr b="0" i="0" sz="1400" u="none" cap="none" strike="noStrike">
              <a:solidFill>
                <a:srgbClr val="000000"/>
              </a:solidFill>
              <a:latin typeface="Arial"/>
              <a:ea typeface="Arial"/>
              <a:cs typeface="Arial"/>
              <a:sym typeface="Arial"/>
            </a:endParaRPr>
          </a:p>
        </p:txBody>
      </p:sp>
      <p:sp>
        <p:nvSpPr>
          <p:cNvPr id="421" name="Google Shape;421;p23"/>
          <p:cNvSpPr txBox="1"/>
          <p:nvPr/>
        </p:nvSpPr>
        <p:spPr>
          <a:xfrm>
            <a:off x="1990411" y="7887962"/>
            <a:ext cx="15591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800"/>
              <a:buFont typeface="Arial"/>
              <a:buNone/>
            </a:pPr>
            <a:r>
              <a:rPr b="1" i="0" lang="en-US" sz="8800" u="none" cap="none" strike="noStrike">
                <a:solidFill>
                  <a:schemeClr val="accent1"/>
                </a:solidFill>
                <a:latin typeface="Lato"/>
                <a:ea typeface="Lato"/>
                <a:cs typeface="Lato"/>
                <a:sym typeface="Lato"/>
              </a:rPr>
              <a:t>0</a:t>
            </a:r>
            <a:r>
              <a:rPr b="1" lang="en-US" sz="8800">
                <a:solidFill>
                  <a:schemeClr val="accent1"/>
                </a:solidFill>
                <a:latin typeface="Lato"/>
                <a:ea typeface="Lato"/>
                <a:cs typeface="Lato"/>
                <a:sym typeface="Lato"/>
              </a:rPr>
              <a:t>7</a:t>
            </a:r>
            <a:endParaRPr b="0" i="0" sz="1400" u="none" cap="none" strike="noStrike">
              <a:solidFill>
                <a:srgbClr val="000000"/>
              </a:solidFill>
              <a:latin typeface="Arial"/>
              <a:ea typeface="Arial"/>
              <a:cs typeface="Arial"/>
              <a:sym typeface="Arial"/>
            </a:endParaRPr>
          </a:p>
        </p:txBody>
      </p:sp>
      <p:sp>
        <p:nvSpPr>
          <p:cNvPr id="422" name="Google Shape;422;p23"/>
          <p:cNvSpPr txBox="1"/>
          <p:nvPr/>
        </p:nvSpPr>
        <p:spPr>
          <a:xfrm>
            <a:off x="8398747" y="9666529"/>
            <a:ext cx="4995600" cy="385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data about the title here. Explanation should be short. Insert some  more explanations, information, data about the title here. </a:t>
            </a:r>
            <a:endParaRPr b="0" i="0" sz="1400" u="none" cap="none" strike="noStrike">
              <a:solidFill>
                <a:srgbClr val="000000"/>
              </a:solidFill>
              <a:latin typeface="Arial"/>
              <a:ea typeface="Arial"/>
              <a:cs typeface="Arial"/>
              <a:sym typeface="Arial"/>
            </a:endParaRPr>
          </a:p>
        </p:txBody>
      </p:sp>
      <p:sp>
        <p:nvSpPr>
          <p:cNvPr id="423" name="Google Shape;423;p23"/>
          <p:cNvSpPr txBox="1"/>
          <p:nvPr/>
        </p:nvSpPr>
        <p:spPr>
          <a:xfrm>
            <a:off x="9957926" y="8558725"/>
            <a:ext cx="37068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Concursos y sorteos</a:t>
            </a:r>
            <a:endParaRPr b="0" i="0" sz="1400" u="none" cap="none" strike="noStrike">
              <a:solidFill>
                <a:srgbClr val="000000"/>
              </a:solidFill>
              <a:latin typeface="Arial"/>
              <a:ea typeface="Arial"/>
              <a:cs typeface="Arial"/>
              <a:sym typeface="Arial"/>
            </a:endParaRPr>
          </a:p>
        </p:txBody>
      </p:sp>
      <p:sp>
        <p:nvSpPr>
          <p:cNvPr id="424" name="Google Shape;424;p23"/>
          <p:cNvSpPr txBox="1"/>
          <p:nvPr/>
        </p:nvSpPr>
        <p:spPr>
          <a:xfrm>
            <a:off x="8398747" y="7887962"/>
            <a:ext cx="15591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800"/>
              <a:buFont typeface="Arial"/>
              <a:buNone/>
            </a:pPr>
            <a:r>
              <a:rPr b="1" i="0" lang="en-US" sz="8800" u="none" cap="none" strike="noStrike">
                <a:solidFill>
                  <a:schemeClr val="accent2"/>
                </a:solidFill>
                <a:latin typeface="Lato"/>
                <a:ea typeface="Lato"/>
                <a:cs typeface="Lato"/>
                <a:sym typeface="Lato"/>
              </a:rPr>
              <a:t>0</a:t>
            </a:r>
            <a:r>
              <a:rPr b="1" lang="en-US" sz="8800">
                <a:solidFill>
                  <a:schemeClr val="accent2"/>
                </a:solidFill>
                <a:latin typeface="Lato"/>
                <a:ea typeface="Lato"/>
                <a:cs typeface="Lato"/>
                <a:sym typeface="Lato"/>
              </a:rPr>
              <a:t>8</a:t>
            </a:r>
            <a:endParaRPr b="0" i="0" sz="1400" u="none" cap="none" strike="noStrike">
              <a:solidFill>
                <a:srgbClr val="000000"/>
              </a:solidFill>
              <a:latin typeface="Arial"/>
              <a:ea typeface="Arial"/>
              <a:cs typeface="Arial"/>
              <a:sym typeface="Arial"/>
            </a:endParaRPr>
          </a:p>
        </p:txBody>
      </p:sp>
      <p:sp>
        <p:nvSpPr>
          <p:cNvPr id="425" name="Google Shape;425;p23"/>
          <p:cNvSpPr txBox="1"/>
          <p:nvPr/>
        </p:nvSpPr>
        <p:spPr>
          <a:xfrm>
            <a:off x="14807075" y="9666525"/>
            <a:ext cx="4995600" cy="3808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data about the title here. Explanation should be short. Insert some  more explanations, information, data about the title here. </a:t>
            </a:r>
            <a:endParaRPr b="0" i="0" sz="1400" u="none" cap="none" strike="noStrike">
              <a:solidFill>
                <a:srgbClr val="000000"/>
              </a:solidFill>
              <a:latin typeface="Arial"/>
              <a:ea typeface="Arial"/>
              <a:cs typeface="Arial"/>
              <a:sym typeface="Arial"/>
            </a:endParaRPr>
          </a:p>
        </p:txBody>
      </p:sp>
      <p:sp>
        <p:nvSpPr>
          <p:cNvPr id="426" name="Google Shape;426;p23"/>
          <p:cNvSpPr txBox="1"/>
          <p:nvPr/>
        </p:nvSpPr>
        <p:spPr>
          <a:xfrm>
            <a:off x="16366250" y="8558725"/>
            <a:ext cx="38928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Ofertas y descuentos</a:t>
            </a:r>
            <a:endParaRPr b="0" i="0" sz="1400" u="none" cap="none" strike="noStrike">
              <a:solidFill>
                <a:srgbClr val="000000"/>
              </a:solidFill>
              <a:latin typeface="Arial"/>
              <a:ea typeface="Arial"/>
              <a:cs typeface="Arial"/>
              <a:sym typeface="Arial"/>
            </a:endParaRPr>
          </a:p>
        </p:txBody>
      </p:sp>
      <p:sp>
        <p:nvSpPr>
          <p:cNvPr id="427" name="Google Shape;427;p23"/>
          <p:cNvSpPr txBox="1"/>
          <p:nvPr/>
        </p:nvSpPr>
        <p:spPr>
          <a:xfrm>
            <a:off x="14807084" y="7887962"/>
            <a:ext cx="15591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800"/>
              <a:buFont typeface="Arial"/>
              <a:buNone/>
            </a:pPr>
            <a:r>
              <a:rPr b="1" i="0" lang="en-US" sz="8800" u="none" cap="none" strike="noStrike">
                <a:solidFill>
                  <a:schemeClr val="accent3"/>
                </a:solidFill>
                <a:latin typeface="Lato"/>
                <a:ea typeface="Lato"/>
                <a:cs typeface="Lato"/>
                <a:sym typeface="Lato"/>
              </a:rPr>
              <a:t>0</a:t>
            </a:r>
            <a:r>
              <a:rPr b="1" lang="en-US" sz="8800">
                <a:solidFill>
                  <a:schemeClr val="accent3"/>
                </a:solidFill>
                <a:latin typeface="Lato"/>
                <a:ea typeface="Lato"/>
                <a:cs typeface="Lato"/>
                <a:sym typeface="Lato"/>
              </a:rPr>
              <a:t>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31" name="Shape 431"/>
        <p:cNvGrpSpPr/>
        <p:nvPr/>
      </p:nvGrpSpPr>
      <p:grpSpPr>
        <a:xfrm>
          <a:off x="0" y="0"/>
          <a:ext cx="0" cy="0"/>
          <a:chOff x="0" y="0"/>
          <a:chExt cx="0" cy="0"/>
        </a:xfrm>
      </p:grpSpPr>
      <p:sp>
        <p:nvSpPr>
          <p:cNvPr id="432" name="Google Shape;432;p24"/>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¿Quiénes somos? ¿Qué hacemos?</a:t>
            </a:r>
            <a:endParaRPr/>
          </a:p>
        </p:txBody>
      </p:sp>
      <p:sp>
        <p:nvSpPr>
          <p:cNvPr id="433" name="Google Shape;433;p24"/>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solidFill>
                  <a:srgbClr val="000000"/>
                </a:solidFill>
              </a:rPr>
              <a:t>Análisis interno </a:t>
            </a:r>
            <a:r>
              <a:rPr lang="en-US">
                <a:solidFill>
                  <a:schemeClr val="accent5"/>
                </a:solidFill>
              </a:rPr>
              <a:t>| Equipo y procesos</a:t>
            </a:r>
            <a:endParaRPr b="1" i="0" sz="8800" u="none" cap="none" strike="noStrike">
              <a:solidFill>
                <a:schemeClr val="accent5"/>
              </a:solidFill>
              <a:latin typeface="Lato"/>
              <a:ea typeface="Lato"/>
              <a:cs typeface="Lato"/>
              <a:sym typeface="Lato"/>
            </a:endParaRPr>
          </a:p>
        </p:txBody>
      </p:sp>
      <p:sp>
        <p:nvSpPr>
          <p:cNvPr id="434" name="Google Shape;434;p24"/>
          <p:cNvSpPr/>
          <p:nvPr/>
        </p:nvSpPr>
        <p:spPr>
          <a:xfrm>
            <a:off x="21651301" y="344700"/>
            <a:ext cx="2112600" cy="2112600"/>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435" name="Google Shape;435;p24"/>
          <p:cNvSpPr/>
          <p:nvPr/>
        </p:nvSpPr>
        <p:spPr>
          <a:xfrm>
            <a:off x="22253663" y="717789"/>
            <a:ext cx="938638" cy="1366410"/>
          </a:xfrm>
          <a:custGeom>
            <a:rect b="b" l="l" r="r" t="t"/>
            <a:pathLst>
              <a:path extrusionOk="0" h="4067" w="2797">
                <a:moveTo>
                  <a:pt x="399" y="1619"/>
                </a:moveTo>
                <a:cubicBezTo>
                  <a:pt x="399" y="1484"/>
                  <a:pt x="508" y="1375"/>
                  <a:pt x="643" y="1375"/>
                </a:cubicBezTo>
                <a:cubicBezTo>
                  <a:pt x="778" y="1375"/>
                  <a:pt x="887" y="1484"/>
                  <a:pt x="887" y="1619"/>
                </a:cubicBezTo>
                <a:cubicBezTo>
                  <a:pt x="887" y="1754"/>
                  <a:pt x="778" y="1863"/>
                  <a:pt x="643" y="1863"/>
                </a:cubicBezTo>
                <a:cubicBezTo>
                  <a:pt x="508" y="1863"/>
                  <a:pt x="399" y="1754"/>
                  <a:pt x="399" y="1619"/>
                </a:cubicBezTo>
                <a:close/>
                <a:moveTo>
                  <a:pt x="1189" y="3053"/>
                </a:moveTo>
                <a:cubicBezTo>
                  <a:pt x="1189" y="3557"/>
                  <a:pt x="1189" y="3557"/>
                  <a:pt x="1189" y="3557"/>
                </a:cubicBezTo>
                <a:cubicBezTo>
                  <a:pt x="1189" y="3599"/>
                  <a:pt x="1158" y="3633"/>
                  <a:pt x="1120" y="3633"/>
                </a:cubicBezTo>
                <a:cubicBezTo>
                  <a:pt x="1011" y="3633"/>
                  <a:pt x="1011" y="3633"/>
                  <a:pt x="1011" y="3633"/>
                </a:cubicBezTo>
                <a:cubicBezTo>
                  <a:pt x="973" y="3633"/>
                  <a:pt x="942" y="3599"/>
                  <a:pt x="942" y="3557"/>
                </a:cubicBezTo>
                <a:cubicBezTo>
                  <a:pt x="942" y="3053"/>
                  <a:pt x="942" y="3053"/>
                  <a:pt x="942" y="3053"/>
                </a:cubicBezTo>
                <a:cubicBezTo>
                  <a:pt x="942" y="3011"/>
                  <a:pt x="973" y="2977"/>
                  <a:pt x="1011" y="2977"/>
                </a:cubicBezTo>
                <a:cubicBezTo>
                  <a:pt x="1033" y="2977"/>
                  <a:pt x="1033" y="2977"/>
                  <a:pt x="1033" y="2977"/>
                </a:cubicBezTo>
                <a:cubicBezTo>
                  <a:pt x="1033" y="2947"/>
                  <a:pt x="1033" y="2947"/>
                  <a:pt x="1033" y="2947"/>
                </a:cubicBezTo>
                <a:cubicBezTo>
                  <a:pt x="993" y="2938"/>
                  <a:pt x="965" y="2906"/>
                  <a:pt x="960" y="2858"/>
                </a:cubicBezTo>
                <a:cubicBezTo>
                  <a:pt x="958" y="2843"/>
                  <a:pt x="959" y="2828"/>
                  <a:pt x="959" y="2812"/>
                </a:cubicBezTo>
                <a:cubicBezTo>
                  <a:pt x="959" y="2631"/>
                  <a:pt x="959" y="2450"/>
                  <a:pt x="959" y="2269"/>
                </a:cubicBezTo>
                <a:cubicBezTo>
                  <a:pt x="959" y="2257"/>
                  <a:pt x="959" y="2245"/>
                  <a:pt x="959" y="2232"/>
                </a:cubicBezTo>
                <a:cubicBezTo>
                  <a:pt x="946" y="2232"/>
                  <a:pt x="936" y="2232"/>
                  <a:pt x="924" y="2232"/>
                </a:cubicBezTo>
                <a:cubicBezTo>
                  <a:pt x="924" y="2891"/>
                  <a:pt x="924" y="2891"/>
                  <a:pt x="924" y="2891"/>
                </a:cubicBezTo>
                <a:cubicBezTo>
                  <a:pt x="924" y="3192"/>
                  <a:pt x="924" y="3192"/>
                  <a:pt x="924" y="3192"/>
                </a:cubicBezTo>
                <a:cubicBezTo>
                  <a:pt x="924" y="3430"/>
                  <a:pt x="924" y="3668"/>
                  <a:pt x="925" y="3907"/>
                </a:cubicBezTo>
                <a:cubicBezTo>
                  <a:pt x="925" y="3983"/>
                  <a:pt x="903" y="4040"/>
                  <a:pt x="827" y="4067"/>
                </a:cubicBezTo>
                <a:cubicBezTo>
                  <a:pt x="805" y="4067"/>
                  <a:pt x="784" y="4067"/>
                  <a:pt x="762" y="4067"/>
                </a:cubicBezTo>
                <a:cubicBezTo>
                  <a:pt x="686" y="4039"/>
                  <a:pt x="663" y="3983"/>
                  <a:pt x="663" y="3905"/>
                </a:cubicBezTo>
                <a:cubicBezTo>
                  <a:pt x="666" y="3600"/>
                  <a:pt x="664" y="3295"/>
                  <a:pt x="664" y="2990"/>
                </a:cubicBezTo>
                <a:cubicBezTo>
                  <a:pt x="664" y="2977"/>
                  <a:pt x="664" y="2965"/>
                  <a:pt x="664" y="2951"/>
                </a:cubicBezTo>
                <a:cubicBezTo>
                  <a:pt x="648" y="2951"/>
                  <a:pt x="636" y="2951"/>
                  <a:pt x="620" y="2951"/>
                </a:cubicBezTo>
                <a:cubicBezTo>
                  <a:pt x="620" y="2965"/>
                  <a:pt x="620" y="2978"/>
                  <a:pt x="620" y="2991"/>
                </a:cubicBezTo>
                <a:cubicBezTo>
                  <a:pt x="620" y="3297"/>
                  <a:pt x="619" y="3603"/>
                  <a:pt x="621" y="3909"/>
                </a:cubicBezTo>
                <a:cubicBezTo>
                  <a:pt x="621" y="3986"/>
                  <a:pt x="597" y="4041"/>
                  <a:pt x="521" y="4067"/>
                </a:cubicBezTo>
                <a:cubicBezTo>
                  <a:pt x="499" y="4067"/>
                  <a:pt x="478" y="4067"/>
                  <a:pt x="456" y="4067"/>
                </a:cubicBezTo>
                <a:cubicBezTo>
                  <a:pt x="415" y="4048"/>
                  <a:pt x="378" y="4024"/>
                  <a:pt x="368" y="3976"/>
                </a:cubicBezTo>
                <a:cubicBezTo>
                  <a:pt x="363" y="3953"/>
                  <a:pt x="363" y="3929"/>
                  <a:pt x="363" y="3905"/>
                </a:cubicBezTo>
                <a:cubicBezTo>
                  <a:pt x="362" y="3364"/>
                  <a:pt x="362" y="2822"/>
                  <a:pt x="362" y="2281"/>
                </a:cubicBezTo>
                <a:cubicBezTo>
                  <a:pt x="362" y="2267"/>
                  <a:pt x="362" y="2253"/>
                  <a:pt x="362" y="2238"/>
                </a:cubicBezTo>
                <a:cubicBezTo>
                  <a:pt x="346" y="2238"/>
                  <a:pt x="334" y="2238"/>
                  <a:pt x="318" y="2238"/>
                </a:cubicBezTo>
                <a:cubicBezTo>
                  <a:pt x="318" y="2251"/>
                  <a:pt x="318" y="2263"/>
                  <a:pt x="318" y="2275"/>
                </a:cubicBezTo>
                <a:cubicBezTo>
                  <a:pt x="318" y="2456"/>
                  <a:pt x="318" y="2637"/>
                  <a:pt x="318" y="2818"/>
                </a:cubicBezTo>
                <a:cubicBezTo>
                  <a:pt x="318" y="2834"/>
                  <a:pt x="319" y="2849"/>
                  <a:pt x="317" y="2864"/>
                </a:cubicBezTo>
                <a:cubicBezTo>
                  <a:pt x="310" y="2931"/>
                  <a:pt x="258" y="2967"/>
                  <a:pt x="193" y="2952"/>
                </a:cubicBezTo>
                <a:cubicBezTo>
                  <a:pt x="158" y="2943"/>
                  <a:pt x="140" y="2917"/>
                  <a:pt x="124" y="2889"/>
                </a:cubicBezTo>
                <a:cubicBezTo>
                  <a:pt x="124" y="2637"/>
                  <a:pt x="128" y="2126"/>
                  <a:pt x="129" y="2122"/>
                </a:cubicBezTo>
                <a:cubicBezTo>
                  <a:pt x="160" y="1994"/>
                  <a:pt x="242" y="1913"/>
                  <a:pt x="362" y="1893"/>
                </a:cubicBezTo>
                <a:cubicBezTo>
                  <a:pt x="381" y="1890"/>
                  <a:pt x="400" y="1888"/>
                  <a:pt x="420" y="1888"/>
                </a:cubicBezTo>
                <a:cubicBezTo>
                  <a:pt x="453" y="1888"/>
                  <a:pt x="864" y="1887"/>
                  <a:pt x="915" y="1887"/>
                </a:cubicBezTo>
                <a:cubicBezTo>
                  <a:pt x="915" y="1887"/>
                  <a:pt x="915" y="1887"/>
                  <a:pt x="915" y="1887"/>
                </a:cubicBezTo>
                <a:cubicBezTo>
                  <a:pt x="915" y="1887"/>
                  <a:pt x="915" y="1887"/>
                  <a:pt x="915" y="1887"/>
                </a:cubicBezTo>
                <a:cubicBezTo>
                  <a:pt x="916" y="1887"/>
                  <a:pt x="917" y="1888"/>
                  <a:pt x="917" y="1888"/>
                </a:cubicBezTo>
                <a:cubicBezTo>
                  <a:pt x="1036" y="1908"/>
                  <a:pt x="1118" y="1989"/>
                  <a:pt x="1148" y="2116"/>
                </a:cubicBezTo>
                <a:cubicBezTo>
                  <a:pt x="1149" y="2120"/>
                  <a:pt x="1153" y="2631"/>
                  <a:pt x="1153" y="2883"/>
                </a:cubicBezTo>
                <a:cubicBezTo>
                  <a:pt x="1139" y="2907"/>
                  <a:pt x="1124" y="2930"/>
                  <a:pt x="1098" y="2941"/>
                </a:cubicBezTo>
                <a:cubicBezTo>
                  <a:pt x="1098" y="2977"/>
                  <a:pt x="1098" y="2977"/>
                  <a:pt x="1098" y="2977"/>
                </a:cubicBezTo>
                <a:cubicBezTo>
                  <a:pt x="1120" y="2977"/>
                  <a:pt x="1120" y="2977"/>
                  <a:pt x="1120" y="2977"/>
                </a:cubicBezTo>
                <a:cubicBezTo>
                  <a:pt x="1158" y="2977"/>
                  <a:pt x="1189" y="3011"/>
                  <a:pt x="1189" y="3053"/>
                </a:cubicBezTo>
                <a:close/>
                <a:moveTo>
                  <a:pt x="585" y="1914"/>
                </a:moveTo>
                <a:cubicBezTo>
                  <a:pt x="619" y="2002"/>
                  <a:pt x="619" y="2002"/>
                  <a:pt x="619" y="2002"/>
                </a:cubicBezTo>
                <a:cubicBezTo>
                  <a:pt x="641" y="2002"/>
                  <a:pt x="641" y="2002"/>
                  <a:pt x="641" y="2002"/>
                </a:cubicBezTo>
                <a:cubicBezTo>
                  <a:pt x="645" y="2002"/>
                  <a:pt x="645" y="2002"/>
                  <a:pt x="645" y="2002"/>
                </a:cubicBezTo>
                <a:cubicBezTo>
                  <a:pt x="666" y="2002"/>
                  <a:pt x="666" y="2002"/>
                  <a:pt x="666" y="2002"/>
                </a:cubicBezTo>
                <a:cubicBezTo>
                  <a:pt x="700" y="1914"/>
                  <a:pt x="700" y="1914"/>
                  <a:pt x="700" y="1914"/>
                </a:cubicBezTo>
                <a:cubicBezTo>
                  <a:pt x="645" y="1914"/>
                  <a:pt x="645" y="1914"/>
                  <a:pt x="645" y="1914"/>
                </a:cubicBezTo>
                <a:cubicBezTo>
                  <a:pt x="641" y="1914"/>
                  <a:pt x="641" y="1914"/>
                  <a:pt x="641" y="1914"/>
                </a:cubicBezTo>
                <a:lnTo>
                  <a:pt x="585" y="1914"/>
                </a:lnTo>
                <a:close/>
                <a:moveTo>
                  <a:pt x="705" y="2440"/>
                </a:moveTo>
                <a:cubicBezTo>
                  <a:pt x="666" y="2041"/>
                  <a:pt x="666" y="2041"/>
                  <a:pt x="666" y="2041"/>
                </a:cubicBezTo>
                <a:cubicBezTo>
                  <a:pt x="643" y="2041"/>
                  <a:pt x="643" y="2041"/>
                  <a:pt x="643" y="2041"/>
                </a:cubicBezTo>
                <a:cubicBezTo>
                  <a:pt x="620" y="2041"/>
                  <a:pt x="620" y="2041"/>
                  <a:pt x="620" y="2041"/>
                </a:cubicBezTo>
                <a:cubicBezTo>
                  <a:pt x="580" y="2440"/>
                  <a:pt x="580" y="2440"/>
                  <a:pt x="580" y="2440"/>
                </a:cubicBezTo>
                <a:cubicBezTo>
                  <a:pt x="643" y="2491"/>
                  <a:pt x="643" y="2491"/>
                  <a:pt x="643" y="2491"/>
                </a:cubicBezTo>
                <a:lnTo>
                  <a:pt x="705" y="2440"/>
                </a:lnTo>
                <a:close/>
                <a:moveTo>
                  <a:pt x="2653" y="763"/>
                </a:moveTo>
                <a:cubicBezTo>
                  <a:pt x="2648" y="783"/>
                  <a:pt x="2642" y="802"/>
                  <a:pt x="2634" y="821"/>
                </a:cubicBezTo>
                <a:cubicBezTo>
                  <a:pt x="2751" y="905"/>
                  <a:pt x="2751" y="905"/>
                  <a:pt x="2751" y="905"/>
                </a:cubicBezTo>
                <a:cubicBezTo>
                  <a:pt x="2603" y="1109"/>
                  <a:pt x="2603" y="1109"/>
                  <a:pt x="2603" y="1109"/>
                </a:cubicBezTo>
                <a:cubicBezTo>
                  <a:pt x="2486" y="1024"/>
                  <a:pt x="2486" y="1024"/>
                  <a:pt x="2486" y="1024"/>
                </a:cubicBezTo>
                <a:cubicBezTo>
                  <a:pt x="2471" y="1037"/>
                  <a:pt x="2454" y="1049"/>
                  <a:pt x="2437" y="1060"/>
                </a:cubicBezTo>
                <a:cubicBezTo>
                  <a:pt x="2482" y="1197"/>
                  <a:pt x="2482" y="1197"/>
                  <a:pt x="2482" y="1197"/>
                </a:cubicBezTo>
                <a:cubicBezTo>
                  <a:pt x="2242" y="1275"/>
                  <a:pt x="2242" y="1275"/>
                  <a:pt x="2242" y="1275"/>
                </a:cubicBezTo>
                <a:cubicBezTo>
                  <a:pt x="2198" y="1138"/>
                  <a:pt x="2198" y="1138"/>
                  <a:pt x="2198" y="1138"/>
                </a:cubicBezTo>
                <a:cubicBezTo>
                  <a:pt x="2188" y="1138"/>
                  <a:pt x="2178" y="1139"/>
                  <a:pt x="2168" y="1139"/>
                </a:cubicBezTo>
                <a:cubicBezTo>
                  <a:pt x="2157" y="1139"/>
                  <a:pt x="2147" y="1138"/>
                  <a:pt x="2137" y="1138"/>
                </a:cubicBezTo>
                <a:cubicBezTo>
                  <a:pt x="2093" y="1275"/>
                  <a:pt x="2093" y="1275"/>
                  <a:pt x="2093" y="1275"/>
                </a:cubicBezTo>
                <a:cubicBezTo>
                  <a:pt x="1853" y="1197"/>
                  <a:pt x="1853" y="1197"/>
                  <a:pt x="1853" y="1197"/>
                </a:cubicBezTo>
                <a:cubicBezTo>
                  <a:pt x="1898" y="1060"/>
                  <a:pt x="1898" y="1060"/>
                  <a:pt x="1898" y="1060"/>
                </a:cubicBezTo>
                <a:cubicBezTo>
                  <a:pt x="1881" y="1049"/>
                  <a:pt x="1864" y="1037"/>
                  <a:pt x="1849" y="1024"/>
                </a:cubicBezTo>
                <a:cubicBezTo>
                  <a:pt x="1732" y="1109"/>
                  <a:pt x="1732" y="1109"/>
                  <a:pt x="1732" y="1109"/>
                </a:cubicBezTo>
                <a:cubicBezTo>
                  <a:pt x="1584" y="905"/>
                  <a:pt x="1584" y="905"/>
                  <a:pt x="1584" y="905"/>
                </a:cubicBezTo>
                <a:cubicBezTo>
                  <a:pt x="1701" y="821"/>
                  <a:pt x="1701" y="821"/>
                  <a:pt x="1701" y="821"/>
                </a:cubicBezTo>
                <a:cubicBezTo>
                  <a:pt x="1694" y="802"/>
                  <a:pt x="1687" y="783"/>
                  <a:pt x="1682" y="763"/>
                </a:cubicBezTo>
                <a:cubicBezTo>
                  <a:pt x="1538" y="763"/>
                  <a:pt x="1538" y="763"/>
                  <a:pt x="1538" y="763"/>
                </a:cubicBezTo>
                <a:cubicBezTo>
                  <a:pt x="1538" y="511"/>
                  <a:pt x="1538" y="511"/>
                  <a:pt x="1538" y="511"/>
                </a:cubicBezTo>
                <a:cubicBezTo>
                  <a:pt x="1682" y="511"/>
                  <a:pt x="1682" y="511"/>
                  <a:pt x="1682" y="511"/>
                </a:cubicBezTo>
                <a:cubicBezTo>
                  <a:pt x="1687" y="492"/>
                  <a:pt x="1694" y="472"/>
                  <a:pt x="1701" y="454"/>
                </a:cubicBezTo>
                <a:cubicBezTo>
                  <a:pt x="1584" y="369"/>
                  <a:pt x="1584" y="369"/>
                  <a:pt x="1584" y="369"/>
                </a:cubicBezTo>
                <a:cubicBezTo>
                  <a:pt x="1732" y="165"/>
                  <a:pt x="1732" y="165"/>
                  <a:pt x="1732" y="165"/>
                </a:cubicBezTo>
                <a:cubicBezTo>
                  <a:pt x="1849" y="250"/>
                  <a:pt x="1849" y="250"/>
                  <a:pt x="1849" y="250"/>
                </a:cubicBezTo>
                <a:cubicBezTo>
                  <a:pt x="1864" y="237"/>
                  <a:pt x="1881" y="225"/>
                  <a:pt x="1898" y="215"/>
                </a:cubicBezTo>
                <a:cubicBezTo>
                  <a:pt x="1853" y="77"/>
                  <a:pt x="1853" y="77"/>
                  <a:pt x="1853" y="77"/>
                </a:cubicBezTo>
                <a:cubicBezTo>
                  <a:pt x="2093" y="0"/>
                  <a:pt x="2093" y="0"/>
                  <a:pt x="2093" y="0"/>
                </a:cubicBezTo>
                <a:cubicBezTo>
                  <a:pt x="2137" y="137"/>
                  <a:pt x="2137" y="137"/>
                  <a:pt x="2137" y="137"/>
                </a:cubicBezTo>
                <a:cubicBezTo>
                  <a:pt x="2147" y="136"/>
                  <a:pt x="2157" y="136"/>
                  <a:pt x="2168" y="136"/>
                </a:cubicBezTo>
                <a:cubicBezTo>
                  <a:pt x="2178" y="136"/>
                  <a:pt x="2188" y="136"/>
                  <a:pt x="2198" y="137"/>
                </a:cubicBezTo>
                <a:cubicBezTo>
                  <a:pt x="2242" y="0"/>
                  <a:pt x="2242" y="0"/>
                  <a:pt x="2242" y="0"/>
                </a:cubicBezTo>
                <a:cubicBezTo>
                  <a:pt x="2482" y="77"/>
                  <a:pt x="2482" y="77"/>
                  <a:pt x="2482" y="77"/>
                </a:cubicBezTo>
                <a:cubicBezTo>
                  <a:pt x="2437" y="215"/>
                  <a:pt x="2437" y="215"/>
                  <a:pt x="2437" y="215"/>
                </a:cubicBezTo>
                <a:cubicBezTo>
                  <a:pt x="2454" y="225"/>
                  <a:pt x="2471" y="237"/>
                  <a:pt x="2486" y="250"/>
                </a:cubicBezTo>
                <a:cubicBezTo>
                  <a:pt x="2603" y="165"/>
                  <a:pt x="2603" y="165"/>
                  <a:pt x="2603" y="165"/>
                </a:cubicBezTo>
                <a:cubicBezTo>
                  <a:pt x="2751" y="369"/>
                  <a:pt x="2751" y="369"/>
                  <a:pt x="2751" y="369"/>
                </a:cubicBezTo>
                <a:cubicBezTo>
                  <a:pt x="2634" y="454"/>
                  <a:pt x="2634" y="454"/>
                  <a:pt x="2634" y="454"/>
                </a:cubicBezTo>
                <a:cubicBezTo>
                  <a:pt x="2642" y="472"/>
                  <a:pt x="2648" y="492"/>
                  <a:pt x="2653" y="511"/>
                </a:cubicBezTo>
                <a:cubicBezTo>
                  <a:pt x="2797" y="511"/>
                  <a:pt x="2797" y="511"/>
                  <a:pt x="2797" y="511"/>
                </a:cubicBezTo>
                <a:cubicBezTo>
                  <a:pt x="2797" y="763"/>
                  <a:pt x="2797" y="763"/>
                  <a:pt x="2797" y="763"/>
                </a:cubicBezTo>
                <a:lnTo>
                  <a:pt x="2653" y="763"/>
                </a:lnTo>
                <a:close/>
                <a:moveTo>
                  <a:pt x="2319" y="637"/>
                </a:moveTo>
                <a:cubicBezTo>
                  <a:pt x="2319" y="554"/>
                  <a:pt x="2251" y="486"/>
                  <a:pt x="2168" y="486"/>
                </a:cubicBezTo>
                <a:cubicBezTo>
                  <a:pt x="2084" y="486"/>
                  <a:pt x="2016" y="554"/>
                  <a:pt x="2016" y="637"/>
                </a:cubicBezTo>
                <a:cubicBezTo>
                  <a:pt x="2016" y="721"/>
                  <a:pt x="2084" y="788"/>
                  <a:pt x="2168" y="788"/>
                </a:cubicBezTo>
                <a:cubicBezTo>
                  <a:pt x="2251" y="788"/>
                  <a:pt x="2319" y="721"/>
                  <a:pt x="2319" y="637"/>
                </a:cubicBezTo>
                <a:close/>
                <a:moveTo>
                  <a:pt x="852" y="424"/>
                </a:moveTo>
                <a:cubicBezTo>
                  <a:pt x="822" y="400"/>
                  <a:pt x="778" y="406"/>
                  <a:pt x="755" y="436"/>
                </a:cubicBezTo>
                <a:cubicBezTo>
                  <a:pt x="598" y="637"/>
                  <a:pt x="598" y="637"/>
                  <a:pt x="598" y="637"/>
                </a:cubicBezTo>
                <a:cubicBezTo>
                  <a:pt x="526" y="562"/>
                  <a:pt x="526" y="562"/>
                  <a:pt x="526" y="562"/>
                </a:cubicBezTo>
                <a:cubicBezTo>
                  <a:pt x="499" y="535"/>
                  <a:pt x="455" y="534"/>
                  <a:pt x="428" y="561"/>
                </a:cubicBezTo>
                <a:cubicBezTo>
                  <a:pt x="400" y="587"/>
                  <a:pt x="400" y="631"/>
                  <a:pt x="427" y="658"/>
                </a:cubicBezTo>
                <a:cubicBezTo>
                  <a:pt x="554" y="790"/>
                  <a:pt x="554" y="790"/>
                  <a:pt x="554" y="790"/>
                </a:cubicBezTo>
                <a:cubicBezTo>
                  <a:pt x="556" y="791"/>
                  <a:pt x="557" y="792"/>
                  <a:pt x="558" y="793"/>
                </a:cubicBezTo>
                <a:cubicBezTo>
                  <a:pt x="559" y="794"/>
                  <a:pt x="560" y="795"/>
                  <a:pt x="562" y="796"/>
                </a:cubicBezTo>
                <a:cubicBezTo>
                  <a:pt x="562" y="797"/>
                  <a:pt x="563" y="797"/>
                  <a:pt x="564" y="798"/>
                </a:cubicBezTo>
                <a:cubicBezTo>
                  <a:pt x="565" y="799"/>
                  <a:pt x="567" y="800"/>
                  <a:pt x="568" y="801"/>
                </a:cubicBezTo>
                <a:cubicBezTo>
                  <a:pt x="571" y="802"/>
                  <a:pt x="573" y="803"/>
                  <a:pt x="575" y="805"/>
                </a:cubicBezTo>
                <a:cubicBezTo>
                  <a:pt x="577" y="805"/>
                  <a:pt x="578" y="806"/>
                  <a:pt x="580" y="806"/>
                </a:cubicBezTo>
                <a:cubicBezTo>
                  <a:pt x="582" y="807"/>
                  <a:pt x="585" y="808"/>
                  <a:pt x="588" y="809"/>
                </a:cubicBezTo>
                <a:cubicBezTo>
                  <a:pt x="589" y="809"/>
                  <a:pt x="590" y="810"/>
                  <a:pt x="592" y="810"/>
                </a:cubicBezTo>
                <a:cubicBezTo>
                  <a:pt x="596" y="810"/>
                  <a:pt x="600" y="811"/>
                  <a:pt x="604" y="811"/>
                </a:cubicBezTo>
                <a:cubicBezTo>
                  <a:pt x="604" y="811"/>
                  <a:pt x="604" y="811"/>
                  <a:pt x="604" y="811"/>
                </a:cubicBezTo>
                <a:cubicBezTo>
                  <a:pt x="609" y="811"/>
                  <a:pt x="614" y="810"/>
                  <a:pt x="618" y="809"/>
                </a:cubicBezTo>
                <a:cubicBezTo>
                  <a:pt x="620" y="809"/>
                  <a:pt x="621" y="808"/>
                  <a:pt x="623" y="808"/>
                </a:cubicBezTo>
                <a:cubicBezTo>
                  <a:pt x="626" y="807"/>
                  <a:pt x="629" y="806"/>
                  <a:pt x="632" y="805"/>
                </a:cubicBezTo>
                <a:cubicBezTo>
                  <a:pt x="634" y="804"/>
                  <a:pt x="635" y="803"/>
                  <a:pt x="637" y="802"/>
                </a:cubicBezTo>
                <a:cubicBezTo>
                  <a:pt x="639" y="801"/>
                  <a:pt x="642" y="799"/>
                  <a:pt x="645" y="797"/>
                </a:cubicBezTo>
                <a:cubicBezTo>
                  <a:pt x="646" y="796"/>
                  <a:pt x="648" y="795"/>
                  <a:pt x="649" y="794"/>
                </a:cubicBezTo>
                <a:cubicBezTo>
                  <a:pt x="650" y="793"/>
                  <a:pt x="651" y="792"/>
                  <a:pt x="652" y="791"/>
                </a:cubicBezTo>
                <a:cubicBezTo>
                  <a:pt x="654" y="790"/>
                  <a:pt x="655" y="788"/>
                  <a:pt x="656" y="787"/>
                </a:cubicBezTo>
                <a:cubicBezTo>
                  <a:pt x="657" y="786"/>
                  <a:pt x="658" y="785"/>
                  <a:pt x="659" y="784"/>
                </a:cubicBezTo>
                <a:cubicBezTo>
                  <a:pt x="864" y="521"/>
                  <a:pt x="864" y="521"/>
                  <a:pt x="864" y="521"/>
                </a:cubicBezTo>
                <a:cubicBezTo>
                  <a:pt x="887" y="491"/>
                  <a:pt x="882" y="447"/>
                  <a:pt x="852" y="424"/>
                </a:cubicBezTo>
                <a:close/>
                <a:moveTo>
                  <a:pt x="649" y="339"/>
                </a:moveTo>
                <a:cubicBezTo>
                  <a:pt x="681" y="339"/>
                  <a:pt x="707" y="313"/>
                  <a:pt x="707" y="281"/>
                </a:cubicBezTo>
                <a:cubicBezTo>
                  <a:pt x="707" y="249"/>
                  <a:pt x="681" y="223"/>
                  <a:pt x="649" y="223"/>
                </a:cubicBezTo>
                <a:cubicBezTo>
                  <a:pt x="617" y="223"/>
                  <a:pt x="591" y="249"/>
                  <a:pt x="591" y="281"/>
                </a:cubicBezTo>
                <a:cubicBezTo>
                  <a:pt x="591" y="313"/>
                  <a:pt x="617" y="339"/>
                  <a:pt x="649" y="339"/>
                </a:cubicBezTo>
                <a:close/>
                <a:moveTo>
                  <a:pt x="281" y="577"/>
                </a:moveTo>
                <a:cubicBezTo>
                  <a:pt x="249" y="577"/>
                  <a:pt x="223" y="603"/>
                  <a:pt x="223" y="635"/>
                </a:cubicBezTo>
                <a:cubicBezTo>
                  <a:pt x="223" y="668"/>
                  <a:pt x="249" y="693"/>
                  <a:pt x="281" y="693"/>
                </a:cubicBezTo>
                <a:cubicBezTo>
                  <a:pt x="313" y="693"/>
                  <a:pt x="339" y="668"/>
                  <a:pt x="339" y="635"/>
                </a:cubicBezTo>
                <a:cubicBezTo>
                  <a:pt x="339" y="603"/>
                  <a:pt x="313" y="577"/>
                  <a:pt x="281" y="577"/>
                </a:cubicBezTo>
                <a:close/>
                <a:moveTo>
                  <a:pt x="928" y="635"/>
                </a:moveTo>
                <a:cubicBezTo>
                  <a:pt x="928" y="667"/>
                  <a:pt x="954" y="693"/>
                  <a:pt x="986" y="693"/>
                </a:cubicBezTo>
                <a:cubicBezTo>
                  <a:pt x="1018" y="693"/>
                  <a:pt x="1044" y="667"/>
                  <a:pt x="1044" y="635"/>
                </a:cubicBezTo>
                <a:cubicBezTo>
                  <a:pt x="1044" y="603"/>
                  <a:pt x="1018" y="577"/>
                  <a:pt x="986" y="577"/>
                </a:cubicBezTo>
                <a:cubicBezTo>
                  <a:pt x="954" y="577"/>
                  <a:pt x="928" y="603"/>
                  <a:pt x="928" y="635"/>
                </a:cubicBezTo>
                <a:close/>
                <a:moveTo>
                  <a:pt x="1285" y="637"/>
                </a:moveTo>
                <a:cubicBezTo>
                  <a:pt x="1284" y="829"/>
                  <a:pt x="1197" y="1001"/>
                  <a:pt x="1062" y="1118"/>
                </a:cubicBezTo>
                <a:cubicBezTo>
                  <a:pt x="949" y="1215"/>
                  <a:pt x="803" y="1274"/>
                  <a:pt x="643" y="1274"/>
                </a:cubicBezTo>
                <a:cubicBezTo>
                  <a:pt x="483" y="1274"/>
                  <a:pt x="336" y="1215"/>
                  <a:pt x="223" y="1118"/>
                </a:cubicBezTo>
                <a:cubicBezTo>
                  <a:pt x="88" y="1001"/>
                  <a:pt x="2" y="829"/>
                  <a:pt x="0" y="637"/>
                </a:cubicBezTo>
                <a:cubicBezTo>
                  <a:pt x="2" y="445"/>
                  <a:pt x="88" y="273"/>
                  <a:pt x="223" y="157"/>
                </a:cubicBezTo>
                <a:cubicBezTo>
                  <a:pt x="336" y="59"/>
                  <a:pt x="483" y="0"/>
                  <a:pt x="643" y="0"/>
                </a:cubicBezTo>
                <a:cubicBezTo>
                  <a:pt x="803" y="0"/>
                  <a:pt x="949" y="60"/>
                  <a:pt x="1062" y="157"/>
                </a:cubicBezTo>
                <a:cubicBezTo>
                  <a:pt x="1197" y="274"/>
                  <a:pt x="1284" y="445"/>
                  <a:pt x="1285" y="637"/>
                </a:cubicBezTo>
                <a:close/>
                <a:moveTo>
                  <a:pt x="1127" y="637"/>
                </a:moveTo>
                <a:cubicBezTo>
                  <a:pt x="1124" y="373"/>
                  <a:pt x="908" y="159"/>
                  <a:pt x="643" y="159"/>
                </a:cubicBezTo>
                <a:cubicBezTo>
                  <a:pt x="377" y="159"/>
                  <a:pt x="162" y="373"/>
                  <a:pt x="158" y="637"/>
                </a:cubicBezTo>
                <a:cubicBezTo>
                  <a:pt x="162" y="902"/>
                  <a:pt x="378" y="1116"/>
                  <a:pt x="643" y="1116"/>
                </a:cubicBezTo>
                <a:cubicBezTo>
                  <a:pt x="908" y="1116"/>
                  <a:pt x="1124" y="902"/>
                  <a:pt x="1127" y="637"/>
                </a:cubicBezTo>
                <a:close/>
                <a:moveTo>
                  <a:pt x="649" y="932"/>
                </a:moveTo>
                <a:cubicBezTo>
                  <a:pt x="617" y="932"/>
                  <a:pt x="591" y="958"/>
                  <a:pt x="591" y="990"/>
                </a:cubicBezTo>
                <a:cubicBezTo>
                  <a:pt x="591" y="1022"/>
                  <a:pt x="617" y="1048"/>
                  <a:pt x="649" y="1048"/>
                </a:cubicBezTo>
                <a:cubicBezTo>
                  <a:pt x="681" y="1048"/>
                  <a:pt x="707" y="1022"/>
                  <a:pt x="707" y="990"/>
                </a:cubicBezTo>
                <a:cubicBezTo>
                  <a:pt x="707" y="958"/>
                  <a:pt x="681" y="932"/>
                  <a:pt x="649" y="932"/>
                </a:cubicBezTo>
                <a:close/>
                <a:moveTo>
                  <a:pt x="2154" y="1863"/>
                </a:moveTo>
                <a:cubicBezTo>
                  <a:pt x="2289" y="1863"/>
                  <a:pt x="2398" y="1754"/>
                  <a:pt x="2398" y="1619"/>
                </a:cubicBezTo>
                <a:cubicBezTo>
                  <a:pt x="2398" y="1484"/>
                  <a:pt x="2289" y="1375"/>
                  <a:pt x="2154" y="1375"/>
                </a:cubicBezTo>
                <a:cubicBezTo>
                  <a:pt x="2019" y="1375"/>
                  <a:pt x="1910" y="1484"/>
                  <a:pt x="1910" y="1619"/>
                </a:cubicBezTo>
                <a:cubicBezTo>
                  <a:pt x="1910" y="1754"/>
                  <a:pt x="2019" y="1863"/>
                  <a:pt x="2154" y="1863"/>
                </a:cubicBezTo>
                <a:close/>
                <a:moveTo>
                  <a:pt x="2700" y="3053"/>
                </a:moveTo>
                <a:cubicBezTo>
                  <a:pt x="2700" y="3557"/>
                  <a:pt x="2700" y="3557"/>
                  <a:pt x="2700" y="3557"/>
                </a:cubicBezTo>
                <a:cubicBezTo>
                  <a:pt x="2700" y="3599"/>
                  <a:pt x="2669" y="3633"/>
                  <a:pt x="2631" y="3633"/>
                </a:cubicBezTo>
                <a:cubicBezTo>
                  <a:pt x="2522" y="3633"/>
                  <a:pt x="2522" y="3633"/>
                  <a:pt x="2522" y="3633"/>
                </a:cubicBezTo>
                <a:cubicBezTo>
                  <a:pt x="2484" y="3633"/>
                  <a:pt x="2453" y="3599"/>
                  <a:pt x="2453" y="3557"/>
                </a:cubicBezTo>
                <a:cubicBezTo>
                  <a:pt x="2453" y="3053"/>
                  <a:pt x="2453" y="3053"/>
                  <a:pt x="2453" y="3053"/>
                </a:cubicBezTo>
                <a:cubicBezTo>
                  <a:pt x="2453" y="3011"/>
                  <a:pt x="2484" y="2977"/>
                  <a:pt x="2522" y="2977"/>
                </a:cubicBezTo>
                <a:cubicBezTo>
                  <a:pt x="2544" y="2977"/>
                  <a:pt x="2544" y="2977"/>
                  <a:pt x="2544" y="2977"/>
                </a:cubicBezTo>
                <a:cubicBezTo>
                  <a:pt x="2544" y="2947"/>
                  <a:pt x="2544" y="2947"/>
                  <a:pt x="2544" y="2947"/>
                </a:cubicBezTo>
                <a:cubicBezTo>
                  <a:pt x="2504" y="2938"/>
                  <a:pt x="2476" y="2906"/>
                  <a:pt x="2471" y="2858"/>
                </a:cubicBezTo>
                <a:cubicBezTo>
                  <a:pt x="2469" y="2843"/>
                  <a:pt x="2470" y="2828"/>
                  <a:pt x="2470" y="2812"/>
                </a:cubicBezTo>
                <a:cubicBezTo>
                  <a:pt x="2470" y="2631"/>
                  <a:pt x="2470" y="2450"/>
                  <a:pt x="2470" y="2269"/>
                </a:cubicBezTo>
                <a:cubicBezTo>
                  <a:pt x="2470" y="2257"/>
                  <a:pt x="2470" y="2245"/>
                  <a:pt x="2470" y="2232"/>
                </a:cubicBezTo>
                <a:cubicBezTo>
                  <a:pt x="2458" y="2232"/>
                  <a:pt x="2447" y="2232"/>
                  <a:pt x="2435" y="2232"/>
                </a:cubicBezTo>
                <a:cubicBezTo>
                  <a:pt x="2435" y="2891"/>
                  <a:pt x="2435" y="2891"/>
                  <a:pt x="2435" y="2891"/>
                </a:cubicBezTo>
                <a:cubicBezTo>
                  <a:pt x="2435" y="3192"/>
                  <a:pt x="2435" y="3192"/>
                  <a:pt x="2435" y="3192"/>
                </a:cubicBezTo>
                <a:cubicBezTo>
                  <a:pt x="2435" y="3430"/>
                  <a:pt x="2435" y="3668"/>
                  <a:pt x="2436" y="3907"/>
                </a:cubicBezTo>
                <a:cubicBezTo>
                  <a:pt x="2436" y="3983"/>
                  <a:pt x="2414" y="4040"/>
                  <a:pt x="2338" y="4067"/>
                </a:cubicBezTo>
                <a:cubicBezTo>
                  <a:pt x="2316" y="4067"/>
                  <a:pt x="2295" y="4067"/>
                  <a:pt x="2273" y="4067"/>
                </a:cubicBezTo>
                <a:cubicBezTo>
                  <a:pt x="2197" y="4039"/>
                  <a:pt x="2174" y="3983"/>
                  <a:pt x="2174" y="3905"/>
                </a:cubicBezTo>
                <a:cubicBezTo>
                  <a:pt x="2177" y="3600"/>
                  <a:pt x="2175" y="3295"/>
                  <a:pt x="2175" y="2990"/>
                </a:cubicBezTo>
                <a:cubicBezTo>
                  <a:pt x="2175" y="2977"/>
                  <a:pt x="2175" y="2965"/>
                  <a:pt x="2175" y="2951"/>
                </a:cubicBezTo>
                <a:cubicBezTo>
                  <a:pt x="2159" y="2951"/>
                  <a:pt x="2147" y="2951"/>
                  <a:pt x="2131" y="2951"/>
                </a:cubicBezTo>
                <a:cubicBezTo>
                  <a:pt x="2131" y="2965"/>
                  <a:pt x="2131" y="2978"/>
                  <a:pt x="2131" y="2991"/>
                </a:cubicBezTo>
                <a:cubicBezTo>
                  <a:pt x="2131" y="3297"/>
                  <a:pt x="2130" y="3603"/>
                  <a:pt x="2132" y="3909"/>
                </a:cubicBezTo>
                <a:cubicBezTo>
                  <a:pt x="2132" y="3986"/>
                  <a:pt x="2108" y="4041"/>
                  <a:pt x="2032" y="4067"/>
                </a:cubicBezTo>
                <a:cubicBezTo>
                  <a:pt x="2010" y="4067"/>
                  <a:pt x="1989" y="4067"/>
                  <a:pt x="1967" y="4067"/>
                </a:cubicBezTo>
                <a:cubicBezTo>
                  <a:pt x="1926" y="4048"/>
                  <a:pt x="1889" y="4024"/>
                  <a:pt x="1879" y="3976"/>
                </a:cubicBezTo>
                <a:cubicBezTo>
                  <a:pt x="1874" y="3953"/>
                  <a:pt x="1874" y="3929"/>
                  <a:pt x="1874" y="3905"/>
                </a:cubicBezTo>
                <a:cubicBezTo>
                  <a:pt x="1873" y="3364"/>
                  <a:pt x="1873" y="2822"/>
                  <a:pt x="1873" y="2281"/>
                </a:cubicBezTo>
                <a:cubicBezTo>
                  <a:pt x="1873" y="2267"/>
                  <a:pt x="1873" y="2253"/>
                  <a:pt x="1873" y="2238"/>
                </a:cubicBezTo>
                <a:cubicBezTo>
                  <a:pt x="1857" y="2238"/>
                  <a:pt x="1845" y="2238"/>
                  <a:pt x="1829" y="2238"/>
                </a:cubicBezTo>
                <a:cubicBezTo>
                  <a:pt x="1829" y="2251"/>
                  <a:pt x="1829" y="2263"/>
                  <a:pt x="1829" y="2275"/>
                </a:cubicBezTo>
                <a:cubicBezTo>
                  <a:pt x="1829" y="2456"/>
                  <a:pt x="1829" y="2637"/>
                  <a:pt x="1829" y="2818"/>
                </a:cubicBezTo>
                <a:cubicBezTo>
                  <a:pt x="1829" y="2834"/>
                  <a:pt x="1830" y="2849"/>
                  <a:pt x="1828" y="2864"/>
                </a:cubicBezTo>
                <a:cubicBezTo>
                  <a:pt x="1821" y="2931"/>
                  <a:pt x="1769" y="2967"/>
                  <a:pt x="1704" y="2952"/>
                </a:cubicBezTo>
                <a:cubicBezTo>
                  <a:pt x="1669" y="2943"/>
                  <a:pt x="1652" y="2917"/>
                  <a:pt x="1635" y="2889"/>
                </a:cubicBezTo>
                <a:cubicBezTo>
                  <a:pt x="1635" y="2637"/>
                  <a:pt x="1639" y="2126"/>
                  <a:pt x="1640" y="2122"/>
                </a:cubicBezTo>
                <a:cubicBezTo>
                  <a:pt x="1671" y="1994"/>
                  <a:pt x="1753" y="1913"/>
                  <a:pt x="1873" y="1893"/>
                </a:cubicBezTo>
                <a:cubicBezTo>
                  <a:pt x="1892" y="1890"/>
                  <a:pt x="1911" y="1888"/>
                  <a:pt x="1931" y="1888"/>
                </a:cubicBezTo>
                <a:cubicBezTo>
                  <a:pt x="1964" y="1888"/>
                  <a:pt x="2375" y="1887"/>
                  <a:pt x="2426" y="1887"/>
                </a:cubicBezTo>
                <a:cubicBezTo>
                  <a:pt x="2426" y="1887"/>
                  <a:pt x="2426" y="1887"/>
                  <a:pt x="2426" y="1887"/>
                </a:cubicBezTo>
                <a:cubicBezTo>
                  <a:pt x="2426" y="1887"/>
                  <a:pt x="2426" y="1887"/>
                  <a:pt x="2426" y="1887"/>
                </a:cubicBezTo>
                <a:cubicBezTo>
                  <a:pt x="2427" y="1887"/>
                  <a:pt x="2428" y="1888"/>
                  <a:pt x="2428" y="1888"/>
                </a:cubicBezTo>
                <a:cubicBezTo>
                  <a:pt x="2547" y="1908"/>
                  <a:pt x="2629" y="1989"/>
                  <a:pt x="2659" y="2116"/>
                </a:cubicBezTo>
                <a:cubicBezTo>
                  <a:pt x="2660" y="2120"/>
                  <a:pt x="2664" y="2631"/>
                  <a:pt x="2664" y="2883"/>
                </a:cubicBezTo>
                <a:cubicBezTo>
                  <a:pt x="2650" y="2907"/>
                  <a:pt x="2635" y="2930"/>
                  <a:pt x="2609" y="2941"/>
                </a:cubicBezTo>
                <a:cubicBezTo>
                  <a:pt x="2609" y="2977"/>
                  <a:pt x="2609" y="2977"/>
                  <a:pt x="2609" y="2977"/>
                </a:cubicBezTo>
                <a:cubicBezTo>
                  <a:pt x="2631" y="2977"/>
                  <a:pt x="2631" y="2977"/>
                  <a:pt x="2631" y="2977"/>
                </a:cubicBezTo>
                <a:cubicBezTo>
                  <a:pt x="2669" y="2977"/>
                  <a:pt x="2700" y="3011"/>
                  <a:pt x="2700" y="3053"/>
                </a:cubicBezTo>
                <a:close/>
                <a:moveTo>
                  <a:pt x="2096" y="1914"/>
                </a:moveTo>
                <a:cubicBezTo>
                  <a:pt x="2130" y="2002"/>
                  <a:pt x="2130" y="2002"/>
                  <a:pt x="2130" y="2002"/>
                </a:cubicBezTo>
                <a:cubicBezTo>
                  <a:pt x="2152" y="2002"/>
                  <a:pt x="2152" y="2002"/>
                  <a:pt x="2152" y="2002"/>
                </a:cubicBezTo>
                <a:cubicBezTo>
                  <a:pt x="2156" y="2002"/>
                  <a:pt x="2156" y="2002"/>
                  <a:pt x="2156" y="2002"/>
                </a:cubicBezTo>
                <a:cubicBezTo>
                  <a:pt x="2177" y="2002"/>
                  <a:pt x="2177" y="2002"/>
                  <a:pt x="2177" y="2002"/>
                </a:cubicBezTo>
                <a:cubicBezTo>
                  <a:pt x="2211" y="1914"/>
                  <a:pt x="2211" y="1914"/>
                  <a:pt x="2211" y="1914"/>
                </a:cubicBezTo>
                <a:cubicBezTo>
                  <a:pt x="2156" y="1914"/>
                  <a:pt x="2156" y="1914"/>
                  <a:pt x="2156" y="1914"/>
                </a:cubicBezTo>
                <a:cubicBezTo>
                  <a:pt x="2152" y="1914"/>
                  <a:pt x="2152" y="1914"/>
                  <a:pt x="2152" y="1914"/>
                </a:cubicBezTo>
                <a:lnTo>
                  <a:pt x="2096" y="1914"/>
                </a:lnTo>
                <a:close/>
                <a:moveTo>
                  <a:pt x="2216" y="2440"/>
                </a:moveTo>
                <a:cubicBezTo>
                  <a:pt x="2177" y="2041"/>
                  <a:pt x="2177" y="2041"/>
                  <a:pt x="2177" y="2041"/>
                </a:cubicBezTo>
                <a:cubicBezTo>
                  <a:pt x="2154" y="2041"/>
                  <a:pt x="2154" y="2041"/>
                  <a:pt x="2154" y="2041"/>
                </a:cubicBezTo>
                <a:cubicBezTo>
                  <a:pt x="2131" y="2041"/>
                  <a:pt x="2131" y="2041"/>
                  <a:pt x="2131" y="2041"/>
                </a:cubicBezTo>
                <a:cubicBezTo>
                  <a:pt x="2091" y="2440"/>
                  <a:pt x="2091" y="2440"/>
                  <a:pt x="2091" y="2440"/>
                </a:cubicBezTo>
                <a:cubicBezTo>
                  <a:pt x="2154" y="2491"/>
                  <a:pt x="2154" y="2491"/>
                  <a:pt x="2154" y="2491"/>
                </a:cubicBezTo>
                <a:lnTo>
                  <a:pt x="2216" y="244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36" name="Google Shape;436;p24"/>
          <p:cNvSpPr/>
          <p:nvPr/>
        </p:nvSpPr>
        <p:spPr>
          <a:xfrm>
            <a:off x="18543230" y="4542346"/>
            <a:ext cx="3896100" cy="3896100"/>
          </a:xfrm>
          <a:prstGeom prst="ellipse">
            <a:avLst/>
          </a:prstGeom>
          <a:noFill/>
          <a:ln cap="flat" cmpd="sng" w="28575">
            <a:solidFill>
              <a:srgbClr val="C9C9C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437" name="Google Shape;437;p24"/>
          <p:cNvSpPr/>
          <p:nvPr/>
        </p:nvSpPr>
        <p:spPr>
          <a:xfrm>
            <a:off x="3478932" y="8438571"/>
            <a:ext cx="3896100" cy="3896100"/>
          </a:xfrm>
          <a:prstGeom prst="ellipse">
            <a:avLst/>
          </a:prstGeom>
          <a:noFill/>
          <a:ln cap="flat" cmpd="sng" w="28575">
            <a:solidFill>
              <a:srgbClr val="C9C9C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438" name="Google Shape;438;p24"/>
          <p:cNvSpPr/>
          <p:nvPr/>
        </p:nvSpPr>
        <p:spPr>
          <a:xfrm rot="10800000">
            <a:off x="3479055" y="8438694"/>
            <a:ext cx="3896100" cy="3896100"/>
          </a:xfrm>
          <a:prstGeom prst="arc">
            <a:avLst>
              <a:gd fmla="val 21544368" name="adj1"/>
              <a:gd fmla="val 9511473" name="adj2"/>
            </a:avLst>
          </a:prstGeom>
          <a:noFill/>
          <a:ln cap="rnd" cmpd="sng" w="152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39" name="Google Shape;439;p24"/>
          <p:cNvSpPr/>
          <p:nvPr/>
        </p:nvSpPr>
        <p:spPr>
          <a:xfrm>
            <a:off x="7240775" y="7464514"/>
            <a:ext cx="3896100" cy="3896100"/>
          </a:xfrm>
          <a:prstGeom prst="ellipse">
            <a:avLst/>
          </a:prstGeom>
          <a:noFill/>
          <a:ln cap="flat" cmpd="sng" w="28575">
            <a:solidFill>
              <a:srgbClr val="C9C9C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440" name="Google Shape;440;p24"/>
          <p:cNvSpPr/>
          <p:nvPr/>
        </p:nvSpPr>
        <p:spPr>
          <a:xfrm rot="10800000">
            <a:off x="7240898" y="7464637"/>
            <a:ext cx="3896100" cy="3896100"/>
          </a:xfrm>
          <a:prstGeom prst="arc">
            <a:avLst>
              <a:gd fmla="val 21131145" name="adj1"/>
              <a:gd fmla="val 9650809" name="adj2"/>
            </a:avLst>
          </a:prstGeom>
          <a:noFill/>
          <a:ln cap="rnd" cmpd="sng" w="152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41" name="Google Shape;441;p24"/>
          <p:cNvSpPr/>
          <p:nvPr/>
        </p:nvSpPr>
        <p:spPr>
          <a:xfrm>
            <a:off x="11002618" y="6490458"/>
            <a:ext cx="3896100" cy="3896100"/>
          </a:xfrm>
          <a:prstGeom prst="ellipse">
            <a:avLst/>
          </a:prstGeom>
          <a:noFill/>
          <a:ln cap="flat" cmpd="sng" w="28575">
            <a:solidFill>
              <a:srgbClr val="C9C9C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442" name="Google Shape;442;p24"/>
          <p:cNvSpPr/>
          <p:nvPr/>
        </p:nvSpPr>
        <p:spPr>
          <a:xfrm rot="10800000">
            <a:off x="11002741" y="6490581"/>
            <a:ext cx="3896100" cy="3896100"/>
          </a:xfrm>
          <a:prstGeom prst="arc">
            <a:avLst>
              <a:gd fmla="val 20997435" name="adj1"/>
              <a:gd fmla="val 9587463" name="adj2"/>
            </a:avLst>
          </a:prstGeom>
          <a:noFill/>
          <a:ln cap="rnd" cmpd="sng" w="152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43" name="Google Shape;443;p24"/>
          <p:cNvSpPr/>
          <p:nvPr/>
        </p:nvSpPr>
        <p:spPr>
          <a:xfrm>
            <a:off x="14764463" y="5516403"/>
            <a:ext cx="3896100" cy="3896100"/>
          </a:xfrm>
          <a:prstGeom prst="ellipse">
            <a:avLst/>
          </a:prstGeom>
          <a:noFill/>
          <a:ln cap="flat" cmpd="sng" w="28575">
            <a:solidFill>
              <a:srgbClr val="C9C9C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444" name="Google Shape;444;p24"/>
          <p:cNvSpPr/>
          <p:nvPr/>
        </p:nvSpPr>
        <p:spPr>
          <a:xfrm rot="10800000">
            <a:off x="14764584" y="5516526"/>
            <a:ext cx="3896100" cy="3896100"/>
          </a:xfrm>
          <a:prstGeom prst="arc">
            <a:avLst>
              <a:gd fmla="val 21076462" name="adj1"/>
              <a:gd fmla="val 9623484" name="adj2"/>
            </a:avLst>
          </a:prstGeom>
          <a:noFill/>
          <a:ln cap="rnd" cmpd="sng" w="152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45" name="Google Shape;445;p24"/>
          <p:cNvSpPr/>
          <p:nvPr/>
        </p:nvSpPr>
        <p:spPr>
          <a:xfrm rot="10800000">
            <a:off x="18526395" y="4542471"/>
            <a:ext cx="3795600" cy="3896100"/>
          </a:xfrm>
          <a:prstGeom prst="arc">
            <a:avLst>
              <a:gd fmla="val 21016543" name="adj1"/>
              <a:gd fmla="val 5356494" name="adj2"/>
            </a:avLst>
          </a:prstGeom>
          <a:noFill/>
          <a:ln cap="rnd" cmpd="sng" w="152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cxnSp>
        <p:nvCxnSpPr>
          <p:cNvPr id="446" name="Google Shape;446;p24"/>
          <p:cNvCxnSpPr/>
          <p:nvPr/>
        </p:nvCxnSpPr>
        <p:spPr>
          <a:xfrm>
            <a:off x="20398133" y="3974946"/>
            <a:ext cx="0" cy="567300"/>
          </a:xfrm>
          <a:prstGeom prst="straightConnector1">
            <a:avLst/>
          </a:prstGeom>
          <a:noFill/>
          <a:ln cap="rnd" cmpd="sng" w="152400">
            <a:solidFill>
              <a:schemeClr val="accent5"/>
            </a:solidFill>
            <a:prstDash val="solid"/>
            <a:round/>
            <a:headEnd len="sm" w="sm" type="none"/>
            <a:tailEnd len="sm" w="sm" type="none"/>
          </a:ln>
        </p:spPr>
      </p:cxnSp>
      <p:sp>
        <p:nvSpPr>
          <p:cNvPr id="447" name="Google Shape;447;p24"/>
          <p:cNvSpPr/>
          <p:nvPr/>
        </p:nvSpPr>
        <p:spPr>
          <a:xfrm>
            <a:off x="1866910" y="10688601"/>
            <a:ext cx="1521719" cy="2113004"/>
          </a:xfrm>
          <a:custGeom>
            <a:rect b="b" l="l" r="r" t="t"/>
            <a:pathLst>
              <a:path extrusionOk="0" h="5222" w="3761">
                <a:moveTo>
                  <a:pt x="503" y="1269"/>
                </a:moveTo>
                <a:cubicBezTo>
                  <a:pt x="465" y="1096"/>
                  <a:pt x="571" y="910"/>
                  <a:pt x="740" y="854"/>
                </a:cubicBezTo>
                <a:cubicBezTo>
                  <a:pt x="757" y="848"/>
                  <a:pt x="772" y="840"/>
                  <a:pt x="787" y="833"/>
                </a:cubicBezTo>
                <a:cubicBezTo>
                  <a:pt x="834" y="833"/>
                  <a:pt x="880" y="833"/>
                  <a:pt x="926" y="833"/>
                </a:cubicBezTo>
                <a:cubicBezTo>
                  <a:pt x="979" y="859"/>
                  <a:pt x="1039" y="879"/>
                  <a:pt x="1085" y="915"/>
                </a:cubicBezTo>
                <a:cubicBezTo>
                  <a:pt x="1216" y="1016"/>
                  <a:pt x="1256" y="1187"/>
                  <a:pt x="1193" y="1336"/>
                </a:cubicBezTo>
                <a:cubicBezTo>
                  <a:pt x="1132" y="1483"/>
                  <a:pt x="982" y="1572"/>
                  <a:pt x="821" y="1557"/>
                </a:cubicBezTo>
                <a:cubicBezTo>
                  <a:pt x="669" y="1543"/>
                  <a:pt x="537" y="1423"/>
                  <a:pt x="503" y="1269"/>
                </a:cubicBezTo>
                <a:close/>
                <a:moveTo>
                  <a:pt x="3627" y="574"/>
                </a:moveTo>
                <a:cubicBezTo>
                  <a:pt x="3647" y="473"/>
                  <a:pt x="3679" y="379"/>
                  <a:pt x="3679" y="271"/>
                </a:cubicBezTo>
                <a:cubicBezTo>
                  <a:pt x="3678" y="155"/>
                  <a:pt x="3624" y="92"/>
                  <a:pt x="3577" y="0"/>
                </a:cubicBezTo>
                <a:cubicBezTo>
                  <a:pt x="3574" y="277"/>
                  <a:pt x="3363" y="305"/>
                  <a:pt x="3126" y="291"/>
                </a:cubicBezTo>
                <a:cubicBezTo>
                  <a:pt x="3053" y="287"/>
                  <a:pt x="2921" y="230"/>
                  <a:pt x="2796" y="193"/>
                </a:cubicBezTo>
                <a:cubicBezTo>
                  <a:pt x="2708" y="167"/>
                  <a:pt x="2623" y="152"/>
                  <a:pt x="2562" y="173"/>
                </a:cubicBezTo>
                <a:cubicBezTo>
                  <a:pt x="2562" y="120"/>
                  <a:pt x="2562" y="120"/>
                  <a:pt x="2562" y="120"/>
                </a:cubicBezTo>
                <a:cubicBezTo>
                  <a:pt x="2406" y="120"/>
                  <a:pt x="2406" y="120"/>
                  <a:pt x="2406" y="120"/>
                </a:cubicBezTo>
                <a:cubicBezTo>
                  <a:pt x="2406" y="265"/>
                  <a:pt x="2406" y="265"/>
                  <a:pt x="2406" y="265"/>
                </a:cubicBezTo>
                <a:cubicBezTo>
                  <a:pt x="2406" y="1227"/>
                  <a:pt x="2406" y="1227"/>
                  <a:pt x="2406" y="1227"/>
                </a:cubicBezTo>
                <a:cubicBezTo>
                  <a:pt x="1276" y="1629"/>
                  <a:pt x="1276" y="1629"/>
                  <a:pt x="1276" y="1629"/>
                </a:cubicBezTo>
                <a:cubicBezTo>
                  <a:pt x="1259" y="1627"/>
                  <a:pt x="1242" y="1626"/>
                  <a:pt x="1224" y="1625"/>
                </a:cubicBezTo>
                <a:cubicBezTo>
                  <a:pt x="1136" y="1624"/>
                  <a:pt x="1048" y="1623"/>
                  <a:pt x="960" y="1623"/>
                </a:cubicBezTo>
                <a:cubicBezTo>
                  <a:pt x="960" y="1631"/>
                  <a:pt x="960" y="1631"/>
                  <a:pt x="960" y="1631"/>
                </a:cubicBezTo>
                <a:cubicBezTo>
                  <a:pt x="958" y="1631"/>
                  <a:pt x="957" y="1631"/>
                  <a:pt x="956" y="1631"/>
                </a:cubicBezTo>
                <a:cubicBezTo>
                  <a:pt x="956" y="1672"/>
                  <a:pt x="956" y="1672"/>
                  <a:pt x="956" y="1672"/>
                </a:cubicBezTo>
                <a:cubicBezTo>
                  <a:pt x="903" y="1779"/>
                  <a:pt x="903" y="1779"/>
                  <a:pt x="903" y="1779"/>
                </a:cubicBezTo>
                <a:cubicBezTo>
                  <a:pt x="902" y="1782"/>
                  <a:pt x="902" y="1782"/>
                  <a:pt x="902" y="1782"/>
                </a:cubicBezTo>
                <a:cubicBezTo>
                  <a:pt x="899" y="1788"/>
                  <a:pt x="899" y="1788"/>
                  <a:pt x="899" y="1788"/>
                </a:cubicBezTo>
                <a:cubicBezTo>
                  <a:pt x="890" y="1811"/>
                  <a:pt x="890" y="1811"/>
                  <a:pt x="890" y="1811"/>
                </a:cubicBezTo>
                <a:cubicBezTo>
                  <a:pt x="944" y="2738"/>
                  <a:pt x="944" y="2738"/>
                  <a:pt x="944" y="2738"/>
                </a:cubicBezTo>
                <a:cubicBezTo>
                  <a:pt x="853" y="2840"/>
                  <a:pt x="853" y="2840"/>
                  <a:pt x="853" y="2840"/>
                </a:cubicBezTo>
                <a:cubicBezTo>
                  <a:pt x="852" y="2839"/>
                  <a:pt x="852" y="2839"/>
                  <a:pt x="852" y="2839"/>
                </a:cubicBezTo>
                <a:cubicBezTo>
                  <a:pt x="850" y="2840"/>
                  <a:pt x="850" y="2840"/>
                  <a:pt x="850" y="2840"/>
                </a:cubicBezTo>
                <a:cubicBezTo>
                  <a:pt x="754" y="2733"/>
                  <a:pt x="754" y="2733"/>
                  <a:pt x="754" y="2733"/>
                </a:cubicBezTo>
                <a:cubicBezTo>
                  <a:pt x="809" y="1803"/>
                  <a:pt x="809" y="1803"/>
                  <a:pt x="809" y="1803"/>
                </a:cubicBezTo>
                <a:cubicBezTo>
                  <a:pt x="800" y="1779"/>
                  <a:pt x="800" y="1779"/>
                  <a:pt x="800" y="1779"/>
                </a:cubicBezTo>
                <a:cubicBezTo>
                  <a:pt x="743" y="1665"/>
                  <a:pt x="743" y="1665"/>
                  <a:pt x="743" y="1665"/>
                </a:cubicBezTo>
                <a:cubicBezTo>
                  <a:pt x="743" y="1623"/>
                  <a:pt x="743" y="1623"/>
                  <a:pt x="743" y="1623"/>
                </a:cubicBezTo>
                <a:cubicBezTo>
                  <a:pt x="660" y="1623"/>
                  <a:pt x="576" y="1623"/>
                  <a:pt x="493" y="1624"/>
                </a:cubicBezTo>
                <a:cubicBezTo>
                  <a:pt x="336" y="1626"/>
                  <a:pt x="210" y="1682"/>
                  <a:pt x="124" y="1785"/>
                </a:cubicBezTo>
                <a:cubicBezTo>
                  <a:pt x="70" y="1846"/>
                  <a:pt x="31" y="1924"/>
                  <a:pt x="9" y="2017"/>
                </a:cubicBezTo>
                <a:cubicBezTo>
                  <a:pt x="7" y="2024"/>
                  <a:pt x="3" y="2030"/>
                  <a:pt x="0" y="2036"/>
                </a:cubicBezTo>
                <a:cubicBezTo>
                  <a:pt x="0" y="2451"/>
                  <a:pt x="0" y="2866"/>
                  <a:pt x="0" y="3280"/>
                </a:cubicBezTo>
                <a:cubicBezTo>
                  <a:pt x="13" y="3361"/>
                  <a:pt x="56" y="3371"/>
                  <a:pt x="113" y="3384"/>
                </a:cubicBezTo>
                <a:cubicBezTo>
                  <a:pt x="221" y="3410"/>
                  <a:pt x="307" y="3350"/>
                  <a:pt x="319" y="3240"/>
                </a:cubicBezTo>
                <a:cubicBezTo>
                  <a:pt x="321" y="3215"/>
                  <a:pt x="327" y="3151"/>
                  <a:pt x="327" y="3149"/>
                </a:cubicBezTo>
                <a:cubicBezTo>
                  <a:pt x="327" y="2852"/>
                  <a:pt x="327" y="2555"/>
                  <a:pt x="327" y="2258"/>
                </a:cubicBezTo>
                <a:cubicBezTo>
                  <a:pt x="327" y="2242"/>
                  <a:pt x="327" y="2226"/>
                  <a:pt x="327" y="2208"/>
                </a:cubicBezTo>
                <a:cubicBezTo>
                  <a:pt x="349" y="2208"/>
                  <a:pt x="368" y="2208"/>
                  <a:pt x="393" y="2208"/>
                </a:cubicBezTo>
                <a:cubicBezTo>
                  <a:pt x="393" y="2234"/>
                  <a:pt x="393" y="2256"/>
                  <a:pt x="393" y="2279"/>
                </a:cubicBezTo>
                <a:cubicBezTo>
                  <a:pt x="393" y="3171"/>
                  <a:pt x="393" y="4063"/>
                  <a:pt x="393" y="4955"/>
                </a:cubicBezTo>
                <a:cubicBezTo>
                  <a:pt x="393" y="4994"/>
                  <a:pt x="394" y="5034"/>
                  <a:pt x="402" y="5072"/>
                </a:cubicBezTo>
                <a:cubicBezTo>
                  <a:pt x="418" y="5151"/>
                  <a:pt x="479" y="5191"/>
                  <a:pt x="547" y="5222"/>
                </a:cubicBezTo>
                <a:cubicBezTo>
                  <a:pt x="583" y="5222"/>
                  <a:pt x="618" y="5222"/>
                  <a:pt x="654" y="5222"/>
                </a:cubicBezTo>
                <a:cubicBezTo>
                  <a:pt x="779" y="5179"/>
                  <a:pt x="819" y="5088"/>
                  <a:pt x="818" y="4961"/>
                </a:cubicBezTo>
                <a:cubicBezTo>
                  <a:pt x="815" y="4457"/>
                  <a:pt x="817" y="3953"/>
                  <a:pt x="817" y="3449"/>
                </a:cubicBezTo>
                <a:cubicBezTo>
                  <a:pt x="817" y="3428"/>
                  <a:pt x="817" y="3407"/>
                  <a:pt x="817" y="3383"/>
                </a:cubicBezTo>
                <a:cubicBezTo>
                  <a:pt x="843" y="3383"/>
                  <a:pt x="864" y="3383"/>
                  <a:pt x="890" y="3383"/>
                </a:cubicBezTo>
                <a:cubicBezTo>
                  <a:pt x="890" y="3406"/>
                  <a:pt x="890" y="3427"/>
                  <a:pt x="890" y="3448"/>
                </a:cubicBezTo>
                <a:cubicBezTo>
                  <a:pt x="890" y="3950"/>
                  <a:pt x="893" y="4452"/>
                  <a:pt x="888" y="4954"/>
                </a:cubicBezTo>
                <a:cubicBezTo>
                  <a:pt x="887" y="5083"/>
                  <a:pt x="925" y="5176"/>
                  <a:pt x="1051" y="5222"/>
                </a:cubicBezTo>
                <a:cubicBezTo>
                  <a:pt x="1087" y="5222"/>
                  <a:pt x="1123" y="5222"/>
                  <a:pt x="1158" y="5222"/>
                </a:cubicBezTo>
                <a:cubicBezTo>
                  <a:pt x="1283" y="5177"/>
                  <a:pt x="1319" y="5083"/>
                  <a:pt x="1319" y="4958"/>
                </a:cubicBezTo>
                <a:cubicBezTo>
                  <a:pt x="1318" y="4357"/>
                  <a:pt x="1318" y="3756"/>
                  <a:pt x="1318" y="3155"/>
                </a:cubicBezTo>
                <a:cubicBezTo>
                  <a:pt x="1320" y="3155"/>
                  <a:pt x="1320" y="3155"/>
                  <a:pt x="1320" y="3155"/>
                </a:cubicBezTo>
                <a:cubicBezTo>
                  <a:pt x="1320" y="2944"/>
                  <a:pt x="1320" y="2734"/>
                  <a:pt x="1320" y="2523"/>
                </a:cubicBezTo>
                <a:cubicBezTo>
                  <a:pt x="1320" y="2210"/>
                  <a:pt x="1320" y="2210"/>
                  <a:pt x="1320" y="2210"/>
                </a:cubicBezTo>
                <a:cubicBezTo>
                  <a:pt x="1320" y="1995"/>
                  <a:pt x="1320" y="1995"/>
                  <a:pt x="1320" y="1995"/>
                </a:cubicBezTo>
                <a:cubicBezTo>
                  <a:pt x="1645" y="1879"/>
                  <a:pt x="1645" y="1879"/>
                  <a:pt x="1645" y="1879"/>
                </a:cubicBezTo>
                <a:cubicBezTo>
                  <a:pt x="2406" y="1609"/>
                  <a:pt x="2406" y="1609"/>
                  <a:pt x="2406" y="1609"/>
                </a:cubicBezTo>
                <a:cubicBezTo>
                  <a:pt x="2406" y="2718"/>
                  <a:pt x="2406" y="2718"/>
                  <a:pt x="2406" y="2718"/>
                </a:cubicBezTo>
                <a:cubicBezTo>
                  <a:pt x="2562" y="2718"/>
                  <a:pt x="2562" y="2718"/>
                  <a:pt x="2562" y="2718"/>
                </a:cubicBezTo>
                <a:cubicBezTo>
                  <a:pt x="2562" y="1553"/>
                  <a:pt x="2562" y="1553"/>
                  <a:pt x="2562" y="1553"/>
                </a:cubicBezTo>
                <a:cubicBezTo>
                  <a:pt x="2581" y="1546"/>
                  <a:pt x="2581" y="1546"/>
                  <a:pt x="2581" y="1546"/>
                </a:cubicBezTo>
                <a:cubicBezTo>
                  <a:pt x="2675" y="1513"/>
                  <a:pt x="2724" y="1410"/>
                  <a:pt x="2690" y="1316"/>
                </a:cubicBezTo>
                <a:cubicBezTo>
                  <a:pt x="2669" y="1257"/>
                  <a:pt x="2620" y="1215"/>
                  <a:pt x="2562" y="1202"/>
                </a:cubicBezTo>
                <a:cubicBezTo>
                  <a:pt x="2562" y="902"/>
                  <a:pt x="2562" y="902"/>
                  <a:pt x="2562" y="902"/>
                </a:cubicBezTo>
                <a:cubicBezTo>
                  <a:pt x="2641" y="872"/>
                  <a:pt x="2758" y="889"/>
                  <a:pt x="2823" y="905"/>
                </a:cubicBezTo>
                <a:cubicBezTo>
                  <a:pt x="2956" y="937"/>
                  <a:pt x="3040" y="1014"/>
                  <a:pt x="3157" y="1074"/>
                </a:cubicBezTo>
                <a:cubicBezTo>
                  <a:pt x="3362" y="1180"/>
                  <a:pt x="3555" y="1150"/>
                  <a:pt x="3761" y="1071"/>
                </a:cubicBezTo>
                <a:cubicBezTo>
                  <a:pt x="3626" y="934"/>
                  <a:pt x="3590" y="761"/>
                  <a:pt x="3627" y="574"/>
                </a:cubicBezTo>
                <a:close/>
              </a:path>
            </a:pathLst>
          </a:custGeom>
          <a:solidFill>
            <a:srgbClr val="C9C9C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48" name="Google Shape;448;p24"/>
          <p:cNvSpPr/>
          <p:nvPr/>
        </p:nvSpPr>
        <p:spPr>
          <a:xfrm>
            <a:off x="7989206" y="5298476"/>
            <a:ext cx="1586504" cy="1796594"/>
          </a:xfrm>
          <a:custGeom>
            <a:rect b="b" l="l" r="r" t="t"/>
            <a:pathLst>
              <a:path extrusionOk="0" h="3772" w="3330">
                <a:moveTo>
                  <a:pt x="99" y="1960"/>
                </a:moveTo>
                <a:cubicBezTo>
                  <a:pt x="99" y="1763"/>
                  <a:pt x="99" y="1566"/>
                  <a:pt x="99" y="1369"/>
                </a:cubicBezTo>
                <a:cubicBezTo>
                  <a:pt x="101" y="1366"/>
                  <a:pt x="103" y="1363"/>
                  <a:pt x="103" y="1360"/>
                </a:cubicBezTo>
                <a:cubicBezTo>
                  <a:pt x="131" y="1245"/>
                  <a:pt x="212" y="1179"/>
                  <a:pt x="330" y="1178"/>
                </a:cubicBezTo>
                <a:cubicBezTo>
                  <a:pt x="370" y="1177"/>
                  <a:pt x="410" y="1177"/>
                  <a:pt x="450" y="1177"/>
                </a:cubicBezTo>
                <a:cubicBezTo>
                  <a:pt x="450" y="1197"/>
                  <a:pt x="450" y="1197"/>
                  <a:pt x="450" y="1197"/>
                </a:cubicBezTo>
                <a:cubicBezTo>
                  <a:pt x="477" y="1251"/>
                  <a:pt x="477" y="1251"/>
                  <a:pt x="477" y="1251"/>
                </a:cubicBezTo>
                <a:cubicBezTo>
                  <a:pt x="481" y="1263"/>
                  <a:pt x="481" y="1263"/>
                  <a:pt x="481" y="1263"/>
                </a:cubicBezTo>
                <a:cubicBezTo>
                  <a:pt x="455" y="1706"/>
                  <a:pt x="455" y="1706"/>
                  <a:pt x="455" y="1706"/>
                </a:cubicBezTo>
                <a:cubicBezTo>
                  <a:pt x="501" y="1757"/>
                  <a:pt x="501" y="1757"/>
                  <a:pt x="501" y="1757"/>
                </a:cubicBezTo>
                <a:cubicBezTo>
                  <a:pt x="501" y="1757"/>
                  <a:pt x="501" y="1757"/>
                  <a:pt x="501" y="1757"/>
                </a:cubicBezTo>
                <a:cubicBezTo>
                  <a:pt x="502" y="1757"/>
                  <a:pt x="502" y="1757"/>
                  <a:pt x="502" y="1757"/>
                </a:cubicBezTo>
                <a:cubicBezTo>
                  <a:pt x="548" y="1706"/>
                  <a:pt x="548" y="1706"/>
                  <a:pt x="548" y="1706"/>
                </a:cubicBezTo>
                <a:cubicBezTo>
                  <a:pt x="522" y="1263"/>
                  <a:pt x="522" y="1263"/>
                  <a:pt x="522" y="1263"/>
                </a:cubicBezTo>
                <a:cubicBezTo>
                  <a:pt x="526" y="1251"/>
                  <a:pt x="526" y="1251"/>
                  <a:pt x="526" y="1251"/>
                </a:cubicBezTo>
                <a:cubicBezTo>
                  <a:pt x="553" y="1197"/>
                  <a:pt x="553" y="1197"/>
                  <a:pt x="553" y="1197"/>
                </a:cubicBezTo>
                <a:cubicBezTo>
                  <a:pt x="553" y="1177"/>
                  <a:pt x="553" y="1177"/>
                  <a:pt x="553" y="1177"/>
                </a:cubicBezTo>
                <a:cubicBezTo>
                  <a:pt x="595" y="1177"/>
                  <a:pt x="637" y="1178"/>
                  <a:pt x="679" y="1178"/>
                </a:cubicBezTo>
                <a:cubicBezTo>
                  <a:pt x="813" y="1180"/>
                  <a:pt x="907" y="1277"/>
                  <a:pt x="908" y="1412"/>
                </a:cubicBezTo>
                <a:cubicBezTo>
                  <a:pt x="909" y="1468"/>
                  <a:pt x="908" y="1525"/>
                  <a:pt x="908" y="1582"/>
                </a:cubicBezTo>
                <a:cubicBezTo>
                  <a:pt x="908" y="1701"/>
                  <a:pt x="909" y="1819"/>
                  <a:pt x="908" y="1938"/>
                </a:cubicBezTo>
                <a:cubicBezTo>
                  <a:pt x="908" y="1980"/>
                  <a:pt x="881" y="2008"/>
                  <a:pt x="839" y="2011"/>
                </a:cubicBezTo>
                <a:cubicBezTo>
                  <a:pt x="796" y="2014"/>
                  <a:pt x="766" y="1990"/>
                  <a:pt x="760" y="1947"/>
                </a:cubicBezTo>
                <a:cubicBezTo>
                  <a:pt x="758" y="1935"/>
                  <a:pt x="758" y="1924"/>
                  <a:pt x="758" y="1912"/>
                </a:cubicBezTo>
                <a:cubicBezTo>
                  <a:pt x="758" y="1768"/>
                  <a:pt x="758" y="1625"/>
                  <a:pt x="758" y="1482"/>
                </a:cubicBezTo>
                <a:cubicBezTo>
                  <a:pt x="758" y="1472"/>
                  <a:pt x="758" y="1462"/>
                  <a:pt x="758" y="1452"/>
                </a:cubicBezTo>
                <a:cubicBezTo>
                  <a:pt x="745" y="1452"/>
                  <a:pt x="736" y="1452"/>
                  <a:pt x="725" y="1452"/>
                </a:cubicBezTo>
                <a:cubicBezTo>
                  <a:pt x="725" y="1465"/>
                  <a:pt x="725" y="1475"/>
                  <a:pt x="725" y="1486"/>
                </a:cubicBezTo>
                <a:cubicBezTo>
                  <a:pt x="725" y="1909"/>
                  <a:pt x="724" y="2332"/>
                  <a:pt x="725" y="2755"/>
                </a:cubicBezTo>
                <a:cubicBezTo>
                  <a:pt x="725" y="2815"/>
                  <a:pt x="708" y="2859"/>
                  <a:pt x="649" y="2881"/>
                </a:cubicBezTo>
                <a:cubicBezTo>
                  <a:pt x="632" y="2881"/>
                  <a:pt x="615" y="2881"/>
                  <a:pt x="598" y="2881"/>
                </a:cubicBezTo>
                <a:cubicBezTo>
                  <a:pt x="538" y="2859"/>
                  <a:pt x="520" y="2815"/>
                  <a:pt x="521" y="2754"/>
                </a:cubicBezTo>
                <a:cubicBezTo>
                  <a:pt x="523" y="2515"/>
                  <a:pt x="522" y="2277"/>
                  <a:pt x="522" y="2039"/>
                </a:cubicBezTo>
                <a:cubicBezTo>
                  <a:pt x="522" y="2029"/>
                  <a:pt x="522" y="2019"/>
                  <a:pt x="522" y="2008"/>
                </a:cubicBezTo>
                <a:cubicBezTo>
                  <a:pt x="509" y="2008"/>
                  <a:pt x="499" y="2008"/>
                  <a:pt x="487" y="2008"/>
                </a:cubicBezTo>
                <a:cubicBezTo>
                  <a:pt x="487" y="2020"/>
                  <a:pt x="487" y="2030"/>
                  <a:pt x="487" y="2039"/>
                </a:cubicBezTo>
                <a:cubicBezTo>
                  <a:pt x="487" y="2279"/>
                  <a:pt x="486" y="2518"/>
                  <a:pt x="488" y="2757"/>
                </a:cubicBezTo>
                <a:cubicBezTo>
                  <a:pt x="488" y="2817"/>
                  <a:pt x="469" y="2860"/>
                  <a:pt x="410" y="2881"/>
                </a:cubicBezTo>
                <a:cubicBezTo>
                  <a:pt x="393" y="2881"/>
                  <a:pt x="376" y="2881"/>
                  <a:pt x="359" y="2881"/>
                </a:cubicBezTo>
                <a:cubicBezTo>
                  <a:pt x="326" y="2866"/>
                  <a:pt x="298" y="2847"/>
                  <a:pt x="290" y="2809"/>
                </a:cubicBezTo>
                <a:cubicBezTo>
                  <a:pt x="286" y="2791"/>
                  <a:pt x="286" y="2772"/>
                  <a:pt x="286" y="2754"/>
                </a:cubicBezTo>
                <a:cubicBezTo>
                  <a:pt x="286" y="2331"/>
                  <a:pt x="286" y="1908"/>
                  <a:pt x="286" y="1485"/>
                </a:cubicBezTo>
                <a:cubicBezTo>
                  <a:pt x="286" y="1474"/>
                  <a:pt x="286" y="1463"/>
                  <a:pt x="286" y="1451"/>
                </a:cubicBezTo>
                <a:cubicBezTo>
                  <a:pt x="273" y="1451"/>
                  <a:pt x="263" y="1451"/>
                  <a:pt x="251" y="1451"/>
                </a:cubicBezTo>
                <a:cubicBezTo>
                  <a:pt x="251" y="1462"/>
                  <a:pt x="251" y="1471"/>
                  <a:pt x="251" y="1480"/>
                </a:cubicBezTo>
                <a:cubicBezTo>
                  <a:pt x="251" y="1621"/>
                  <a:pt x="251" y="1763"/>
                  <a:pt x="251" y="1905"/>
                </a:cubicBezTo>
                <a:cubicBezTo>
                  <a:pt x="251" y="1917"/>
                  <a:pt x="252" y="1928"/>
                  <a:pt x="250" y="1940"/>
                </a:cubicBezTo>
                <a:cubicBezTo>
                  <a:pt x="245" y="1993"/>
                  <a:pt x="204" y="2021"/>
                  <a:pt x="153" y="2009"/>
                </a:cubicBezTo>
                <a:cubicBezTo>
                  <a:pt x="126" y="2002"/>
                  <a:pt x="112" y="1981"/>
                  <a:pt x="99" y="1960"/>
                </a:cubicBezTo>
                <a:close/>
                <a:moveTo>
                  <a:pt x="487" y="1139"/>
                </a:moveTo>
                <a:cubicBezTo>
                  <a:pt x="563" y="1146"/>
                  <a:pt x="635" y="1104"/>
                  <a:pt x="664" y="1034"/>
                </a:cubicBezTo>
                <a:cubicBezTo>
                  <a:pt x="694" y="963"/>
                  <a:pt x="675" y="882"/>
                  <a:pt x="613" y="833"/>
                </a:cubicBezTo>
                <a:cubicBezTo>
                  <a:pt x="590" y="816"/>
                  <a:pt x="562" y="807"/>
                  <a:pt x="537" y="794"/>
                </a:cubicBezTo>
                <a:cubicBezTo>
                  <a:pt x="515" y="794"/>
                  <a:pt x="493" y="794"/>
                  <a:pt x="471" y="794"/>
                </a:cubicBezTo>
                <a:cubicBezTo>
                  <a:pt x="463" y="798"/>
                  <a:pt x="456" y="802"/>
                  <a:pt x="448" y="804"/>
                </a:cubicBezTo>
                <a:cubicBezTo>
                  <a:pt x="368" y="831"/>
                  <a:pt x="317" y="920"/>
                  <a:pt x="335" y="1002"/>
                </a:cubicBezTo>
                <a:cubicBezTo>
                  <a:pt x="351" y="1076"/>
                  <a:pt x="414" y="1133"/>
                  <a:pt x="487" y="1139"/>
                </a:cubicBezTo>
                <a:close/>
                <a:moveTo>
                  <a:pt x="2489" y="2009"/>
                </a:moveTo>
                <a:cubicBezTo>
                  <a:pt x="2540" y="2021"/>
                  <a:pt x="2581" y="1993"/>
                  <a:pt x="2586" y="1940"/>
                </a:cubicBezTo>
                <a:cubicBezTo>
                  <a:pt x="2588" y="1928"/>
                  <a:pt x="2587" y="1917"/>
                  <a:pt x="2587" y="1905"/>
                </a:cubicBezTo>
                <a:cubicBezTo>
                  <a:pt x="2587" y="1763"/>
                  <a:pt x="2587" y="1621"/>
                  <a:pt x="2587" y="1480"/>
                </a:cubicBezTo>
                <a:cubicBezTo>
                  <a:pt x="2587" y="1471"/>
                  <a:pt x="2587" y="1462"/>
                  <a:pt x="2587" y="1451"/>
                </a:cubicBezTo>
                <a:cubicBezTo>
                  <a:pt x="2599" y="1451"/>
                  <a:pt x="2609" y="1451"/>
                  <a:pt x="2622" y="1451"/>
                </a:cubicBezTo>
                <a:cubicBezTo>
                  <a:pt x="2622" y="1463"/>
                  <a:pt x="2622" y="1474"/>
                  <a:pt x="2622" y="1485"/>
                </a:cubicBezTo>
                <a:cubicBezTo>
                  <a:pt x="2622" y="1908"/>
                  <a:pt x="2622" y="2331"/>
                  <a:pt x="2622" y="2754"/>
                </a:cubicBezTo>
                <a:cubicBezTo>
                  <a:pt x="2622" y="2772"/>
                  <a:pt x="2622" y="2791"/>
                  <a:pt x="2626" y="2809"/>
                </a:cubicBezTo>
                <a:cubicBezTo>
                  <a:pt x="2634" y="2847"/>
                  <a:pt x="2662" y="2866"/>
                  <a:pt x="2695" y="2881"/>
                </a:cubicBezTo>
                <a:cubicBezTo>
                  <a:pt x="2712" y="2881"/>
                  <a:pt x="2729" y="2881"/>
                  <a:pt x="2746" y="2881"/>
                </a:cubicBezTo>
                <a:cubicBezTo>
                  <a:pt x="2805" y="2860"/>
                  <a:pt x="2824" y="2817"/>
                  <a:pt x="2824" y="2757"/>
                </a:cubicBezTo>
                <a:cubicBezTo>
                  <a:pt x="2822" y="2518"/>
                  <a:pt x="2823" y="2279"/>
                  <a:pt x="2823" y="2039"/>
                </a:cubicBezTo>
                <a:cubicBezTo>
                  <a:pt x="2823" y="2030"/>
                  <a:pt x="2823" y="2020"/>
                  <a:pt x="2823" y="2008"/>
                </a:cubicBezTo>
                <a:cubicBezTo>
                  <a:pt x="2835" y="2008"/>
                  <a:pt x="2845" y="2008"/>
                  <a:pt x="2858" y="2008"/>
                </a:cubicBezTo>
                <a:cubicBezTo>
                  <a:pt x="2858" y="2019"/>
                  <a:pt x="2858" y="2029"/>
                  <a:pt x="2858" y="2039"/>
                </a:cubicBezTo>
                <a:cubicBezTo>
                  <a:pt x="2858" y="2277"/>
                  <a:pt x="2859" y="2515"/>
                  <a:pt x="2857" y="2754"/>
                </a:cubicBezTo>
                <a:cubicBezTo>
                  <a:pt x="2856" y="2815"/>
                  <a:pt x="2874" y="2859"/>
                  <a:pt x="2934" y="2881"/>
                </a:cubicBezTo>
                <a:cubicBezTo>
                  <a:pt x="2951" y="2881"/>
                  <a:pt x="2968" y="2881"/>
                  <a:pt x="2985" y="2881"/>
                </a:cubicBezTo>
                <a:cubicBezTo>
                  <a:pt x="3044" y="2859"/>
                  <a:pt x="3061" y="2815"/>
                  <a:pt x="3061" y="2755"/>
                </a:cubicBezTo>
                <a:cubicBezTo>
                  <a:pt x="3060" y="2332"/>
                  <a:pt x="3061" y="1909"/>
                  <a:pt x="3061" y="1486"/>
                </a:cubicBezTo>
                <a:cubicBezTo>
                  <a:pt x="3061" y="1475"/>
                  <a:pt x="3061" y="1465"/>
                  <a:pt x="3061" y="1452"/>
                </a:cubicBezTo>
                <a:cubicBezTo>
                  <a:pt x="3072" y="1452"/>
                  <a:pt x="3081" y="1452"/>
                  <a:pt x="3094" y="1452"/>
                </a:cubicBezTo>
                <a:cubicBezTo>
                  <a:pt x="3094" y="1462"/>
                  <a:pt x="3094" y="1472"/>
                  <a:pt x="3094" y="1482"/>
                </a:cubicBezTo>
                <a:cubicBezTo>
                  <a:pt x="3094" y="1625"/>
                  <a:pt x="3094" y="1768"/>
                  <a:pt x="3094" y="1912"/>
                </a:cubicBezTo>
                <a:cubicBezTo>
                  <a:pt x="3094" y="1924"/>
                  <a:pt x="3094" y="1935"/>
                  <a:pt x="3096" y="1947"/>
                </a:cubicBezTo>
                <a:cubicBezTo>
                  <a:pt x="3102" y="1990"/>
                  <a:pt x="3132" y="2014"/>
                  <a:pt x="3175" y="2011"/>
                </a:cubicBezTo>
                <a:cubicBezTo>
                  <a:pt x="3216" y="2008"/>
                  <a:pt x="3244" y="1980"/>
                  <a:pt x="3244" y="1938"/>
                </a:cubicBezTo>
                <a:cubicBezTo>
                  <a:pt x="3245" y="1819"/>
                  <a:pt x="3244" y="1701"/>
                  <a:pt x="3244" y="1582"/>
                </a:cubicBezTo>
                <a:cubicBezTo>
                  <a:pt x="3244" y="1525"/>
                  <a:pt x="3245" y="1468"/>
                  <a:pt x="3244" y="1412"/>
                </a:cubicBezTo>
                <a:cubicBezTo>
                  <a:pt x="3243" y="1277"/>
                  <a:pt x="3149" y="1180"/>
                  <a:pt x="3015" y="1178"/>
                </a:cubicBezTo>
                <a:cubicBezTo>
                  <a:pt x="2973" y="1178"/>
                  <a:pt x="2931" y="1177"/>
                  <a:pt x="2889" y="1177"/>
                </a:cubicBezTo>
                <a:cubicBezTo>
                  <a:pt x="2889" y="1197"/>
                  <a:pt x="2889" y="1197"/>
                  <a:pt x="2889" y="1197"/>
                </a:cubicBezTo>
                <a:cubicBezTo>
                  <a:pt x="2862" y="1251"/>
                  <a:pt x="2862" y="1251"/>
                  <a:pt x="2862" y="1251"/>
                </a:cubicBezTo>
                <a:cubicBezTo>
                  <a:pt x="2858" y="1263"/>
                  <a:pt x="2858" y="1263"/>
                  <a:pt x="2858" y="1263"/>
                </a:cubicBezTo>
                <a:cubicBezTo>
                  <a:pt x="2884" y="1706"/>
                  <a:pt x="2884" y="1706"/>
                  <a:pt x="2884" y="1706"/>
                </a:cubicBezTo>
                <a:cubicBezTo>
                  <a:pt x="2838" y="1757"/>
                  <a:pt x="2838" y="1757"/>
                  <a:pt x="2838" y="1757"/>
                </a:cubicBezTo>
                <a:cubicBezTo>
                  <a:pt x="2837" y="1757"/>
                  <a:pt x="2837" y="1757"/>
                  <a:pt x="2837" y="1757"/>
                </a:cubicBezTo>
                <a:cubicBezTo>
                  <a:pt x="2837" y="1757"/>
                  <a:pt x="2837" y="1757"/>
                  <a:pt x="2837" y="1757"/>
                </a:cubicBezTo>
                <a:cubicBezTo>
                  <a:pt x="2791" y="1706"/>
                  <a:pt x="2791" y="1706"/>
                  <a:pt x="2791" y="1706"/>
                </a:cubicBezTo>
                <a:cubicBezTo>
                  <a:pt x="2817" y="1263"/>
                  <a:pt x="2817" y="1263"/>
                  <a:pt x="2817" y="1263"/>
                </a:cubicBezTo>
                <a:cubicBezTo>
                  <a:pt x="2813" y="1251"/>
                  <a:pt x="2813" y="1251"/>
                  <a:pt x="2813" y="1251"/>
                </a:cubicBezTo>
                <a:cubicBezTo>
                  <a:pt x="2786" y="1197"/>
                  <a:pt x="2786" y="1197"/>
                  <a:pt x="2786" y="1197"/>
                </a:cubicBezTo>
                <a:cubicBezTo>
                  <a:pt x="2786" y="1177"/>
                  <a:pt x="2786" y="1177"/>
                  <a:pt x="2786" y="1177"/>
                </a:cubicBezTo>
                <a:cubicBezTo>
                  <a:pt x="2746" y="1177"/>
                  <a:pt x="2706" y="1177"/>
                  <a:pt x="2666" y="1178"/>
                </a:cubicBezTo>
                <a:cubicBezTo>
                  <a:pt x="2548" y="1179"/>
                  <a:pt x="2467" y="1245"/>
                  <a:pt x="2439" y="1360"/>
                </a:cubicBezTo>
                <a:cubicBezTo>
                  <a:pt x="2439" y="1363"/>
                  <a:pt x="2437" y="1366"/>
                  <a:pt x="2435" y="1369"/>
                </a:cubicBezTo>
                <a:cubicBezTo>
                  <a:pt x="2435" y="1566"/>
                  <a:pt x="2435" y="1763"/>
                  <a:pt x="2435" y="1960"/>
                </a:cubicBezTo>
                <a:cubicBezTo>
                  <a:pt x="2448" y="1981"/>
                  <a:pt x="2462" y="2002"/>
                  <a:pt x="2489" y="2009"/>
                </a:cubicBezTo>
                <a:close/>
                <a:moveTo>
                  <a:pt x="2823" y="1139"/>
                </a:moveTo>
                <a:cubicBezTo>
                  <a:pt x="2899" y="1146"/>
                  <a:pt x="2971" y="1104"/>
                  <a:pt x="3000" y="1034"/>
                </a:cubicBezTo>
                <a:cubicBezTo>
                  <a:pt x="3030" y="963"/>
                  <a:pt x="3011" y="882"/>
                  <a:pt x="2948" y="833"/>
                </a:cubicBezTo>
                <a:cubicBezTo>
                  <a:pt x="2926" y="816"/>
                  <a:pt x="2898" y="807"/>
                  <a:pt x="2873" y="794"/>
                </a:cubicBezTo>
                <a:cubicBezTo>
                  <a:pt x="2851" y="794"/>
                  <a:pt x="2829" y="794"/>
                  <a:pt x="2807" y="794"/>
                </a:cubicBezTo>
                <a:cubicBezTo>
                  <a:pt x="2799" y="798"/>
                  <a:pt x="2792" y="802"/>
                  <a:pt x="2784" y="804"/>
                </a:cubicBezTo>
                <a:cubicBezTo>
                  <a:pt x="2704" y="831"/>
                  <a:pt x="2653" y="920"/>
                  <a:pt x="2671" y="1002"/>
                </a:cubicBezTo>
                <a:cubicBezTo>
                  <a:pt x="2687" y="1076"/>
                  <a:pt x="2750" y="1133"/>
                  <a:pt x="2823" y="1139"/>
                </a:cubicBezTo>
                <a:close/>
                <a:moveTo>
                  <a:pt x="1314" y="1215"/>
                </a:moveTo>
                <a:cubicBezTo>
                  <a:pt x="1365" y="1227"/>
                  <a:pt x="1406" y="1198"/>
                  <a:pt x="1411" y="1146"/>
                </a:cubicBezTo>
                <a:cubicBezTo>
                  <a:pt x="1413" y="1134"/>
                  <a:pt x="1412" y="1122"/>
                  <a:pt x="1412" y="1110"/>
                </a:cubicBezTo>
                <a:cubicBezTo>
                  <a:pt x="1412" y="969"/>
                  <a:pt x="1412" y="827"/>
                  <a:pt x="1412" y="686"/>
                </a:cubicBezTo>
                <a:cubicBezTo>
                  <a:pt x="1412" y="677"/>
                  <a:pt x="1412" y="667"/>
                  <a:pt x="1412" y="657"/>
                </a:cubicBezTo>
                <a:cubicBezTo>
                  <a:pt x="1424" y="657"/>
                  <a:pt x="1434" y="657"/>
                  <a:pt x="1447" y="657"/>
                </a:cubicBezTo>
                <a:cubicBezTo>
                  <a:pt x="1447" y="669"/>
                  <a:pt x="1447" y="680"/>
                  <a:pt x="1447" y="690"/>
                </a:cubicBezTo>
                <a:cubicBezTo>
                  <a:pt x="1447" y="1114"/>
                  <a:pt x="1447" y="1537"/>
                  <a:pt x="1447" y="1960"/>
                </a:cubicBezTo>
                <a:cubicBezTo>
                  <a:pt x="1447" y="1978"/>
                  <a:pt x="1447" y="1997"/>
                  <a:pt x="1451" y="2015"/>
                </a:cubicBezTo>
                <a:cubicBezTo>
                  <a:pt x="1459" y="2053"/>
                  <a:pt x="1487" y="2072"/>
                  <a:pt x="1520" y="2086"/>
                </a:cubicBezTo>
                <a:cubicBezTo>
                  <a:pt x="1537" y="2086"/>
                  <a:pt x="1554" y="2086"/>
                  <a:pt x="1571" y="2086"/>
                </a:cubicBezTo>
                <a:cubicBezTo>
                  <a:pt x="1630" y="2066"/>
                  <a:pt x="1649" y="2023"/>
                  <a:pt x="1649" y="1963"/>
                </a:cubicBezTo>
                <a:cubicBezTo>
                  <a:pt x="1647" y="1723"/>
                  <a:pt x="1648" y="1484"/>
                  <a:pt x="1648" y="1245"/>
                </a:cubicBezTo>
                <a:cubicBezTo>
                  <a:pt x="1648" y="1235"/>
                  <a:pt x="1648" y="1225"/>
                  <a:pt x="1648" y="1214"/>
                </a:cubicBezTo>
                <a:cubicBezTo>
                  <a:pt x="1660" y="1214"/>
                  <a:pt x="1670" y="1214"/>
                  <a:pt x="1683" y="1214"/>
                </a:cubicBezTo>
                <a:cubicBezTo>
                  <a:pt x="1683" y="1225"/>
                  <a:pt x="1683" y="1235"/>
                  <a:pt x="1683" y="1245"/>
                </a:cubicBezTo>
                <a:cubicBezTo>
                  <a:pt x="1683" y="1483"/>
                  <a:pt x="1684" y="1721"/>
                  <a:pt x="1682" y="1959"/>
                </a:cubicBezTo>
                <a:cubicBezTo>
                  <a:pt x="1681" y="2021"/>
                  <a:pt x="1699" y="2065"/>
                  <a:pt x="1759" y="2086"/>
                </a:cubicBezTo>
                <a:cubicBezTo>
                  <a:pt x="1776" y="2086"/>
                  <a:pt x="1793" y="2086"/>
                  <a:pt x="1810" y="2086"/>
                </a:cubicBezTo>
                <a:cubicBezTo>
                  <a:pt x="1869" y="2065"/>
                  <a:pt x="1886" y="2021"/>
                  <a:pt x="1886" y="1961"/>
                </a:cubicBezTo>
                <a:cubicBezTo>
                  <a:pt x="1885" y="1538"/>
                  <a:pt x="1886" y="1115"/>
                  <a:pt x="1886" y="692"/>
                </a:cubicBezTo>
                <a:cubicBezTo>
                  <a:pt x="1886" y="681"/>
                  <a:pt x="1886" y="670"/>
                  <a:pt x="1886" y="657"/>
                </a:cubicBezTo>
                <a:cubicBezTo>
                  <a:pt x="1897" y="657"/>
                  <a:pt x="1906" y="657"/>
                  <a:pt x="1919" y="657"/>
                </a:cubicBezTo>
                <a:cubicBezTo>
                  <a:pt x="1919" y="668"/>
                  <a:pt x="1919" y="678"/>
                  <a:pt x="1919" y="688"/>
                </a:cubicBezTo>
                <a:cubicBezTo>
                  <a:pt x="1919" y="831"/>
                  <a:pt x="1919" y="974"/>
                  <a:pt x="1919" y="1117"/>
                </a:cubicBezTo>
                <a:cubicBezTo>
                  <a:pt x="1919" y="1129"/>
                  <a:pt x="1919" y="1141"/>
                  <a:pt x="1921" y="1153"/>
                </a:cubicBezTo>
                <a:cubicBezTo>
                  <a:pt x="1927" y="1196"/>
                  <a:pt x="1957" y="1220"/>
                  <a:pt x="2000" y="1217"/>
                </a:cubicBezTo>
                <a:cubicBezTo>
                  <a:pt x="2042" y="1214"/>
                  <a:pt x="2069" y="1186"/>
                  <a:pt x="2069" y="1144"/>
                </a:cubicBezTo>
                <a:cubicBezTo>
                  <a:pt x="2070" y="1025"/>
                  <a:pt x="2069" y="906"/>
                  <a:pt x="2069" y="788"/>
                </a:cubicBezTo>
                <a:cubicBezTo>
                  <a:pt x="2069" y="731"/>
                  <a:pt x="2070" y="674"/>
                  <a:pt x="2069" y="617"/>
                </a:cubicBezTo>
                <a:cubicBezTo>
                  <a:pt x="2068" y="483"/>
                  <a:pt x="1974" y="386"/>
                  <a:pt x="1840" y="384"/>
                </a:cubicBezTo>
                <a:cubicBezTo>
                  <a:pt x="1798" y="383"/>
                  <a:pt x="1756" y="383"/>
                  <a:pt x="1714" y="383"/>
                </a:cubicBezTo>
                <a:cubicBezTo>
                  <a:pt x="1714" y="403"/>
                  <a:pt x="1714" y="403"/>
                  <a:pt x="1714" y="403"/>
                </a:cubicBezTo>
                <a:cubicBezTo>
                  <a:pt x="1687" y="457"/>
                  <a:pt x="1687" y="457"/>
                  <a:pt x="1687" y="457"/>
                </a:cubicBezTo>
                <a:cubicBezTo>
                  <a:pt x="1683" y="468"/>
                  <a:pt x="1683" y="468"/>
                  <a:pt x="1683" y="468"/>
                </a:cubicBezTo>
                <a:cubicBezTo>
                  <a:pt x="1709" y="912"/>
                  <a:pt x="1709" y="912"/>
                  <a:pt x="1709" y="912"/>
                </a:cubicBezTo>
                <a:cubicBezTo>
                  <a:pt x="1663" y="963"/>
                  <a:pt x="1663" y="963"/>
                  <a:pt x="1663" y="963"/>
                </a:cubicBezTo>
                <a:cubicBezTo>
                  <a:pt x="1662" y="962"/>
                  <a:pt x="1662" y="962"/>
                  <a:pt x="1662" y="962"/>
                </a:cubicBezTo>
                <a:cubicBezTo>
                  <a:pt x="1662" y="963"/>
                  <a:pt x="1662" y="963"/>
                  <a:pt x="1662" y="963"/>
                </a:cubicBezTo>
                <a:cubicBezTo>
                  <a:pt x="1616" y="912"/>
                  <a:pt x="1616" y="912"/>
                  <a:pt x="1616" y="912"/>
                </a:cubicBezTo>
                <a:cubicBezTo>
                  <a:pt x="1642" y="468"/>
                  <a:pt x="1642" y="468"/>
                  <a:pt x="1642" y="468"/>
                </a:cubicBezTo>
                <a:cubicBezTo>
                  <a:pt x="1638" y="457"/>
                  <a:pt x="1638" y="457"/>
                  <a:pt x="1638" y="457"/>
                </a:cubicBezTo>
                <a:cubicBezTo>
                  <a:pt x="1611" y="403"/>
                  <a:pt x="1611" y="403"/>
                  <a:pt x="1611" y="403"/>
                </a:cubicBezTo>
                <a:cubicBezTo>
                  <a:pt x="1611" y="383"/>
                  <a:pt x="1611" y="383"/>
                  <a:pt x="1611" y="383"/>
                </a:cubicBezTo>
                <a:cubicBezTo>
                  <a:pt x="1571" y="383"/>
                  <a:pt x="1531" y="383"/>
                  <a:pt x="1491" y="383"/>
                </a:cubicBezTo>
                <a:cubicBezTo>
                  <a:pt x="1373" y="385"/>
                  <a:pt x="1292" y="451"/>
                  <a:pt x="1264" y="566"/>
                </a:cubicBezTo>
                <a:cubicBezTo>
                  <a:pt x="1264" y="569"/>
                  <a:pt x="1262" y="572"/>
                  <a:pt x="1260" y="575"/>
                </a:cubicBezTo>
                <a:cubicBezTo>
                  <a:pt x="1260" y="772"/>
                  <a:pt x="1260" y="969"/>
                  <a:pt x="1260" y="1165"/>
                </a:cubicBezTo>
                <a:cubicBezTo>
                  <a:pt x="1273" y="1187"/>
                  <a:pt x="1287" y="1208"/>
                  <a:pt x="1314" y="1215"/>
                </a:cubicBezTo>
                <a:close/>
                <a:moveTo>
                  <a:pt x="1648" y="345"/>
                </a:moveTo>
                <a:cubicBezTo>
                  <a:pt x="1724" y="352"/>
                  <a:pt x="1796" y="310"/>
                  <a:pt x="1825" y="240"/>
                </a:cubicBezTo>
                <a:cubicBezTo>
                  <a:pt x="1855" y="169"/>
                  <a:pt x="1836" y="88"/>
                  <a:pt x="1773" y="39"/>
                </a:cubicBezTo>
                <a:cubicBezTo>
                  <a:pt x="1751" y="22"/>
                  <a:pt x="1723" y="13"/>
                  <a:pt x="1698" y="0"/>
                </a:cubicBezTo>
                <a:cubicBezTo>
                  <a:pt x="1676" y="0"/>
                  <a:pt x="1654" y="0"/>
                  <a:pt x="1632" y="0"/>
                </a:cubicBezTo>
                <a:cubicBezTo>
                  <a:pt x="1624" y="3"/>
                  <a:pt x="1617" y="7"/>
                  <a:pt x="1609" y="10"/>
                </a:cubicBezTo>
                <a:cubicBezTo>
                  <a:pt x="1529" y="37"/>
                  <a:pt x="1478" y="126"/>
                  <a:pt x="1496" y="208"/>
                </a:cubicBezTo>
                <a:cubicBezTo>
                  <a:pt x="1512" y="282"/>
                  <a:pt x="1575" y="339"/>
                  <a:pt x="1648" y="345"/>
                </a:cubicBezTo>
                <a:close/>
                <a:moveTo>
                  <a:pt x="3330" y="2961"/>
                </a:moveTo>
                <a:cubicBezTo>
                  <a:pt x="3330" y="3772"/>
                  <a:pt x="3330" y="3772"/>
                  <a:pt x="3330" y="3772"/>
                </a:cubicBezTo>
                <a:cubicBezTo>
                  <a:pt x="0" y="3772"/>
                  <a:pt x="0" y="3772"/>
                  <a:pt x="0" y="3772"/>
                </a:cubicBezTo>
                <a:cubicBezTo>
                  <a:pt x="0" y="2961"/>
                  <a:pt x="0" y="2961"/>
                  <a:pt x="0" y="2961"/>
                </a:cubicBezTo>
                <a:cubicBezTo>
                  <a:pt x="1006" y="2961"/>
                  <a:pt x="1006" y="2961"/>
                  <a:pt x="1006" y="2961"/>
                </a:cubicBezTo>
                <a:cubicBezTo>
                  <a:pt x="1006" y="2162"/>
                  <a:pt x="1006" y="2162"/>
                  <a:pt x="1006" y="2162"/>
                </a:cubicBezTo>
                <a:cubicBezTo>
                  <a:pt x="2323" y="2162"/>
                  <a:pt x="2323" y="2162"/>
                  <a:pt x="2323" y="2162"/>
                </a:cubicBezTo>
                <a:cubicBezTo>
                  <a:pt x="2323" y="2961"/>
                  <a:pt x="2323" y="2961"/>
                  <a:pt x="2323" y="2961"/>
                </a:cubicBezTo>
                <a:lnTo>
                  <a:pt x="3330" y="2961"/>
                </a:lnTo>
                <a:close/>
                <a:moveTo>
                  <a:pt x="1925" y="3119"/>
                </a:moveTo>
                <a:cubicBezTo>
                  <a:pt x="1925" y="3021"/>
                  <a:pt x="1872" y="2961"/>
                  <a:pt x="1743" y="2915"/>
                </a:cubicBezTo>
                <a:cubicBezTo>
                  <a:pt x="1650" y="2880"/>
                  <a:pt x="1612" y="2857"/>
                  <a:pt x="1612" y="2822"/>
                </a:cubicBezTo>
                <a:cubicBezTo>
                  <a:pt x="1612" y="2791"/>
                  <a:pt x="1635" y="2761"/>
                  <a:pt x="1706" y="2761"/>
                </a:cubicBezTo>
                <a:cubicBezTo>
                  <a:pt x="1784" y="2761"/>
                  <a:pt x="1834" y="2786"/>
                  <a:pt x="1863" y="2798"/>
                </a:cubicBezTo>
                <a:cubicBezTo>
                  <a:pt x="1894" y="2675"/>
                  <a:pt x="1894" y="2675"/>
                  <a:pt x="1894" y="2675"/>
                </a:cubicBezTo>
                <a:cubicBezTo>
                  <a:pt x="1859" y="2657"/>
                  <a:pt x="1809" y="2642"/>
                  <a:pt x="1736" y="2638"/>
                </a:cubicBezTo>
                <a:cubicBezTo>
                  <a:pt x="1736" y="2543"/>
                  <a:pt x="1736" y="2543"/>
                  <a:pt x="1736" y="2543"/>
                </a:cubicBezTo>
                <a:cubicBezTo>
                  <a:pt x="1630" y="2543"/>
                  <a:pt x="1630" y="2543"/>
                  <a:pt x="1630" y="2543"/>
                </a:cubicBezTo>
                <a:cubicBezTo>
                  <a:pt x="1630" y="2646"/>
                  <a:pt x="1630" y="2646"/>
                  <a:pt x="1630" y="2646"/>
                </a:cubicBezTo>
                <a:cubicBezTo>
                  <a:pt x="1513" y="2669"/>
                  <a:pt x="1446" y="2744"/>
                  <a:pt x="1446" y="2840"/>
                </a:cubicBezTo>
                <a:cubicBezTo>
                  <a:pt x="1446" y="2946"/>
                  <a:pt x="1525" y="3000"/>
                  <a:pt x="1642" y="3039"/>
                </a:cubicBezTo>
                <a:cubicBezTo>
                  <a:pt x="1722" y="3067"/>
                  <a:pt x="1757" y="3093"/>
                  <a:pt x="1757" y="3134"/>
                </a:cubicBezTo>
                <a:cubicBezTo>
                  <a:pt x="1757" y="3178"/>
                  <a:pt x="1715" y="3202"/>
                  <a:pt x="1653" y="3202"/>
                </a:cubicBezTo>
                <a:cubicBezTo>
                  <a:pt x="1582" y="3202"/>
                  <a:pt x="1518" y="3179"/>
                  <a:pt x="1472" y="3154"/>
                </a:cubicBezTo>
                <a:cubicBezTo>
                  <a:pt x="1439" y="3281"/>
                  <a:pt x="1439" y="3281"/>
                  <a:pt x="1439" y="3281"/>
                </a:cubicBezTo>
                <a:cubicBezTo>
                  <a:pt x="1481" y="3305"/>
                  <a:pt x="1551" y="3325"/>
                  <a:pt x="1624" y="3328"/>
                </a:cubicBezTo>
                <a:cubicBezTo>
                  <a:pt x="1624" y="3432"/>
                  <a:pt x="1624" y="3432"/>
                  <a:pt x="1624" y="3432"/>
                </a:cubicBezTo>
                <a:cubicBezTo>
                  <a:pt x="1731" y="3432"/>
                  <a:pt x="1731" y="3432"/>
                  <a:pt x="1731" y="3432"/>
                </a:cubicBezTo>
                <a:cubicBezTo>
                  <a:pt x="1731" y="3320"/>
                  <a:pt x="1731" y="3320"/>
                  <a:pt x="1731" y="3320"/>
                </a:cubicBezTo>
                <a:cubicBezTo>
                  <a:pt x="1856" y="3299"/>
                  <a:pt x="1925" y="3216"/>
                  <a:pt x="1925" y="3119"/>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49" name="Google Shape;449;p24"/>
          <p:cNvSpPr/>
          <p:nvPr/>
        </p:nvSpPr>
        <p:spPr>
          <a:xfrm>
            <a:off x="4612894" y="6432446"/>
            <a:ext cx="1628297" cy="1479938"/>
          </a:xfrm>
          <a:custGeom>
            <a:rect b="b" l="l" r="r" t="t"/>
            <a:pathLst>
              <a:path extrusionOk="0" h="3412" w="3754">
                <a:moveTo>
                  <a:pt x="386" y="340"/>
                </a:moveTo>
                <a:cubicBezTo>
                  <a:pt x="356" y="205"/>
                  <a:pt x="439" y="61"/>
                  <a:pt x="571" y="17"/>
                </a:cubicBezTo>
                <a:cubicBezTo>
                  <a:pt x="584" y="12"/>
                  <a:pt x="596" y="6"/>
                  <a:pt x="608" y="0"/>
                </a:cubicBezTo>
                <a:cubicBezTo>
                  <a:pt x="644" y="0"/>
                  <a:pt x="680" y="0"/>
                  <a:pt x="716" y="0"/>
                </a:cubicBezTo>
                <a:cubicBezTo>
                  <a:pt x="757" y="21"/>
                  <a:pt x="804" y="36"/>
                  <a:pt x="840" y="64"/>
                </a:cubicBezTo>
                <a:cubicBezTo>
                  <a:pt x="942" y="143"/>
                  <a:pt x="973" y="276"/>
                  <a:pt x="924" y="393"/>
                </a:cubicBezTo>
                <a:cubicBezTo>
                  <a:pt x="876" y="507"/>
                  <a:pt x="759" y="576"/>
                  <a:pt x="634" y="565"/>
                </a:cubicBezTo>
                <a:cubicBezTo>
                  <a:pt x="516" y="554"/>
                  <a:pt x="413" y="461"/>
                  <a:pt x="386" y="340"/>
                </a:cubicBezTo>
                <a:close/>
                <a:moveTo>
                  <a:pt x="3754" y="128"/>
                </a:moveTo>
                <a:cubicBezTo>
                  <a:pt x="3754" y="1603"/>
                  <a:pt x="3754" y="1603"/>
                  <a:pt x="3754" y="1603"/>
                </a:cubicBezTo>
                <a:cubicBezTo>
                  <a:pt x="3754" y="1671"/>
                  <a:pt x="3699" y="1726"/>
                  <a:pt x="3631" y="1726"/>
                </a:cubicBezTo>
                <a:cubicBezTo>
                  <a:pt x="1992" y="1726"/>
                  <a:pt x="1992" y="1726"/>
                  <a:pt x="1992" y="1726"/>
                </a:cubicBezTo>
                <a:cubicBezTo>
                  <a:pt x="1654" y="1726"/>
                  <a:pt x="1654" y="1726"/>
                  <a:pt x="1654" y="1726"/>
                </a:cubicBezTo>
                <a:cubicBezTo>
                  <a:pt x="1586" y="1726"/>
                  <a:pt x="1531" y="1671"/>
                  <a:pt x="1531" y="1603"/>
                </a:cubicBezTo>
                <a:cubicBezTo>
                  <a:pt x="1531" y="1505"/>
                  <a:pt x="1531" y="1505"/>
                  <a:pt x="1531" y="1505"/>
                </a:cubicBezTo>
                <a:cubicBezTo>
                  <a:pt x="1531" y="1465"/>
                  <a:pt x="1531" y="1465"/>
                  <a:pt x="1531" y="1465"/>
                </a:cubicBezTo>
                <a:cubicBezTo>
                  <a:pt x="1531" y="1287"/>
                  <a:pt x="1531" y="1287"/>
                  <a:pt x="1531" y="1287"/>
                </a:cubicBezTo>
                <a:cubicBezTo>
                  <a:pt x="1531" y="1049"/>
                  <a:pt x="1531" y="1049"/>
                  <a:pt x="1531" y="1049"/>
                </a:cubicBezTo>
                <a:cubicBezTo>
                  <a:pt x="1394" y="1005"/>
                  <a:pt x="1258" y="961"/>
                  <a:pt x="1122" y="916"/>
                </a:cubicBezTo>
                <a:cubicBezTo>
                  <a:pt x="1075" y="901"/>
                  <a:pt x="1075" y="901"/>
                  <a:pt x="1075" y="901"/>
                </a:cubicBezTo>
                <a:cubicBezTo>
                  <a:pt x="1034" y="894"/>
                  <a:pt x="1034" y="894"/>
                  <a:pt x="1034" y="894"/>
                </a:cubicBezTo>
                <a:cubicBezTo>
                  <a:pt x="1034" y="1066"/>
                  <a:pt x="1034" y="1066"/>
                  <a:pt x="1034" y="1066"/>
                </a:cubicBezTo>
                <a:cubicBezTo>
                  <a:pt x="1034" y="1066"/>
                  <a:pt x="1033" y="1066"/>
                  <a:pt x="1033" y="1066"/>
                </a:cubicBezTo>
                <a:cubicBezTo>
                  <a:pt x="1033" y="1906"/>
                  <a:pt x="1033" y="1906"/>
                  <a:pt x="1033" y="1906"/>
                </a:cubicBezTo>
                <a:cubicBezTo>
                  <a:pt x="1033" y="2290"/>
                  <a:pt x="1033" y="2290"/>
                  <a:pt x="1033" y="2290"/>
                </a:cubicBezTo>
                <a:cubicBezTo>
                  <a:pt x="1033" y="2530"/>
                  <a:pt x="1034" y="2770"/>
                  <a:pt x="1034" y="3010"/>
                </a:cubicBezTo>
                <a:cubicBezTo>
                  <a:pt x="1034" y="3074"/>
                  <a:pt x="1034" y="3138"/>
                  <a:pt x="1034" y="3202"/>
                </a:cubicBezTo>
                <a:cubicBezTo>
                  <a:pt x="1034" y="3290"/>
                  <a:pt x="1011" y="3358"/>
                  <a:pt x="935" y="3396"/>
                </a:cubicBezTo>
                <a:cubicBezTo>
                  <a:pt x="924" y="3402"/>
                  <a:pt x="912" y="3407"/>
                  <a:pt x="899" y="3412"/>
                </a:cubicBezTo>
                <a:cubicBezTo>
                  <a:pt x="871" y="3412"/>
                  <a:pt x="844" y="3412"/>
                  <a:pt x="816" y="3412"/>
                </a:cubicBezTo>
                <a:cubicBezTo>
                  <a:pt x="718" y="3377"/>
                  <a:pt x="689" y="3305"/>
                  <a:pt x="690" y="3204"/>
                </a:cubicBezTo>
                <a:cubicBezTo>
                  <a:pt x="693" y="2815"/>
                  <a:pt x="691" y="2425"/>
                  <a:pt x="691" y="2036"/>
                </a:cubicBezTo>
                <a:cubicBezTo>
                  <a:pt x="691" y="2019"/>
                  <a:pt x="691" y="2003"/>
                  <a:pt x="691" y="1985"/>
                </a:cubicBezTo>
                <a:cubicBezTo>
                  <a:pt x="674" y="1985"/>
                  <a:pt x="661" y="1985"/>
                  <a:pt x="645" y="1985"/>
                </a:cubicBezTo>
                <a:cubicBezTo>
                  <a:pt x="645" y="2003"/>
                  <a:pt x="645" y="2018"/>
                  <a:pt x="645" y="2034"/>
                </a:cubicBezTo>
                <a:cubicBezTo>
                  <a:pt x="645" y="2424"/>
                  <a:pt x="644" y="2814"/>
                  <a:pt x="647" y="3204"/>
                </a:cubicBezTo>
                <a:cubicBezTo>
                  <a:pt x="647" y="3295"/>
                  <a:pt x="621" y="3361"/>
                  <a:pt x="542" y="3397"/>
                </a:cubicBezTo>
                <a:cubicBezTo>
                  <a:pt x="532" y="3403"/>
                  <a:pt x="521" y="3408"/>
                  <a:pt x="508" y="3412"/>
                </a:cubicBezTo>
                <a:cubicBezTo>
                  <a:pt x="480" y="3412"/>
                  <a:pt x="452" y="3412"/>
                  <a:pt x="425" y="3412"/>
                </a:cubicBezTo>
                <a:cubicBezTo>
                  <a:pt x="372" y="3388"/>
                  <a:pt x="325" y="3358"/>
                  <a:pt x="312" y="3296"/>
                </a:cubicBezTo>
                <a:cubicBezTo>
                  <a:pt x="306" y="3266"/>
                  <a:pt x="305" y="3235"/>
                  <a:pt x="305" y="3205"/>
                </a:cubicBezTo>
                <a:cubicBezTo>
                  <a:pt x="305" y="2513"/>
                  <a:pt x="305" y="1821"/>
                  <a:pt x="305" y="1129"/>
                </a:cubicBezTo>
                <a:cubicBezTo>
                  <a:pt x="305" y="1111"/>
                  <a:pt x="305" y="1094"/>
                  <a:pt x="305" y="1074"/>
                </a:cubicBezTo>
                <a:cubicBezTo>
                  <a:pt x="284" y="1074"/>
                  <a:pt x="269" y="1074"/>
                  <a:pt x="249" y="1074"/>
                </a:cubicBezTo>
                <a:cubicBezTo>
                  <a:pt x="249" y="1092"/>
                  <a:pt x="249" y="1106"/>
                  <a:pt x="249" y="1121"/>
                </a:cubicBezTo>
                <a:cubicBezTo>
                  <a:pt x="249" y="1353"/>
                  <a:pt x="249" y="1585"/>
                  <a:pt x="249" y="1816"/>
                </a:cubicBezTo>
                <a:cubicBezTo>
                  <a:pt x="249" y="1835"/>
                  <a:pt x="250" y="1855"/>
                  <a:pt x="248" y="1874"/>
                </a:cubicBezTo>
                <a:cubicBezTo>
                  <a:pt x="239" y="1960"/>
                  <a:pt x="172" y="2006"/>
                  <a:pt x="88" y="1986"/>
                </a:cubicBezTo>
                <a:cubicBezTo>
                  <a:pt x="44" y="1976"/>
                  <a:pt x="21" y="1942"/>
                  <a:pt x="0" y="1906"/>
                </a:cubicBezTo>
                <a:cubicBezTo>
                  <a:pt x="0" y="1584"/>
                  <a:pt x="0" y="1262"/>
                  <a:pt x="0" y="941"/>
                </a:cubicBezTo>
                <a:cubicBezTo>
                  <a:pt x="3" y="936"/>
                  <a:pt x="6" y="931"/>
                  <a:pt x="7" y="926"/>
                </a:cubicBezTo>
                <a:cubicBezTo>
                  <a:pt x="11" y="909"/>
                  <a:pt x="16" y="893"/>
                  <a:pt x="22" y="878"/>
                </a:cubicBezTo>
                <a:cubicBezTo>
                  <a:pt x="76" y="720"/>
                  <a:pt x="202" y="629"/>
                  <a:pt x="378" y="627"/>
                </a:cubicBezTo>
                <a:cubicBezTo>
                  <a:pt x="380" y="627"/>
                  <a:pt x="383" y="627"/>
                  <a:pt x="386" y="627"/>
                </a:cubicBezTo>
                <a:cubicBezTo>
                  <a:pt x="446" y="627"/>
                  <a:pt x="632" y="626"/>
                  <a:pt x="742" y="626"/>
                </a:cubicBezTo>
                <a:cubicBezTo>
                  <a:pt x="742" y="626"/>
                  <a:pt x="742" y="626"/>
                  <a:pt x="742" y="626"/>
                </a:cubicBezTo>
                <a:cubicBezTo>
                  <a:pt x="743" y="626"/>
                  <a:pt x="744" y="626"/>
                  <a:pt x="746" y="626"/>
                </a:cubicBezTo>
                <a:cubicBezTo>
                  <a:pt x="776" y="626"/>
                  <a:pt x="800" y="626"/>
                  <a:pt x="813" y="626"/>
                </a:cubicBezTo>
                <a:cubicBezTo>
                  <a:pt x="813" y="626"/>
                  <a:pt x="813" y="626"/>
                  <a:pt x="813" y="626"/>
                </a:cubicBezTo>
                <a:cubicBezTo>
                  <a:pt x="813" y="627"/>
                  <a:pt x="813" y="627"/>
                  <a:pt x="813" y="627"/>
                </a:cubicBezTo>
                <a:cubicBezTo>
                  <a:pt x="851" y="627"/>
                  <a:pt x="888" y="627"/>
                  <a:pt x="925" y="628"/>
                </a:cubicBezTo>
                <a:cubicBezTo>
                  <a:pt x="978" y="623"/>
                  <a:pt x="1033" y="629"/>
                  <a:pt x="1089" y="647"/>
                </a:cubicBezTo>
                <a:cubicBezTo>
                  <a:pt x="1177" y="675"/>
                  <a:pt x="1265" y="704"/>
                  <a:pt x="1354" y="733"/>
                </a:cubicBezTo>
                <a:cubicBezTo>
                  <a:pt x="1413" y="752"/>
                  <a:pt x="1472" y="771"/>
                  <a:pt x="1531" y="790"/>
                </a:cubicBezTo>
                <a:cubicBezTo>
                  <a:pt x="1531" y="627"/>
                  <a:pt x="1531" y="627"/>
                  <a:pt x="1531" y="627"/>
                </a:cubicBezTo>
                <a:cubicBezTo>
                  <a:pt x="1531" y="128"/>
                  <a:pt x="1531" y="128"/>
                  <a:pt x="1531" y="128"/>
                </a:cubicBezTo>
                <a:cubicBezTo>
                  <a:pt x="1531" y="60"/>
                  <a:pt x="1586" y="5"/>
                  <a:pt x="1654" y="5"/>
                </a:cubicBezTo>
                <a:cubicBezTo>
                  <a:pt x="3631" y="5"/>
                  <a:pt x="3631" y="5"/>
                  <a:pt x="3631" y="5"/>
                </a:cubicBezTo>
                <a:cubicBezTo>
                  <a:pt x="3699" y="5"/>
                  <a:pt x="3754" y="60"/>
                  <a:pt x="3754" y="128"/>
                </a:cubicBezTo>
                <a:close/>
                <a:moveTo>
                  <a:pt x="601" y="660"/>
                </a:moveTo>
                <a:cubicBezTo>
                  <a:pt x="645" y="773"/>
                  <a:pt x="645" y="773"/>
                  <a:pt x="645" y="773"/>
                </a:cubicBezTo>
                <a:cubicBezTo>
                  <a:pt x="672" y="773"/>
                  <a:pt x="672" y="773"/>
                  <a:pt x="672" y="773"/>
                </a:cubicBezTo>
                <a:cubicBezTo>
                  <a:pt x="677" y="773"/>
                  <a:pt x="677" y="773"/>
                  <a:pt x="677" y="773"/>
                </a:cubicBezTo>
                <a:cubicBezTo>
                  <a:pt x="704" y="773"/>
                  <a:pt x="704" y="773"/>
                  <a:pt x="704" y="773"/>
                </a:cubicBezTo>
                <a:cubicBezTo>
                  <a:pt x="748" y="660"/>
                  <a:pt x="748" y="660"/>
                  <a:pt x="748" y="660"/>
                </a:cubicBezTo>
                <a:cubicBezTo>
                  <a:pt x="677" y="660"/>
                  <a:pt x="677" y="660"/>
                  <a:pt x="677" y="660"/>
                </a:cubicBezTo>
                <a:cubicBezTo>
                  <a:pt x="672" y="660"/>
                  <a:pt x="672" y="660"/>
                  <a:pt x="672" y="660"/>
                </a:cubicBezTo>
                <a:lnTo>
                  <a:pt x="601" y="660"/>
                </a:lnTo>
                <a:close/>
                <a:moveTo>
                  <a:pt x="755" y="1331"/>
                </a:moveTo>
                <a:cubicBezTo>
                  <a:pt x="704" y="823"/>
                  <a:pt x="704" y="823"/>
                  <a:pt x="704" y="823"/>
                </a:cubicBezTo>
                <a:cubicBezTo>
                  <a:pt x="675" y="823"/>
                  <a:pt x="675" y="823"/>
                  <a:pt x="675" y="823"/>
                </a:cubicBezTo>
                <a:cubicBezTo>
                  <a:pt x="645" y="823"/>
                  <a:pt x="645" y="823"/>
                  <a:pt x="645" y="823"/>
                </a:cubicBezTo>
                <a:cubicBezTo>
                  <a:pt x="595" y="1331"/>
                  <a:pt x="595" y="1331"/>
                  <a:pt x="595" y="1331"/>
                </a:cubicBezTo>
                <a:cubicBezTo>
                  <a:pt x="675" y="1396"/>
                  <a:pt x="675" y="1396"/>
                  <a:pt x="675" y="1396"/>
                </a:cubicBezTo>
                <a:lnTo>
                  <a:pt x="755" y="1331"/>
                </a:lnTo>
                <a:close/>
                <a:moveTo>
                  <a:pt x="3652" y="128"/>
                </a:moveTo>
                <a:cubicBezTo>
                  <a:pt x="3652" y="117"/>
                  <a:pt x="3642" y="107"/>
                  <a:pt x="3631" y="107"/>
                </a:cubicBezTo>
                <a:cubicBezTo>
                  <a:pt x="1654" y="107"/>
                  <a:pt x="1654" y="107"/>
                  <a:pt x="1654" y="107"/>
                </a:cubicBezTo>
                <a:cubicBezTo>
                  <a:pt x="1642" y="107"/>
                  <a:pt x="1633" y="117"/>
                  <a:pt x="1633" y="128"/>
                </a:cubicBezTo>
                <a:cubicBezTo>
                  <a:pt x="1633" y="627"/>
                  <a:pt x="1633" y="627"/>
                  <a:pt x="1633" y="627"/>
                </a:cubicBezTo>
                <a:cubicBezTo>
                  <a:pt x="1633" y="823"/>
                  <a:pt x="1633" y="823"/>
                  <a:pt x="1633" y="823"/>
                </a:cubicBezTo>
                <a:cubicBezTo>
                  <a:pt x="1684" y="840"/>
                  <a:pt x="1735" y="856"/>
                  <a:pt x="1786" y="873"/>
                </a:cubicBezTo>
                <a:cubicBezTo>
                  <a:pt x="1786" y="767"/>
                  <a:pt x="1786" y="767"/>
                  <a:pt x="1786" y="767"/>
                </a:cubicBezTo>
                <a:cubicBezTo>
                  <a:pt x="2025" y="767"/>
                  <a:pt x="2025" y="767"/>
                  <a:pt x="2025" y="767"/>
                </a:cubicBezTo>
                <a:cubicBezTo>
                  <a:pt x="2119" y="634"/>
                  <a:pt x="2119" y="634"/>
                  <a:pt x="2119" y="634"/>
                </a:cubicBezTo>
                <a:cubicBezTo>
                  <a:pt x="1786" y="634"/>
                  <a:pt x="1786" y="634"/>
                  <a:pt x="1786" y="634"/>
                </a:cubicBezTo>
                <a:cubicBezTo>
                  <a:pt x="1786" y="475"/>
                  <a:pt x="1786" y="475"/>
                  <a:pt x="1786" y="475"/>
                </a:cubicBezTo>
                <a:cubicBezTo>
                  <a:pt x="2233" y="475"/>
                  <a:pt x="2233" y="475"/>
                  <a:pt x="2233" y="475"/>
                </a:cubicBezTo>
                <a:cubicBezTo>
                  <a:pt x="2390" y="255"/>
                  <a:pt x="2390" y="255"/>
                  <a:pt x="2390" y="255"/>
                </a:cubicBezTo>
                <a:cubicBezTo>
                  <a:pt x="2394" y="248"/>
                  <a:pt x="2406" y="249"/>
                  <a:pt x="2416" y="256"/>
                </a:cubicBezTo>
                <a:cubicBezTo>
                  <a:pt x="2427" y="264"/>
                  <a:pt x="2431" y="275"/>
                  <a:pt x="2427" y="281"/>
                </a:cubicBezTo>
                <a:cubicBezTo>
                  <a:pt x="2289" y="475"/>
                  <a:pt x="2289" y="475"/>
                  <a:pt x="2289" y="475"/>
                </a:cubicBezTo>
                <a:cubicBezTo>
                  <a:pt x="2316" y="475"/>
                  <a:pt x="2316" y="475"/>
                  <a:pt x="2316" y="475"/>
                </a:cubicBezTo>
                <a:cubicBezTo>
                  <a:pt x="2316" y="634"/>
                  <a:pt x="2316" y="634"/>
                  <a:pt x="2316" y="634"/>
                </a:cubicBezTo>
                <a:cubicBezTo>
                  <a:pt x="2176" y="634"/>
                  <a:pt x="2176" y="634"/>
                  <a:pt x="2176" y="634"/>
                </a:cubicBezTo>
                <a:cubicBezTo>
                  <a:pt x="2081" y="767"/>
                  <a:pt x="2081" y="767"/>
                  <a:pt x="2081" y="767"/>
                </a:cubicBezTo>
                <a:cubicBezTo>
                  <a:pt x="2316" y="767"/>
                  <a:pt x="2316" y="767"/>
                  <a:pt x="2316" y="767"/>
                </a:cubicBezTo>
                <a:cubicBezTo>
                  <a:pt x="2316" y="927"/>
                  <a:pt x="2316" y="927"/>
                  <a:pt x="2316" y="927"/>
                </a:cubicBezTo>
                <a:cubicBezTo>
                  <a:pt x="1967" y="927"/>
                  <a:pt x="1967" y="927"/>
                  <a:pt x="1967" y="927"/>
                </a:cubicBezTo>
                <a:cubicBezTo>
                  <a:pt x="1957" y="941"/>
                  <a:pt x="1957" y="941"/>
                  <a:pt x="1957" y="941"/>
                </a:cubicBezTo>
                <a:cubicBezTo>
                  <a:pt x="1987" y="969"/>
                  <a:pt x="1998" y="1011"/>
                  <a:pt x="1987" y="1056"/>
                </a:cubicBezTo>
                <a:cubicBezTo>
                  <a:pt x="1986" y="1058"/>
                  <a:pt x="1986" y="1059"/>
                  <a:pt x="1986" y="1060"/>
                </a:cubicBezTo>
                <a:cubicBezTo>
                  <a:pt x="2316" y="1060"/>
                  <a:pt x="2316" y="1060"/>
                  <a:pt x="2316" y="1060"/>
                </a:cubicBezTo>
                <a:cubicBezTo>
                  <a:pt x="2316" y="1219"/>
                  <a:pt x="2316" y="1219"/>
                  <a:pt x="2316" y="1219"/>
                </a:cubicBezTo>
                <a:cubicBezTo>
                  <a:pt x="1786" y="1219"/>
                  <a:pt x="1786" y="1219"/>
                  <a:pt x="1786" y="1219"/>
                </a:cubicBezTo>
                <a:cubicBezTo>
                  <a:pt x="1786" y="1182"/>
                  <a:pt x="1786" y="1182"/>
                  <a:pt x="1786" y="1182"/>
                </a:cubicBezTo>
                <a:cubicBezTo>
                  <a:pt x="1756" y="1224"/>
                  <a:pt x="1756" y="1224"/>
                  <a:pt x="1756" y="1224"/>
                </a:cubicBezTo>
                <a:cubicBezTo>
                  <a:pt x="1751" y="1230"/>
                  <a:pt x="1739" y="1229"/>
                  <a:pt x="1729" y="1222"/>
                </a:cubicBezTo>
                <a:cubicBezTo>
                  <a:pt x="1719" y="1215"/>
                  <a:pt x="1714" y="1203"/>
                  <a:pt x="1718" y="1197"/>
                </a:cubicBezTo>
                <a:cubicBezTo>
                  <a:pt x="1769" y="1126"/>
                  <a:pt x="1769" y="1126"/>
                  <a:pt x="1769" y="1126"/>
                </a:cubicBezTo>
                <a:cubicBezTo>
                  <a:pt x="1742" y="1117"/>
                  <a:pt x="1714" y="1109"/>
                  <a:pt x="1687" y="1100"/>
                </a:cubicBezTo>
                <a:cubicBezTo>
                  <a:pt x="1669" y="1094"/>
                  <a:pt x="1651" y="1088"/>
                  <a:pt x="1633" y="1082"/>
                </a:cubicBezTo>
                <a:cubicBezTo>
                  <a:pt x="1633" y="1226"/>
                  <a:pt x="1633" y="1226"/>
                  <a:pt x="1633" y="1226"/>
                </a:cubicBezTo>
                <a:cubicBezTo>
                  <a:pt x="1633" y="1505"/>
                  <a:pt x="1633" y="1505"/>
                  <a:pt x="1633" y="1505"/>
                </a:cubicBezTo>
                <a:cubicBezTo>
                  <a:pt x="1633" y="1603"/>
                  <a:pt x="1633" y="1603"/>
                  <a:pt x="1633" y="1603"/>
                </a:cubicBezTo>
                <a:cubicBezTo>
                  <a:pt x="1633" y="1615"/>
                  <a:pt x="1642" y="1624"/>
                  <a:pt x="1654" y="1624"/>
                </a:cubicBezTo>
                <a:cubicBezTo>
                  <a:pt x="2039" y="1624"/>
                  <a:pt x="2039" y="1624"/>
                  <a:pt x="2039" y="1624"/>
                </a:cubicBezTo>
                <a:cubicBezTo>
                  <a:pt x="3631" y="1624"/>
                  <a:pt x="3631" y="1624"/>
                  <a:pt x="3631" y="1624"/>
                </a:cubicBezTo>
                <a:cubicBezTo>
                  <a:pt x="3642" y="1624"/>
                  <a:pt x="3652" y="1615"/>
                  <a:pt x="3652" y="1603"/>
                </a:cubicBezTo>
                <a:lnTo>
                  <a:pt x="3652" y="128"/>
                </a:lnTo>
                <a:close/>
                <a:moveTo>
                  <a:pt x="3053" y="368"/>
                </a:moveTo>
                <a:cubicBezTo>
                  <a:pt x="2824" y="368"/>
                  <a:pt x="2639" y="554"/>
                  <a:pt x="2639" y="783"/>
                </a:cubicBezTo>
                <a:cubicBezTo>
                  <a:pt x="3053" y="783"/>
                  <a:pt x="3053" y="783"/>
                  <a:pt x="3053" y="783"/>
                </a:cubicBezTo>
                <a:lnTo>
                  <a:pt x="3053" y="368"/>
                </a:lnTo>
                <a:close/>
                <a:moveTo>
                  <a:pt x="3170" y="481"/>
                </a:moveTo>
                <a:cubicBezTo>
                  <a:pt x="3170" y="896"/>
                  <a:pt x="3170" y="896"/>
                  <a:pt x="3170" y="896"/>
                </a:cubicBezTo>
                <a:cubicBezTo>
                  <a:pt x="2755" y="896"/>
                  <a:pt x="2755" y="896"/>
                  <a:pt x="2755" y="896"/>
                </a:cubicBezTo>
                <a:cubicBezTo>
                  <a:pt x="2755" y="1125"/>
                  <a:pt x="2941" y="1310"/>
                  <a:pt x="3170" y="1310"/>
                </a:cubicBezTo>
                <a:cubicBezTo>
                  <a:pt x="3399" y="1310"/>
                  <a:pt x="3584" y="1125"/>
                  <a:pt x="3584" y="896"/>
                </a:cubicBezTo>
                <a:cubicBezTo>
                  <a:pt x="3584" y="667"/>
                  <a:pt x="3399" y="481"/>
                  <a:pt x="3170" y="48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50" name="Google Shape;450;p24"/>
          <p:cNvSpPr/>
          <p:nvPr/>
        </p:nvSpPr>
        <p:spPr>
          <a:xfrm>
            <a:off x="15898427" y="3352800"/>
            <a:ext cx="1628295" cy="1558578"/>
          </a:xfrm>
          <a:custGeom>
            <a:rect b="b" l="l" r="r" t="t"/>
            <a:pathLst>
              <a:path extrusionOk="0" h="3592" w="3759">
                <a:moveTo>
                  <a:pt x="2588" y="1326"/>
                </a:moveTo>
                <a:cubicBezTo>
                  <a:pt x="2571" y="1308"/>
                  <a:pt x="2571" y="1281"/>
                  <a:pt x="2589" y="1264"/>
                </a:cubicBezTo>
                <a:cubicBezTo>
                  <a:pt x="2606" y="1247"/>
                  <a:pt x="2634" y="1248"/>
                  <a:pt x="2650" y="1265"/>
                </a:cubicBezTo>
                <a:cubicBezTo>
                  <a:pt x="2696" y="1312"/>
                  <a:pt x="2696" y="1312"/>
                  <a:pt x="2696" y="1312"/>
                </a:cubicBezTo>
                <a:cubicBezTo>
                  <a:pt x="2795" y="1185"/>
                  <a:pt x="2795" y="1185"/>
                  <a:pt x="2795" y="1185"/>
                </a:cubicBezTo>
                <a:cubicBezTo>
                  <a:pt x="2810" y="1167"/>
                  <a:pt x="2837" y="1163"/>
                  <a:pt x="2856" y="1178"/>
                </a:cubicBezTo>
                <a:cubicBezTo>
                  <a:pt x="2875" y="1193"/>
                  <a:pt x="2878" y="1220"/>
                  <a:pt x="2863" y="1239"/>
                </a:cubicBezTo>
                <a:cubicBezTo>
                  <a:pt x="2734" y="1405"/>
                  <a:pt x="2734" y="1405"/>
                  <a:pt x="2734" y="1405"/>
                </a:cubicBezTo>
                <a:cubicBezTo>
                  <a:pt x="2734" y="1406"/>
                  <a:pt x="2733" y="1406"/>
                  <a:pt x="2733" y="1407"/>
                </a:cubicBezTo>
                <a:cubicBezTo>
                  <a:pt x="2732" y="1408"/>
                  <a:pt x="2731" y="1409"/>
                  <a:pt x="2730" y="1409"/>
                </a:cubicBezTo>
                <a:cubicBezTo>
                  <a:pt x="2730" y="1410"/>
                  <a:pt x="2729" y="1411"/>
                  <a:pt x="2728" y="1411"/>
                </a:cubicBezTo>
                <a:cubicBezTo>
                  <a:pt x="2727" y="1412"/>
                  <a:pt x="2726" y="1413"/>
                  <a:pt x="2725" y="1413"/>
                </a:cubicBezTo>
                <a:cubicBezTo>
                  <a:pt x="2724" y="1415"/>
                  <a:pt x="2722" y="1416"/>
                  <a:pt x="2720" y="1416"/>
                </a:cubicBezTo>
                <a:cubicBezTo>
                  <a:pt x="2719" y="1417"/>
                  <a:pt x="2718" y="1418"/>
                  <a:pt x="2717" y="1418"/>
                </a:cubicBezTo>
                <a:cubicBezTo>
                  <a:pt x="2715" y="1419"/>
                  <a:pt x="2713" y="1420"/>
                  <a:pt x="2711" y="1420"/>
                </a:cubicBezTo>
                <a:cubicBezTo>
                  <a:pt x="2711" y="1420"/>
                  <a:pt x="2710" y="1421"/>
                  <a:pt x="2709" y="1421"/>
                </a:cubicBezTo>
                <a:cubicBezTo>
                  <a:pt x="2706" y="1421"/>
                  <a:pt x="2703" y="1422"/>
                  <a:pt x="2700" y="1422"/>
                </a:cubicBezTo>
                <a:cubicBezTo>
                  <a:pt x="2700" y="1422"/>
                  <a:pt x="2700" y="1422"/>
                  <a:pt x="2700" y="1422"/>
                </a:cubicBezTo>
                <a:cubicBezTo>
                  <a:pt x="2697" y="1422"/>
                  <a:pt x="2695" y="1422"/>
                  <a:pt x="2692" y="1421"/>
                </a:cubicBezTo>
                <a:cubicBezTo>
                  <a:pt x="2691" y="1421"/>
                  <a:pt x="2690" y="1421"/>
                  <a:pt x="2690" y="1421"/>
                </a:cubicBezTo>
                <a:cubicBezTo>
                  <a:pt x="2688" y="1420"/>
                  <a:pt x="2686" y="1420"/>
                  <a:pt x="2684" y="1419"/>
                </a:cubicBezTo>
                <a:cubicBezTo>
                  <a:pt x="2683" y="1419"/>
                  <a:pt x="2683" y="1418"/>
                  <a:pt x="2682" y="1418"/>
                </a:cubicBezTo>
                <a:cubicBezTo>
                  <a:pt x="2680" y="1417"/>
                  <a:pt x="2679" y="1416"/>
                  <a:pt x="2677" y="1415"/>
                </a:cubicBezTo>
                <a:cubicBezTo>
                  <a:pt x="2676" y="1415"/>
                  <a:pt x="2675" y="1414"/>
                  <a:pt x="2674" y="1414"/>
                </a:cubicBezTo>
                <a:cubicBezTo>
                  <a:pt x="2674" y="1413"/>
                  <a:pt x="2674" y="1413"/>
                  <a:pt x="2673" y="1413"/>
                </a:cubicBezTo>
                <a:cubicBezTo>
                  <a:pt x="2672" y="1412"/>
                  <a:pt x="2672" y="1411"/>
                  <a:pt x="2671" y="1411"/>
                </a:cubicBezTo>
                <a:cubicBezTo>
                  <a:pt x="2670" y="1410"/>
                  <a:pt x="2669" y="1409"/>
                  <a:pt x="2669" y="1409"/>
                </a:cubicBezTo>
                <a:lnTo>
                  <a:pt x="2588" y="1326"/>
                </a:lnTo>
                <a:close/>
                <a:moveTo>
                  <a:pt x="2728" y="1125"/>
                </a:moveTo>
                <a:cubicBezTo>
                  <a:pt x="2748" y="1125"/>
                  <a:pt x="2764" y="1108"/>
                  <a:pt x="2764" y="1088"/>
                </a:cubicBezTo>
                <a:cubicBezTo>
                  <a:pt x="2764" y="1068"/>
                  <a:pt x="2748" y="1051"/>
                  <a:pt x="2728" y="1051"/>
                </a:cubicBezTo>
                <a:cubicBezTo>
                  <a:pt x="2708" y="1051"/>
                  <a:pt x="2691" y="1068"/>
                  <a:pt x="2691" y="1088"/>
                </a:cubicBezTo>
                <a:cubicBezTo>
                  <a:pt x="2691" y="1108"/>
                  <a:pt x="2708" y="1125"/>
                  <a:pt x="2728" y="1125"/>
                </a:cubicBezTo>
                <a:close/>
                <a:moveTo>
                  <a:pt x="2533" y="1311"/>
                </a:moveTo>
                <a:cubicBezTo>
                  <a:pt x="2533" y="1291"/>
                  <a:pt x="2516" y="1275"/>
                  <a:pt x="2496" y="1275"/>
                </a:cubicBezTo>
                <a:cubicBezTo>
                  <a:pt x="2476" y="1275"/>
                  <a:pt x="2459" y="1291"/>
                  <a:pt x="2459" y="1311"/>
                </a:cubicBezTo>
                <a:cubicBezTo>
                  <a:pt x="2459" y="1331"/>
                  <a:pt x="2476" y="1348"/>
                  <a:pt x="2496" y="1348"/>
                </a:cubicBezTo>
                <a:cubicBezTo>
                  <a:pt x="2516" y="1348"/>
                  <a:pt x="2533" y="1331"/>
                  <a:pt x="2533" y="1311"/>
                </a:cubicBezTo>
                <a:close/>
                <a:moveTo>
                  <a:pt x="2940" y="1348"/>
                </a:moveTo>
                <a:cubicBezTo>
                  <a:pt x="2960" y="1348"/>
                  <a:pt x="2977" y="1331"/>
                  <a:pt x="2977" y="1311"/>
                </a:cubicBezTo>
                <a:cubicBezTo>
                  <a:pt x="2977" y="1291"/>
                  <a:pt x="2960" y="1275"/>
                  <a:pt x="2940" y="1275"/>
                </a:cubicBezTo>
                <a:cubicBezTo>
                  <a:pt x="2920" y="1275"/>
                  <a:pt x="2904" y="1291"/>
                  <a:pt x="2904" y="1311"/>
                </a:cubicBezTo>
                <a:cubicBezTo>
                  <a:pt x="2904" y="1331"/>
                  <a:pt x="2920" y="1348"/>
                  <a:pt x="2940" y="1348"/>
                </a:cubicBezTo>
                <a:close/>
                <a:moveTo>
                  <a:pt x="2319" y="1312"/>
                </a:moveTo>
                <a:cubicBezTo>
                  <a:pt x="2320" y="1191"/>
                  <a:pt x="2375" y="1083"/>
                  <a:pt x="2460" y="1010"/>
                </a:cubicBezTo>
                <a:cubicBezTo>
                  <a:pt x="2531" y="948"/>
                  <a:pt x="2623" y="911"/>
                  <a:pt x="2724" y="911"/>
                </a:cubicBezTo>
                <a:cubicBezTo>
                  <a:pt x="2825" y="911"/>
                  <a:pt x="2917" y="948"/>
                  <a:pt x="2988" y="1010"/>
                </a:cubicBezTo>
                <a:cubicBezTo>
                  <a:pt x="3074" y="1083"/>
                  <a:pt x="3128" y="1192"/>
                  <a:pt x="3129" y="1312"/>
                </a:cubicBezTo>
                <a:cubicBezTo>
                  <a:pt x="3128" y="1433"/>
                  <a:pt x="3074" y="1542"/>
                  <a:pt x="2988" y="1615"/>
                </a:cubicBezTo>
                <a:cubicBezTo>
                  <a:pt x="2917" y="1676"/>
                  <a:pt x="2825" y="1714"/>
                  <a:pt x="2724" y="1714"/>
                </a:cubicBezTo>
                <a:cubicBezTo>
                  <a:pt x="2623" y="1714"/>
                  <a:pt x="2531" y="1676"/>
                  <a:pt x="2460" y="1615"/>
                </a:cubicBezTo>
                <a:cubicBezTo>
                  <a:pt x="2375" y="1541"/>
                  <a:pt x="2320" y="1433"/>
                  <a:pt x="2319" y="1312"/>
                </a:cubicBezTo>
                <a:close/>
                <a:moveTo>
                  <a:pt x="2419" y="1312"/>
                </a:moveTo>
                <a:cubicBezTo>
                  <a:pt x="2421" y="1479"/>
                  <a:pt x="2557" y="1614"/>
                  <a:pt x="2724" y="1614"/>
                </a:cubicBezTo>
                <a:cubicBezTo>
                  <a:pt x="2891" y="1614"/>
                  <a:pt x="3027" y="1479"/>
                  <a:pt x="3029" y="1312"/>
                </a:cubicBezTo>
                <a:cubicBezTo>
                  <a:pt x="3027" y="1146"/>
                  <a:pt x="2891" y="1011"/>
                  <a:pt x="2724" y="1011"/>
                </a:cubicBezTo>
                <a:cubicBezTo>
                  <a:pt x="2557" y="1011"/>
                  <a:pt x="2421" y="1146"/>
                  <a:pt x="2419" y="1312"/>
                </a:cubicBezTo>
                <a:close/>
                <a:moveTo>
                  <a:pt x="2728" y="1498"/>
                </a:moveTo>
                <a:cubicBezTo>
                  <a:pt x="2708" y="1498"/>
                  <a:pt x="2691" y="1514"/>
                  <a:pt x="2691" y="1534"/>
                </a:cubicBezTo>
                <a:cubicBezTo>
                  <a:pt x="2691" y="1555"/>
                  <a:pt x="2708" y="1571"/>
                  <a:pt x="2728" y="1571"/>
                </a:cubicBezTo>
                <a:cubicBezTo>
                  <a:pt x="2748" y="1571"/>
                  <a:pt x="2764" y="1555"/>
                  <a:pt x="2764" y="1534"/>
                </a:cubicBezTo>
                <a:cubicBezTo>
                  <a:pt x="2764" y="1514"/>
                  <a:pt x="2748" y="1498"/>
                  <a:pt x="2728" y="1498"/>
                </a:cubicBezTo>
                <a:close/>
                <a:moveTo>
                  <a:pt x="1890" y="439"/>
                </a:moveTo>
                <a:cubicBezTo>
                  <a:pt x="1777" y="326"/>
                  <a:pt x="1777" y="326"/>
                  <a:pt x="1777" y="326"/>
                </a:cubicBezTo>
                <a:cubicBezTo>
                  <a:pt x="1512" y="591"/>
                  <a:pt x="1512" y="591"/>
                  <a:pt x="1512" y="591"/>
                </a:cubicBezTo>
                <a:cubicBezTo>
                  <a:pt x="1624" y="704"/>
                  <a:pt x="1624" y="704"/>
                  <a:pt x="1624" y="704"/>
                </a:cubicBezTo>
                <a:lnTo>
                  <a:pt x="1890" y="439"/>
                </a:lnTo>
                <a:close/>
                <a:moveTo>
                  <a:pt x="461" y="591"/>
                </a:moveTo>
                <a:cubicBezTo>
                  <a:pt x="196" y="326"/>
                  <a:pt x="196" y="326"/>
                  <a:pt x="196" y="326"/>
                </a:cubicBezTo>
                <a:cubicBezTo>
                  <a:pt x="83" y="439"/>
                  <a:pt x="83" y="439"/>
                  <a:pt x="83" y="439"/>
                </a:cubicBezTo>
                <a:cubicBezTo>
                  <a:pt x="349" y="704"/>
                  <a:pt x="349" y="704"/>
                  <a:pt x="349" y="704"/>
                </a:cubicBezTo>
                <a:lnTo>
                  <a:pt x="461" y="591"/>
                </a:lnTo>
                <a:close/>
                <a:moveTo>
                  <a:pt x="1067" y="0"/>
                </a:moveTo>
                <a:cubicBezTo>
                  <a:pt x="907" y="0"/>
                  <a:pt x="907" y="0"/>
                  <a:pt x="907" y="0"/>
                </a:cubicBezTo>
                <a:cubicBezTo>
                  <a:pt x="907" y="375"/>
                  <a:pt x="907" y="375"/>
                  <a:pt x="907" y="375"/>
                </a:cubicBezTo>
                <a:cubicBezTo>
                  <a:pt x="1067" y="375"/>
                  <a:pt x="1067" y="375"/>
                  <a:pt x="1067" y="375"/>
                </a:cubicBezTo>
                <a:lnTo>
                  <a:pt x="1067" y="0"/>
                </a:lnTo>
                <a:close/>
                <a:moveTo>
                  <a:pt x="987" y="1082"/>
                </a:moveTo>
                <a:cubicBezTo>
                  <a:pt x="1141" y="1082"/>
                  <a:pt x="1265" y="957"/>
                  <a:pt x="1265" y="803"/>
                </a:cubicBezTo>
                <a:cubicBezTo>
                  <a:pt x="1265" y="649"/>
                  <a:pt x="1141" y="524"/>
                  <a:pt x="987" y="524"/>
                </a:cubicBezTo>
                <a:cubicBezTo>
                  <a:pt x="833" y="524"/>
                  <a:pt x="708" y="649"/>
                  <a:pt x="708" y="803"/>
                </a:cubicBezTo>
                <a:cubicBezTo>
                  <a:pt x="708" y="957"/>
                  <a:pt x="833" y="1082"/>
                  <a:pt x="987" y="1082"/>
                </a:cubicBezTo>
                <a:close/>
                <a:moveTo>
                  <a:pt x="1489" y="2108"/>
                </a:moveTo>
                <a:cubicBezTo>
                  <a:pt x="1466" y="2129"/>
                  <a:pt x="1438" y="2139"/>
                  <a:pt x="1410" y="2139"/>
                </a:cubicBezTo>
                <a:cubicBezTo>
                  <a:pt x="1378" y="2139"/>
                  <a:pt x="1346" y="2126"/>
                  <a:pt x="1323" y="2101"/>
                </a:cubicBezTo>
                <a:cubicBezTo>
                  <a:pt x="1321" y="2098"/>
                  <a:pt x="1319" y="2095"/>
                  <a:pt x="1317" y="2093"/>
                </a:cubicBezTo>
                <a:cubicBezTo>
                  <a:pt x="1317" y="2248"/>
                  <a:pt x="1317" y="2248"/>
                  <a:pt x="1317" y="2248"/>
                </a:cubicBezTo>
                <a:cubicBezTo>
                  <a:pt x="1317" y="2592"/>
                  <a:pt x="1317" y="2592"/>
                  <a:pt x="1317" y="2592"/>
                </a:cubicBezTo>
                <a:cubicBezTo>
                  <a:pt x="1317" y="2864"/>
                  <a:pt x="1317" y="3137"/>
                  <a:pt x="1318" y="3409"/>
                </a:cubicBezTo>
                <a:cubicBezTo>
                  <a:pt x="1318" y="3496"/>
                  <a:pt x="1293" y="3561"/>
                  <a:pt x="1206" y="3592"/>
                </a:cubicBezTo>
                <a:cubicBezTo>
                  <a:pt x="1181" y="3592"/>
                  <a:pt x="1157" y="3592"/>
                  <a:pt x="1132" y="3592"/>
                </a:cubicBezTo>
                <a:cubicBezTo>
                  <a:pt x="1045" y="3560"/>
                  <a:pt x="1018" y="3496"/>
                  <a:pt x="1019" y="3407"/>
                </a:cubicBezTo>
                <a:cubicBezTo>
                  <a:pt x="1022" y="3058"/>
                  <a:pt x="1020" y="2710"/>
                  <a:pt x="1020" y="2362"/>
                </a:cubicBezTo>
                <a:cubicBezTo>
                  <a:pt x="1020" y="2347"/>
                  <a:pt x="1020" y="2333"/>
                  <a:pt x="1020" y="2317"/>
                </a:cubicBezTo>
                <a:cubicBezTo>
                  <a:pt x="1002" y="2317"/>
                  <a:pt x="988" y="2317"/>
                  <a:pt x="969" y="2317"/>
                </a:cubicBezTo>
                <a:cubicBezTo>
                  <a:pt x="969" y="2334"/>
                  <a:pt x="969" y="2348"/>
                  <a:pt x="969" y="2363"/>
                </a:cubicBezTo>
                <a:cubicBezTo>
                  <a:pt x="969" y="2712"/>
                  <a:pt x="968" y="3062"/>
                  <a:pt x="970" y="3411"/>
                </a:cubicBezTo>
                <a:cubicBezTo>
                  <a:pt x="971" y="3499"/>
                  <a:pt x="943" y="3562"/>
                  <a:pt x="857" y="3592"/>
                </a:cubicBezTo>
                <a:cubicBezTo>
                  <a:pt x="832" y="3592"/>
                  <a:pt x="807" y="3592"/>
                  <a:pt x="782" y="3592"/>
                </a:cubicBezTo>
                <a:cubicBezTo>
                  <a:pt x="735" y="3571"/>
                  <a:pt x="693" y="3543"/>
                  <a:pt x="682" y="3488"/>
                </a:cubicBezTo>
                <a:cubicBezTo>
                  <a:pt x="676" y="3462"/>
                  <a:pt x="676" y="3434"/>
                  <a:pt x="676" y="3407"/>
                </a:cubicBezTo>
                <a:cubicBezTo>
                  <a:pt x="675" y="2969"/>
                  <a:pt x="675" y="2531"/>
                  <a:pt x="675" y="2094"/>
                </a:cubicBezTo>
                <a:cubicBezTo>
                  <a:pt x="674" y="2096"/>
                  <a:pt x="672" y="2098"/>
                  <a:pt x="670" y="2101"/>
                </a:cubicBezTo>
                <a:cubicBezTo>
                  <a:pt x="647" y="2126"/>
                  <a:pt x="615" y="2139"/>
                  <a:pt x="583" y="2139"/>
                </a:cubicBezTo>
                <a:cubicBezTo>
                  <a:pt x="555" y="2139"/>
                  <a:pt x="527" y="2129"/>
                  <a:pt x="504" y="2108"/>
                </a:cubicBezTo>
                <a:cubicBezTo>
                  <a:pt x="41" y="1687"/>
                  <a:pt x="41" y="1687"/>
                  <a:pt x="41" y="1687"/>
                </a:cubicBezTo>
                <a:cubicBezTo>
                  <a:pt x="14" y="1662"/>
                  <a:pt x="0" y="1627"/>
                  <a:pt x="3" y="1591"/>
                </a:cubicBezTo>
                <a:cubicBezTo>
                  <a:pt x="6" y="1555"/>
                  <a:pt x="25" y="1522"/>
                  <a:pt x="55" y="1502"/>
                </a:cubicBezTo>
                <a:cubicBezTo>
                  <a:pt x="637" y="1121"/>
                  <a:pt x="637" y="1121"/>
                  <a:pt x="637" y="1121"/>
                </a:cubicBezTo>
                <a:cubicBezTo>
                  <a:pt x="663" y="1104"/>
                  <a:pt x="693" y="1099"/>
                  <a:pt x="722" y="1104"/>
                </a:cubicBezTo>
                <a:cubicBezTo>
                  <a:pt x="728" y="1104"/>
                  <a:pt x="734" y="1103"/>
                  <a:pt x="741" y="1103"/>
                </a:cubicBezTo>
                <a:cubicBezTo>
                  <a:pt x="777" y="1103"/>
                  <a:pt x="1188" y="1102"/>
                  <a:pt x="1290" y="1102"/>
                </a:cubicBezTo>
                <a:cubicBezTo>
                  <a:pt x="1290" y="1102"/>
                  <a:pt x="1291" y="1102"/>
                  <a:pt x="1292" y="1102"/>
                </a:cubicBezTo>
                <a:cubicBezTo>
                  <a:pt x="1298" y="1102"/>
                  <a:pt x="1303" y="1102"/>
                  <a:pt x="1306" y="1102"/>
                </a:cubicBezTo>
                <a:cubicBezTo>
                  <a:pt x="1306" y="1102"/>
                  <a:pt x="1306" y="1102"/>
                  <a:pt x="1306" y="1102"/>
                </a:cubicBezTo>
                <a:cubicBezTo>
                  <a:pt x="1307" y="1102"/>
                  <a:pt x="1307" y="1102"/>
                  <a:pt x="1307" y="1102"/>
                </a:cubicBezTo>
                <a:cubicBezTo>
                  <a:pt x="1308" y="1102"/>
                  <a:pt x="1309" y="1102"/>
                  <a:pt x="1309" y="1102"/>
                </a:cubicBezTo>
                <a:cubicBezTo>
                  <a:pt x="1312" y="1103"/>
                  <a:pt x="1314" y="1103"/>
                  <a:pt x="1317" y="1104"/>
                </a:cubicBezTo>
                <a:cubicBezTo>
                  <a:pt x="1317" y="1105"/>
                  <a:pt x="1317" y="1105"/>
                  <a:pt x="1317" y="1105"/>
                </a:cubicBezTo>
                <a:cubicBezTo>
                  <a:pt x="1330" y="1108"/>
                  <a:pt x="1344" y="1113"/>
                  <a:pt x="1356" y="1121"/>
                </a:cubicBezTo>
                <a:cubicBezTo>
                  <a:pt x="1938" y="1502"/>
                  <a:pt x="1938" y="1502"/>
                  <a:pt x="1938" y="1502"/>
                </a:cubicBezTo>
                <a:cubicBezTo>
                  <a:pt x="1968" y="1522"/>
                  <a:pt x="1987" y="1555"/>
                  <a:pt x="1990" y="1591"/>
                </a:cubicBezTo>
                <a:cubicBezTo>
                  <a:pt x="1993" y="1627"/>
                  <a:pt x="1979" y="1662"/>
                  <a:pt x="1952" y="1687"/>
                </a:cubicBezTo>
                <a:lnTo>
                  <a:pt x="1489" y="2108"/>
                </a:lnTo>
                <a:close/>
                <a:moveTo>
                  <a:pt x="675" y="1950"/>
                </a:moveTo>
                <a:cubicBezTo>
                  <a:pt x="675" y="1817"/>
                  <a:pt x="675" y="1684"/>
                  <a:pt x="675" y="1552"/>
                </a:cubicBezTo>
                <a:cubicBezTo>
                  <a:pt x="675" y="1536"/>
                  <a:pt x="675" y="1520"/>
                  <a:pt x="675" y="1503"/>
                </a:cubicBezTo>
                <a:cubicBezTo>
                  <a:pt x="675" y="1503"/>
                  <a:pt x="675" y="1503"/>
                  <a:pt x="675" y="1503"/>
                </a:cubicBezTo>
                <a:cubicBezTo>
                  <a:pt x="675" y="1376"/>
                  <a:pt x="675" y="1376"/>
                  <a:pt x="675" y="1376"/>
                </a:cubicBezTo>
                <a:cubicBezTo>
                  <a:pt x="310" y="1615"/>
                  <a:pt x="310" y="1615"/>
                  <a:pt x="310" y="1615"/>
                </a:cubicBezTo>
                <a:cubicBezTo>
                  <a:pt x="662" y="1935"/>
                  <a:pt x="662" y="1935"/>
                  <a:pt x="662" y="1935"/>
                </a:cubicBezTo>
                <a:cubicBezTo>
                  <a:pt x="667" y="1940"/>
                  <a:pt x="671" y="1944"/>
                  <a:pt x="675" y="1950"/>
                </a:cubicBezTo>
                <a:close/>
                <a:moveTo>
                  <a:pt x="930" y="1133"/>
                </a:moveTo>
                <a:cubicBezTo>
                  <a:pt x="969" y="1233"/>
                  <a:pt x="969" y="1233"/>
                  <a:pt x="969" y="1233"/>
                </a:cubicBezTo>
                <a:cubicBezTo>
                  <a:pt x="993" y="1233"/>
                  <a:pt x="993" y="1233"/>
                  <a:pt x="993" y="1233"/>
                </a:cubicBezTo>
                <a:cubicBezTo>
                  <a:pt x="998" y="1233"/>
                  <a:pt x="998" y="1233"/>
                  <a:pt x="998" y="1233"/>
                </a:cubicBezTo>
                <a:cubicBezTo>
                  <a:pt x="1022" y="1233"/>
                  <a:pt x="1022" y="1233"/>
                  <a:pt x="1022" y="1233"/>
                </a:cubicBezTo>
                <a:cubicBezTo>
                  <a:pt x="1061" y="1133"/>
                  <a:pt x="1061" y="1133"/>
                  <a:pt x="1061" y="1133"/>
                </a:cubicBezTo>
                <a:cubicBezTo>
                  <a:pt x="998" y="1133"/>
                  <a:pt x="998" y="1133"/>
                  <a:pt x="998" y="1133"/>
                </a:cubicBezTo>
                <a:cubicBezTo>
                  <a:pt x="993" y="1133"/>
                  <a:pt x="993" y="1133"/>
                  <a:pt x="993" y="1133"/>
                </a:cubicBezTo>
                <a:lnTo>
                  <a:pt x="930" y="1133"/>
                </a:lnTo>
                <a:close/>
                <a:moveTo>
                  <a:pt x="1067" y="1733"/>
                </a:moveTo>
                <a:cubicBezTo>
                  <a:pt x="1022" y="1278"/>
                  <a:pt x="1022" y="1278"/>
                  <a:pt x="1022" y="1278"/>
                </a:cubicBezTo>
                <a:cubicBezTo>
                  <a:pt x="996" y="1278"/>
                  <a:pt x="996" y="1278"/>
                  <a:pt x="996" y="1278"/>
                </a:cubicBezTo>
                <a:cubicBezTo>
                  <a:pt x="969" y="1278"/>
                  <a:pt x="969" y="1278"/>
                  <a:pt x="969" y="1278"/>
                </a:cubicBezTo>
                <a:cubicBezTo>
                  <a:pt x="924" y="1733"/>
                  <a:pt x="924" y="1733"/>
                  <a:pt x="924" y="1733"/>
                </a:cubicBezTo>
                <a:cubicBezTo>
                  <a:pt x="996" y="1792"/>
                  <a:pt x="996" y="1792"/>
                  <a:pt x="996" y="1792"/>
                </a:cubicBezTo>
                <a:lnTo>
                  <a:pt x="1067" y="1733"/>
                </a:lnTo>
                <a:close/>
                <a:moveTo>
                  <a:pt x="1683" y="1615"/>
                </a:moveTo>
                <a:cubicBezTo>
                  <a:pt x="1317" y="1375"/>
                  <a:pt x="1317" y="1375"/>
                  <a:pt x="1317" y="1375"/>
                </a:cubicBezTo>
                <a:cubicBezTo>
                  <a:pt x="1317" y="1496"/>
                  <a:pt x="1317" y="1496"/>
                  <a:pt x="1317" y="1496"/>
                </a:cubicBezTo>
                <a:cubicBezTo>
                  <a:pt x="1317" y="1792"/>
                  <a:pt x="1317" y="1792"/>
                  <a:pt x="1317" y="1792"/>
                </a:cubicBezTo>
                <a:cubicBezTo>
                  <a:pt x="1317" y="1951"/>
                  <a:pt x="1317" y="1951"/>
                  <a:pt x="1317" y="1951"/>
                </a:cubicBezTo>
                <a:cubicBezTo>
                  <a:pt x="1321" y="1945"/>
                  <a:pt x="1326" y="1940"/>
                  <a:pt x="1331" y="1935"/>
                </a:cubicBezTo>
                <a:lnTo>
                  <a:pt x="1683" y="1615"/>
                </a:lnTo>
                <a:close/>
                <a:moveTo>
                  <a:pt x="3759" y="2842"/>
                </a:moveTo>
                <a:cubicBezTo>
                  <a:pt x="3759" y="2737"/>
                  <a:pt x="3759" y="2737"/>
                  <a:pt x="3759" y="2737"/>
                </a:cubicBezTo>
                <a:cubicBezTo>
                  <a:pt x="3548" y="2600"/>
                  <a:pt x="3548" y="2600"/>
                  <a:pt x="3548" y="2600"/>
                </a:cubicBezTo>
                <a:cubicBezTo>
                  <a:pt x="3548" y="2601"/>
                  <a:pt x="3548" y="2601"/>
                  <a:pt x="3548" y="2601"/>
                </a:cubicBezTo>
                <a:cubicBezTo>
                  <a:pt x="3547" y="2600"/>
                  <a:pt x="3547" y="2600"/>
                  <a:pt x="3547" y="2600"/>
                </a:cubicBezTo>
                <a:cubicBezTo>
                  <a:pt x="3547" y="2701"/>
                  <a:pt x="3547" y="2701"/>
                  <a:pt x="3547" y="2701"/>
                </a:cubicBezTo>
                <a:cubicBezTo>
                  <a:pt x="3600" y="2737"/>
                  <a:pt x="3600" y="2737"/>
                  <a:pt x="3600" y="2737"/>
                </a:cubicBezTo>
                <a:cubicBezTo>
                  <a:pt x="1639" y="2737"/>
                  <a:pt x="1639" y="2737"/>
                  <a:pt x="1639" y="2737"/>
                </a:cubicBezTo>
                <a:cubicBezTo>
                  <a:pt x="1692" y="2701"/>
                  <a:pt x="1692" y="2701"/>
                  <a:pt x="1692" y="2701"/>
                </a:cubicBezTo>
                <a:cubicBezTo>
                  <a:pt x="1692" y="2600"/>
                  <a:pt x="1692" y="2600"/>
                  <a:pt x="1692" y="2600"/>
                </a:cubicBezTo>
                <a:cubicBezTo>
                  <a:pt x="1480" y="2737"/>
                  <a:pt x="1480" y="2737"/>
                  <a:pt x="1480" y="2737"/>
                </a:cubicBezTo>
                <a:cubicBezTo>
                  <a:pt x="1480" y="2842"/>
                  <a:pt x="1480" y="2842"/>
                  <a:pt x="1480" y="2842"/>
                </a:cubicBezTo>
                <a:cubicBezTo>
                  <a:pt x="1692" y="2842"/>
                  <a:pt x="1692" y="2842"/>
                  <a:pt x="1692" y="2842"/>
                </a:cubicBezTo>
                <a:cubicBezTo>
                  <a:pt x="1692" y="3472"/>
                  <a:pt x="1692" y="3472"/>
                  <a:pt x="1692" y="3472"/>
                </a:cubicBezTo>
                <a:cubicBezTo>
                  <a:pt x="1561" y="3472"/>
                  <a:pt x="1561" y="3472"/>
                  <a:pt x="1561" y="3472"/>
                </a:cubicBezTo>
                <a:cubicBezTo>
                  <a:pt x="1561" y="3534"/>
                  <a:pt x="1561" y="3534"/>
                  <a:pt x="1561" y="3534"/>
                </a:cubicBezTo>
                <a:cubicBezTo>
                  <a:pt x="1561" y="3592"/>
                  <a:pt x="1561" y="3592"/>
                  <a:pt x="1561" y="3592"/>
                </a:cubicBezTo>
                <a:cubicBezTo>
                  <a:pt x="3679" y="3592"/>
                  <a:pt x="3679" y="3592"/>
                  <a:pt x="3679" y="3592"/>
                </a:cubicBezTo>
                <a:cubicBezTo>
                  <a:pt x="3679" y="3534"/>
                  <a:pt x="3679" y="3534"/>
                  <a:pt x="3679" y="3534"/>
                </a:cubicBezTo>
                <a:cubicBezTo>
                  <a:pt x="3679" y="3472"/>
                  <a:pt x="3679" y="3472"/>
                  <a:pt x="3679" y="3472"/>
                </a:cubicBezTo>
                <a:cubicBezTo>
                  <a:pt x="3548" y="3472"/>
                  <a:pt x="3548" y="3472"/>
                  <a:pt x="3548" y="3472"/>
                </a:cubicBezTo>
                <a:cubicBezTo>
                  <a:pt x="3548" y="2842"/>
                  <a:pt x="3548" y="2842"/>
                  <a:pt x="3548" y="2842"/>
                </a:cubicBezTo>
                <a:lnTo>
                  <a:pt x="3759" y="2842"/>
                </a:lnTo>
                <a:close/>
                <a:moveTo>
                  <a:pt x="3062" y="2516"/>
                </a:moveTo>
                <a:cubicBezTo>
                  <a:pt x="3443" y="2516"/>
                  <a:pt x="3443" y="2516"/>
                  <a:pt x="3443" y="2516"/>
                </a:cubicBezTo>
                <a:cubicBezTo>
                  <a:pt x="3443" y="2507"/>
                  <a:pt x="3443" y="2507"/>
                  <a:pt x="3443" y="2507"/>
                </a:cubicBezTo>
                <a:cubicBezTo>
                  <a:pt x="3443" y="2501"/>
                  <a:pt x="3443" y="2501"/>
                  <a:pt x="3443" y="2501"/>
                </a:cubicBezTo>
                <a:cubicBezTo>
                  <a:pt x="3443" y="2494"/>
                  <a:pt x="3443" y="2494"/>
                  <a:pt x="3443" y="2494"/>
                </a:cubicBezTo>
                <a:cubicBezTo>
                  <a:pt x="3115" y="2494"/>
                  <a:pt x="3115" y="2494"/>
                  <a:pt x="3115" y="2494"/>
                </a:cubicBezTo>
                <a:cubicBezTo>
                  <a:pt x="3115" y="2494"/>
                  <a:pt x="3115" y="2494"/>
                  <a:pt x="3115" y="2494"/>
                </a:cubicBezTo>
                <a:cubicBezTo>
                  <a:pt x="2915" y="2494"/>
                  <a:pt x="2915" y="2494"/>
                  <a:pt x="2915" y="2494"/>
                </a:cubicBezTo>
                <a:cubicBezTo>
                  <a:pt x="2915" y="2494"/>
                  <a:pt x="2915" y="2494"/>
                  <a:pt x="2915" y="2494"/>
                </a:cubicBezTo>
                <a:cubicBezTo>
                  <a:pt x="2910" y="2496"/>
                  <a:pt x="2887" y="2504"/>
                  <a:pt x="2887" y="2523"/>
                </a:cubicBezTo>
                <a:cubicBezTo>
                  <a:pt x="2887" y="2544"/>
                  <a:pt x="2887" y="2611"/>
                  <a:pt x="2887" y="2624"/>
                </a:cubicBezTo>
                <a:cubicBezTo>
                  <a:pt x="2887" y="2638"/>
                  <a:pt x="2916" y="2645"/>
                  <a:pt x="2916" y="2645"/>
                </a:cubicBezTo>
                <a:cubicBezTo>
                  <a:pt x="3021" y="2659"/>
                  <a:pt x="3021" y="2659"/>
                  <a:pt x="3021" y="2659"/>
                </a:cubicBezTo>
                <a:cubicBezTo>
                  <a:pt x="3034" y="2664"/>
                  <a:pt x="3051" y="2664"/>
                  <a:pt x="3060" y="2664"/>
                </a:cubicBezTo>
                <a:cubicBezTo>
                  <a:pt x="3061" y="2664"/>
                  <a:pt x="3062" y="2664"/>
                  <a:pt x="3062" y="2664"/>
                </a:cubicBezTo>
                <a:cubicBezTo>
                  <a:pt x="3443" y="2664"/>
                  <a:pt x="3443" y="2664"/>
                  <a:pt x="3443" y="2664"/>
                </a:cubicBezTo>
                <a:cubicBezTo>
                  <a:pt x="3443" y="2661"/>
                  <a:pt x="3443" y="2661"/>
                  <a:pt x="3443" y="2661"/>
                </a:cubicBezTo>
                <a:cubicBezTo>
                  <a:pt x="3443" y="2651"/>
                  <a:pt x="3443" y="2651"/>
                  <a:pt x="3443" y="2651"/>
                </a:cubicBezTo>
                <a:cubicBezTo>
                  <a:pt x="3443" y="2645"/>
                  <a:pt x="3443" y="2645"/>
                  <a:pt x="3443" y="2645"/>
                </a:cubicBezTo>
                <a:cubicBezTo>
                  <a:pt x="3062" y="2645"/>
                  <a:pt x="3062" y="2645"/>
                  <a:pt x="3062" y="2645"/>
                </a:cubicBezTo>
                <a:cubicBezTo>
                  <a:pt x="3053" y="2645"/>
                  <a:pt x="3046" y="2640"/>
                  <a:pt x="3042" y="2633"/>
                </a:cubicBezTo>
                <a:cubicBezTo>
                  <a:pt x="3422" y="2633"/>
                  <a:pt x="3422" y="2633"/>
                  <a:pt x="3422" y="2633"/>
                </a:cubicBezTo>
                <a:cubicBezTo>
                  <a:pt x="3422" y="2618"/>
                  <a:pt x="3422" y="2618"/>
                  <a:pt x="3422" y="2618"/>
                </a:cubicBezTo>
                <a:cubicBezTo>
                  <a:pt x="3039" y="2618"/>
                  <a:pt x="3039" y="2618"/>
                  <a:pt x="3039" y="2618"/>
                </a:cubicBezTo>
                <a:cubicBezTo>
                  <a:pt x="3039" y="2604"/>
                  <a:pt x="3039" y="2604"/>
                  <a:pt x="3039" y="2604"/>
                </a:cubicBezTo>
                <a:cubicBezTo>
                  <a:pt x="3422" y="2604"/>
                  <a:pt x="3422" y="2604"/>
                  <a:pt x="3422" y="2604"/>
                </a:cubicBezTo>
                <a:cubicBezTo>
                  <a:pt x="3422" y="2589"/>
                  <a:pt x="3422" y="2589"/>
                  <a:pt x="3422" y="2589"/>
                </a:cubicBezTo>
                <a:cubicBezTo>
                  <a:pt x="3039" y="2589"/>
                  <a:pt x="3039" y="2589"/>
                  <a:pt x="3039" y="2589"/>
                </a:cubicBezTo>
                <a:cubicBezTo>
                  <a:pt x="3039" y="2576"/>
                  <a:pt x="3039" y="2576"/>
                  <a:pt x="3039" y="2576"/>
                </a:cubicBezTo>
                <a:cubicBezTo>
                  <a:pt x="3422" y="2576"/>
                  <a:pt x="3422" y="2576"/>
                  <a:pt x="3422" y="2576"/>
                </a:cubicBezTo>
                <a:cubicBezTo>
                  <a:pt x="3422" y="2561"/>
                  <a:pt x="3422" y="2561"/>
                  <a:pt x="3422" y="2561"/>
                </a:cubicBezTo>
                <a:cubicBezTo>
                  <a:pt x="3039" y="2561"/>
                  <a:pt x="3039" y="2561"/>
                  <a:pt x="3039" y="2561"/>
                </a:cubicBezTo>
                <a:cubicBezTo>
                  <a:pt x="3039" y="2547"/>
                  <a:pt x="3039" y="2547"/>
                  <a:pt x="3039" y="2547"/>
                </a:cubicBezTo>
                <a:cubicBezTo>
                  <a:pt x="3422" y="2547"/>
                  <a:pt x="3422" y="2547"/>
                  <a:pt x="3422" y="2547"/>
                </a:cubicBezTo>
                <a:cubicBezTo>
                  <a:pt x="3422" y="2532"/>
                  <a:pt x="3422" y="2532"/>
                  <a:pt x="3422" y="2532"/>
                </a:cubicBezTo>
                <a:cubicBezTo>
                  <a:pt x="3040" y="2532"/>
                  <a:pt x="3040" y="2532"/>
                  <a:pt x="3040" y="2532"/>
                </a:cubicBezTo>
                <a:cubicBezTo>
                  <a:pt x="3043" y="2523"/>
                  <a:pt x="3052" y="2516"/>
                  <a:pt x="3062" y="2516"/>
                </a:cubicBezTo>
                <a:close/>
                <a:moveTo>
                  <a:pt x="3303" y="2305"/>
                </a:moveTo>
                <a:cubicBezTo>
                  <a:pt x="3302" y="2305"/>
                  <a:pt x="3301" y="2305"/>
                  <a:pt x="3301" y="2305"/>
                </a:cubicBezTo>
                <a:cubicBezTo>
                  <a:pt x="2920" y="2305"/>
                  <a:pt x="2920" y="2305"/>
                  <a:pt x="2920" y="2305"/>
                </a:cubicBezTo>
                <a:cubicBezTo>
                  <a:pt x="2920" y="2308"/>
                  <a:pt x="2920" y="2308"/>
                  <a:pt x="2920" y="2308"/>
                </a:cubicBezTo>
                <a:cubicBezTo>
                  <a:pt x="2920" y="2318"/>
                  <a:pt x="2920" y="2318"/>
                  <a:pt x="2920" y="2318"/>
                </a:cubicBezTo>
                <a:cubicBezTo>
                  <a:pt x="2920" y="2324"/>
                  <a:pt x="2920" y="2324"/>
                  <a:pt x="2920" y="2324"/>
                </a:cubicBezTo>
                <a:cubicBezTo>
                  <a:pt x="3301" y="2324"/>
                  <a:pt x="3301" y="2324"/>
                  <a:pt x="3301" y="2324"/>
                </a:cubicBezTo>
                <a:cubicBezTo>
                  <a:pt x="3310" y="2324"/>
                  <a:pt x="3317" y="2329"/>
                  <a:pt x="3321" y="2336"/>
                </a:cubicBezTo>
                <a:cubicBezTo>
                  <a:pt x="2942" y="2336"/>
                  <a:pt x="2942" y="2336"/>
                  <a:pt x="2942" y="2336"/>
                </a:cubicBezTo>
                <a:cubicBezTo>
                  <a:pt x="2942" y="2351"/>
                  <a:pt x="2942" y="2351"/>
                  <a:pt x="2942" y="2351"/>
                </a:cubicBezTo>
                <a:cubicBezTo>
                  <a:pt x="3324" y="2351"/>
                  <a:pt x="3324" y="2351"/>
                  <a:pt x="3324" y="2351"/>
                </a:cubicBezTo>
                <a:cubicBezTo>
                  <a:pt x="3324" y="2365"/>
                  <a:pt x="3324" y="2365"/>
                  <a:pt x="3324" y="2365"/>
                </a:cubicBezTo>
                <a:cubicBezTo>
                  <a:pt x="2942" y="2365"/>
                  <a:pt x="2942" y="2365"/>
                  <a:pt x="2942" y="2365"/>
                </a:cubicBezTo>
                <a:cubicBezTo>
                  <a:pt x="2942" y="2380"/>
                  <a:pt x="2942" y="2380"/>
                  <a:pt x="2942" y="2380"/>
                </a:cubicBezTo>
                <a:cubicBezTo>
                  <a:pt x="3324" y="2380"/>
                  <a:pt x="3324" y="2380"/>
                  <a:pt x="3324" y="2380"/>
                </a:cubicBezTo>
                <a:cubicBezTo>
                  <a:pt x="3324" y="2393"/>
                  <a:pt x="3324" y="2393"/>
                  <a:pt x="3324" y="2393"/>
                </a:cubicBezTo>
                <a:cubicBezTo>
                  <a:pt x="2942" y="2393"/>
                  <a:pt x="2942" y="2393"/>
                  <a:pt x="2942" y="2393"/>
                </a:cubicBezTo>
                <a:cubicBezTo>
                  <a:pt x="2942" y="2408"/>
                  <a:pt x="2942" y="2408"/>
                  <a:pt x="2942" y="2408"/>
                </a:cubicBezTo>
                <a:cubicBezTo>
                  <a:pt x="3324" y="2408"/>
                  <a:pt x="3324" y="2408"/>
                  <a:pt x="3324" y="2408"/>
                </a:cubicBezTo>
                <a:cubicBezTo>
                  <a:pt x="3324" y="2421"/>
                  <a:pt x="3324" y="2421"/>
                  <a:pt x="3324" y="2421"/>
                </a:cubicBezTo>
                <a:cubicBezTo>
                  <a:pt x="2942" y="2421"/>
                  <a:pt x="2942" y="2421"/>
                  <a:pt x="2942" y="2421"/>
                </a:cubicBezTo>
                <a:cubicBezTo>
                  <a:pt x="2942" y="2437"/>
                  <a:pt x="2942" y="2437"/>
                  <a:pt x="2942" y="2437"/>
                </a:cubicBezTo>
                <a:cubicBezTo>
                  <a:pt x="3323" y="2437"/>
                  <a:pt x="3323" y="2437"/>
                  <a:pt x="3323" y="2437"/>
                </a:cubicBezTo>
                <a:cubicBezTo>
                  <a:pt x="3320" y="2446"/>
                  <a:pt x="3311" y="2453"/>
                  <a:pt x="3301" y="2453"/>
                </a:cubicBezTo>
                <a:cubicBezTo>
                  <a:pt x="2920" y="2453"/>
                  <a:pt x="2920" y="2453"/>
                  <a:pt x="2920" y="2453"/>
                </a:cubicBezTo>
                <a:cubicBezTo>
                  <a:pt x="2920" y="2462"/>
                  <a:pt x="2920" y="2462"/>
                  <a:pt x="2920" y="2462"/>
                </a:cubicBezTo>
                <a:cubicBezTo>
                  <a:pt x="2920" y="2468"/>
                  <a:pt x="2920" y="2468"/>
                  <a:pt x="2920" y="2468"/>
                </a:cubicBezTo>
                <a:cubicBezTo>
                  <a:pt x="2920" y="2475"/>
                  <a:pt x="2920" y="2475"/>
                  <a:pt x="2920" y="2475"/>
                </a:cubicBezTo>
                <a:cubicBezTo>
                  <a:pt x="3248" y="2475"/>
                  <a:pt x="3248" y="2475"/>
                  <a:pt x="3248" y="2475"/>
                </a:cubicBezTo>
                <a:cubicBezTo>
                  <a:pt x="3248" y="2475"/>
                  <a:pt x="3248" y="2475"/>
                  <a:pt x="3248" y="2475"/>
                </a:cubicBezTo>
                <a:cubicBezTo>
                  <a:pt x="3448" y="2475"/>
                  <a:pt x="3448" y="2475"/>
                  <a:pt x="3448" y="2475"/>
                </a:cubicBezTo>
                <a:cubicBezTo>
                  <a:pt x="3448" y="2475"/>
                  <a:pt x="3448" y="2475"/>
                  <a:pt x="3448" y="2475"/>
                </a:cubicBezTo>
                <a:cubicBezTo>
                  <a:pt x="3453" y="2473"/>
                  <a:pt x="3476" y="2465"/>
                  <a:pt x="3476" y="2446"/>
                </a:cubicBezTo>
                <a:cubicBezTo>
                  <a:pt x="3476" y="2425"/>
                  <a:pt x="3476" y="2358"/>
                  <a:pt x="3476" y="2345"/>
                </a:cubicBezTo>
                <a:cubicBezTo>
                  <a:pt x="3476" y="2331"/>
                  <a:pt x="3447" y="2324"/>
                  <a:pt x="3447" y="2324"/>
                </a:cubicBezTo>
                <a:cubicBezTo>
                  <a:pt x="3342" y="2310"/>
                  <a:pt x="3342" y="2310"/>
                  <a:pt x="3342" y="2310"/>
                </a:cubicBezTo>
                <a:cubicBezTo>
                  <a:pt x="3329" y="2305"/>
                  <a:pt x="3312" y="2305"/>
                  <a:pt x="3303" y="2305"/>
                </a:cubicBezTo>
                <a:close/>
                <a:moveTo>
                  <a:pt x="3083" y="2113"/>
                </a:moveTo>
                <a:cubicBezTo>
                  <a:pt x="2884" y="2113"/>
                  <a:pt x="2884" y="2113"/>
                  <a:pt x="2884" y="2113"/>
                </a:cubicBezTo>
                <a:cubicBezTo>
                  <a:pt x="2884" y="2114"/>
                  <a:pt x="2884" y="2114"/>
                  <a:pt x="2884" y="2114"/>
                </a:cubicBezTo>
                <a:cubicBezTo>
                  <a:pt x="2879" y="2116"/>
                  <a:pt x="2856" y="2123"/>
                  <a:pt x="2856" y="2143"/>
                </a:cubicBezTo>
                <a:cubicBezTo>
                  <a:pt x="2856" y="2164"/>
                  <a:pt x="2856" y="2231"/>
                  <a:pt x="2856" y="2244"/>
                </a:cubicBezTo>
                <a:cubicBezTo>
                  <a:pt x="2856" y="2257"/>
                  <a:pt x="2885" y="2264"/>
                  <a:pt x="2885" y="2264"/>
                </a:cubicBezTo>
                <a:cubicBezTo>
                  <a:pt x="2990" y="2279"/>
                  <a:pt x="2990" y="2279"/>
                  <a:pt x="2990" y="2279"/>
                </a:cubicBezTo>
                <a:cubicBezTo>
                  <a:pt x="3003" y="2284"/>
                  <a:pt x="3020" y="2283"/>
                  <a:pt x="3029" y="2283"/>
                </a:cubicBezTo>
                <a:cubicBezTo>
                  <a:pt x="3030" y="2283"/>
                  <a:pt x="3030" y="2283"/>
                  <a:pt x="3031" y="2283"/>
                </a:cubicBezTo>
                <a:cubicBezTo>
                  <a:pt x="3411" y="2283"/>
                  <a:pt x="3411" y="2283"/>
                  <a:pt x="3411" y="2283"/>
                </a:cubicBezTo>
                <a:cubicBezTo>
                  <a:pt x="3411" y="2280"/>
                  <a:pt x="3411" y="2280"/>
                  <a:pt x="3411" y="2280"/>
                </a:cubicBezTo>
                <a:cubicBezTo>
                  <a:pt x="3411" y="2271"/>
                  <a:pt x="3411" y="2271"/>
                  <a:pt x="3411" y="2271"/>
                </a:cubicBezTo>
                <a:cubicBezTo>
                  <a:pt x="3411" y="2265"/>
                  <a:pt x="3411" y="2265"/>
                  <a:pt x="3411" y="2265"/>
                </a:cubicBezTo>
                <a:cubicBezTo>
                  <a:pt x="3031" y="2265"/>
                  <a:pt x="3031" y="2265"/>
                  <a:pt x="3031" y="2265"/>
                </a:cubicBezTo>
                <a:cubicBezTo>
                  <a:pt x="3022" y="2265"/>
                  <a:pt x="3015" y="2260"/>
                  <a:pt x="3011" y="2253"/>
                </a:cubicBezTo>
                <a:cubicBezTo>
                  <a:pt x="3390" y="2253"/>
                  <a:pt x="3390" y="2253"/>
                  <a:pt x="3390" y="2253"/>
                </a:cubicBezTo>
                <a:cubicBezTo>
                  <a:pt x="3390" y="2237"/>
                  <a:pt x="3390" y="2237"/>
                  <a:pt x="3390" y="2237"/>
                </a:cubicBezTo>
                <a:cubicBezTo>
                  <a:pt x="3008" y="2237"/>
                  <a:pt x="3008" y="2237"/>
                  <a:pt x="3008" y="2237"/>
                </a:cubicBezTo>
                <a:cubicBezTo>
                  <a:pt x="3008" y="2224"/>
                  <a:pt x="3008" y="2224"/>
                  <a:pt x="3008" y="2224"/>
                </a:cubicBezTo>
                <a:cubicBezTo>
                  <a:pt x="3390" y="2224"/>
                  <a:pt x="3390" y="2224"/>
                  <a:pt x="3390" y="2224"/>
                </a:cubicBezTo>
                <a:cubicBezTo>
                  <a:pt x="3390" y="2208"/>
                  <a:pt x="3390" y="2208"/>
                  <a:pt x="3390" y="2208"/>
                </a:cubicBezTo>
                <a:cubicBezTo>
                  <a:pt x="3008" y="2208"/>
                  <a:pt x="3008" y="2208"/>
                  <a:pt x="3008" y="2208"/>
                </a:cubicBezTo>
                <a:cubicBezTo>
                  <a:pt x="3008" y="2196"/>
                  <a:pt x="3008" y="2196"/>
                  <a:pt x="3008" y="2196"/>
                </a:cubicBezTo>
                <a:cubicBezTo>
                  <a:pt x="3390" y="2196"/>
                  <a:pt x="3390" y="2196"/>
                  <a:pt x="3390" y="2196"/>
                </a:cubicBezTo>
                <a:cubicBezTo>
                  <a:pt x="3390" y="2180"/>
                  <a:pt x="3390" y="2180"/>
                  <a:pt x="3390" y="2180"/>
                </a:cubicBezTo>
                <a:cubicBezTo>
                  <a:pt x="3008" y="2180"/>
                  <a:pt x="3008" y="2180"/>
                  <a:pt x="3008" y="2180"/>
                </a:cubicBezTo>
                <a:cubicBezTo>
                  <a:pt x="3008" y="2167"/>
                  <a:pt x="3008" y="2167"/>
                  <a:pt x="3008" y="2167"/>
                </a:cubicBezTo>
                <a:cubicBezTo>
                  <a:pt x="3390" y="2167"/>
                  <a:pt x="3390" y="2167"/>
                  <a:pt x="3390" y="2167"/>
                </a:cubicBezTo>
                <a:cubicBezTo>
                  <a:pt x="3390" y="2152"/>
                  <a:pt x="3390" y="2152"/>
                  <a:pt x="3390" y="2152"/>
                </a:cubicBezTo>
                <a:cubicBezTo>
                  <a:pt x="3009" y="2152"/>
                  <a:pt x="3009" y="2152"/>
                  <a:pt x="3009" y="2152"/>
                </a:cubicBezTo>
                <a:cubicBezTo>
                  <a:pt x="3012" y="2142"/>
                  <a:pt x="3021" y="2136"/>
                  <a:pt x="3031" y="2136"/>
                </a:cubicBezTo>
                <a:cubicBezTo>
                  <a:pt x="3411" y="2136"/>
                  <a:pt x="3411" y="2136"/>
                  <a:pt x="3411" y="2136"/>
                </a:cubicBezTo>
                <a:cubicBezTo>
                  <a:pt x="3411" y="2127"/>
                  <a:pt x="3411" y="2127"/>
                  <a:pt x="3411" y="2127"/>
                </a:cubicBezTo>
                <a:cubicBezTo>
                  <a:pt x="3411" y="2120"/>
                  <a:pt x="3411" y="2120"/>
                  <a:pt x="3411" y="2120"/>
                </a:cubicBezTo>
                <a:cubicBezTo>
                  <a:pt x="3411" y="2113"/>
                  <a:pt x="3411" y="2113"/>
                  <a:pt x="3411" y="2113"/>
                </a:cubicBezTo>
                <a:cubicBezTo>
                  <a:pt x="3083" y="2113"/>
                  <a:pt x="3083" y="2113"/>
                  <a:pt x="3083" y="2113"/>
                </a:cubicBezTo>
                <a:close/>
                <a:moveTo>
                  <a:pt x="2820" y="2072"/>
                </a:moveTo>
                <a:cubicBezTo>
                  <a:pt x="2801" y="2063"/>
                  <a:pt x="2740" y="2035"/>
                  <a:pt x="2728" y="2029"/>
                </a:cubicBezTo>
                <a:cubicBezTo>
                  <a:pt x="2716" y="2024"/>
                  <a:pt x="2697" y="2049"/>
                  <a:pt x="2697" y="2049"/>
                </a:cubicBezTo>
                <a:cubicBezTo>
                  <a:pt x="2637" y="2144"/>
                  <a:pt x="2637" y="2144"/>
                  <a:pt x="2637" y="2144"/>
                </a:cubicBezTo>
                <a:cubicBezTo>
                  <a:pt x="2627" y="2154"/>
                  <a:pt x="2620" y="2171"/>
                  <a:pt x="2616" y="2179"/>
                </a:cubicBezTo>
                <a:cubicBezTo>
                  <a:pt x="2615" y="2180"/>
                  <a:pt x="2615" y="2181"/>
                  <a:pt x="2615" y="2181"/>
                </a:cubicBezTo>
                <a:cubicBezTo>
                  <a:pt x="2447" y="2547"/>
                  <a:pt x="2447" y="2547"/>
                  <a:pt x="2447" y="2547"/>
                </a:cubicBezTo>
                <a:cubicBezTo>
                  <a:pt x="2449" y="2549"/>
                  <a:pt x="2449" y="2549"/>
                  <a:pt x="2449" y="2549"/>
                </a:cubicBezTo>
                <a:cubicBezTo>
                  <a:pt x="2458" y="2552"/>
                  <a:pt x="2458" y="2552"/>
                  <a:pt x="2458" y="2552"/>
                </a:cubicBezTo>
                <a:cubicBezTo>
                  <a:pt x="2463" y="2555"/>
                  <a:pt x="2463" y="2555"/>
                  <a:pt x="2463" y="2555"/>
                </a:cubicBezTo>
                <a:cubicBezTo>
                  <a:pt x="2632" y="2189"/>
                  <a:pt x="2632" y="2189"/>
                  <a:pt x="2632" y="2189"/>
                </a:cubicBezTo>
                <a:cubicBezTo>
                  <a:pt x="2636" y="2181"/>
                  <a:pt x="2644" y="2175"/>
                  <a:pt x="2652" y="2175"/>
                </a:cubicBezTo>
                <a:cubicBezTo>
                  <a:pt x="2484" y="2540"/>
                  <a:pt x="2484" y="2540"/>
                  <a:pt x="2484" y="2540"/>
                </a:cubicBezTo>
                <a:cubicBezTo>
                  <a:pt x="2498" y="2546"/>
                  <a:pt x="2498" y="2546"/>
                  <a:pt x="2498" y="2546"/>
                </a:cubicBezTo>
                <a:cubicBezTo>
                  <a:pt x="2667" y="2179"/>
                  <a:pt x="2667" y="2179"/>
                  <a:pt x="2667" y="2179"/>
                </a:cubicBezTo>
                <a:cubicBezTo>
                  <a:pt x="2679" y="2184"/>
                  <a:pt x="2679" y="2184"/>
                  <a:pt x="2679" y="2184"/>
                </a:cubicBezTo>
                <a:cubicBezTo>
                  <a:pt x="2510" y="2552"/>
                  <a:pt x="2510" y="2552"/>
                  <a:pt x="2510" y="2552"/>
                </a:cubicBezTo>
                <a:cubicBezTo>
                  <a:pt x="2524" y="2558"/>
                  <a:pt x="2524" y="2558"/>
                  <a:pt x="2524" y="2558"/>
                </a:cubicBezTo>
                <a:cubicBezTo>
                  <a:pt x="2693" y="2191"/>
                  <a:pt x="2693" y="2191"/>
                  <a:pt x="2693" y="2191"/>
                </a:cubicBezTo>
                <a:cubicBezTo>
                  <a:pt x="2705" y="2196"/>
                  <a:pt x="2705" y="2196"/>
                  <a:pt x="2705" y="2196"/>
                </a:cubicBezTo>
                <a:cubicBezTo>
                  <a:pt x="2536" y="2564"/>
                  <a:pt x="2536" y="2564"/>
                  <a:pt x="2536" y="2564"/>
                </a:cubicBezTo>
                <a:cubicBezTo>
                  <a:pt x="2550" y="2570"/>
                  <a:pt x="2550" y="2570"/>
                  <a:pt x="2550" y="2570"/>
                </a:cubicBezTo>
                <a:cubicBezTo>
                  <a:pt x="2719" y="2202"/>
                  <a:pt x="2719" y="2202"/>
                  <a:pt x="2719" y="2202"/>
                </a:cubicBezTo>
                <a:cubicBezTo>
                  <a:pt x="2731" y="2208"/>
                  <a:pt x="2731" y="2208"/>
                  <a:pt x="2731" y="2208"/>
                </a:cubicBezTo>
                <a:cubicBezTo>
                  <a:pt x="2562" y="2576"/>
                  <a:pt x="2562" y="2576"/>
                  <a:pt x="2562" y="2576"/>
                </a:cubicBezTo>
                <a:cubicBezTo>
                  <a:pt x="2576" y="2582"/>
                  <a:pt x="2576" y="2582"/>
                  <a:pt x="2576" y="2582"/>
                </a:cubicBezTo>
                <a:cubicBezTo>
                  <a:pt x="2744" y="2216"/>
                  <a:pt x="2744" y="2216"/>
                  <a:pt x="2744" y="2216"/>
                </a:cubicBezTo>
                <a:cubicBezTo>
                  <a:pt x="2751" y="2222"/>
                  <a:pt x="2754" y="2233"/>
                  <a:pt x="2749" y="2243"/>
                </a:cubicBezTo>
                <a:cubicBezTo>
                  <a:pt x="2581" y="2609"/>
                  <a:pt x="2581" y="2609"/>
                  <a:pt x="2581" y="2609"/>
                </a:cubicBezTo>
                <a:cubicBezTo>
                  <a:pt x="2589" y="2613"/>
                  <a:pt x="2589" y="2613"/>
                  <a:pt x="2589" y="2613"/>
                </a:cubicBezTo>
                <a:cubicBezTo>
                  <a:pt x="2595" y="2615"/>
                  <a:pt x="2595" y="2615"/>
                  <a:pt x="2595" y="2615"/>
                </a:cubicBezTo>
                <a:cubicBezTo>
                  <a:pt x="2601" y="2618"/>
                  <a:pt x="2601" y="2618"/>
                  <a:pt x="2601" y="2618"/>
                </a:cubicBezTo>
                <a:cubicBezTo>
                  <a:pt x="2746" y="2303"/>
                  <a:pt x="2746" y="2303"/>
                  <a:pt x="2746" y="2303"/>
                </a:cubicBezTo>
                <a:cubicBezTo>
                  <a:pt x="2835" y="2111"/>
                  <a:pt x="2835" y="2111"/>
                  <a:pt x="2835" y="2111"/>
                </a:cubicBezTo>
                <a:cubicBezTo>
                  <a:pt x="2834" y="2111"/>
                  <a:pt x="2834" y="2111"/>
                  <a:pt x="2834" y="2111"/>
                </a:cubicBezTo>
                <a:cubicBezTo>
                  <a:pt x="2835" y="2106"/>
                  <a:pt x="2838" y="2080"/>
                  <a:pt x="2820" y="2072"/>
                </a:cubicBezTo>
                <a:close/>
                <a:moveTo>
                  <a:pt x="2002" y="2512"/>
                </a:moveTo>
                <a:cubicBezTo>
                  <a:pt x="2382" y="2512"/>
                  <a:pt x="2382" y="2512"/>
                  <a:pt x="2382" y="2512"/>
                </a:cubicBezTo>
                <a:cubicBezTo>
                  <a:pt x="2382" y="2503"/>
                  <a:pt x="2382" y="2503"/>
                  <a:pt x="2382" y="2503"/>
                </a:cubicBezTo>
                <a:cubicBezTo>
                  <a:pt x="2382" y="2497"/>
                  <a:pt x="2382" y="2497"/>
                  <a:pt x="2382" y="2497"/>
                </a:cubicBezTo>
                <a:cubicBezTo>
                  <a:pt x="2382" y="2490"/>
                  <a:pt x="2382" y="2490"/>
                  <a:pt x="2382" y="2490"/>
                </a:cubicBezTo>
                <a:cubicBezTo>
                  <a:pt x="2054" y="2490"/>
                  <a:pt x="2054" y="2490"/>
                  <a:pt x="2054" y="2490"/>
                </a:cubicBezTo>
                <a:cubicBezTo>
                  <a:pt x="2054" y="2490"/>
                  <a:pt x="2054" y="2490"/>
                  <a:pt x="2054" y="2490"/>
                </a:cubicBezTo>
                <a:cubicBezTo>
                  <a:pt x="1854" y="2490"/>
                  <a:pt x="1854" y="2490"/>
                  <a:pt x="1854" y="2490"/>
                </a:cubicBezTo>
                <a:cubicBezTo>
                  <a:pt x="1854" y="2490"/>
                  <a:pt x="1854" y="2490"/>
                  <a:pt x="1854" y="2490"/>
                </a:cubicBezTo>
                <a:cubicBezTo>
                  <a:pt x="1850" y="2492"/>
                  <a:pt x="1826" y="2500"/>
                  <a:pt x="1826" y="2519"/>
                </a:cubicBezTo>
                <a:cubicBezTo>
                  <a:pt x="1826" y="2540"/>
                  <a:pt x="1826" y="2607"/>
                  <a:pt x="1826" y="2620"/>
                </a:cubicBezTo>
                <a:cubicBezTo>
                  <a:pt x="1826" y="2634"/>
                  <a:pt x="1855" y="2641"/>
                  <a:pt x="1855" y="2641"/>
                </a:cubicBezTo>
                <a:cubicBezTo>
                  <a:pt x="1960" y="2655"/>
                  <a:pt x="1960" y="2655"/>
                  <a:pt x="1960" y="2655"/>
                </a:cubicBezTo>
                <a:cubicBezTo>
                  <a:pt x="1973" y="2660"/>
                  <a:pt x="1991" y="2660"/>
                  <a:pt x="2000" y="2660"/>
                </a:cubicBezTo>
                <a:cubicBezTo>
                  <a:pt x="2000" y="2660"/>
                  <a:pt x="2001" y="2660"/>
                  <a:pt x="2002" y="2660"/>
                </a:cubicBezTo>
                <a:cubicBezTo>
                  <a:pt x="2382" y="2660"/>
                  <a:pt x="2382" y="2660"/>
                  <a:pt x="2382" y="2660"/>
                </a:cubicBezTo>
                <a:cubicBezTo>
                  <a:pt x="2382" y="2656"/>
                  <a:pt x="2382" y="2656"/>
                  <a:pt x="2382" y="2656"/>
                </a:cubicBezTo>
                <a:cubicBezTo>
                  <a:pt x="2382" y="2647"/>
                  <a:pt x="2382" y="2647"/>
                  <a:pt x="2382" y="2647"/>
                </a:cubicBezTo>
                <a:cubicBezTo>
                  <a:pt x="2382" y="2641"/>
                  <a:pt x="2382" y="2641"/>
                  <a:pt x="2382" y="2641"/>
                </a:cubicBezTo>
                <a:cubicBezTo>
                  <a:pt x="2002" y="2641"/>
                  <a:pt x="2002" y="2641"/>
                  <a:pt x="2002" y="2641"/>
                </a:cubicBezTo>
                <a:cubicBezTo>
                  <a:pt x="1993" y="2641"/>
                  <a:pt x="1985" y="2636"/>
                  <a:pt x="1981" y="2629"/>
                </a:cubicBezTo>
                <a:cubicBezTo>
                  <a:pt x="2361" y="2629"/>
                  <a:pt x="2361" y="2629"/>
                  <a:pt x="2361" y="2629"/>
                </a:cubicBezTo>
                <a:cubicBezTo>
                  <a:pt x="2361" y="2613"/>
                  <a:pt x="2361" y="2613"/>
                  <a:pt x="2361" y="2613"/>
                </a:cubicBezTo>
                <a:cubicBezTo>
                  <a:pt x="1979" y="2613"/>
                  <a:pt x="1979" y="2613"/>
                  <a:pt x="1979" y="2613"/>
                </a:cubicBezTo>
                <a:cubicBezTo>
                  <a:pt x="1979" y="2600"/>
                  <a:pt x="1979" y="2600"/>
                  <a:pt x="1979" y="2600"/>
                </a:cubicBezTo>
                <a:cubicBezTo>
                  <a:pt x="2361" y="2600"/>
                  <a:pt x="2361" y="2600"/>
                  <a:pt x="2361" y="2600"/>
                </a:cubicBezTo>
                <a:cubicBezTo>
                  <a:pt x="2361" y="2585"/>
                  <a:pt x="2361" y="2585"/>
                  <a:pt x="2361" y="2585"/>
                </a:cubicBezTo>
                <a:cubicBezTo>
                  <a:pt x="1979" y="2585"/>
                  <a:pt x="1979" y="2585"/>
                  <a:pt x="1979" y="2585"/>
                </a:cubicBezTo>
                <a:cubicBezTo>
                  <a:pt x="1979" y="2572"/>
                  <a:pt x="1979" y="2572"/>
                  <a:pt x="1979" y="2572"/>
                </a:cubicBezTo>
                <a:cubicBezTo>
                  <a:pt x="2361" y="2572"/>
                  <a:pt x="2361" y="2572"/>
                  <a:pt x="2361" y="2572"/>
                </a:cubicBezTo>
                <a:cubicBezTo>
                  <a:pt x="2361" y="2557"/>
                  <a:pt x="2361" y="2557"/>
                  <a:pt x="2361" y="2557"/>
                </a:cubicBezTo>
                <a:cubicBezTo>
                  <a:pt x="1979" y="2557"/>
                  <a:pt x="1979" y="2557"/>
                  <a:pt x="1979" y="2557"/>
                </a:cubicBezTo>
                <a:cubicBezTo>
                  <a:pt x="1979" y="2543"/>
                  <a:pt x="1979" y="2543"/>
                  <a:pt x="1979" y="2543"/>
                </a:cubicBezTo>
                <a:cubicBezTo>
                  <a:pt x="2361" y="2543"/>
                  <a:pt x="2361" y="2543"/>
                  <a:pt x="2361" y="2543"/>
                </a:cubicBezTo>
                <a:cubicBezTo>
                  <a:pt x="2361" y="2528"/>
                  <a:pt x="2361" y="2528"/>
                  <a:pt x="2361" y="2528"/>
                </a:cubicBezTo>
                <a:cubicBezTo>
                  <a:pt x="1980" y="2528"/>
                  <a:pt x="1980" y="2528"/>
                  <a:pt x="1980" y="2528"/>
                </a:cubicBezTo>
                <a:cubicBezTo>
                  <a:pt x="1983" y="2519"/>
                  <a:pt x="1991" y="2512"/>
                  <a:pt x="2002" y="2512"/>
                </a:cubicBezTo>
                <a:close/>
                <a:moveTo>
                  <a:pt x="2388" y="2471"/>
                </a:moveTo>
                <a:cubicBezTo>
                  <a:pt x="2392" y="2469"/>
                  <a:pt x="2416" y="2461"/>
                  <a:pt x="2416" y="2442"/>
                </a:cubicBezTo>
                <a:cubicBezTo>
                  <a:pt x="2416" y="2421"/>
                  <a:pt x="2416" y="2354"/>
                  <a:pt x="2416" y="2340"/>
                </a:cubicBezTo>
                <a:cubicBezTo>
                  <a:pt x="2416" y="2327"/>
                  <a:pt x="2387" y="2320"/>
                  <a:pt x="2387" y="2320"/>
                </a:cubicBezTo>
                <a:cubicBezTo>
                  <a:pt x="2281" y="2306"/>
                  <a:pt x="2281" y="2306"/>
                  <a:pt x="2281" y="2306"/>
                </a:cubicBezTo>
                <a:cubicBezTo>
                  <a:pt x="2268" y="2301"/>
                  <a:pt x="2251" y="2301"/>
                  <a:pt x="2242" y="2301"/>
                </a:cubicBezTo>
                <a:cubicBezTo>
                  <a:pt x="2241" y="2301"/>
                  <a:pt x="2241" y="2301"/>
                  <a:pt x="2240" y="2301"/>
                </a:cubicBezTo>
                <a:cubicBezTo>
                  <a:pt x="1860" y="2301"/>
                  <a:pt x="1860" y="2301"/>
                  <a:pt x="1860" y="2301"/>
                </a:cubicBezTo>
                <a:cubicBezTo>
                  <a:pt x="1860" y="2304"/>
                  <a:pt x="1860" y="2304"/>
                  <a:pt x="1860" y="2304"/>
                </a:cubicBezTo>
                <a:cubicBezTo>
                  <a:pt x="1860" y="2313"/>
                  <a:pt x="1860" y="2313"/>
                  <a:pt x="1860" y="2313"/>
                </a:cubicBezTo>
                <a:cubicBezTo>
                  <a:pt x="1860" y="2319"/>
                  <a:pt x="1860" y="2319"/>
                  <a:pt x="1860" y="2319"/>
                </a:cubicBezTo>
                <a:cubicBezTo>
                  <a:pt x="2240" y="2319"/>
                  <a:pt x="2240" y="2319"/>
                  <a:pt x="2240" y="2319"/>
                </a:cubicBezTo>
                <a:cubicBezTo>
                  <a:pt x="2249" y="2319"/>
                  <a:pt x="2257" y="2325"/>
                  <a:pt x="2260" y="2332"/>
                </a:cubicBezTo>
                <a:cubicBezTo>
                  <a:pt x="1881" y="2332"/>
                  <a:pt x="1881" y="2332"/>
                  <a:pt x="1881" y="2332"/>
                </a:cubicBezTo>
                <a:cubicBezTo>
                  <a:pt x="1881" y="2347"/>
                  <a:pt x="1881" y="2347"/>
                  <a:pt x="1881" y="2347"/>
                </a:cubicBezTo>
                <a:cubicBezTo>
                  <a:pt x="2263" y="2347"/>
                  <a:pt x="2263" y="2347"/>
                  <a:pt x="2263" y="2347"/>
                </a:cubicBezTo>
                <a:cubicBezTo>
                  <a:pt x="2263" y="2361"/>
                  <a:pt x="2263" y="2361"/>
                  <a:pt x="2263" y="2361"/>
                </a:cubicBezTo>
                <a:cubicBezTo>
                  <a:pt x="1881" y="2361"/>
                  <a:pt x="1881" y="2361"/>
                  <a:pt x="1881" y="2361"/>
                </a:cubicBezTo>
                <a:cubicBezTo>
                  <a:pt x="1881" y="2376"/>
                  <a:pt x="1881" y="2376"/>
                  <a:pt x="1881" y="2376"/>
                </a:cubicBezTo>
                <a:cubicBezTo>
                  <a:pt x="2263" y="2376"/>
                  <a:pt x="2263" y="2376"/>
                  <a:pt x="2263" y="2376"/>
                </a:cubicBezTo>
                <a:cubicBezTo>
                  <a:pt x="2263" y="2389"/>
                  <a:pt x="2263" y="2389"/>
                  <a:pt x="2263" y="2389"/>
                </a:cubicBezTo>
                <a:cubicBezTo>
                  <a:pt x="1881" y="2389"/>
                  <a:pt x="1881" y="2389"/>
                  <a:pt x="1881" y="2389"/>
                </a:cubicBezTo>
                <a:cubicBezTo>
                  <a:pt x="1881" y="2404"/>
                  <a:pt x="1881" y="2404"/>
                  <a:pt x="1881" y="2404"/>
                </a:cubicBezTo>
                <a:cubicBezTo>
                  <a:pt x="2263" y="2404"/>
                  <a:pt x="2263" y="2404"/>
                  <a:pt x="2263" y="2404"/>
                </a:cubicBezTo>
                <a:cubicBezTo>
                  <a:pt x="2263" y="2417"/>
                  <a:pt x="2263" y="2417"/>
                  <a:pt x="2263" y="2417"/>
                </a:cubicBezTo>
                <a:cubicBezTo>
                  <a:pt x="1881" y="2417"/>
                  <a:pt x="1881" y="2417"/>
                  <a:pt x="1881" y="2417"/>
                </a:cubicBezTo>
                <a:cubicBezTo>
                  <a:pt x="1881" y="2433"/>
                  <a:pt x="1881" y="2433"/>
                  <a:pt x="1881" y="2433"/>
                </a:cubicBezTo>
                <a:cubicBezTo>
                  <a:pt x="2262" y="2433"/>
                  <a:pt x="2262" y="2433"/>
                  <a:pt x="2262" y="2433"/>
                </a:cubicBezTo>
                <a:cubicBezTo>
                  <a:pt x="2259" y="2442"/>
                  <a:pt x="2250" y="2449"/>
                  <a:pt x="2240" y="2449"/>
                </a:cubicBezTo>
                <a:cubicBezTo>
                  <a:pt x="1860" y="2449"/>
                  <a:pt x="1860" y="2449"/>
                  <a:pt x="1860" y="2449"/>
                </a:cubicBezTo>
                <a:cubicBezTo>
                  <a:pt x="1860" y="2458"/>
                  <a:pt x="1860" y="2458"/>
                  <a:pt x="1860" y="2458"/>
                </a:cubicBezTo>
                <a:cubicBezTo>
                  <a:pt x="1860" y="2464"/>
                  <a:pt x="1860" y="2464"/>
                  <a:pt x="1860" y="2464"/>
                </a:cubicBezTo>
                <a:cubicBezTo>
                  <a:pt x="1860" y="2471"/>
                  <a:pt x="1860" y="2471"/>
                  <a:pt x="1860" y="2471"/>
                </a:cubicBezTo>
                <a:cubicBezTo>
                  <a:pt x="2188" y="2471"/>
                  <a:pt x="2188" y="2471"/>
                  <a:pt x="2188" y="2471"/>
                </a:cubicBezTo>
                <a:cubicBezTo>
                  <a:pt x="2188" y="2471"/>
                  <a:pt x="2188" y="2471"/>
                  <a:pt x="2188" y="2471"/>
                </a:cubicBezTo>
                <a:cubicBezTo>
                  <a:pt x="2388" y="2471"/>
                  <a:pt x="2388" y="2471"/>
                  <a:pt x="2388" y="2471"/>
                </a:cubicBezTo>
                <a:close/>
                <a:moveTo>
                  <a:pt x="1970" y="2132"/>
                </a:moveTo>
                <a:cubicBezTo>
                  <a:pt x="2351" y="2132"/>
                  <a:pt x="2351" y="2132"/>
                  <a:pt x="2351" y="2132"/>
                </a:cubicBezTo>
                <a:cubicBezTo>
                  <a:pt x="2351" y="2122"/>
                  <a:pt x="2351" y="2122"/>
                  <a:pt x="2351" y="2122"/>
                </a:cubicBezTo>
                <a:cubicBezTo>
                  <a:pt x="2351" y="2116"/>
                  <a:pt x="2351" y="2116"/>
                  <a:pt x="2351" y="2116"/>
                </a:cubicBezTo>
                <a:cubicBezTo>
                  <a:pt x="2351" y="2109"/>
                  <a:pt x="2351" y="2109"/>
                  <a:pt x="2351" y="2109"/>
                </a:cubicBezTo>
                <a:cubicBezTo>
                  <a:pt x="2023" y="2109"/>
                  <a:pt x="2023" y="2109"/>
                  <a:pt x="2023" y="2109"/>
                </a:cubicBezTo>
                <a:cubicBezTo>
                  <a:pt x="2023" y="2109"/>
                  <a:pt x="2023" y="2109"/>
                  <a:pt x="2023" y="2109"/>
                </a:cubicBezTo>
                <a:cubicBezTo>
                  <a:pt x="1823" y="2109"/>
                  <a:pt x="1823" y="2109"/>
                  <a:pt x="1823" y="2109"/>
                </a:cubicBezTo>
                <a:cubicBezTo>
                  <a:pt x="1823" y="2110"/>
                  <a:pt x="1823" y="2110"/>
                  <a:pt x="1823" y="2110"/>
                </a:cubicBezTo>
                <a:cubicBezTo>
                  <a:pt x="1818" y="2111"/>
                  <a:pt x="1795" y="2119"/>
                  <a:pt x="1795" y="2138"/>
                </a:cubicBezTo>
                <a:cubicBezTo>
                  <a:pt x="1795" y="2159"/>
                  <a:pt x="1795" y="2226"/>
                  <a:pt x="1795" y="2240"/>
                </a:cubicBezTo>
                <a:cubicBezTo>
                  <a:pt x="1795" y="2253"/>
                  <a:pt x="1824" y="2260"/>
                  <a:pt x="1824" y="2260"/>
                </a:cubicBezTo>
                <a:cubicBezTo>
                  <a:pt x="1929" y="2275"/>
                  <a:pt x="1929" y="2275"/>
                  <a:pt x="1929" y="2275"/>
                </a:cubicBezTo>
                <a:cubicBezTo>
                  <a:pt x="1942" y="2279"/>
                  <a:pt x="1959" y="2279"/>
                  <a:pt x="1968" y="2279"/>
                </a:cubicBezTo>
                <a:cubicBezTo>
                  <a:pt x="1969" y="2279"/>
                  <a:pt x="1970" y="2279"/>
                  <a:pt x="1970" y="2279"/>
                </a:cubicBezTo>
                <a:cubicBezTo>
                  <a:pt x="2351" y="2279"/>
                  <a:pt x="2351" y="2279"/>
                  <a:pt x="2351" y="2279"/>
                </a:cubicBezTo>
                <a:cubicBezTo>
                  <a:pt x="2351" y="2276"/>
                  <a:pt x="2351" y="2276"/>
                  <a:pt x="2351" y="2276"/>
                </a:cubicBezTo>
                <a:cubicBezTo>
                  <a:pt x="2351" y="2267"/>
                  <a:pt x="2351" y="2267"/>
                  <a:pt x="2351" y="2267"/>
                </a:cubicBezTo>
                <a:cubicBezTo>
                  <a:pt x="2351" y="2261"/>
                  <a:pt x="2351" y="2261"/>
                  <a:pt x="2351" y="2261"/>
                </a:cubicBezTo>
                <a:cubicBezTo>
                  <a:pt x="1970" y="2261"/>
                  <a:pt x="1970" y="2261"/>
                  <a:pt x="1970" y="2261"/>
                </a:cubicBezTo>
                <a:cubicBezTo>
                  <a:pt x="1961" y="2261"/>
                  <a:pt x="1954" y="2256"/>
                  <a:pt x="1950" y="2248"/>
                </a:cubicBezTo>
                <a:cubicBezTo>
                  <a:pt x="2330" y="2248"/>
                  <a:pt x="2330" y="2248"/>
                  <a:pt x="2330" y="2248"/>
                </a:cubicBezTo>
                <a:cubicBezTo>
                  <a:pt x="2330" y="2233"/>
                  <a:pt x="2330" y="2233"/>
                  <a:pt x="2330" y="2233"/>
                </a:cubicBezTo>
                <a:cubicBezTo>
                  <a:pt x="1947" y="2233"/>
                  <a:pt x="1947" y="2233"/>
                  <a:pt x="1947" y="2233"/>
                </a:cubicBezTo>
                <a:cubicBezTo>
                  <a:pt x="1947" y="2220"/>
                  <a:pt x="1947" y="2220"/>
                  <a:pt x="1947" y="2220"/>
                </a:cubicBezTo>
                <a:cubicBezTo>
                  <a:pt x="2330" y="2220"/>
                  <a:pt x="2330" y="2220"/>
                  <a:pt x="2330" y="2220"/>
                </a:cubicBezTo>
                <a:cubicBezTo>
                  <a:pt x="2330" y="2204"/>
                  <a:pt x="2330" y="2204"/>
                  <a:pt x="2330" y="2204"/>
                </a:cubicBezTo>
                <a:cubicBezTo>
                  <a:pt x="1947" y="2204"/>
                  <a:pt x="1947" y="2204"/>
                  <a:pt x="1947" y="2204"/>
                </a:cubicBezTo>
                <a:cubicBezTo>
                  <a:pt x="1947" y="2192"/>
                  <a:pt x="1947" y="2192"/>
                  <a:pt x="1947" y="2192"/>
                </a:cubicBezTo>
                <a:cubicBezTo>
                  <a:pt x="2330" y="2192"/>
                  <a:pt x="2330" y="2192"/>
                  <a:pt x="2330" y="2192"/>
                </a:cubicBezTo>
                <a:cubicBezTo>
                  <a:pt x="2330" y="2176"/>
                  <a:pt x="2330" y="2176"/>
                  <a:pt x="2330" y="2176"/>
                </a:cubicBezTo>
                <a:cubicBezTo>
                  <a:pt x="1947" y="2176"/>
                  <a:pt x="1947" y="2176"/>
                  <a:pt x="1947" y="2176"/>
                </a:cubicBezTo>
                <a:cubicBezTo>
                  <a:pt x="1947" y="2163"/>
                  <a:pt x="1947" y="2163"/>
                  <a:pt x="1947" y="2163"/>
                </a:cubicBezTo>
                <a:cubicBezTo>
                  <a:pt x="2330" y="2163"/>
                  <a:pt x="2330" y="2163"/>
                  <a:pt x="2330" y="2163"/>
                </a:cubicBezTo>
                <a:cubicBezTo>
                  <a:pt x="2330" y="2148"/>
                  <a:pt x="2330" y="2148"/>
                  <a:pt x="2330" y="2148"/>
                </a:cubicBezTo>
                <a:cubicBezTo>
                  <a:pt x="1948" y="2148"/>
                  <a:pt x="1948" y="2148"/>
                  <a:pt x="1948" y="2148"/>
                </a:cubicBezTo>
                <a:cubicBezTo>
                  <a:pt x="1951" y="2138"/>
                  <a:pt x="1960" y="2132"/>
                  <a:pt x="1970" y="2132"/>
                </a:cubicBezTo>
                <a:close/>
                <a:moveTo>
                  <a:pt x="1806" y="1923"/>
                </a:moveTo>
                <a:cubicBezTo>
                  <a:pt x="1806" y="1932"/>
                  <a:pt x="1806" y="1932"/>
                  <a:pt x="1806" y="1932"/>
                </a:cubicBezTo>
                <a:cubicBezTo>
                  <a:pt x="1806" y="1938"/>
                  <a:pt x="1806" y="1938"/>
                  <a:pt x="1806" y="1938"/>
                </a:cubicBezTo>
                <a:cubicBezTo>
                  <a:pt x="2186" y="1938"/>
                  <a:pt x="2186" y="1938"/>
                  <a:pt x="2186" y="1938"/>
                </a:cubicBezTo>
                <a:cubicBezTo>
                  <a:pt x="2195" y="1938"/>
                  <a:pt x="2203" y="1943"/>
                  <a:pt x="2207" y="1950"/>
                </a:cubicBezTo>
                <a:cubicBezTo>
                  <a:pt x="1827" y="1950"/>
                  <a:pt x="1827" y="1950"/>
                  <a:pt x="1827" y="1950"/>
                </a:cubicBezTo>
                <a:cubicBezTo>
                  <a:pt x="1827" y="1966"/>
                  <a:pt x="1827" y="1966"/>
                  <a:pt x="1827" y="1966"/>
                </a:cubicBezTo>
                <a:cubicBezTo>
                  <a:pt x="2209" y="1966"/>
                  <a:pt x="2209" y="1966"/>
                  <a:pt x="2209" y="1966"/>
                </a:cubicBezTo>
                <a:cubicBezTo>
                  <a:pt x="2209" y="1979"/>
                  <a:pt x="2209" y="1979"/>
                  <a:pt x="2209" y="1979"/>
                </a:cubicBezTo>
                <a:cubicBezTo>
                  <a:pt x="1827" y="1979"/>
                  <a:pt x="1827" y="1979"/>
                  <a:pt x="1827" y="1979"/>
                </a:cubicBezTo>
                <a:cubicBezTo>
                  <a:pt x="1827" y="1994"/>
                  <a:pt x="1827" y="1994"/>
                  <a:pt x="1827" y="1994"/>
                </a:cubicBezTo>
                <a:cubicBezTo>
                  <a:pt x="2209" y="1994"/>
                  <a:pt x="2209" y="1994"/>
                  <a:pt x="2209" y="1994"/>
                </a:cubicBezTo>
                <a:cubicBezTo>
                  <a:pt x="2209" y="2007"/>
                  <a:pt x="2209" y="2007"/>
                  <a:pt x="2209" y="2007"/>
                </a:cubicBezTo>
                <a:cubicBezTo>
                  <a:pt x="1827" y="2007"/>
                  <a:pt x="1827" y="2007"/>
                  <a:pt x="1827" y="2007"/>
                </a:cubicBezTo>
                <a:cubicBezTo>
                  <a:pt x="1827" y="2022"/>
                  <a:pt x="1827" y="2022"/>
                  <a:pt x="1827" y="2022"/>
                </a:cubicBezTo>
                <a:cubicBezTo>
                  <a:pt x="2209" y="2022"/>
                  <a:pt x="2209" y="2022"/>
                  <a:pt x="2209" y="2022"/>
                </a:cubicBezTo>
                <a:cubicBezTo>
                  <a:pt x="2209" y="2036"/>
                  <a:pt x="2209" y="2036"/>
                  <a:pt x="2209" y="2036"/>
                </a:cubicBezTo>
                <a:cubicBezTo>
                  <a:pt x="1827" y="2036"/>
                  <a:pt x="1827" y="2036"/>
                  <a:pt x="1827" y="2036"/>
                </a:cubicBezTo>
                <a:cubicBezTo>
                  <a:pt x="1827" y="2051"/>
                  <a:pt x="1827" y="2051"/>
                  <a:pt x="1827" y="2051"/>
                </a:cubicBezTo>
                <a:cubicBezTo>
                  <a:pt x="2208" y="2051"/>
                  <a:pt x="2208" y="2051"/>
                  <a:pt x="2208" y="2051"/>
                </a:cubicBezTo>
                <a:cubicBezTo>
                  <a:pt x="2205" y="2060"/>
                  <a:pt x="2197" y="2067"/>
                  <a:pt x="2186" y="2067"/>
                </a:cubicBezTo>
                <a:cubicBezTo>
                  <a:pt x="1806" y="2067"/>
                  <a:pt x="1806" y="2067"/>
                  <a:pt x="1806" y="2067"/>
                </a:cubicBezTo>
                <a:cubicBezTo>
                  <a:pt x="1806" y="2076"/>
                  <a:pt x="1806" y="2076"/>
                  <a:pt x="1806" y="2076"/>
                </a:cubicBezTo>
                <a:cubicBezTo>
                  <a:pt x="1806" y="2082"/>
                  <a:pt x="1806" y="2082"/>
                  <a:pt x="1806" y="2082"/>
                </a:cubicBezTo>
                <a:cubicBezTo>
                  <a:pt x="1806" y="2089"/>
                  <a:pt x="1806" y="2089"/>
                  <a:pt x="1806" y="2089"/>
                </a:cubicBezTo>
                <a:cubicBezTo>
                  <a:pt x="2134" y="2089"/>
                  <a:pt x="2134" y="2089"/>
                  <a:pt x="2134" y="2089"/>
                </a:cubicBezTo>
                <a:cubicBezTo>
                  <a:pt x="2134" y="2089"/>
                  <a:pt x="2134" y="2089"/>
                  <a:pt x="2134" y="2089"/>
                </a:cubicBezTo>
                <a:cubicBezTo>
                  <a:pt x="2334" y="2089"/>
                  <a:pt x="2334" y="2089"/>
                  <a:pt x="2334" y="2089"/>
                </a:cubicBezTo>
                <a:cubicBezTo>
                  <a:pt x="2334" y="2089"/>
                  <a:pt x="2334" y="2089"/>
                  <a:pt x="2334" y="2089"/>
                </a:cubicBezTo>
                <a:cubicBezTo>
                  <a:pt x="2338" y="2087"/>
                  <a:pt x="2362" y="2079"/>
                  <a:pt x="2362" y="2060"/>
                </a:cubicBezTo>
                <a:cubicBezTo>
                  <a:pt x="2362" y="2039"/>
                  <a:pt x="2362" y="1972"/>
                  <a:pt x="2362" y="1959"/>
                </a:cubicBezTo>
                <a:cubicBezTo>
                  <a:pt x="2362" y="1945"/>
                  <a:pt x="2333" y="1938"/>
                  <a:pt x="2333" y="1938"/>
                </a:cubicBezTo>
                <a:cubicBezTo>
                  <a:pt x="2228" y="1924"/>
                  <a:pt x="2228" y="1924"/>
                  <a:pt x="2228" y="1924"/>
                </a:cubicBezTo>
                <a:cubicBezTo>
                  <a:pt x="2215" y="1919"/>
                  <a:pt x="2197" y="1919"/>
                  <a:pt x="2188" y="1919"/>
                </a:cubicBezTo>
                <a:cubicBezTo>
                  <a:pt x="2188" y="1919"/>
                  <a:pt x="2187" y="1919"/>
                  <a:pt x="2186" y="1919"/>
                </a:cubicBezTo>
                <a:cubicBezTo>
                  <a:pt x="1806" y="1919"/>
                  <a:pt x="1806" y="1919"/>
                  <a:pt x="1806" y="1919"/>
                </a:cubicBezTo>
                <a:lnTo>
                  <a:pt x="1806" y="1923"/>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nvGrpSpPr>
          <p:cNvPr id="451" name="Google Shape;451;p24"/>
          <p:cNvGrpSpPr/>
          <p:nvPr/>
        </p:nvGrpSpPr>
        <p:grpSpPr>
          <a:xfrm>
            <a:off x="3996354" y="9209575"/>
            <a:ext cx="2861100" cy="1930419"/>
            <a:chOff x="3348654" y="8993675"/>
            <a:chExt cx="2861100" cy="1930419"/>
          </a:xfrm>
        </p:grpSpPr>
        <p:sp>
          <p:nvSpPr>
            <p:cNvPr id="452" name="Google Shape;452;p24"/>
            <p:cNvSpPr txBox="1"/>
            <p:nvPr/>
          </p:nvSpPr>
          <p:spPr>
            <a:xfrm>
              <a:off x="3348654" y="9746894"/>
              <a:ext cx="2861100" cy="1177200"/>
            </a:xfrm>
            <a:prstGeom prst="rect">
              <a:avLst/>
            </a:prstGeom>
            <a:noFill/>
            <a:ln>
              <a:noFill/>
            </a:ln>
          </p:spPr>
          <p:txBody>
            <a:bodyPr anchorCtr="0" anchor="t" bIns="0" lIns="0" spcFirstLastPara="1" rIns="0" wrap="square" tIns="0">
              <a:noAutofit/>
            </a:bodyPr>
            <a:lstStyle/>
            <a:p>
              <a:pPr indent="-317500" lvl="0" marL="457200" marR="0" rtl="0" algn="l">
                <a:lnSpc>
                  <a:spcPct val="120000"/>
                </a:lnSpc>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Investigación de mercado</a:t>
              </a:r>
              <a:endParaRPr>
                <a:solidFill>
                  <a:schemeClr val="dk2"/>
                </a:solidFill>
                <a:latin typeface="Lato Light"/>
                <a:ea typeface="Lato Light"/>
                <a:cs typeface="Lato Light"/>
                <a:sym typeface="Lato Light"/>
              </a:endParaRPr>
            </a:p>
            <a:p>
              <a:pPr indent="-317500" lvl="0" marL="457200" marR="0" rtl="0" algn="l">
                <a:lnSpc>
                  <a:spcPct val="120000"/>
                </a:lnSpc>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Desarrollo de producto</a:t>
              </a:r>
              <a:endParaRPr>
                <a:solidFill>
                  <a:schemeClr val="dk2"/>
                </a:solidFill>
                <a:latin typeface="Lato Light"/>
                <a:ea typeface="Lato Light"/>
                <a:cs typeface="Lato Light"/>
                <a:sym typeface="Lato Light"/>
              </a:endParaRPr>
            </a:p>
            <a:p>
              <a:pPr indent="-317500" lvl="0" marL="457200" marR="0" rtl="0" algn="l">
                <a:lnSpc>
                  <a:spcPct val="120000"/>
                </a:lnSpc>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I+D+I</a:t>
              </a:r>
              <a:endParaRPr>
                <a:solidFill>
                  <a:schemeClr val="dk2"/>
                </a:solidFill>
                <a:latin typeface="Lato Light"/>
                <a:ea typeface="Lato Light"/>
                <a:cs typeface="Lato Light"/>
                <a:sym typeface="Lato Light"/>
              </a:endParaRPr>
            </a:p>
          </p:txBody>
        </p:sp>
        <p:sp>
          <p:nvSpPr>
            <p:cNvPr id="453" name="Google Shape;453;p24"/>
            <p:cNvSpPr txBox="1"/>
            <p:nvPr/>
          </p:nvSpPr>
          <p:spPr>
            <a:xfrm>
              <a:off x="3348654" y="8993675"/>
              <a:ext cx="2861100" cy="406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lang="en-US" sz="1800">
                  <a:solidFill>
                    <a:schemeClr val="dk2"/>
                  </a:solidFill>
                  <a:latin typeface="Lato"/>
                  <a:ea typeface="Lato"/>
                  <a:cs typeface="Lato"/>
                  <a:sym typeface="Lato"/>
                </a:rPr>
                <a:t>EQUIPO DE DESARROLLO DE PRODUCTO</a:t>
              </a:r>
              <a:endParaRPr b="0" i="0" sz="1800" u="none" cap="none" strike="noStrike">
                <a:solidFill>
                  <a:srgbClr val="000000"/>
                </a:solidFill>
                <a:latin typeface="Arial"/>
                <a:ea typeface="Arial"/>
                <a:cs typeface="Arial"/>
                <a:sym typeface="Arial"/>
              </a:endParaRPr>
            </a:p>
          </p:txBody>
        </p:sp>
      </p:grpSp>
      <p:grpSp>
        <p:nvGrpSpPr>
          <p:cNvPr id="454" name="Google Shape;454;p24"/>
          <p:cNvGrpSpPr/>
          <p:nvPr/>
        </p:nvGrpSpPr>
        <p:grpSpPr>
          <a:xfrm>
            <a:off x="7758397" y="8411754"/>
            <a:ext cx="2877975" cy="1589531"/>
            <a:chOff x="3331929" y="9215775"/>
            <a:chExt cx="2877975" cy="1589531"/>
          </a:xfrm>
        </p:grpSpPr>
        <p:sp>
          <p:nvSpPr>
            <p:cNvPr id="455" name="Google Shape;455;p24"/>
            <p:cNvSpPr txBox="1"/>
            <p:nvPr/>
          </p:nvSpPr>
          <p:spPr>
            <a:xfrm>
              <a:off x="3331929" y="9628106"/>
              <a:ext cx="2861100" cy="1177200"/>
            </a:xfrm>
            <a:prstGeom prst="rect">
              <a:avLst/>
            </a:prstGeom>
            <a:noFill/>
            <a:ln>
              <a:noFill/>
            </a:ln>
          </p:spPr>
          <p:txBody>
            <a:bodyPr anchorCtr="0" anchor="t" bIns="0" lIns="0" spcFirstLastPara="1" rIns="0" wrap="square" tIns="0">
              <a:noAutofit/>
            </a:bodyPr>
            <a:lstStyle/>
            <a:p>
              <a:pPr indent="-317500" lvl="0" marL="457200" rtl="0" algn="l">
                <a:lnSpc>
                  <a:spcPct val="120000"/>
                </a:lnSpc>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Desarrollo plan de marketing</a:t>
              </a:r>
              <a:endParaRPr>
                <a:solidFill>
                  <a:schemeClr val="dk2"/>
                </a:solidFill>
                <a:latin typeface="Lato Light"/>
                <a:ea typeface="Lato Light"/>
                <a:cs typeface="Lato Light"/>
                <a:sym typeface="Lato Light"/>
              </a:endParaRPr>
            </a:p>
            <a:p>
              <a:pPr indent="-317500" lvl="0" marL="457200" rtl="0" algn="l">
                <a:lnSpc>
                  <a:spcPct val="120000"/>
                </a:lnSpc>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Investigación de clientes</a:t>
              </a:r>
              <a:endParaRPr>
                <a:solidFill>
                  <a:schemeClr val="dk2"/>
                </a:solidFill>
                <a:latin typeface="Lato Light"/>
                <a:ea typeface="Lato Light"/>
                <a:cs typeface="Lato Light"/>
                <a:sym typeface="Lato Light"/>
              </a:endParaRPr>
            </a:p>
            <a:p>
              <a:pPr indent="-317500" lvl="0" marL="457200" rtl="0" algn="l">
                <a:lnSpc>
                  <a:spcPct val="120000"/>
                </a:lnSpc>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Medición de resultados</a:t>
              </a:r>
              <a:endParaRPr>
                <a:solidFill>
                  <a:schemeClr val="dk2"/>
                </a:solidFill>
                <a:latin typeface="Lato Light"/>
                <a:ea typeface="Lato Light"/>
                <a:cs typeface="Lato Light"/>
                <a:sym typeface="Lato Light"/>
              </a:endParaRPr>
            </a:p>
            <a:p>
              <a:pPr indent="-317500" lvl="0" marL="457200" rtl="0" algn="l">
                <a:lnSpc>
                  <a:spcPct val="120000"/>
                </a:lnSpc>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Adecuación de plan de comunicación y publicidad</a:t>
              </a:r>
              <a:endParaRPr>
                <a:solidFill>
                  <a:schemeClr val="dk2"/>
                </a:solidFill>
                <a:latin typeface="Lato Light"/>
                <a:ea typeface="Lato Light"/>
                <a:cs typeface="Lato Light"/>
                <a:sym typeface="Lato Light"/>
              </a:endParaRPr>
            </a:p>
          </p:txBody>
        </p:sp>
        <p:sp>
          <p:nvSpPr>
            <p:cNvPr id="456" name="Google Shape;456;p24"/>
            <p:cNvSpPr txBox="1"/>
            <p:nvPr/>
          </p:nvSpPr>
          <p:spPr>
            <a:xfrm>
              <a:off x="3348804" y="9215775"/>
              <a:ext cx="2861100" cy="406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lang="en-US" sz="1800">
                  <a:solidFill>
                    <a:schemeClr val="dk2"/>
                  </a:solidFill>
                  <a:latin typeface="Lato"/>
                  <a:ea typeface="Lato"/>
                  <a:cs typeface="Lato"/>
                  <a:sym typeface="Lato"/>
                </a:rPr>
                <a:t>EQUIPO DE MARKETING</a:t>
              </a:r>
              <a:endParaRPr b="1" i="0" sz="1800" u="none" cap="none" strike="noStrike">
                <a:solidFill>
                  <a:schemeClr val="dk2"/>
                </a:solidFill>
                <a:latin typeface="Lato"/>
                <a:ea typeface="Lato"/>
                <a:cs typeface="Lato"/>
                <a:sym typeface="Lato"/>
              </a:endParaRPr>
            </a:p>
          </p:txBody>
        </p:sp>
      </p:grpSp>
      <p:grpSp>
        <p:nvGrpSpPr>
          <p:cNvPr id="457" name="Google Shape;457;p24"/>
          <p:cNvGrpSpPr/>
          <p:nvPr/>
        </p:nvGrpSpPr>
        <p:grpSpPr>
          <a:xfrm>
            <a:off x="11520191" y="7285299"/>
            <a:ext cx="2861150" cy="1924281"/>
            <a:chOff x="3348804" y="9063375"/>
            <a:chExt cx="2861150" cy="1924281"/>
          </a:xfrm>
        </p:grpSpPr>
        <p:sp>
          <p:nvSpPr>
            <p:cNvPr id="458" name="Google Shape;458;p24"/>
            <p:cNvSpPr txBox="1"/>
            <p:nvPr/>
          </p:nvSpPr>
          <p:spPr>
            <a:xfrm>
              <a:off x="3348854" y="9810456"/>
              <a:ext cx="2861100" cy="1177200"/>
            </a:xfrm>
            <a:prstGeom prst="rect">
              <a:avLst/>
            </a:prstGeom>
            <a:noFill/>
            <a:ln>
              <a:noFill/>
            </a:ln>
          </p:spPr>
          <p:txBody>
            <a:bodyPr anchorCtr="0" anchor="t" bIns="0" lIns="0" spcFirstLastPara="1" rIns="0" wrap="square" tIns="0">
              <a:noAutofit/>
            </a:bodyPr>
            <a:lstStyle/>
            <a:p>
              <a:pPr indent="-317500" lvl="0" marL="457200" rtl="0" algn="l">
                <a:lnSpc>
                  <a:spcPct val="120000"/>
                </a:lnSpc>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Desarrollo de plan de comunicación</a:t>
              </a:r>
              <a:endParaRPr>
                <a:solidFill>
                  <a:schemeClr val="dk2"/>
                </a:solidFill>
                <a:latin typeface="Lato Light"/>
                <a:ea typeface="Lato Light"/>
                <a:cs typeface="Lato Light"/>
                <a:sym typeface="Lato Light"/>
              </a:endParaRPr>
            </a:p>
            <a:p>
              <a:pPr indent="-317500" lvl="0" marL="457200" rtl="0" algn="l">
                <a:lnSpc>
                  <a:spcPct val="120000"/>
                </a:lnSpc>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Ejecución de tácticas comunicativas</a:t>
              </a:r>
              <a:endParaRPr>
                <a:solidFill>
                  <a:schemeClr val="dk2"/>
                </a:solidFill>
                <a:latin typeface="Lato Light"/>
                <a:ea typeface="Lato Light"/>
                <a:cs typeface="Lato Light"/>
                <a:sym typeface="Lato Light"/>
              </a:endParaRPr>
            </a:p>
            <a:p>
              <a:pPr indent="-317500" lvl="0" marL="457200" rtl="0" algn="l">
                <a:lnSpc>
                  <a:spcPct val="120000"/>
                </a:lnSpc>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Medición de resultados</a:t>
              </a:r>
              <a:endParaRPr>
                <a:solidFill>
                  <a:schemeClr val="dk2"/>
                </a:solidFill>
                <a:latin typeface="Lato Light"/>
                <a:ea typeface="Lato Light"/>
                <a:cs typeface="Lato Light"/>
                <a:sym typeface="Lato Light"/>
              </a:endParaRPr>
            </a:p>
          </p:txBody>
        </p:sp>
        <p:sp>
          <p:nvSpPr>
            <p:cNvPr id="459" name="Google Shape;459;p24"/>
            <p:cNvSpPr txBox="1"/>
            <p:nvPr/>
          </p:nvSpPr>
          <p:spPr>
            <a:xfrm>
              <a:off x="3348804" y="9063375"/>
              <a:ext cx="2861100" cy="406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lang="en-US" sz="1800">
                  <a:solidFill>
                    <a:schemeClr val="dk2"/>
                  </a:solidFill>
                  <a:latin typeface="Lato"/>
                  <a:ea typeface="Lato"/>
                  <a:cs typeface="Lato"/>
                  <a:sym typeface="Lato"/>
                </a:rPr>
                <a:t>EQUIPO DE COMUNICACIÓN</a:t>
              </a:r>
              <a:endParaRPr b="1" i="0" sz="1800" u="none" cap="none" strike="noStrike">
                <a:solidFill>
                  <a:schemeClr val="dk2"/>
                </a:solidFill>
                <a:latin typeface="Lato"/>
                <a:ea typeface="Lato"/>
                <a:cs typeface="Lato"/>
                <a:sym typeface="Lato"/>
              </a:endParaRPr>
            </a:p>
          </p:txBody>
        </p:sp>
      </p:grpSp>
      <p:grpSp>
        <p:nvGrpSpPr>
          <p:cNvPr id="460" name="Google Shape;460;p24"/>
          <p:cNvGrpSpPr/>
          <p:nvPr/>
        </p:nvGrpSpPr>
        <p:grpSpPr>
          <a:xfrm>
            <a:off x="15265110" y="6463643"/>
            <a:ext cx="2878013" cy="1568481"/>
            <a:chOff x="3348804" y="9215775"/>
            <a:chExt cx="2878013" cy="1568481"/>
          </a:xfrm>
        </p:grpSpPr>
        <p:sp>
          <p:nvSpPr>
            <p:cNvPr id="461" name="Google Shape;461;p24"/>
            <p:cNvSpPr txBox="1"/>
            <p:nvPr/>
          </p:nvSpPr>
          <p:spPr>
            <a:xfrm>
              <a:off x="3365716" y="9607056"/>
              <a:ext cx="2861100" cy="1177200"/>
            </a:xfrm>
            <a:prstGeom prst="rect">
              <a:avLst/>
            </a:prstGeom>
            <a:noFill/>
            <a:ln>
              <a:noFill/>
            </a:ln>
          </p:spPr>
          <p:txBody>
            <a:bodyPr anchorCtr="0" anchor="t" bIns="0" lIns="0" spcFirstLastPara="1" rIns="0" wrap="square" tIns="0">
              <a:noAutofit/>
            </a:bodyPr>
            <a:lstStyle/>
            <a:p>
              <a:pPr indent="-317500" lvl="0" marL="457200" rtl="0" algn="l">
                <a:lnSpc>
                  <a:spcPct val="120000"/>
                </a:lnSpc>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Desarrollo de plan de publicidad</a:t>
              </a:r>
              <a:endParaRPr>
                <a:solidFill>
                  <a:schemeClr val="dk2"/>
                </a:solidFill>
                <a:latin typeface="Lato Light"/>
                <a:ea typeface="Lato Light"/>
                <a:cs typeface="Lato Light"/>
                <a:sym typeface="Lato Light"/>
              </a:endParaRPr>
            </a:p>
            <a:p>
              <a:pPr indent="-317500" lvl="0" marL="457200" rtl="0" algn="l">
                <a:lnSpc>
                  <a:spcPct val="120000"/>
                </a:lnSpc>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Ejecución de publicidad</a:t>
              </a:r>
              <a:endParaRPr>
                <a:solidFill>
                  <a:schemeClr val="dk2"/>
                </a:solidFill>
                <a:latin typeface="Lato Light"/>
                <a:ea typeface="Lato Light"/>
                <a:cs typeface="Lato Light"/>
                <a:sym typeface="Lato Light"/>
              </a:endParaRPr>
            </a:p>
            <a:p>
              <a:pPr indent="-317500" lvl="0" marL="457200" rtl="0" algn="l">
                <a:lnSpc>
                  <a:spcPct val="120000"/>
                </a:lnSpc>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Medición de resultados</a:t>
              </a:r>
              <a:endParaRPr>
                <a:solidFill>
                  <a:schemeClr val="dk2"/>
                </a:solidFill>
                <a:latin typeface="Lato Light"/>
                <a:ea typeface="Lato Light"/>
                <a:cs typeface="Lato Light"/>
                <a:sym typeface="Lato Light"/>
              </a:endParaRPr>
            </a:p>
            <a:p>
              <a:pPr indent="0" lvl="0" marL="0" rtl="0" algn="l">
                <a:lnSpc>
                  <a:spcPct val="120000"/>
                </a:lnSpc>
                <a:spcBef>
                  <a:spcPts val="0"/>
                </a:spcBef>
                <a:spcAft>
                  <a:spcPts val="0"/>
                </a:spcAft>
                <a:buNone/>
              </a:pPr>
              <a:r>
                <a:t/>
              </a:r>
              <a:endParaRPr>
                <a:solidFill>
                  <a:schemeClr val="dk2"/>
                </a:solidFill>
                <a:latin typeface="Lato Light"/>
                <a:ea typeface="Lato Light"/>
                <a:cs typeface="Lato Light"/>
                <a:sym typeface="Lato Light"/>
              </a:endParaRPr>
            </a:p>
          </p:txBody>
        </p:sp>
        <p:sp>
          <p:nvSpPr>
            <p:cNvPr id="462" name="Google Shape;462;p24"/>
            <p:cNvSpPr txBox="1"/>
            <p:nvPr/>
          </p:nvSpPr>
          <p:spPr>
            <a:xfrm>
              <a:off x="3348804" y="9215775"/>
              <a:ext cx="2861100" cy="406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lang="en-US" sz="1800">
                  <a:solidFill>
                    <a:schemeClr val="dk2"/>
                  </a:solidFill>
                  <a:latin typeface="Lato"/>
                  <a:ea typeface="Lato"/>
                  <a:cs typeface="Lato"/>
                  <a:sym typeface="Lato"/>
                </a:rPr>
                <a:t>EQUIPO DE PUBLICIDAD</a:t>
              </a:r>
              <a:endParaRPr b="1" i="0" sz="1800" u="none" cap="none" strike="noStrike">
                <a:solidFill>
                  <a:schemeClr val="dk2"/>
                </a:solidFill>
                <a:latin typeface="Lato"/>
                <a:ea typeface="Lato"/>
                <a:cs typeface="Lato"/>
                <a:sym typeface="Lato"/>
              </a:endParaRPr>
            </a:p>
          </p:txBody>
        </p:sp>
      </p:grpSp>
      <p:grpSp>
        <p:nvGrpSpPr>
          <p:cNvPr id="463" name="Google Shape;463;p24"/>
          <p:cNvGrpSpPr/>
          <p:nvPr/>
        </p:nvGrpSpPr>
        <p:grpSpPr>
          <a:xfrm>
            <a:off x="19060802" y="5069326"/>
            <a:ext cx="2861100" cy="1988856"/>
            <a:chOff x="3348804" y="8834775"/>
            <a:chExt cx="2861100" cy="1988856"/>
          </a:xfrm>
        </p:grpSpPr>
        <p:sp>
          <p:nvSpPr>
            <p:cNvPr id="464" name="Google Shape;464;p24"/>
            <p:cNvSpPr txBox="1"/>
            <p:nvPr/>
          </p:nvSpPr>
          <p:spPr>
            <a:xfrm>
              <a:off x="3348804" y="9646431"/>
              <a:ext cx="2861100" cy="1177200"/>
            </a:xfrm>
            <a:prstGeom prst="rect">
              <a:avLst/>
            </a:prstGeom>
            <a:noFill/>
            <a:ln>
              <a:noFill/>
            </a:ln>
          </p:spPr>
          <p:txBody>
            <a:bodyPr anchorCtr="0" anchor="t" bIns="0" lIns="0" spcFirstLastPara="1" rIns="0" wrap="square" tIns="0">
              <a:noAutofit/>
            </a:bodyPr>
            <a:lstStyle/>
            <a:p>
              <a:pPr indent="-317500" lvl="0" marL="457200" rtl="0" algn="l">
                <a:lnSpc>
                  <a:spcPct val="120000"/>
                </a:lnSpc>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Resolución de dudas</a:t>
              </a:r>
              <a:endParaRPr>
                <a:solidFill>
                  <a:schemeClr val="dk2"/>
                </a:solidFill>
                <a:latin typeface="Lato Light"/>
                <a:ea typeface="Lato Light"/>
                <a:cs typeface="Lato Light"/>
                <a:sym typeface="Lato Light"/>
              </a:endParaRPr>
            </a:p>
            <a:p>
              <a:pPr indent="-317500" lvl="0" marL="457200" rtl="0" algn="l">
                <a:lnSpc>
                  <a:spcPct val="120000"/>
                </a:lnSpc>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Atención a quejas y sugerencias</a:t>
              </a:r>
              <a:endParaRPr>
                <a:solidFill>
                  <a:schemeClr val="dk2"/>
                </a:solidFill>
                <a:latin typeface="Lato Light"/>
                <a:ea typeface="Lato Light"/>
                <a:cs typeface="Lato Light"/>
                <a:sym typeface="Lato Light"/>
              </a:endParaRPr>
            </a:p>
            <a:p>
              <a:pPr indent="0" lvl="0" marL="0" rtl="0" algn="l">
                <a:lnSpc>
                  <a:spcPct val="120000"/>
                </a:lnSpc>
                <a:spcBef>
                  <a:spcPts val="0"/>
                </a:spcBef>
                <a:spcAft>
                  <a:spcPts val="0"/>
                </a:spcAft>
                <a:buNone/>
              </a:pPr>
              <a:r>
                <a:t/>
              </a:r>
              <a:endParaRPr>
                <a:solidFill>
                  <a:schemeClr val="dk2"/>
                </a:solidFill>
                <a:latin typeface="Lato Light"/>
                <a:ea typeface="Lato Light"/>
                <a:cs typeface="Lato Light"/>
                <a:sym typeface="Lato Light"/>
              </a:endParaRPr>
            </a:p>
          </p:txBody>
        </p:sp>
        <p:sp>
          <p:nvSpPr>
            <p:cNvPr id="465" name="Google Shape;465;p24"/>
            <p:cNvSpPr txBox="1"/>
            <p:nvPr/>
          </p:nvSpPr>
          <p:spPr>
            <a:xfrm>
              <a:off x="3348804" y="8834775"/>
              <a:ext cx="2861100" cy="406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lang="en-US" sz="1800">
                  <a:solidFill>
                    <a:schemeClr val="dk2"/>
                  </a:solidFill>
                  <a:latin typeface="Lato"/>
                  <a:ea typeface="Lato"/>
                  <a:cs typeface="Lato"/>
                  <a:sym typeface="Lato"/>
                </a:rPr>
                <a:t>EQUIPO DE </a:t>
              </a:r>
              <a:endParaRPr b="1" sz="1800">
                <a:solidFill>
                  <a:schemeClr val="dk2"/>
                </a:solidFill>
                <a:latin typeface="Lato"/>
                <a:ea typeface="Lato"/>
                <a:cs typeface="Lato"/>
                <a:sym typeface="Lato"/>
              </a:endParaRPr>
            </a:p>
            <a:p>
              <a:pPr indent="0" lvl="0" marL="0" marR="0" rtl="0" algn="ctr">
                <a:lnSpc>
                  <a:spcPct val="120000"/>
                </a:lnSpc>
                <a:spcBef>
                  <a:spcPts val="0"/>
                </a:spcBef>
                <a:spcAft>
                  <a:spcPts val="0"/>
                </a:spcAft>
                <a:buClr>
                  <a:srgbClr val="000000"/>
                </a:buClr>
                <a:buSzPts val="2200"/>
                <a:buFont typeface="Arial"/>
                <a:buNone/>
              </a:pPr>
              <a:r>
                <a:rPr b="1" lang="en-US" sz="1800">
                  <a:solidFill>
                    <a:schemeClr val="dk2"/>
                  </a:solidFill>
                  <a:latin typeface="Lato"/>
                  <a:ea typeface="Lato"/>
                  <a:cs typeface="Lato"/>
                  <a:sym typeface="Lato"/>
                </a:rPr>
                <a:t>ATT. AL CLIENTE</a:t>
              </a:r>
              <a:endParaRPr b="1" i="0" sz="1800" u="none" cap="none" strike="noStrike">
                <a:solidFill>
                  <a:schemeClr val="dk2"/>
                </a:solidFill>
                <a:latin typeface="Lato"/>
                <a:ea typeface="Lato"/>
                <a:cs typeface="Lato"/>
                <a:sym typeface="Lato"/>
              </a:endParaRPr>
            </a:p>
          </p:txBody>
        </p:sp>
      </p:grpSp>
      <p:sp>
        <p:nvSpPr>
          <p:cNvPr id="466" name="Google Shape;466;p24"/>
          <p:cNvSpPr txBox="1"/>
          <p:nvPr/>
        </p:nvSpPr>
        <p:spPr>
          <a:xfrm>
            <a:off x="792950" y="10509175"/>
            <a:ext cx="2468400" cy="492300"/>
          </a:xfrm>
          <a:prstGeom prst="rect">
            <a:avLst/>
          </a:prstGeom>
          <a:noFill/>
          <a:ln>
            <a:noFill/>
          </a:ln>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en-US" sz="2200">
                <a:solidFill>
                  <a:schemeClr val="dk2"/>
                </a:solidFill>
                <a:latin typeface="Lato"/>
                <a:ea typeface="Lato"/>
                <a:cs typeface="Lato"/>
                <a:sym typeface="Lato"/>
              </a:rPr>
              <a:t>DIRECTOR</a:t>
            </a:r>
            <a:endParaRPr>
              <a:solidFill>
                <a:schemeClr val="dk1"/>
              </a:solidFill>
            </a:endParaRPr>
          </a:p>
        </p:txBody>
      </p:sp>
      <p:sp>
        <p:nvSpPr>
          <p:cNvPr id="467" name="Google Shape;467;p24"/>
          <p:cNvSpPr/>
          <p:nvPr/>
        </p:nvSpPr>
        <p:spPr>
          <a:xfrm>
            <a:off x="6390550" y="11487000"/>
            <a:ext cx="3073625" cy="924009"/>
          </a:xfrm>
          <a:custGeom>
            <a:rect b="b" l="l" r="r" t="t"/>
            <a:pathLst>
              <a:path extrusionOk="0" h="42798" w="122945">
                <a:moveTo>
                  <a:pt x="122945" y="0"/>
                </a:moveTo>
                <a:cubicBezTo>
                  <a:pt x="113297" y="6916"/>
                  <a:pt x="85549" y="36200"/>
                  <a:pt x="65058" y="41493"/>
                </a:cubicBezTo>
                <a:cubicBezTo>
                  <a:pt x="44567" y="46786"/>
                  <a:pt x="10843" y="33382"/>
                  <a:pt x="0" y="31760"/>
                </a:cubicBezTo>
              </a:path>
            </a:pathLst>
          </a:custGeom>
          <a:noFill/>
          <a:ln cap="flat" cmpd="sng" w="28575">
            <a:solidFill>
              <a:schemeClr val="accent1"/>
            </a:solidFill>
            <a:prstDash val="solid"/>
            <a:round/>
            <a:headEnd len="med" w="med" type="stealth"/>
            <a:tailEnd len="med" w="med" type="stealth"/>
          </a:ln>
        </p:spPr>
      </p:sp>
      <p:sp>
        <p:nvSpPr>
          <p:cNvPr id="468" name="Google Shape;468;p24"/>
          <p:cNvSpPr/>
          <p:nvPr/>
        </p:nvSpPr>
        <p:spPr>
          <a:xfrm rot="-168">
            <a:off x="14574025" y="8633233"/>
            <a:ext cx="6299702" cy="1558596"/>
          </a:xfrm>
          <a:custGeom>
            <a:rect b="b" l="l" r="r" t="t"/>
            <a:pathLst>
              <a:path extrusionOk="0" h="42798" w="122945">
                <a:moveTo>
                  <a:pt x="122945" y="0"/>
                </a:moveTo>
                <a:cubicBezTo>
                  <a:pt x="113297" y="6916"/>
                  <a:pt x="85549" y="36200"/>
                  <a:pt x="65058" y="41493"/>
                </a:cubicBezTo>
                <a:cubicBezTo>
                  <a:pt x="44567" y="46786"/>
                  <a:pt x="10843" y="33382"/>
                  <a:pt x="0" y="31760"/>
                </a:cubicBezTo>
              </a:path>
            </a:pathLst>
          </a:custGeom>
          <a:noFill/>
          <a:ln cap="flat" cmpd="sng" w="28575">
            <a:solidFill>
              <a:schemeClr val="accent6"/>
            </a:solidFill>
            <a:prstDash val="solid"/>
            <a:round/>
            <a:headEnd len="med" w="med" type="stealth"/>
            <a:tailEnd len="med" w="med" type="stealth"/>
          </a:ln>
        </p:spPr>
      </p:sp>
      <p:sp>
        <p:nvSpPr>
          <p:cNvPr id="469" name="Google Shape;469;p24"/>
          <p:cNvSpPr/>
          <p:nvPr/>
        </p:nvSpPr>
        <p:spPr>
          <a:xfrm>
            <a:off x="10155725" y="9656275"/>
            <a:ext cx="6877225" cy="2300200"/>
          </a:xfrm>
          <a:custGeom>
            <a:rect b="b" l="l" r="r" t="t"/>
            <a:pathLst>
              <a:path extrusionOk="0" h="92008" w="275089">
                <a:moveTo>
                  <a:pt x="0" y="65570"/>
                </a:moveTo>
                <a:cubicBezTo>
                  <a:pt x="13746" y="69839"/>
                  <a:pt x="59680" y="96477"/>
                  <a:pt x="82476" y="91184"/>
                </a:cubicBezTo>
                <a:cubicBezTo>
                  <a:pt x="105272" y="85891"/>
                  <a:pt x="113383" y="38933"/>
                  <a:pt x="136776" y="33810"/>
                </a:cubicBezTo>
                <a:cubicBezTo>
                  <a:pt x="160170" y="28687"/>
                  <a:pt x="199785" y="66082"/>
                  <a:pt x="222837" y="60447"/>
                </a:cubicBezTo>
                <a:cubicBezTo>
                  <a:pt x="245889" y="54812"/>
                  <a:pt x="266380" y="10075"/>
                  <a:pt x="275089" y="0"/>
                </a:cubicBezTo>
              </a:path>
            </a:pathLst>
          </a:custGeom>
          <a:noFill/>
          <a:ln cap="flat" cmpd="sng" w="19050">
            <a:solidFill>
              <a:schemeClr val="accent3"/>
            </a:solidFill>
            <a:prstDash val="solid"/>
            <a:round/>
            <a:headEnd len="med" w="med" type="stealth"/>
            <a:tailEnd len="med" w="med" type="triangle"/>
          </a:ln>
        </p:spPr>
      </p:sp>
      <p:sp>
        <p:nvSpPr>
          <p:cNvPr id="470" name="Google Shape;470;p24"/>
          <p:cNvSpPr/>
          <p:nvPr/>
        </p:nvSpPr>
        <p:spPr>
          <a:xfrm>
            <a:off x="11716875" y="4662722"/>
            <a:ext cx="1453682" cy="1458983"/>
          </a:xfrm>
          <a:custGeom>
            <a:rect b="b" l="l" r="r" t="t"/>
            <a:pathLst>
              <a:path extrusionOk="0" h="353" w="353">
                <a:moveTo>
                  <a:pt x="321" y="104"/>
                </a:moveTo>
                <a:cubicBezTo>
                  <a:pt x="321" y="24"/>
                  <a:pt x="321" y="24"/>
                  <a:pt x="321" y="24"/>
                </a:cubicBezTo>
                <a:cubicBezTo>
                  <a:pt x="321" y="11"/>
                  <a:pt x="311" y="0"/>
                  <a:pt x="297" y="0"/>
                </a:cubicBezTo>
                <a:cubicBezTo>
                  <a:pt x="284" y="0"/>
                  <a:pt x="273" y="11"/>
                  <a:pt x="273" y="24"/>
                </a:cubicBezTo>
                <a:cubicBezTo>
                  <a:pt x="273" y="30"/>
                  <a:pt x="273" y="30"/>
                  <a:pt x="273" y="30"/>
                </a:cubicBezTo>
                <a:cubicBezTo>
                  <a:pt x="40" y="98"/>
                  <a:pt x="40" y="98"/>
                  <a:pt x="40" y="98"/>
                </a:cubicBezTo>
                <a:cubicBezTo>
                  <a:pt x="38" y="97"/>
                  <a:pt x="35" y="96"/>
                  <a:pt x="32" y="96"/>
                </a:cubicBezTo>
                <a:cubicBezTo>
                  <a:pt x="16" y="96"/>
                  <a:pt x="16" y="96"/>
                  <a:pt x="16" y="96"/>
                </a:cubicBezTo>
                <a:cubicBezTo>
                  <a:pt x="7" y="96"/>
                  <a:pt x="0" y="103"/>
                  <a:pt x="0" y="112"/>
                </a:cubicBezTo>
                <a:cubicBezTo>
                  <a:pt x="0" y="192"/>
                  <a:pt x="0" y="192"/>
                  <a:pt x="0" y="192"/>
                </a:cubicBezTo>
                <a:cubicBezTo>
                  <a:pt x="0" y="201"/>
                  <a:pt x="7" y="208"/>
                  <a:pt x="16" y="208"/>
                </a:cubicBezTo>
                <a:cubicBezTo>
                  <a:pt x="32" y="208"/>
                  <a:pt x="32" y="208"/>
                  <a:pt x="32" y="208"/>
                </a:cubicBezTo>
                <a:cubicBezTo>
                  <a:pt x="35" y="208"/>
                  <a:pt x="38" y="208"/>
                  <a:pt x="40" y="206"/>
                </a:cubicBezTo>
                <a:cubicBezTo>
                  <a:pt x="50" y="209"/>
                  <a:pt x="50" y="209"/>
                  <a:pt x="50" y="209"/>
                </a:cubicBezTo>
                <a:cubicBezTo>
                  <a:pt x="81" y="347"/>
                  <a:pt x="81" y="347"/>
                  <a:pt x="81" y="347"/>
                </a:cubicBezTo>
                <a:cubicBezTo>
                  <a:pt x="81" y="347"/>
                  <a:pt x="81" y="347"/>
                  <a:pt x="81" y="347"/>
                </a:cubicBezTo>
                <a:cubicBezTo>
                  <a:pt x="82" y="350"/>
                  <a:pt x="85" y="353"/>
                  <a:pt x="89" y="353"/>
                </a:cubicBezTo>
                <a:cubicBezTo>
                  <a:pt x="153" y="353"/>
                  <a:pt x="153" y="353"/>
                  <a:pt x="153" y="353"/>
                </a:cubicBezTo>
                <a:cubicBezTo>
                  <a:pt x="157" y="353"/>
                  <a:pt x="161" y="349"/>
                  <a:pt x="161" y="345"/>
                </a:cubicBezTo>
                <a:cubicBezTo>
                  <a:pt x="161" y="344"/>
                  <a:pt x="161" y="344"/>
                  <a:pt x="160" y="343"/>
                </a:cubicBezTo>
                <a:cubicBezTo>
                  <a:pt x="161" y="343"/>
                  <a:pt x="161" y="343"/>
                  <a:pt x="161" y="343"/>
                </a:cubicBezTo>
                <a:cubicBezTo>
                  <a:pt x="135" y="234"/>
                  <a:pt x="135" y="234"/>
                  <a:pt x="135" y="234"/>
                </a:cubicBezTo>
                <a:cubicBezTo>
                  <a:pt x="273" y="275"/>
                  <a:pt x="273" y="275"/>
                  <a:pt x="273" y="275"/>
                </a:cubicBezTo>
                <a:cubicBezTo>
                  <a:pt x="273" y="281"/>
                  <a:pt x="273" y="281"/>
                  <a:pt x="273" y="281"/>
                </a:cubicBezTo>
                <a:cubicBezTo>
                  <a:pt x="273" y="294"/>
                  <a:pt x="284" y="305"/>
                  <a:pt x="297" y="305"/>
                </a:cubicBezTo>
                <a:cubicBezTo>
                  <a:pt x="311" y="305"/>
                  <a:pt x="321" y="294"/>
                  <a:pt x="321" y="281"/>
                </a:cubicBezTo>
                <a:cubicBezTo>
                  <a:pt x="321" y="200"/>
                  <a:pt x="321" y="200"/>
                  <a:pt x="321" y="200"/>
                </a:cubicBezTo>
                <a:cubicBezTo>
                  <a:pt x="339" y="200"/>
                  <a:pt x="353" y="186"/>
                  <a:pt x="353" y="168"/>
                </a:cubicBezTo>
                <a:cubicBezTo>
                  <a:pt x="353" y="136"/>
                  <a:pt x="353" y="136"/>
                  <a:pt x="353" y="136"/>
                </a:cubicBezTo>
                <a:cubicBezTo>
                  <a:pt x="353" y="118"/>
                  <a:pt x="339" y="104"/>
                  <a:pt x="321" y="104"/>
                </a:cubicBezTo>
                <a:moveTo>
                  <a:pt x="32" y="192"/>
                </a:moveTo>
                <a:cubicBezTo>
                  <a:pt x="16" y="192"/>
                  <a:pt x="16" y="192"/>
                  <a:pt x="16" y="192"/>
                </a:cubicBezTo>
                <a:cubicBezTo>
                  <a:pt x="16" y="112"/>
                  <a:pt x="16" y="112"/>
                  <a:pt x="16" y="112"/>
                </a:cubicBezTo>
                <a:cubicBezTo>
                  <a:pt x="32" y="112"/>
                  <a:pt x="32" y="112"/>
                  <a:pt x="32" y="112"/>
                </a:cubicBezTo>
                <a:lnTo>
                  <a:pt x="32" y="192"/>
                </a:lnTo>
                <a:close/>
                <a:moveTo>
                  <a:pt x="143" y="337"/>
                </a:moveTo>
                <a:cubicBezTo>
                  <a:pt x="95" y="337"/>
                  <a:pt x="95" y="337"/>
                  <a:pt x="95" y="337"/>
                </a:cubicBezTo>
                <a:cubicBezTo>
                  <a:pt x="91" y="321"/>
                  <a:pt x="91" y="321"/>
                  <a:pt x="91" y="321"/>
                </a:cubicBezTo>
                <a:cubicBezTo>
                  <a:pt x="139" y="321"/>
                  <a:pt x="139" y="321"/>
                  <a:pt x="139" y="321"/>
                </a:cubicBezTo>
                <a:lnTo>
                  <a:pt x="143" y="337"/>
                </a:lnTo>
                <a:close/>
                <a:moveTo>
                  <a:pt x="135" y="305"/>
                </a:moveTo>
                <a:cubicBezTo>
                  <a:pt x="88" y="305"/>
                  <a:pt x="88" y="305"/>
                  <a:pt x="88" y="305"/>
                </a:cubicBezTo>
                <a:cubicBezTo>
                  <a:pt x="68" y="214"/>
                  <a:pt x="68" y="214"/>
                  <a:pt x="68" y="214"/>
                </a:cubicBezTo>
                <a:cubicBezTo>
                  <a:pt x="117" y="229"/>
                  <a:pt x="117" y="229"/>
                  <a:pt x="117" y="229"/>
                </a:cubicBezTo>
                <a:lnTo>
                  <a:pt x="135" y="305"/>
                </a:lnTo>
                <a:close/>
                <a:moveTo>
                  <a:pt x="273" y="258"/>
                </a:moveTo>
                <a:cubicBezTo>
                  <a:pt x="48" y="192"/>
                  <a:pt x="48" y="192"/>
                  <a:pt x="48" y="192"/>
                </a:cubicBezTo>
                <a:cubicBezTo>
                  <a:pt x="48" y="113"/>
                  <a:pt x="48" y="113"/>
                  <a:pt x="48" y="113"/>
                </a:cubicBezTo>
                <a:cubicBezTo>
                  <a:pt x="273" y="47"/>
                  <a:pt x="273" y="47"/>
                  <a:pt x="273" y="47"/>
                </a:cubicBezTo>
                <a:lnTo>
                  <a:pt x="273" y="258"/>
                </a:lnTo>
                <a:close/>
                <a:moveTo>
                  <a:pt x="305" y="281"/>
                </a:moveTo>
                <a:cubicBezTo>
                  <a:pt x="305" y="285"/>
                  <a:pt x="302" y="289"/>
                  <a:pt x="297" y="289"/>
                </a:cubicBezTo>
                <a:cubicBezTo>
                  <a:pt x="293" y="289"/>
                  <a:pt x="289" y="285"/>
                  <a:pt x="289" y="281"/>
                </a:cubicBezTo>
                <a:cubicBezTo>
                  <a:pt x="289" y="24"/>
                  <a:pt x="289" y="24"/>
                  <a:pt x="289" y="24"/>
                </a:cubicBezTo>
                <a:cubicBezTo>
                  <a:pt x="289" y="19"/>
                  <a:pt x="293" y="16"/>
                  <a:pt x="297" y="16"/>
                </a:cubicBezTo>
                <a:cubicBezTo>
                  <a:pt x="302" y="16"/>
                  <a:pt x="305" y="19"/>
                  <a:pt x="305" y="24"/>
                </a:cubicBezTo>
                <a:lnTo>
                  <a:pt x="305" y="281"/>
                </a:lnTo>
                <a:close/>
                <a:moveTo>
                  <a:pt x="337" y="168"/>
                </a:moveTo>
                <a:cubicBezTo>
                  <a:pt x="337" y="177"/>
                  <a:pt x="330" y="184"/>
                  <a:pt x="321" y="184"/>
                </a:cubicBezTo>
                <a:cubicBezTo>
                  <a:pt x="321" y="120"/>
                  <a:pt x="321" y="120"/>
                  <a:pt x="321" y="120"/>
                </a:cubicBezTo>
                <a:cubicBezTo>
                  <a:pt x="330" y="120"/>
                  <a:pt x="337" y="127"/>
                  <a:pt x="337" y="136"/>
                </a:cubicBezTo>
                <a:lnTo>
                  <a:pt x="337" y="168"/>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71" name="Google Shape;471;p24"/>
          <p:cNvSpPr/>
          <p:nvPr/>
        </p:nvSpPr>
        <p:spPr>
          <a:xfrm>
            <a:off x="19671289" y="2583123"/>
            <a:ext cx="1453675" cy="1108900"/>
          </a:xfrm>
          <a:custGeom>
            <a:rect b="b" l="l" r="r" t="t"/>
            <a:pathLst>
              <a:path extrusionOk="0" h="289" w="353">
                <a:moveTo>
                  <a:pt x="38" y="216"/>
                </a:moveTo>
                <a:cubicBezTo>
                  <a:pt x="49" y="213"/>
                  <a:pt x="68" y="201"/>
                  <a:pt x="68" y="173"/>
                </a:cubicBezTo>
                <a:cubicBezTo>
                  <a:pt x="68" y="148"/>
                  <a:pt x="60" y="138"/>
                  <a:pt x="55" y="132"/>
                </a:cubicBezTo>
                <a:cubicBezTo>
                  <a:pt x="55" y="131"/>
                  <a:pt x="55" y="131"/>
                  <a:pt x="55" y="131"/>
                </a:cubicBezTo>
                <a:cubicBezTo>
                  <a:pt x="55" y="131"/>
                  <a:pt x="55" y="131"/>
                  <a:pt x="55" y="131"/>
                </a:cubicBezTo>
                <a:cubicBezTo>
                  <a:pt x="54" y="130"/>
                  <a:pt x="53" y="126"/>
                  <a:pt x="55" y="117"/>
                </a:cubicBezTo>
                <a:cubicBezTo>
                  <a:pt x="56" y="113"/>
                  <a:pt x="56" y="109"/>
                  <a:pt x="54" y="106"/>
                </a:cubicBezTo>
                <a:cubicBezTo>
                  <a:pt x="51" y="99"/>
                  <a:pt x="45" y="85"/>
                  <a:pt x="49" y="75"/>
                </a:cubicBezTo>
                <a:cubicBezTo>
                  <a:pt x="56" y="58"/>
                  <a:pt x="59" y="57"/>
                  <a:pt x="67" y="53"/>
                </a:cubicBezTo>
                <a:cubicBezTo>
                  <a:pt x="68" y="53"/>
                  <a:pt x="69" y="53"/>
                  <a:pt x="69" y="52"/>
                </a:cubicBezTo>
                <a:cubicBezTo>
                  <a:pt x="71" y="51"/>
                  <a:pt x="79" y="48"/>
                  <a:pt x="88" y="48"/>
                </a:cubicBezTo>
                <a:cubicBezTo>
                  <a:pt x="92" y="48"/>
                  <a:pt x="95" y="49"/>
                  <a:pt x="98" y="50"/>
                </a:cubicBezTo>
                <a:cubicBezTo>
                  <a:pt x="98" y="47"/>
                  <a:pt x="99" y="45"/>
                  <a:pt x="100" y="42"/>
                </a:cubicBezTo>
                <a:cubicBezTo>
                  <a:pt x="101" y="39"/>
                  <a:pt x="102" y="37"/>
                  <a:pt x="103" y="35"/>
                </a:cubicBezTo>
                <a:cubicBezTo>
                  <a:pt x="98" y="33"/>
                  <a:pt x="93" y="32"/>
                  <a:pt x="88" y="32"/>
                </a:cubicBezTo>
                <a:cubicBezTo>
                  <a:pt x="76" y="32"/>
                  <a:pt x="65" y="36"/>
                  <a:pt x="61" y="39"/>
                </a:cubicBezTo>
                <a:cubicBezTo>
                  <a:pt x="48" y="44"/>
                  <a:pt x="42" y="50"/>
                  <a:pt x="34" y="69"/>
                </a:cubicBezTo>
                <a:cubicBezTo>
                  <a:pt x="27" y="86"/>
                  <a:pt x="36" y="104"/>
                  <a:pt x="40" y="113"/>
                </a:cubicBezTo>
                <a:cubicBezTo>
                  <a:pt x="35" y="133"/>
                  <a:pt x="42" y="140"/>
                  <a:pt x="42" y="140"/>
                </a:cubicBezTo>
                <a:cubicBezTo>
                  <a:pt x="45" y="145"/>
                  <a:pt x="52" y="153"/>
                  <a:pt x="52" y="173"/>
                </a:cubicBezTo>
                <a:cubicBezTo>
                  <a:pt x="52" y="197"/>
                  <a:pt x="34" y="201"/>
                  <a:pt x="34" y="201"/>
                </a:cubicBezTo>
                <a:cubicBezTo>
                  <a:pt x="19" y="206"/>
                  <a:pt x="0" y="217"/>
                  <a:pt x="0" y="249"/>
                </a:cubicBezTo>
                <a:cubicBezTo>
                  <a:pt x="0" y="249"/>
                  <a:pt x="0" y="257"/>
                  <a:pt x="8" y="257"/>
                </a:cubicBezTo>
                <a:cubicBezTo>
                  <a:pt x="43" y="257"/>
                  <a:pt x="43" y="257"/>
                  <a:pt x="43" y="257"/>
                </a:cubicBezTo>
                <a:cubicBezTo>
                  <a:pt x="45" y="251"/>
                  <a:pt x="48" y="245"/>
                  <a:pt x="51" y="241"/>
                </a:cubicBezTo>
                <a:cubicBezTo>
                  <a:pt x="16" y="241"/>
                  <a:pt x="16" y="241"/>
                  <a:pt x="16" y="241"/>
                </a:cubicBezTo>
                <a:cubicBezTo>
                  <a:pt x="19" y="225"/>
                  <a:pt x="28" y="220"/>
                  <a:pt x="38" y="216"/>
                </a:cubicBezTo>
                <a:moveTo>
                  <a:pt x="319" y="201"/>
                </a:moveTo>
                <a:cubicBezTo>
                  <a:pt x="319" y="201"/>
                  <a:pt x="301" y="197"/>
                  <a:pt x="301" y="173"/>
                </a:cubicBezTo>
                <a:cubicBezTo>
                  <a:pt x="301" y="153"/>
                  <a:pt x="307" y="145"/>
                  <a:pt x="311" y="140"/>
                </a:cubicBezTo>
                <a:cubicBezTo>
                  <a:pt x="311" y="140"/>
                  <a:pt x="318" y="133"/>
                  <a:pt x="312" y="113"/>
                </a:cubicBezTo>
                <a:cubicBezTo>
                  <a:pt x="317" y="104"/>
                  <a:pt x="325" y="86"/>
                  <a:pt x="318" y="69"/>
                </a:cubicBezTo>
                <a:cubicBezTo>
                  <a:pt x="310" y="50"/>
                  <a:pt x="304" y="44"/>
                  <a:pt x="292" y="39"/>
                </a:cubicBezTo>
                <a:cubicBezTo>
                  <a:pt x="287" y="36"/>
                  <a:pt x="276" y="32"/>
                  <a:pt x="265" y="32"/>
                </a:cubicBezTo>
                <a:cubicBezTo>
                  <a:pt x="259" y="32"/>
                  <a:pt x="254" y="33"/>
                  <a:pt x="248" y="35"/>
                </a:cubicBezTo>
                <a:cubicBezTo>
                  <a:pt x="250" y="40"/>
                  <a:pt x="252" y="46"/>
                  <a:pt x="253" y="51"/>
                </a:cubicBezTo>
                <a:cubicBezTo>
                  <a:pt x="254" y="51"/>
                  <a:pt x="254" y="50"/>
                  <a:pt x="254" y="50"/>
                </a:cubicBezTo>
                <a:cubicBezTo>
                  <a:pt x="257" y="49"/>
                  <a:pt x="260" y="48"/>
                  <a:pt x="265" y="48"/>
                </a:cubicBezTo>
                <a:cubicBezTo>
                  <a:pt x="273" y="48"/>
                  <a:pt x="281" y="51"/>
                  <a:pt x="283" y="52"/>
                </a:cubicBezTo>
                <a:cubicBezTo>
                  <a:pt x="284" y="53"/>
                  <a:pt x="284" y="53"/>
                  <a:pt x="285" y="53"/>
                </a:cubicBezTo>
                <a:cubicBezTo>
                  <a:pt x="293" y="57"/>
                  <a:pt x="296" y="58"/>
                  <a:pt x="303" y="75"/>
                </a:cubicBezTo>
                <a:cubicBezTo>
                  <a:pt x="307" y="85"/>
                  <a:pt x="301" y="99"/>
                  <a:pt x="298" y="106"/>
                </a:cubicBezTo>
                <a:cubicBezTo>
                  <a:pt x="297" y="109"/>
                  <a:pt x="296" y="113"/>
                  <a:pt x="297" y="117"/>
                </a:cubicBezTo>
                <a:cubicBezTo>
                  <a:pt x="299" y="126"/>
                  <a:pt x="298" y="130"/>
                  <a:pt x="298" y="131"/>
                </a:cubicBezTo>
                <a:cubicBezTo>
                  <a:pt x="298" y="131"/>
                  <a:pt x="298" y="131"/>
                  <a:pt x="298" y="131"/>
                </a:cubicBezTo>
                <a:cubicBezTo>
                  <a:pt x="297" y="132"/>
                  <a:pt x="297" y="132"/>
                  <a:pt x="297" y="132"/>
                </a:cubicBezTo>
                <a:cubicBezTo>
                  <a:pt x="293" y="138"/>
                  <a:pt x="285" y="148"/>
                  <a:pt x="285" y="173"/>
                </a:cubicBezTo>
                <a:cubicBezTo>
                  <a:pt x="285" y="201"/>
                  <a:pt x="303" y="213"/>
                  <a:pt x="314" y="216"/>
                </a:cubicBezTo>
                <a:cubicBezTo>
                  <a:pt x="324" y="220"/>
                  <a:pt x="334" y="225"/>
                  <a:pt x="336" y="241"/>
                </a:cubicBezTo>
                <a:cubicBezTo>
                  <a:pt x="301" y="241"/>
                  <a:pt x="301" y="241"/>
                  <a:pt x="301" y="241"/>
                </a:cubicBezTo>
                <a:cubicBezTo>
                  <a:pt x="304" y="245"/>
                  <a:pt x="307" y="251"/>
                  <a:pt x="309" y="257"/>
                </a:cubicBezTo>
                <a:cubicBezTo>
                  <a:pt x="345" y="257"/>
                  <a:pt x="345" y="257"/>
                  <a:pt x="345" y="257"/>
                </a:cubicBezTo>
                <a:cubicBezTo>
                  <a:pt x="353" y="257"/>
                  <a:pt x="353" y="249"/>
                  <a:pt x="353" y="249"/>
                </a:cubicBezTo>
                <a:cubicBezTo>
                  <a:pt x="353" y="217"/>
                  <a:pt x="333" y="206"/>
                  <a:pt x="319" y="201"/>
                </a:cubicBezTo>
                <a:moveTo>
                  <a:pt x="240" y="218"/>
                </a:moveTo>
                <a:cubicBezTo>
                  <a:pt x="240" y="218"/>
                  <a:pt x="211" y="211"/>
                  <a:pt x="211" y="181"/>
                </a:cubicBezTo>
                <a:cubicBezTo>
                  <a:pt x="211" y="155"/>
                  <a:pt x="223" y="146"/>
                  <a:pt x="228" y="139"/>
                </a:cubicBezTo>
                <a:cubicBezTo>
                  <a:pt x="228" y="139"/>
                  <a:pt x="237" y="131"/>
                  <a:pt x="231" y="105"/>
                </a:cubicBezTo>
                <a:cubicBezTo>
                  <a:pt x="241" y="90"/>
                  <a:pt x="245" y="66"/>
                  <a:pt x="232" y="37"/>
                </a:cubicBezTo>
                <a:cubicBezTo>
                  <a:pt x="225" y="20"/>
                  <a:pt x="219" y="11"/>
                  <a:pt x="209" y="5"/>
                </a:cubicBezTo>
                <a:cubicBezTo>
                  <a:pt x="202" y="1"/>
                  <a:pt x="194" y="0"/>
                  <a:pt x="186" y="0"/>
                </a:cubicBezTo>
                <a:cubicBezTo>
                  <a:pt x="172" y="0"/>
                  <a:pt x="158" y="5"/>
                  <a:pt x="152" y="9"/>
                </a:cubicBezTo>
                <a:cubicBezTo>
                  <a:pt x="136" y="16"/>
                  <a:pt x="125" y="22"/>
                  <a:pt x="115" y="48"/>
                </a:cubicBezTo>
                <a:cubicBezTo>
                  <a:pt x="107" y="69"/>
                  <a:pt x="117" y="92"/>
                  <a:pt x="122" y="104"/>
                </a:cubicBezTo>
                <a:cubicBezTo>
                  <a:pt x="116" y="130"/>
                  <a:pt x="125" y="139"/>
                  <a:pt x="125" y="139"/>
                </a:cubicBezTo>
                <a:cubicBezTo>
                  <a:pt x="129" y="146"/>
                  <a:pt x="141" y="155"/>
                  <a:pt x="141" y="181"/>
                </a:cubicBezTo>
                <a:cubicBezTo>
                  <a:pt x="141" y="211"/>
                  <a:pt x="112" y="218"/>
                  <a:pt x="112" y="218"/>
                </a:cubicBezTo>
                <a:cubicBezTo>
                  <a:pt x="94" y="225"/>
                  <a:pt x="56" y="238"/>
                  <a:pt x="56" y="281"/>
                </a:cubicBezTo>
                <a:cubicBezTo>
                  <a:pt x="56" y="281"/>
                  <a:pt x="56" y="289"/>
                  <a:pt x="64" y="289"/>
                </a:cubicBezTo>
                <a:cubicBezTo>
                  <a:pt x="289" y="289"/>
                  <a:pt x="289" y="289"/>
                  <a:pt x="289" y="289"/>
                </a:cubicBezTo>
                <a:cubicBezTo>
                  <a:pt x="297" y="289"/>
                  <a:pt x="297" y="281"/>
                  <a:pt x="297" y="281"/>
                </a:cubicBezTo>
                <a:cubicBezTo>
                  <a:pt x="297" y="238"/>
                  <a:pt x="258" y="225"/>
                  <a:pt x="240" y="218"/>
                </a:cubicBezTo>
                <a:moveTo>
                  <a:pt x="72" y="273"/>
                </a:moveTo>
                <a:cubicBezTo>
                  <a:pt x="76" y="250"/>
                  <a:pt x="96" y="241"/>
                  <a:pt x="116" y="234"/>
                </a:cubicBezTo>
                <a:cubicBezTo>
                  <a:pt x="117" y="234"/>
                  <a:pt x="117" y="234"/>
                  <a:pt x="117" y="234"/>
                </a:cubicBezTo>
                <a:cubicBezTo>
                  <a:pt x="131" y="230"/>
                  <a:pt x="157" y="214"/>
                  <a:pt x="157" y="181"/>
                </a:cubicBezTo>
                <a:cubicBezTo>
                  <a:pt x="157" y="153"/>
                  <a:pt x="146" y="140"/>
                  <a:pt x="140" y="132"/>
                </a:cubicBezTo>
                <a:cubicBezTo>
                  <a:pt x="138" y="131"/>
                  <a:pt x="137" y="129"/>
                  <a:pt x="137" y="129"/>
                </a:cubicBezTo>
                <a:cubicBezTo>
                  <a:pt x="137" y="128"/>
                  <a:pt x="134" y="122"/>
                  <a:pt x="138" y="107"/>
                </a:cubicBezTo>
                <a:cubicBezTo>
                  <a:pt x="139" y="100"/>
                  <a:pt x="137" y="97"/>
                  <a:pt x="137" y="97"/>
                </a:cubicBezTo>
                <a:cubicBezTo>
                  <a:pt x="132" y="87"/>
                  <a:pt x="124" y="69"/>
                  <a:pt x="130" y="54"/>
                </a:cubicBezTo>
                <a:cubicBezTo>
                  <a:pt x="138" y="33"/>
                  <a:pt x="146" y="29"/>
                  <a:pt x="159" y="23"/>
                </a:cubicBezTo>
                <a:cubicBezTo>
                  <a:pt x="160" y="23"/>
                  <a:pt x="160" y="22"/>
                  <a:pt x="161" y="22"/>
                </a:cubicBezTo>
                <a:cubicBezTo>
                  <a:pt x="164" y="20"/>
                  <a:pt x="174" y="16"/>
                  <a:pt x="186" y="16"/>
                </a:cubicBezTo>
                <a:cubicBezTo>
                  <a:pt x="192" y="16"/>
                  <a:pt x="197" y="17"/>
                  <a:pt x="201" y="19"/>
                </a:cubicBezTo>
                <a:cubicBezTo>
                  <a:pt x="206" y="22"/>
                  <a:pt x="210" y="27"/>
                  <a:pt x="217" y="44"/>
                </a:cubicBezTo>
                <a:cubicBezTo>
                  <a:pt x="230" y="73"/>
                  <a:pt x="222" y="89"/>
                  <a:pt x="218" y="95"/>
                </a:cubicBezTo>
                <a:cubicBezTo>
                  <a:pt x="215" y="99"/>
                  <a:pt x="214" y="104"/>
                  <a:pt x="215" y="108"/>
                </a:cubicBezTo>
                <a:cubicBezTo>
                  <a:pt x="218" y="122"/>
                  <a:pt x="216" y="127"/>
                  <a:pt x="216" y="129"/>
                </a:cubicBezTo>
                <a:cubicBezTo>
                  <a:pt x="216" y="129"/>
                  <a:pt x="214" y="131"/>
                  <a:pt x="213" y="132"/>
                </a:cubicBezTo>
                <a:cubicBezTo>
                  <a:pt x="207" y="140"/>
                  <a:pt x="195" y="153"/>
                  <a:pt x="195" y="181"/>
                </a:cubicBezTo>
                <a:cubicBezTo>
                  <a:pt x="195" y="214"/>
                  <a:pt x="221" y="230"/>
                  <a:pt x="235" y="234"/>
                </a:cubicBezTo>
                <a:cubicBezTo>
                  <a:pt x="236" y="234"/>
                  <a:pt x="236" y="234"/>
                  <a:pt x="236" y="234"/>
                </a:cubicBezTo>
                <a:cubicBezTo>
                  <a:pt x="256" y="241"/>
                  <a:pt x="276" y="250"/>
                  <a:pt x="280" y="273"/>
                </a:cubicBezTo>
                <a:lnTo>
                  <a:pt x="72" y="273"/>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72" name="Google Shape;472;p24"/>
          <p:cNvSpPr txBox="1"/>
          <p:nvPr/>
        </p:nvSpPr>
        <p:spPr>
          <a:xfrm>
            <a:off x="3926900" y="10846600"/>
            <a:ext cx="3000000" cy="293400"/>
          </a:xfrm>
          <a:prstGeom prst="rect">
            <a:avLst/>
          </a:prstGeom>
          <a:noFill/>
          <a:ln>
            <a:noFill/>
          </a:ln>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en-US">
                <a:solidFill>
                  <a:schemeClr val="dk2"/>
                </a:solidFill>
                <a:latin typeface="Lato"/>
                <a:ea typeface="Lato"/>
                <a:cs typeface="Lato"/>
                <a:sym typeface="Lato"/>
              </a:rPr>
              <a:t>5 PERSONAS - 800 H/MES</a:t>
            </a:r>
            <a:endParaRPr>
              <a:solidFill>
                <a:schemeClr val="dk1"/>
              </a:solidFill>
            </a:endParaRPr>
          </a:p>
        </p:txBody>
      </p:sp>
      <p:sp>
        <p:nvSpPr>
          <p:cNvPr id="473" name="Google Shape;473;p24"/>
          <p:cNvSpPr txBox="1"/>
          <p:nvPr/>
        </p:nvSpPr>
        <p:spPr>
          <a:xfrm>
            <a:off x="7697388" y="10191975"/>
            <a:ext cx="3000000" cy="293400"/>
          </a:xfrm>
          <a:prstGeom prst="rect">
            <a:avLst/>
          </a:prstGeom>
          <a:noFill/>
          <a:ln>
            <a:noFill/>
          </a:ln>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en-US">
                <a:solidFill>
                  <a:schemeClr val="dk2"/>
                </a:solidFill>
                <a:latin typeface="Lato"/>
                <a:ea typeface="Lato"/>
                <a:cs typeface="Lato"/>
                <a:sym typeface="Lato"/>
              </a:rPr>
              <a:t>3</a:t>
            </a:r>
            <a:r>
              <a:rPr b="1" lang="en-US">
                <a:solidFill>
                  <a:schemeClr val="dk2"/>
                </a:solidFill>
                <a:latin typeface="Lato"/>
                <a:ea typeface="Lato"/>
                <a:cs typeface="Lato"/>
                <a:sym typeface="Lato"/>
              </a:rPr>
              <a:t> PERSONAS - 480 H/MES</a:t>
            </a:r>
            <a:endParaRPr>
              <a:solidFill>
                <a:schemeClr val="dk1"/>
              </a:solidFill>
            </a:endParaRPr>
          </a:p>
        </p:txBody>
      </p:sp>
      <p:sp>
        <p:nvSpPr>
          <p:cNvPr id="474" name="Google Shape;474;p24"/>
          <p:cNvSpPr txBox="1"/>
          <p:nvPr/>
        </p:nvSpPr>
        <p:spPr>
          <a:xfrm>
            <a:off x="11374463" y="9412500"/>
            <a:ext cx="3000000" cy="293400"/>
          </a:xfrm>
          <a:prstGeom prst="rect">
            <a:avLst/>
          </a:prstGeom>
          <a:noFill/>
          <a:ln>
            <a:noFill/>
          </a:ln>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en-US">
                <a:solidFill>
                  <a:schemeClr val="dk2"/>
                </a:solidFill>
                <a:latin typeface="Lato"/>
                <a:ea typeface="Lato"/>
                <a:cs typeface="Lato"/>
                <a:sym typeface="Lato"/>
              </a:rPr>
              <a:t>3 PERSONAS - 480 H/MES</a:t>
            </a:r>
            <a:endParaRPr>
              <a:solidFill>
                <a:schemeClr val="dk1"/>
              </a:solidFill>
            </a:endParaRPr>
          </a:p>
        </p:txBody>
      </p:sp>
      <p:sp>
        <p:nvSpPr>
          <p:cNvPr id="475" name="Google Shape;475;p24"/>
          <p:cNvSpPr txBox="1"/>
          <p:nvPr/>
        </p:nvSpPr>
        <p:spPr>
          <a:xfrm>
            <a:off x="15212550" y="8032125"/>
            <a:ext cx="3000000" cy="293400"/>
          </a:xfrm>
          <a:prstGeom prst="rect">
            <a:avLst/>
          </a:prstGeom>
          <a:noFill/>
          <a:ln>
            <a:noFill/>
          </a:ln>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en-US">
                <a:solidFill>
                  <a:schemeClr val="dk2"/>
                </a:solidFill>
                <a:latin typeface="Lato"/>
                <a:ea typeface="Lato"/>
                <a:cs typeface="Lato"/>
                <a:sym typeface="Lato"/>
              </a:rPr>
              <a:t>3 PERSONAS - 480 H/MES</a:t>
            </a:r>
            <a:endParaRPr>
              <a:solidFill>
                <a:schemeClr val="dk1"/>
              </a:solidFill>
            </a:endParaRPr>
          </a:p>
        </p:txBody>
      </p:sp>
      <p:sp>
        <p:nvSpPr>
          <p:cNvPr id="476" name="Google Shape;476;p24"/>
          <p:cNvSpPr txBox="1"/>
          <p:nvPr/>
        </p:nvSpPr>
        <p:spPr>
          <a:xfrm>
            <a:off x="18991338" y="6711300"/>
            <a:ext cx="3000000" cy="293400"/>
          </a:xfrm>
          <a:prstGeom prst="rect">
            <a:avLst/>
          </a:prstGeom>
          <a:noFill/>
          <a:ln>
            <a:noFill/>
          </a:ln>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en-US">
                <a:solidFill>
                  <a:schemeClr val="dk2"/>
                </a:solidFill>
                <a:latin typeface="Lato"/>
                <a:ea typeface="Lato"/>
                <a:cs typeface="Lato"/>
                <a:sym typeface="Lato"/>
              </a:rPr>
              <a:t>10</a:t>
            </a:r>
            <a:r>
              <a:rPr b="1" lang="en-US">
                <a:solidFill>
                  <a:schemeClr val="dk2"/>
                </a:solidFill>
                <a:latin typeface="Lato"/>
                <a:ea typeface="Lato"/>
                <a:cs typeface="Lato"/>
                <a:sym typeface="Lato"/>
              </a:rPr>
              <a:t> PERSONAS - 1.600 H/MES</a:t>
            </a:r>
            <a:endParaRPr>
              <a:solidFill>
                <a:schemeClr val="dk1"/>
              </a:solidFill>
            </a:endParaRPr>
          </a:p>
        </p:txBody>
      </p:sp>
      <p:sp>
        <p:nvSpPr>
          <p:cNvPr id="477" name="Google Shape;477;p24"/>
          <p:cNvSpPr/>
          <p:nvPr/>
        </p:nvSpPr>
        <p:spPr>
          <a:xfrm>
            <a:off x="2795775" y="12211775"/>
            <a:ext cx="3019975" cy="357723"/>
          </a:xfrm>
          <a:custGeom>
            <a:rect b="b" l="l" r="r" t="t"/>
            <a:pathLst>
              <a:path extrusionOk="0" h="24081" w="120799">
                <a:moveTo>
                  <a:pt x="120799" y="13188"/>
                </a:moveTo>
                <a:cubicBezTo>
                  <a:pt x="109897" y="14946"/>
                  <a:pt x="75522" y="25936"/>
                  <a:pt x="55389" y="23738"/>
                </a:cubicBezTo>
                <a:cubicBezTo>
                  <a:pt x="35256" y="21540"/>
                  <a:pt x="9232" y="3956"/>
                  <a:pt x="0" y="0"/>
                </a:cubicBezTo>
              </a:path>
            </a:pathLst>
          </a:custGeom>
          <a:noFill/>
          <a:ln cap="flat" cmpd="sng" w="19050">
            <a:solidFill>
              <a:srgbClr val="C9C9C9"/>
            </a:solidFill>
            <a:prstDash val="solid"/>
            <a:round/>
            <a:headEnd len="med" w="med" type="stealth"/>
            <a:tailEnd len="med" w="med" type="stealth"/>
          </a:ln>
        </p:spPr>
      </p:sp>
      <p:sp>
        <p:nvSpPr>
          <p:cNvPr id="478" name="Google Shape;478;p24"/>
          <p:cNvSpPr/>
          <p:nvPr/>
        </p:nvSpPr>
        <p:spPr>
          <a:xfrm>
            <a:off x="2795775" y="11476200"/>
            <a:ext cx="6844400" cy="1558502"/>
          </a:xfrm>
          <a:custGeom>
            <a:rect b="b" l="l" r="r" t="t"/>
            <a:pathLst>
              <a:path extrusionOk="0" h="71197" w="273776">
                <a:moveTo>
                  <a:pt x="273776" y="0"/>
                </a:moveTo>
                <a:cubicBezTo>
                  <a:pt x="258918" y="11517"/>
                  <a:pt x="230257" y="60399"/>
                  <a:pt x="184628" y="69103"/>
                </a:cubicBezTo>
                <a:cubicBezTo>
                  <a:pt x="138999" y="77807"/>
                  <a:pt x="30771" y="55036"/>
                  <a:pt x="0" y="52223"/>
                </a:cubicBezTo>
              </a:path>
            </a:pathLst>
          </a:custGeom>
          <a:noFill/>
          <a:ln cap="flat" cmpd="sng" w="19050">
            <a:solidFill>
              <a:srgbClr val="C9C9C9"/>
            </a:solidFill>
            <a:prstDash val="solid"/>
            <a:round/>
            <a:headEnd len="med" w="med" type="stealth"/>
            <a:tailEnd len="med" w="med" type="stealth"/>
          </a:ln>
        </p:spPr>
      </p:sp>
      <p:sp>
        <p:nvSpPr>
          <p:cNvPr id="479" name="Google Shape;479;p24"/>
          <p:cNvSpPr txBox="1"/>
          <p:nvPr/>
        </p:nvSpPr>
        <p:spPr>
          <a:xfrm>
            <a:off x="1676400" y="3131975"/>
            <a:ext cx="6170400" cy="2551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lang="en-US" sz="1800">
                <a:solidFill>
                  <a:schemeClr val="dk2"/>
                </a:solidFill>
                <a:latin typeface="Lato Light"/>
                <a:ea typeface="Lato Light"/>
                <a:cs typeface="Lato Light"/>
                <a:sym typeface="Lato Light"/>
              </a:rPr>
              <a:t>El flujo de comunicación interna es… </a:t>
            </a:r>
            <a:r>
              <a:rPr b="0" i="0" lang="en-US" sz="1800" u="none" cap="none" strike="noStrike">
                <a:solidFill>
                  <a:schemeClr val="dk2"/>
                </a:solidFill>
                <a:latin typeface="Lato Light"/>
                <a:ea typeface="Lato Light"/>
                <a:cs typeface="Lato Light"/>
                <a:sym typeface="Lato Light"/>
              </a:rPr>
              <a:t>Insert some explanations, Information, and data about the title here. So Insert some explanations and Information.</a:t>
            </a:r>
            <a:endParaRPr b="0" i="0" sz="1800" u="none" cap="none" strike="noStrike">
              <a:solidFill>
                <a:schemeClr val="dk2"/>
              </a:solidFill>
              <a:latin typeface="Lato Light"/>
              <a:ea typeface="Lato Light"/>
              <a:cs typeface="Lato Light"/>
              <a:sym typeface="Lato Light"/>
            </a:endParaRPr>
          </a:p>
          <a:p>
            <a:pPr indent="0" lvl="0" marL="0" marR="0" rtl="0" algn="l">
              <a:lnSpc>
                <a:spcPct val="120000"/>
              </a:lnSpc>
              <a:spcBef>
                <a:spcPts val="0"/>
              </a:spcBef>
              <a:spcAft>
                <a:spcPts val="0"/>
              </a:spcAft>
              <a:buClr>
                <a:srgbClr val="000000"/>
              </a:buClr>
              <a:buSzPts val="2400"/>
              <a:buFont typeface="Arial"/>
              <a:buNone/>
            </a:pPr>
            <a:r>
              <a:rPr lang="en-US" sz="1800">
                <a:solidFill>
                  <a:schemeClr val="dk2"/>
                </a:solidFill>
                <a:latin typeface="Lato Light"/>
                <a:ea typeface="Lato Light"/>
                <a:cs typeface="Lato Light"/>
                <a:sym typeface="Lato Light"/>
              </a:rPr>
              <a:t>Los principales problemas para una correcta aplicación del plan de marketing son… nsert some explanations, Information, and data about the title here</a:t>
            </a:r>
            <a:endParaRPr sz="1800">
              <a:solidFill>
                <a:schemeClr val="dk2"/>
              </a:solidFill>
              <a:latin typeface="Lato Light"/>
              <a:ea typeface="Lato Light"/>
              <a:cs typeface="Lato Light"/>
              <a:sym typeface="Lato Light"/>
            </a:endParaRPr>
          </a:p>
        </p:txBody>
      </p:sp>
      <p:sp>
        <p:nvSpPr>
          <p:cNvPr id="480" name="Google Shape;480;p24"/>
          <p:cNvSpPr txBox="1"/>
          <p:nvPr/>
        </p:nvSpPr>
        <p:spPr>
          <a:xfrm>
            <a:off x="13016225" y="11215275"/>
            <a:ext cx="9634200" cy="135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lang="en-US" sz="1800">
                <a:solidFill>
                  <a:schemeClr val="dk2"/>
                </a:solidFill>
                <a:latin typeface="Lato Light"/>
                <a:ea typeface="Lato Light"/>
                <a:cs typeface="Lato Light"/>
                <a:sym typeface="Lato Light"/>
              </a:rPr>
              <a:t>Los principales problemas en la atención al cliente son… Insert some explanations, Information, and data about the title here. Insert some explanations, Information, and data about the title here. Insert some explanations, Information, and data about the title here. Insert some explanations, Information, and data about the title here. </a:t>
            </a:r>
            <a:endParaRPr sz="1800">
              <a:solidFill>
                <a:schemeClr val="dk2"/>
              </a:solidFill>
              <a:latin typeface="Lato Light"/>
              <a:ea typeface="Lato Light"/>
              <a:cs typeface="Lato Light"/>
              <a:sym typeface="Lato Light"/>
            </a:endParaRPr>
          </a:p>
          <a:p>
            <a:pPr indent="0" lvl="0" marL="0" marR="0" rtl="0" algn="l">
              <a:lnSpc>
                <a:spcPct val="120000"/>
              </a:lnSpc>
              <a:spcBef>
                <a:spcPts val="0"/>
              </a:spcBef>
              <a:spcAft>
                <a:spcPts val="0"/>
              </a:spcAft>
              <a:buClr>
                <a:srgbClr val="000000"/>
              </a:buClr>
              <a:buSzPts val="2400"/>
              <a:buFont typeface="Arial"/>
              <a:buNone/>
            </a:pPr>
            <a:r>
              <a:t/>
            </a:r>
            <a:endParaRPr sz="1800">
              <a:solidFill>
                <a:schemeClr val="dk2"/>
              </a:solidFill>
              <a:latin typeface="Lato Light"/>
              <a:ea typeface="Lato Light"/>
              <a:cs typeface="Lato Light"/>
              <a:sym typeface="Lato Light"/>
            </a:endParaRPr>
          </a:p>
          <a:p>
            <a:pPr indent="0" lvl="0" marL="0" marR="0" rtl="0" algn="l">
              <a:lnSpc>
                <a:spcPct val="120000"/>
              </a:lnSpc>
              <a:spcBef>
                <a:spcPts val="0"/>
              </a:spcBef>
              <a:spcAft>
                <a:spcPts val="0"/>
              </a:spcAft>
              <a:buClr>
                <a:srgbClr val="000000"/>
              </a:buClr>
              <a:buSzPts val="2400"/>
              <a:buFont typeface="Arial"/>
              <a:buNone/>
            </a:pPr>
            <a:r>
              <a:rPr lang="en-US" sz="1800">
                <a:solidFill>
                  <a:schemeClr val="dk2"/>
                </a:solidFill>
                <a:latin typeface="Lato Light"/>
                <a:ea typeface="Lato Light"/>
                <a:cs typeface="Lato Light"/>
                <a:sym typeface="Lato Light"/>
              </a:rPr>
              <a:t> </a:t>
            </a:r>
            <a:endParaRPr b="0" i="0" sz="1800" u="none" cap="none" strike="noStrike">
              <a:solidFill>
                <a:schemeClr val="dk2"/>
              </a:solidFill>
              <a:latin typeface="Lato Light"/>
              <a:ea typeface="Lato Light"/>
              <a:cs typeface="Lato Light"/>
              <a:sym typeface="Lato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84" name="Shape 484"/>
        <p:cNvGrpSpPr/>
        <p:nvPr/>
      </p:nvGrpSpPr>
      <p:grpSpPr>
        <a:xfrm>
          <a:off x="0" y="0"/>
          <a:ext cx="0" cy="0"/>
          <a:chOff x="0" y="0"/>
          <a:chExt cx="0" cy="0"/>
        </a:xfrm>
      </p:grpSpPr>
      <p:sp>
        <p:nvSpPr>
          <p:cNvPr id="485" name="Google Shape;485;p25"/>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¿Cuál es la situación actual del mercado? ¿Qué oportunidades y amenazas hay en él? </a:t>
            </a:r>
            <a:endParaRPr/>
          </a:p>
        </p:txBody>
      </p:sp>
      <p:sp>
        <p:nvSpPr>
          <p:cNvPr id="486" name="Google Shape;486;p25"/>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t>Análisis externo</a:t>
            </a:r>
            <a:endParaRPr b="1" i="0" sz="8800" u="none" cap="none" strike="noStrike">
              <a:solidFill>
                <a:schemeClr val="dk2"/>
              </a:solidFill>
              <a:latin typeface="Lato"/>
              <a:ea typeface="Lato"/>
              <a:cs typeface="Lato"/>
              <a:sym typeface="Lato"/>
            </a:endParaRPr>
          </a:p>
        </p:txBody>
      </p:sp>
      <p:cxnSp>
        <p:nvCxnSpPr>
          <p:cNvPr id="487" name="Google Shape;487;p25"/>
          <p:cNvCxnSpPr>
            <a:stCxn id="488" idx="7"/>
            <a:endCxn id="489" idx="3"/>
          </p:cNvCxnSpPr>
          <p:nvPr/>
        </p:nvCxnSpPr>
        <p:spPr>
          <a:xfrm flipH="1" rot="10800000">
            <a:off x="3880798" y="7171467"/>
            <a:ext cx="2156700" cy="1839600"/>
          </a:xfrm>
          <a:prstGeom prst="straightConnector1">
            <a:avLst/>
          </a:prstGeom>
          <a:noFill/>
          <a:ln cap="rnd" cmpd="sng" w="152400">
            <a:solidFill>
              <a:srgbClr val="E9E9E9"/>
            </a:solidFill>
            <a:prstDash val="solid"/>
            <a:round/>
            <a:headEnd len="sm" w="sm" type="none"/>
            <a:tailEnd len="sm" w="sm" type="none"/>
          </a:ln>
        </p:spPr>
      </p:cxnSp>
      <p:cxnSp>
        <p:nvCxnSpPr>
          <p:cNvPr id="490" name="Google Shape;490;p25"/>
          <p:cNvCxnSpPr>
            <a:stCxn id="489" idx="5"/>
            <a:endCxn id="491" idx="1"/>
          </p:cNvCxnSpPr>
          <p:nvPr/>
        </p:nvCxnSpPr>
        <p:spPr>
          <a:xfrm>
            <a:off x="7220770" y="7171467"/>
            <a:ext cx="2156700" cy="831900"/>
          </a:xfrm>
          <a:prstGeom prst="straightConnector1">
            <a:avLst/>
          </a:prstGeom>
          <a:noFill/>
          <a:ln cap="rnd" cmpd="sng" w="152400">
            <a:solidFill>
              <a:srgbClr val="E9E9E9"/>
            </a:solidFill>
            <a:prstDash val="solid"/>
            <a:round/>
            <a:headEnd len="sm" w="sm" type="none"/>
            <a:tailEnd len="sm" w="sm" type="none"/>
          </a:ln>
        </p:spPr>
      </p:cxnSp>
      <p:cxnSp>
        <p:nvCxnSpPr>
          <p:cNvPr id="492" name="Google Shape;492;p25"/>
          <p:cNvCxnSpPr>
            <a:stCxn id="491" idx="7"/>
            <a:endCxn id="493" idx="3"/>
          </p:cNvCxnSpPr>
          <p:nvPr/>
        </p:nvCxnSpPr>
        <p:spPr>
          <a:xfrm flipH="1" rot="10800000">
            <a:off x="10560633" y="6163782"/>
            <a:ext cx="2156700" cy="1839600"/>
          </a:xfrm>
          <a:prstGeom prst="straightConnector1">
            <a:avLst/>
          </a:prstGeom>
          <a:noFill/>
          <a:ln cap="rnd" cmpd="sng" w="152400">
            <a:solidFill>
              <a:srgbClr val="E9E9E9"/>
            </a:solidFill>
            <a:prstDash val="solid"/>
            <a:round/>
            <a:headEnd len="sm" w="sm" type="none"/>
            <a:tailEnd len="sm" w="sm" type="none"/>
          </a:ln>
        </p:spPr>
      </p:cxnSp>
      <p:cxnSp>
        <p:nvCxnSpPr>
          <p:cNvPr id="494" name="Google Shape;494;p25"/>
          <p:cNvCxnSpPr>
            <a:stCxn id="493" idx="5"/>
            <a:endCxn id="495" idx="1"/>
          </p:cNvCxnSpPr>
          <p:nvPr/>
        </p:nvCxnSpPr>
        <p:spPr>
          <a:xfrm>
            <a:off x="13900497" y="6163873"/>
            <a:ext cx="2156700" cy="831900"/>
          </a:xfrm>
          <a:prstGeom prst="straightConnector1">
            <a:avLst/>
          </a:prstGeom>
          <a:noFill/>
          <a:ln cap="rnd" cmpd="sng" w="152400">
            <a:solidFill>
              <a:srgbClr val="E9E9E9"/>
            </a:solidFill>
            <a:prstDash val="solid"/>
            <a:round/>
            <a:headEnd len="sm" w="sm" type="none"/>
            <a:tailEnd len="sm" w="sm" type="none"/>
          </a:ln>
        </p:spPr>
      </p:cxnSp>
      <p:cxnSp>
        <p:nvCxnSpPr>
          <p:cNvPr id="496" name="Google Shape;496;p25"/>
          <p:cNvCxnSpPr>
            <a:stCxn id="495" idx="7"/>
            <a:endCxn id="497" idx="3"/>
          </p:cNvCxnSpPr>
          <p:nvPr/>
        </p:nvCxnSpPr>
        <p:spPr>
          <a:xfrm flipH="1" rot="10800000">
            <a:off x="17240359" y="5156188"/>
            <a:ext cx="2156700" cy="1839600"/>
          </a:xfrm>
          <a:prstGeom prst="straightConnector1">
            <a:avLst/>
          </a:prstGeom>
          <a:noFill/>
          <a:ln cap="rnd" cmpd="sng" w="152400">
            <a:solidFill>
              <a:srgbClr val="E9E9E9"/>
            </a:solidFill>
            <a:prstDash val="solid"/>
            <a:round/>
            <a:headEnd len="sm" w="sm" type="none"/>
            <a:tailEnd len="sm" w="sm" type="none"/>
          </a:ln>
        </p:spPr>
      </p:cxnSp>
      <p:cxnSp>
        <p:nvCxnSpPr>
          <p:cNvPr id="498" name="Google Shape;498;p25"/>
          <p:cNvCxnSpPr/>
          <p:nvPr/>
        </p:nvCxnSpPr>
        <p:spPr>
          <a:xfrm flipH="1" rot="10800000">
            <a:off x="19397045" y="4249892"/>
            <a:ext cx="1029600" cy="906300"/>
          </a:xfrm>
          <a:prstGeom prst="straightConnector1">
            <a:avLst/>
          </a:prstGeom>
          <a:noFill/>
          <a:ln cap="rnd" cmpd="sng" w="152400">
            <a:solidFill>
              <a:srgbClr val="E9E9E9"/>
            </a:solidFill>
            <a:prstDash val="solid"/>
            <a:round/>
            <a:headEnd len="sm" w="sm" type="none"/>
            <a:tailEnd len="sm" w="sm" type="none"/>
          </a:ln>
        </p:spPr>
      </p:cxnSp>
      <p:grpSp>
        <p:nvGrpSpPr>
          <p:cNvPr id="499" name="Google Shape;499;p25"/>
          <p:cNvGrpSpPr/>
          <p:nvPr/>
        </p:nvGrpSpPr>
        <p:grpSpPr>
          <a:xfrm rot="-2613010">
            <a:off x="19966323" y="3887575"/>
            <a:ext cx="551698" cy="1103380"/>
            <a:chOff x="15067280" y="4378960"/>
            <a:chExt cx="680720" cy="1361420"/>
          </a:xfrm>
        </p:grpSpPr>
        <p:cxnSp>
          <p:nvCxnSpPr>
            <p:cNvPr id="500" name="Google Shape;500;p25"/>
            <p:cNvCxnSpPr/>
            <p:nvPr/>
          </p:nvCxnSpPr>
          <p:spPr>
            <a:xfrm>
              <a:off x="15067280" y="4378960"/>
              <a:ext cx="680700" cy="680700"/>
            </a:xfrm>
            <a:prstGeom prst="straightConnector1">
              <a:avLst/>
            </a:prstGeom>
            <a:noFill/>
            <a:ln cap="rnd" cmpd="sng" w="152400">
              <a:solidFill>
                <a:srgbClr val="E9E9E9"/>
              </a:solidFill>
              <a:prstDash val="solid"/>
              <a:round/>
              <a:headEnd len="sm" w="sm" type="none"/>
              <a:tailEnd len="sm" w="sm" type="none"/>
            </a:ln>
          </p:spPr>
        </p:cxnSp>
        <p:cxnSp>
          <p:nvCxnSpPr>
            <p:cNvPr id="501" name="Google Shape;501;p25"/>
            <p:cNvCxnSpPr/>
            <p:nvPr/>
          </p:nvCxnSpPr>
          <p:spPr>
            <a:xfrm flipH="1">
              <a:off x="15067300" y="5059680"/>
              <a:ext cx="680700" cy="680700"/>
            </a:xfrm>
            <a:prstGeom prst="straightConnector1">
              <a:avLst/>
            </a:prstGeom>
            <a:noFill/>
            <a:ln cap="rnd" cmpd="sng" w="152400">
              <a:solidFill>
                <a:srgbClr val="E9E9E9"/>
              </a:solidFill>
              <a:prstDash val="solid"/>
              <a:round/>
              <a:headEnd len="sm" w="sm" type="none"/>
              <a:tailEnd len="sm" w="sm" type="none"/>
            </a:ln>
          </p:spPr>
        </p:cxnSp>
      </p:grpSp>
      <p:sp>
        <p:nvSpPr>
          <p:cNvPr id="489" name="Google Shape;489;p25"/>
          <p:cNvSpPr/>
          <p:nvPr/>
        </p:nvSpPr>
        <p:spPr>
          <a:xfrm>
            <a:off x="5792434" y="5743131"/>
            <a:ext cx="1673400" cy="16734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495" name="Google Shape;495;p25"/>
          <p:cNvSpPr/>
          <p:nvPr/>
        </p:nvSpPr>
        <p:spPr>
          <a:xfrm>
            <a:off x="15812023" y="6750725"/>
            <a:ext cx="1673400" cy="1673400"/>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493" name="Google Shape;493;p25"/>
          <p:cNvSpPr/>
          <p:nvPr/>
        </p:nvSpPr>
        <p:spPr>
          <a:xfrm>
            <a:off x="12472160" y="4735537"/>
            <a:ext cx="1673400" cy="167340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491" name="Google Shape;491;p25"/>
          <p:cNvSpPr/>
          <p:nvPr/>
        </p:nvSpPr>
        <p:spPr>
          <a:xfrm>
            <a:off x="9132297" y="7758319"/>
            <a:ext cx="1673400" cy="167340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502" name="Google Shape;502;p25"/>
          <p:cNvSpPr txBox="1"/>
          <p:nvPr/>
        </p:nvSpPr>
        <p:spPr>
          <a:xfrm>
            <a:off x="11558115" y="7024694"/>
            <a:ext cx="3501600" cy="406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lang="en-US" sz="2200">
                <a:solidFill>
                  <a:schemeClr val="dk2"/>
                </a:solidFill>
                <a:latin typeface="Lato"/>
                <a:ea typeface="Lato"/>
                <a:cs typeface="Lato"/>
                <a:sym typeface="Lato"/>
              </a:rPr>
              <a:t>COMPETENCIA</a:t>
            </a:r>
            <a:endParaRPr b="1" i="0" sz="2200" u="none" cap="none" strike="noStrike">
              <a:solidFill>
                <a:schemeClr val="dk2"/>
              </a:solidFill>
              <a:latin typeface="Lato"/>
              <a:ea typeface="Lato"/>
              <a:cs typeface="Lato"/>
              <a:sym typeface="Lato"/>
            </a:endParaRPr>
          </a:p>
        </p:txBody>
      </p:sp>
      <p:sp>
        <p:nvSpPr>
          <p:cNvPr id="503" name="Google Shape;503;p25"/>
          <p:cNvSpPr txBox="1"/>
          <p:nvPr/>
        </p:nvSpPr>
        <p:spPr>
          <a:xfrm>
            <a:off x="14968728" y="9030749"/>
            <a:ext cx="3501600" cy="406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lang="en-US" sz="2200">
                <a:solidFill>
                  <a:schemeClr val="dk2"/>
                </a:solidFill>
                <a:latin typeface="Lato"/>
                <a:ea typeface="Lato"/>
                <a:cs typeface="Lato"/>
                <a:sym typeface="Lato"/>
              </a:rPr>
              <a:t>POSICIONAMIENTO</a:t>
            </a:r>
            <a:endParaRPr b="1" i="0" sz="2200" u="none" cap="none" strike="noStrike">
              <a:solidFill>
                <a:schemeClr val="dk2"/>
              </a:solidFill>
              <a:latin typeface="Lato"/>
              <a:ea typeface="Lato"/>
              <a:cs typeface="Lato"/>
              <a:sym typeface="Lato"/>
            </a:endParaRPr>
          </a:p>
        </p:txBody>
      </p:sp>
      <p:sp>
        <p:nvSpPr>
          <p:cNvPr id="504" name="Google Shape;504;p25"/>
          <p:cNvSpPr txBox="1"/>
          <p:nvPr/>
        </p:nvSpPr>
        <p:spPr>
          <a:xfrm>
            <a:off x="8218191" y="10053736"/>
            <a:ext cx="3501600" cy="406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lang="en-US" sz="2200">
                <a:solidFill>
                  <a:schemeClr val="dk2"/>
                </a:solidFill>
                <a:latin typeface="Lato"/>
                <a:ea typeface="Lato"/>
                <a:cs typeface="Lato"/>
                <a:sym typeface="Lato"/>
              </a:rPr>
              <a:t>CLIENTES</a:t>
            </a:r>
            <a:endParaRPr b="1" i="0" sz="2200" u="none" cap="none" strike="noStrike">
              <a:solidFill>
                <a:schemeClr val="dk2"/>
              </a:solidFill>
              <a:latin typeface="Lato"/>
              <a:ea typeface="Lato"/>
              <a:cs typeface="Lato"/>
              <a:sym typeface="Lato"/>
            </a:endParaRPr>
          </a:p>
        </p:txBody>
      </p:sp>
      <p:sp>
        <p:nvSpPr>
          <p:cNvPr id="505" name="Google Shape;505;p25"/>
          <p:cNvSpPr/>
          <p:nvPr/>
        </p:nvSpPr>
        <p:spPr>
          <a:xfrm>
            <a:off x="16106606" y="7071963"/>
            <a:ext cx="1162393" cy="959525"/>
          </a:xfrm>
          <a:custGeom>
            <a:rect b="b" l="l" r="r" t="t"/>
            <a:pathLst>
              <a:path extrusionOk="0" h="3607" w="4366">
                <a:moveTo>
                  <a:pt x="4007" y="1756"/>
                </a:moveTo>
                <a:cubicBezTo>
                  <a:pt x="4009" y="1780"/>
                  <a:pt x="4009" y="1780"/>
                  <a:pt x="4009" y="1780"/>
                </a:cubicBezTo>
                <a:cubicBezTo>
                  <a:pt x="3984" y="1758"/>
                  <a:pt x="3984" y="1758"/>
                  <a:pt x="3984" y="1758"/>
                </a:cubicBezTo>
                <a:lnTo>
                  <a:pt x="4007" y="1756"/>
                </a:lnTo>
                <a:close/>
                <a:moveTo>
                  <a:pt x="1486" y="2487"/>
                </a:moveTo>
                <a:cubicBezTo>
                  <a:pt x="1483" y="2467"/>
                  <a:pt x="1482" y="2446"/>
                  <a:pt x="1482" y="2426"/>
                </a:cubicBezTo>
                <a:cubicBezTo>
                  <a:pt x="1482" y="2178"/>
                  <a:pt x="1482" y="1930"/>
                  <a:pt x="1482" y="1682"/>
                </a:cubicBezTo>
                <a:cubicBezTo>
                  <a:pt x="1482" y="1665"/>
                  <a:pt x="1482" y="1647"/>
                  <a:pt x="1482" y="1629"/>
                </a:cubicBezTo>
                <a:cubicBezTo>
                  <a:pt x="1461" y="1629"/>
                  <a:pt x="1444" y="1629"/>
                  <a:pt x="1425" y="1629"/>
                </a:cubicBezTo>
                <a:cubicBezTo>
                  <a:pt x="1425" y="1652"/>
                  <a:pt x="1425" y="1671"/>
                  <a:pt x="1425" y="1689"/>
                </a:cubicBezTo>
                <a:cubicBezTo>
                  <a:pt x="1425" y="1971"/>
                  <a:pt x="1425" y="2253"/>
                  <a:pt x="1425" y="2535"/>
                </a:cubicBezTo>
                <a:cubicBezTo>
                  <a:pt x="1538" y="2577"/>
                  <a:pt x="1538" y="2577"/>
                  <a:pt x="1538" y="2577"/>
                </a:cubicBezTo>
                <a:cubicBezTo>
                  <a:pt x="1510" y="2558"/>
                  <a:pt x="1492" y="2527"/>
                  <a:pt x="1486" y="2487"/>
                </a:cubicBezTo>
                <a:close/>
                <a:moveTo>
                  <a:pt x="1427" y="2402"/>
                </a:moveTo>
                <a:cubicBezTo>
                  <a:pt x="1427" y="2120"/>
                  <a:pt x="1427" y="1838"/>
                  <a:pt x="1427" y="1556"/>
                </a:cubicBezTo>
                <a:cubicBezTo>
                  <a:pt x="1427" y="1537"/>
                  <a:pt x="1427" y="1519"/>
                  <a:pt x="1427" y="1496"/>
                </a:cubicBezTo>
                <a:cubicBezTo>
                  <a:pt x="1446" y="1496"/>
                  <a:pt x="1463" y="1496"/>
                  <a:pt x="1484" y="1496"/>
                </a:cubicBezTo>
                <a:cubicBezTo>
                  <a:pt x="1484" y="1514"/>
                  <a:pt x="1484" y="1532"/>
                  <a:pt x="1484" y="1549"/>
                </a:cubicBezTo>
                <a:cubicBezTo>
                  <a:pt x="1484" y="1797"/>
                  <a:pt x="1484" y="2045"/>
                  <a:pt x="1485" y="2292"/>
                </a:cubicBezTo>
                <a:cubicBezTo>
                  <a:pt x="1485" y="2313"/>
                  <a:pt x="1486" y="2334"/>
                  <a:pt x="1488" y="2354"/>
                </a:cubicBezTo>
                <a:cubicBezTo>
                  <a:pt x="1494" y="2394"/>
                  <a:pt x="1513" y="2425"/>
                  <a:pt x="1540" y="2444"/>
                </a:cubicBezTo>
                <a:cubicBezTo>
                  <a:pt x="1592" y="2464"/>
                  <a:pt x="1592" y="2464"/>
                  <a:pt x="1592" y="2464"/>
                </a:cubicBezTo>
                <a:cubicBezTo>
                  <a:pt x="1603" y="2465"/>
                  <a:pt x="1614" y="2466"/>
                  <a:pt x="1626" y="2465"/>
                </a:cubicBezTo>
                <a:cubicBezTo>
                  <a:pt x="1697" y="2460"/>
                  <a:pt x="1744" y="2411"/>
                  <a:pt x="1745" y="2338"/>
                </a:cubicBezTo>
                <a:cubicBezTo>
                  <a:pt x="1746" y="2133"/>
                  <a:pt x="1745" y="1927"/>
                  <a:pt x="1745" y="1722"/>
                </a:cubicBezTo>
                <a:cubicBezTo>
                  <a:pt x="1745" y="1623"/>
                  <a:pt x="1746" y="1525"/>
                  <a:pt x="1745" y="1427"/>
                </a:cubicBezTo>
                <a:cubicBezTo>
                  <a:pt x="1744" y="1195"/>
                  <a:pt x="1580" y="1027"/>
                  <a:pt x="1348" y="1023"/>
                </a:cubicBezTo>
                <a:cubicBezTo>
                  <a:pt x="1275" y="1022"/>
                  <a:pt x="1203" y="1021"/>
                  <a:pt x="1130" y="1021"/>
                </a:cubicBezTo>
                <a:cubicBezTo>
                  <a:pt x="1130" y="1055"/>
                  <a:pt x="1130" y="1055"/>
                  <a:pt x="1130" y="1055"/>
                </a:cubicBezTo>
                <a:cubicBezTo>
                  <a:pt x="1083" y="1150"/>
                  <a:pt x="1083" y="1150"/>
                  <a:pt x="1083" y="1150"/>
                </a:cubicBezTo>
                <a:cubicBezTo>
                  <a:pt x="1076" y="1169"/>
                  <a:pt x="1076" y="1169"/>
                  <a:pt x="1076" y="1169"/>
                </a:cubicBezTo>
                <a:cubicBezTo>
                  <a:pt x="1121" y="1937"/>
                  <a:pt x="1121" y="1937"/>
                  <a:pt x="1121" y="1937"/>
                </a:cubicBezTo>
                <a:cubicBezTo>
                  <a:pt x="1042" y="2025"/>
                  <a:pt x="1042" y="2025"/>
                  <a:pt x="1042" y="2025"/>
                </a:cubicBezTo>
                <a:cubicBezTo>
                  <a:pt x="1041" y="2024"/>
                  <a:pt x="1041" y="2024"/>
                  <a:pt x="1041" y="2024"/>
                </a:cubicBezTo>
                <a:cubicBezTo>
                  <a:pt x="1040" y="2025"/>
                  <a:pt x="1040" y="2025"/>
                  <a:pt x="1040" y="2025"/>
                </a:cubicBezTo>
                <a:cubicBezTo>
                  <a:pt x="961" y="1937"/>
                  <a:pt x="961" y="1937"/>
                  <a:pt x="961" y="1937"/>
                </a:cubicBezTo>
                <a:cubicBezTo>
                  <a:pt x="1006" y="1169"/>
                  <a:pt x="1006" y="1169"/>
                  <a:pt x="1006" y="1169"/>
                </a:cubicBezTo>
                <a:cubicBezTo>
                  <a:pt x="998" y="1150"/>
                  <a:pt x="998" y="1150"/>
                  <a:pt x="998" y="1150"/>
                </a:cubicBezTo>
                <a:cubicBezTo>
                  <a:pt x="952" y="1055"/>
                  <a:pt x="952" y="1055"/>
                  <a:pt x="952" y="1055"/>
                </a:cubicBezTo>
                <a:cubicBezTo>
                  <a:pt x="952" y="1021"/>
                  <a:pt x="952" y="1021"/>
                  <a:pt x="952" y="1021"/>
                </a:cubicBezTo>
                <a:cubicBezTo>
                  <a:pt x="883" y="1021"/>
                  <a:pt x="814" y="1021"/>
                  <a:pt x="745" y="1022"/>
                </a:cubicBezTo>
                <a:cubicBezTo>
                  <a:pt x="540" y="1024"/>
                  <a:pt x="400" y="1139"/>
                  <a:pt x="352" y="1338"/>
                </a:cubicBezTo>
                <a:cubicBezTo>
                  <a:pt x="351" y="1344"/>
                  <a:pt x="348" y="1349"/>
                  <a:pt x="345" y="1354"/>
                </a:cubicBezTo>
                <a:cubicBezTo>
                  <a:pt x="345" y="1694"/>
                  <a:pt x="345" y="2035"/>
                  <a:pt x="345" y="2375"/>
                </a:cubicBezTo>
                <a:cubicBezTo>
                  <a:pt x="368" y="2413"/>
                  <a:pt x="391" y="2449"/>
                  <a:pt x="438" y="2461"/>
                </a:cubicBezTo>
                <a:cubicBezTo>
                  <a:pt x="526" y="2482"/>
                  <a:pt x="597" y="2432"/>
                  <a:pt x="607" y="2342"/>
                </a:cubicBezTo>
                <a:cubicBezTo>
                  <a:pt x="609" y="2322"/>
                  <a:pt x="608" y="2301"/>
                  <a:pt x="608" y="2280"/>
                </a:cubicBezTo>
                <a:cubicBezTo>
                  <a:pt x="608" y="2035"/>
                  <a:pt x="608" y="1790"/>
                  <a:pt x="608" y="1545"/>
                </a:cubicBezTo>
                <a:cubicBezTo>
                  <a:pt x="608" y="1529"/>
                  <a:pt x="608" y="1514"/>
                  <a:pt x="608" y="1495"/>
                </a:cubicBezTo>
                <a:cubicBezTo>
                  <a:pt x="629" y="1495"/>
                  <a:pt x="646" y="1495"/>
                  <a:pt x="668" y="1495"/>
                </a:cubicBezTo>
                <a:cubicBezTo>
                  <a:pt x="668" y="1516"/>
                  <a:pt x="668" y="1535"/>
                  <a:pt x="668" y="1553"/>
                </a:cubicBezTo>
                <a:cubicBezTo>
                  <a:pt x="668" y="1895"/>
                  <a:pt x="668" y="2236"/>
                  <a:pt x="668" y="2577"/>
                </a:cubicBezTo>
                <a:cubicBezTo>
                  <a:pt x="1006" y="2244"/>
                  <a:pt x="1006" y="2244"/>
                  <a:pt x="1006" y="2244"/>
                </a:cubicBezTo>
                <a:lnTo>
                  <a:pt x="1427" y="2402"/>
                </a:lnTo>
                <a:close/>
                <a:moveTo>
                  <a:pt x="1016" y="956"/>
                </a:moveTo>
                <a:cubicBezTo>
                  <a:pt x="1148" y="968"/>
                  <a:pt x="1272" y="895"/>
                  <a:pt x="1323" y="774"/>
                </a:cubicBezTo>
                <a:cubicBezTo>
                  <a:pt x="1375" y="651"/>
                  <a:pt x="1341" y="510"/>
                  <a:pt x="1233" y="426"/>
                </a:cubicBezTo>
                <a:cubicBezTo>
                  <a:pt x="1195" y="397"/>
                  <a:pt x="1146" y="381"/>
                  <a:pt x="1103" y="359"/>
                </a:cubicBezTo>
                <a:cubicBezTo>
                  <a:pt x="1064" y="359"/>
                  <a:pt x="1026" y="359"/>
                  <a:pt x="988" y="359"/>
                </a:cubicBezTo>
                <a:cubicBezTo>
                  <a:pt x="975" y="364"/>
                  <a:pt x="963" y="371"/>
                  <a:pt x="949" y="376"/>
                </a:cubicBezTo>
                <a:cubicBezTo>
                  <a:pt x="810" y="422"/>
                  <a:pt x="722" y="576"/>
                  <a:pt x="753" y="718"/>
                </a:cubicBezTo>
                <a:cubicBezTo>
                  <a:pt x="781" y="846"/>
                  <a:pt x="891" y="945"/>
                  <a:pt x="1016" y="956"/>
                </a:cubicBezTo>
                <a:close/>
                <a:moveTo>
                  <a:pt x="4283" y="1421"/>
                </a:moveTo>
                <a:cubicBezTo>
                  <a:pt x="3383" y="1507"/>
                  <a:pt x="3383" y="1507"/>
                  <a:pt x="3383" y="1507"/>
                </a:cubicBezTo>
                <a:cubicBezTo>
                  <a:pt x="3412" y="1812"/>
                  <a:pt x="3412" y="1812"/>
                  <a:pt x="3412" y="1812"/>
                </a:cubicBezTo>
                <a:cubicBezTo>
                  <a:pt x="3780" y="1777"/>
                  <a:pt x="3780" y="1777"/>
                  <a:pt x="3780" y="1777"/>
                </a:cubicBezTo>
                <a:cubicBezTo>
                  <a:pt x="3285" y="2343"/>
                  <a:pt x="3285" y="2343"/>
                  <a:pt x="3285" y="2343"/>
                </a:cubicBezTo>
                <a:cubicBezTo>
                  <a:pt x="3022" y="2262"/>
                  <a:pt x="3022" y="2262"/>
                  <a:pt x="3022" y="2262"/>
                </a:cubicBezTo>
                <a:cubicBezTo>
                  <a:pt x="2635" y="2143"/>
                  <a:pt x="2635" y="2143"/>
                  <a:pt x="2635" y="2143"/>
                </a:cubicBezTo>
                <a:cubicBezTo>
                  <a:pt x="2263" y="2537"/>
                  <a:pt x="2263" y="2537"/>
                  <a:pt x="2263" y="2537"/>
                </a:cubicBezTo>
                <a:cubicBezTo>
                  <a:pt x="2045" y="2767"/>
                  <a:pt x="2045" y="2767"/>
                  <a:pt x="2045" y="2767"/>
                </a:cubicBezTo>
                <a:cubicBezTo>
                  <a:pt x="1590" y="2597"/>
                  <a:pt x="1590" y="2597"/>
                  <a:pt x="1590" y="2597"/>
                </a:cubicBezTo>
                <a:cubicBezTo>
                  <a:pt x="1570" y="2594"/>
                  <a:pt x="1553" y="2587"/>
                  <a:pt x="1538" y="2577"/>
                </a:cubicBezTo>
                <a:cubicBezTo>
                  <a:pt x="1425" y="2535"/>
                  <a:pt x="1425" y="2535"/>
                  <a:pt x="1425" y="2535"/>
                </a:cubicBezTo>
                <a:cubicBezTo>
                  <a:pt x="1003" y="2377"/>
                  <a:pt x="1003" y="2377"/>
                  <a:pt x="1003" y="2377"/>
                </a:cubicBezTo>
                <a:cubicBezTo>
                  <a:pt x="666" y="2710"/>
                  <a:pt x="666" y="2710"/>
                  <a:pt x="666" y="2710"/>
                </a:cubicBezTo>
                <a:cubicBezTo>
                  <a:pt x="0" y="3368"/>
                  <a:pt x="0" y="3368"/>
                  <a:pt x="0" y="3368"/>
                </a:cubicBezTo>
                <a:cubicBezTo>
                  <a:pt x="236" y="3607"/>
                  <a:pt x="236" y="3607"/>
                  <a:pt x="236" y="3607"/>
                </a:cubicBezTo>
                <a:cubicBezTo>
                  <a:pt x="666" y="3184"/>
                  <a:pt x="666" y="3184"/>
                  <a:pt x="666" y="3184"/>
                </a:cubicBezTo>
                <a:cubicBezTo>
                  <a:pt x="1014" y="2840"/>
                  <a:pt x="1014" y="2840"/>
                  <a:pt x="1014" y="2840"/>
                </a:cubicBezTo>
                <a:cubicBezTo>
                  <a:pt x="1074" y="2781"/>
                  <a:pt x="1074" y="2781"/>
                  <a:pt x="1074" y="2781"/>
                </a:cubicBezTo>
                <a:cubicBezTo>
                  <a:pt x="1087" y="2768"/>
                  <a:pt x="1087" y="2768"/>
                  <a:pt x="1087" y="2768"/>
                </a:cubicBezTo>
                <a:cubicBezTo>
                  <a:pt x="1425" y="2895"/>
                  <a:pt x="1425" y="2895"/>
                  <a:pt x="1425" y="2895"/>
                </a:cubicBezTo>
                <a:cubicBezTo>
                  <a:pt x="2137" y="3162"/>
                  <a:pt x="2137" y="3162"/>
                  <a:pt x="2137" y="3162"/>
                </a:cubicBezTo>
                <a:cubicBezTo>
                  <a:pt x="2263" y="3028"/>
                  <a:pt x="2263" y="3028"/>
                  <a:pt x="2263" y="3028"/>
                </a:cubicBezTo>
                <a:cubicBezTo>
                  <a:pt x="2611" y="2659"/>
                  <a:pt x="2611" y="2659"/>
                  <a:pt x="2611" y="2659"/>
                </a:cubicBezTo>
                <a:cubicBezTo>
                  <a:pt x="2671" y="2595"/>
                  <a:pt x="2671" y="2595"/>
                  <a:pt x="2671" y="2595"/>
                </a:cubicBezTo>
                <a:cubicBezTo>
                  <a:pt x="2736" y="2527"/>
                  <a:pt x="2736" y="2527"/>
                  <a:pt x="2736" y="2527"/>
                </a:cubicBezTo>
                <a:cubicBezTo>
                  <a:pt x="3022" y="2615"/>
                  <a:pt x="3022" y="2615"/>
                  <a:pt x="3022" y="2615"/>
                </a:cubicBezTo>
                <a:cubicBezTo>
                  <a:pt x="3394" y="2730"/>
                  <a:pt x="3394" y="2730"/>
                  <a:pt x="3394" y="2730"/>
                </a:cubicBezTo>
                <a:cubicBezTo>
                  <a:pt x="4030" y="2003"/>
                  <a:pt x="4030" y="2003"/>
                  <a:pt x="4030" y="2003"/>
                </a:cubicBezTo>
                <a:cubicBezTo>
                  <a:pt x="4061" y="2323"/>
                  <a:pt x="4061" y="2323"/>
                  <a:pt x="4061" y="2323"/>
                </a:cubicBezTo>
                <a:cubicBezTo>
                  <a:pt x="4366" y="2294"/>
                  <a:pt x="4366" y="2294"/>
                  <a:pt x="4366" y="2294"/>
                </a:cubicBezTo>
                <a:lnTo>
                  <a:pt x="4283" y="1421"/>
                </a:lnTo>
                <a:close/>
                <a:moveTo>
                  <a:pt x="1590" y="2597"/>
                </a:moveTo>
                <a:cubicBezTo>
                  <a:pt x="1538" y="2577"/>
                  <a:pt x="1538" y="2577"/>
                  <a:pt x="1538" y="2577"/>
                </a:cubicBezTo>
                <a:cubicBezTo>
                  <a:pt x="1553" y="2587"/>
                  <a:pt x="1570" y="2594"/>
                  <a:pt x="1590" y="2597"/>
                </a:cubicBezTo>
                <a:close/>
                <a:moveTo>
                  <a:pt x="3342" y="1069"/>
                </a:moveTo>
                <a:cubicBezTo>
                  <a:pt x="3341" y="836"/>
                  <a:pt x="3178" y="668"/>
                  <a:pt x="2945" y="665"/>
                </a:cubicBezTo>
                <a:cubicBezTo>
                  <a:pt x="2873" y="663"/>
                  <a:pt x="2800" y="663"/>
                  <a:pt x="2727" y="663"/>
                </a:cubicBezTo>
                <a:cubicBezTo>
                  <a:pt x="2727" y="697"/>
                  <a:pt x="2727" y="697"/>
                  <a:pt x="2727" y="697"/>
                </a:cubicBezTo>
                <a:cubicBezTo>
                  <a:pt x="2681" y="791"/>
                  <a:pt x="2681" y="791"/>
                  <a:pt x="2681" y="791"/>
                </a:cubicBezTo>
                <a:cubicBezTo>
                  <a:pt x="2673" y="811"/>
                  <a:pt x="2673" y="811"/>
                  <a:pt x="2673" y="811"/>
                </a:cubicBezTo>
                <a:cubicBezTo>
                  <a:pt x="2718" y="1578"/>
                  <a:pt x="2718" y="1578"/>
                  <a:pt x="2718" y="1578"/>
                </a:cubicBezTo>
                <a:cubicBezTo>
                  <a:pt x="2639" y="1667"/>
                  <a:pt x="2639" y="1667"/>
                  <a:pt x="2639" y="1667"/>
                </a:cubicBezTo>
                <a:cubicBezTo>
                  <a:pt x="2638" y="1666"/>
                  <a:pt x="2638" y="1666"/>
                  <a:pt x="2638" y="1666"/>
                </a:cubicBezTo>
                <a:cubicBezTo>
                  <a:pt x="2637" y="1667"/>
                  <a:pt x="2637" y="1667"/>
                  <a:pt x="2637" y="1667"/>
                </a:cubicBezTo>
                <a:cubicBezTo>
                  <a:pt x="2558" y="1578"/>
                  <a:pt x="2558" y="1578"/>
                  <a:pt x="2558" y="1578"/>
                </a:cubicBezTo>
                <a:cubicBezTo>
                  <a:pt x="2603" y="811"/>
                  <a:pt x="2603" y="811"/>
                  <a:pt x="2603" y="811"/>
                </a:cubicBezTo>
                <a:cubicBezTo>
                  <a:pt x="2595" y="791"/>
                  <a:pt x="2595" y="791"/>
                  <a:pt x="2595" y="791"/>
                </a:cubicBezTo>
                <a:cubicBezTo>
                  <a:pt x="2549" y="697"/>
                  <a:pt x="2549" y="697"/>
                  <a:pt x="2549" y="697"/>
                </a:cubicBezTo>
                <a:cubicBezTo>
                  <a:pt x="2549" y="662"/>
                  <a:pt x="2549" y="662"/>
                  <a:pt x="2549" y="662"/>
                </a:cubicBezTo>
                <a:cubicBezTo>
                  <a:pt x="2480" y="663"/>
                  <a:pt x="2411" y="663"/>
                  <a:pt x="2342" y="664"/>
                </a:cubicBezTo>
                <a:cubicBezTo>
                  <a:pt x="2138" y="666"/>
                  <a:pt x="1997" y="781"/>
                  <a:pt x="1950" y="980"/>
                </a:cubicBezTo>
                <a:cubicBezTo>
                  <a:pt x="1948" y="985"/>
                  <a:pt x="1945" y="990"/>
                  <a:pt x="1942" y="995"/>
                </a:cubicBezTo>
                <a:cubicBezTo>
                  <a:pt x="1942" y="1336"/>
                  <a:pt x="1942" y="1676"/>
                  <a:pt x="1942" y="2017"/>
                </a:cubicBezTo>
                <a:cubicBezTo>
                  <a:pt x="1965" y="2055"/>
                  <a:pt x="1988" y="2091"/>
                  <a:pt x="2035" y="2102"/>
                </a:cubicBezTo>
                <a:cubicBezTo>
                  <a:pt x="2124" y="2123"/>
                  <a:pt x="2194" y="2074"/>
                  <a:pt x="2204" y="1984"/>
                </a:cubicBezTo>
                <a:cubicBezTo>
                  <a:pt x="2206" y="1963"/>
                  <a:pt x="2205" y="1942"/>
                  <a:pt x="2205" y="1922"/>
                </a:cubicBezTo>
                <a:cubicBezTo>
                  <a:pt x="2205" y="1677"/>
                  <a:pt x="2205" y="1432"/>
                  <a:pt x="2205" y="1187"/>
                </a:cubicBezTo>
                <a:cubicBezTo>
                  <a:pt x="2205" y="1171"/>
                  <a:pt x="2205" y="1155"/>
                  <a:pt x="2205" y="1137"/>
                </a:cubicBezTo>
                <a:cubicBezTo>
                  <a:pt x="2226" y="1137"/>
                  <a:pt x="2243" y="1137"/>
                  <a:pt x="2265" y="1137"/>
                </a:cubicBezTo>
                <a:cubicBezTo>
                  <a:pt x="2265" y="1158"/>
                  <a:pt x="2265" y="1176"/>
                  <a:pt x="2265" y="1195"/>
                </a:cubicBezTo>
                <a:cubicBezTo>
                  <a:pt x="2265" y="1598"/>
                  <a:pt x="2265" y="2001"/>
                  <a:pt x="2265" y="2404"/>
                </a:cubicBezTo>
                <a:cubicBezTo>
                  <a:pt x="2637" y="2010"/>
                  <a:pt x="2637" y="2010"/>
                  <a:pt x="2637" y="2010"/>
                </a:cubicBezTo>
                <a:cubicBezTo>
                  <a:pt x="3024" y="2129"/>
                  <a:pt x="3024" y="2129"/>
                  <a:pt x="3024" y="2129"/>
                </a:cubicBezTo>
                <a:cubicBezTo>
                  <a:pt x="3024" y="1819"/>
                  <a:pt x="3024" y="1508"/>
                  <a:pt x="3024" y="1198"/>
                </a:cubicBezTo>
                <a:cubicBezTo>
                  <a:pt x="3024" y="1179"/>
                  <a:pt x="3024" y="1160"/>
                  <a:pt x="3024" y="1138"/>
                </a:cubicBezTo>
                <a:cubicBezTo>
                  <a:pt x="3043" y="1138"/>
                  <a:pt x="3060" y="1138"/>
                  <a:pt x="3082" y="1138"/>
                </a:cubicBezTo>
                <a:cubicBezTo>
                  <a:pt x="3082" y="1156"/>
                  <a:pt x="3082" y="1173"/>
                  <a:pt x="3082" y="1190"/>
                </a:cubicBezTo>
                <a:cubicBezTo>
                  <a:pt x="3082" y="1438"/>
                  <a:pt x="3082" y="1686"/>
                  <a:pt x="3082" y="1934"/>
                </a:cubicBezTo>
                <a:cubicBezTo>
                  <a:pt x="3082" y="1955"/>
                  <a:pt x="3083" y="1975"/>
                  <a:pt x="3086" y="1995"/>
                </a:cubicBezTo>
                <a:cubicBezTo>
                  <a:pt x="3096" y="2070"/>
                  <a:pt x="3149" y="2112"/>
                  <a:pt x="3223" y="2106"/>
                </a:cubicBezTo>
                <a:cubicBezTo>
                  <a:pt x="3294" y="2101"/>
                  <a:pt x="3342" y="2053"/>
                  <a:pt x="3342" y="1980"/>
                </a:cubicBezTo>
                <a:cubicBezTo>
                  <a:pt x="3343" y="1774"/>
                  <a:pt x="3342" y="1569"/>
                  <a:pt x="3342" y="1363"/>
                </a:cubicBezTo>
                <a:cubicBezTo>
                  <a:pt x="3342" y="1265"/>
                  <a:pt x="3343" y="1167"/>
                  <a:pt x="3342" y="1069"/>
                </a:cubicBezTo>
                <a:close/>
                <a:moveTo>
                  <a:pt x="2613" y="598"/>
                </a:moveTo>
                <a:cubicBezTo>
                  <a:pt x="2746" y="610"/>
                  <a:pt x="2869" y="537"/>
                  <a:pt x="2920" y="416"/>
                </a:cubicBezTo>
                <a:cubicBezTo>
                  <a:pt x="2972" y="292"/>
                  <a:pt x="2938" y="152"/>
                  <a:pt x="2830" y="68"/>
                </a:cubicBezTo>
                <a:cubicBezTo>
                  <a:pt x="2792" y="38"/>
                  <a:pt x="2744" y="22"/>
                  <a:pt x="2700" y="0"/>
                </a:cubicBezTo>
                <a:cubicBezTo>
                  <a:pt x="2662" y="0"/>
                  <a:pt x="2623" y="0"/>
                  <a:pt x="2585" y="0"/>
                </a:cubicBezTo>
                <a:cubicBezTo>
                  <a:pt x="2572" y="6"/>
                  <a:pt x="2560" y="13"/>
                  <a:pt x="2546" y="17"/>
                </a:cubicBezTo>
                <a:cubicBezTo>
                  <a:pt x="2407" y="64"/>
                  <a:pt x="2319" y="217"/>
                  <a:pt x="2350" y="360"/>
                </a:cubicBezTo>
                <a:cubicBezTo>
                  <a:pt x="2379" y="487"/>
                  <a:pt x="2488" y="586"/>
                  <a:pt x="2613" y="59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06" name="Google Shape;506;p25"/>
          <p:cNvSpPr/>
          <p:nvPr/>
        </p:nvSpPr>
        <p:spPr>
          <a:xfrm>
            <a:off x="12865805" y="5029177"/>
            <a:ext cx="886055" cy="1003390"/>
          </a:xfrm>
          <a:custGeom>
            <a:rect b="b" l="l" r="r" t="t"/>
            <a:pathLst>
              <a:path extrusionOk="0" h="3772" w="3330">
                <a:moveTo>
                  <a:pt x="99" y="1960"/>
                </a:moveTo>
                <a:cubicBezTo>
                  <a:pt x="99" y="1763"/>
                  <a:pt x="99" y="1566"/>
                  <a:pt x="99" y="1369"/>
                </a:cubicBezTo>
                <a:cubicBezTo>
                  <a:pt x="101" y="1366"/>
                  <a:pt x="103" y="1363"/>
                  <a:pt x="103" y="1360"/>
                </a:cubicBezTo>
                <a:cubicBezTo>
                  <a:pt x="131" y="1245"/>
                  <a:pt x="212" y="1179"/>
                  <a:pt x="330" y="1178"/>
                </a:cubicBezTo>
                <a:cubicBezTo>
                  <a:pt x="370" y="1177"/>
                  <a:pt x="410" y="1177"/>
                  <a:pt x="450" y="1177"/>
                </a:cubicBezTo>
                <a:cubicBezTo>
                  <a:pt x="450" y="1197"/>
                  <a:pt x="450" y="1197"/>
                  <a:pt x="450" y="1197"/>
                </a:cubicBezTo>
                <a:cubicBezTo>
                  <a:pt x="477" y="1251"/>
                  <a:pt x="477" y="1251"/>
                  <a:pt x="477" y="1251"/>
                </a:cubicBezTo>
                <a:cubicBezTo>
                  <a:pt x="481" y="1263"/>
                  <a:pt x="481" y="1263"/>
                  <a:pt x="481" y="1263"/>
                </a:cubicBezTo>
                <a:cubicBezTo>
                  <a:pt x="455" y="1706"/>
                  <a:pt x="455" y="1706"/>
                  <a:pt x="455" y="1706"/>
                </a:cubicBezTo>
                <a:cubicBezTo>
                  <a:pt x="501" y="1757"/>
                  <a:pt x="501" y="1757"/>
                  <a:pt x="501" y="1757"/>
                </a:cubicBezTo>
                <a:cubicBezTo>
                  <a:pt x="501" y="1757"/>
                  <a:pt x="501" y="1757"/>
                  <a:pt x="501" y="1757"/>
                </a:cubicBezTo>
                <a:cubicBezTo>
                  <a:pt x="502" y="1757"/>
                  <a:pt x="502" y="1757"/>
                  <a:pt x="502" y="1757"/>
                </a:cubicBezTo>
                <a:cubicBezTo>
                  <a:pt x="548" y="1706"/>
                  <a:pt x="548" y="1706"/>
                  <a:pt x="548" y="1706"/>
                </a:cubicBezTo>
                <a:cubicBezTo>
                  <a:pt x="522" y="1263"/>
                  <a:pt x="522" y="1263"/>
                  <a:pt x="522" y="1263"/>
                </a:cubicBezTo>
                <a:cubicBezTo>
                  <a:pt x="526" y="1251"/>
                  <a:pt x="526" y="1251"/>
                  <a:pt x="526" y="1251"/>
                </a:cubicBezTo>
                <a:cubicBezTo>
                  <a:pt x="553" y="1197"/>
                  <a:pt x="553" y="1197"/>
                  <a:pt x="553" y="1197"/>
                </a:cubicBezTo>
                <a:cubicBezTo>
                  <a:pt x="553" y="1177"/>
                  <a:pt x="553" y="1177"/>
                  <a:pt x="553" y="1177"/>
                </a:cubicBezTo>
                <a:cubicBezTo>
                  <a:pt x="595" y="1177"/>
                  <a:pt x="637" y="1178"/>
                  <a:pt x="679" y="1178"/>
                </a:cubicBezTo>
                <a:cubicBezTo>
                  <a:pt x="813" y="1180"/>
                  <a:pt x="907" y="1277"/>
                  <a:pt x="908" y="1412"/>
                </a:cubicBezTo>
                <a:cubicBezTo>
                  <a:pt x="909" y="1468"/>
                  <a:pt x="908" y="1525"/>
                  <a:pt x="908" y="1582"/>
                </a:cubicBezTo>
                <a:cubicBezTo>
                  <a:pt x="908" y="1701"/>
                  <a:pt x="909" y="1819"/>
                  <a:pt x="908" y="1938"/>
                </a:cubicBezTo>
                <a:cubicBezTo>
                  <a:pt x="908" y="1980"/>
                  <a:pt x="881" y="2008"/>
                  <a:pt x="839" y="2011"/>
                </a:cubicBezTo>
                <a:cubicBezTo>
                  <a:pt x="796" y="2014"/>
                  <a:pt x="766" y="1990"/>
                  <a:pt x="760" y="1947"/>
                </a:cubicBezTo>
                <a:cubicBezTo>
                  <a:pt x="758" y="1935"/>
                  <a:pt x="758" y="1924"/>
                  <a:pt x="758" y="1912"/>
                </a:cubicBezTo>
                <a:cubicBezTo>
                  <a:pt x="758" y="1768"/>
                  <a:pt x="758" y="1625"/>
                  <a:pt x="758" y="1482"/>
                </a:cubicBezTo>
                <a:cubicBezTo>
                  <a:pt x="758" y="1472"/>
                  <a:pt x="758" y="1462"/>
                  <a:pt x="758" y="1452"/>
                </a:cubicBezTo>
                <a:cubicBezTo>
                  <a:pt x="745" y="1452"/>
                  <a:pt x="736" y="1452"/>
                  <a:pt x="725" y="1452"/>
                </a:cubicBezTo>
                <a:cubicBezTo>
                  <a:pt x="725" y="1465"/>
                  <a:pt x="725" y="1475"/>
                  <a:pt x="725" y="1486"/>
                </a:cubicBezTo>
                <a:cubicBezTo>
                  <a:pt x="725" y="1909"/>
                  <a:pt x="724" y="2332"/>
                  <a:pt x="725" y="2755"/>
                </a:cubicBezTo>
                <a:cubicBezTo>
                  <a:pt x="725" y="2815"/>
                  <a:pt x="708" y="2859"/>
                  <a:pt x="649" y="2881"/>
                </a:cubicBezTo>
                <a:cubicBezTo>
                  <a:pt x="632" y="2881"/>
                  <a:pt x="615" y="2881"/>
                  <a:pt x="598" y="2881"/>
                </a:cubicBezTo>
                <a:cubicBezTo>
                  <a:pt x="538" y="2859"/>
                  <a:pt x="520" y="2815"/>
                  <a:pt x="521" y="2754"/>
                </a:cubicBezTo>
                <a:cubicBezTo>
                  <a:pt x="523" y="2515"/>
                  <a:pt x="522" y="2277"/>
                  <a:pt x="522" y="2039"/>
                </a:cubicBezTo>
                <a:cubicBezTo>
                  <a:pt x="522" y="2029"/>
                  <a:pt x="522" y="2019"/>
                  <a:pt x="522" y="2008"/>
                </a:cubicBezTo>
                <a:cubicBezTo>
                  <a:pt x="509" y="2008"/>
                  <a:pt x="499" y="2008"/>
                  <a:pt x="487" y="2008"/>
                </a:cubicBezTo>
                <a:cubicBezTo>
                  <a:pt x="487" y="2020"/>
                  <a:pt x="487" y="2030"/>
                  <a:pt x="487" y="2039"/>
                </a:cubicBezTo>
                <a:cubicBezTo>
                  <a:pt x="487" y="2279"/>
                  <a:pt x="486" y="2518"/>
                  <a:pt x="488" y="2757"/>
                </a:cubicBezTo>
                <a:cubicBezTo>
                  <a:pt x="488" y="2817"/>
                  <a:pt x="469" y="2860"/>
                  <a:pt x="410" y="2881"/>
                </a:cubicBezTo>
                <a:cubicBezTo>
                  <a:pt x="393" y="2881"/>
                  <a:pt x="376" y="2881"/>
                  <a:pt x="359" y="2881"/>
                </a:cubicBezTo>
                <a:cubicBezTo>
                  <a:pt x="326" y="2866"/>
                  <a:pt x="298" y="2847"/>
                  <a:pt x="290" y="2809"/>
                </a:cubicBezTo>
                <a:cubicBezTo>
                  <a:pt x="286" y="2791"/>
                  <a:pt x="286" y="2772"/>
                  <a:pt x="286" y="2754"/>
                </a:cubicBezTo>
                <a:cubicBezTo>
                  <a:pt x="286" y="2331"/>
                  <a:pt x="286" y="1908"/>
                  <a:pt x="286" y="1485"/>
                </a:cubicBezTo>
                <a:cubicBezTo>
                  <a:pt x="286" y="1474"/>
                  <a:pt x="286" y="1463"/>
                  <a:pt x="286" y="1451"/>
                </a:cubicBezTo>
                <a:cubicBezTo>
                  <a:pt x="273" y="1451"/>
                  <a:pt x="263" y="1451"/>
                  <a:pt x="251" y="1451"/>
                </a:cubicBezTo>
                <a:cubicBezTo>
                  <a:pt x="251" y="1462"/>
                  <a:pt x="251" y="1471"/>
                  <a:pt x="251" y="1480"/>
                </a:cubicBezTo>
                <a:cubicBezTo>
                  <a:pt x="251" y="1621"/>
                  <a:pt x="251" y="1763"/>
                  <a:pt x="251" y="1905"/>
                </a:cubicBezTo>
                <a:cubicBezTo>
                  <a:pt x="251" y="1917"/>
                  <a:pt x="252" y="1928"/>
                  <a:pt x="250" y="1940"/>
                </a:cubicBezTo>
                <a:cubicBezTo>
                  <a:pt x="245" y="1993"/>
                  <a:pt x="204" y="2021"/>
                  <a:pt x="153" y="2009"/>
                </a:cubicBezTo>
                <a:cubicBezTo>
                  <a:pt x="126" y="2002"/>
                  <a:pt x="112" y="1981"/>
                  <a:pt x="99" y="1960"/>
                </a:cubicBezTo>
                <a:close/>
                <a:moveTo>
                  <a:pt x="487" y="1139"/>
                </a:moveTo>
                <a:cubicBezTo>
                  <a:pt x="563" y="1146"/>
                  <a:pt x="635" y="1104"/>
                  <a:pt x="664" y="1034"/>
                </a:cubicBezTo>
                <a:cubicBezTo>
                  <a:pt x="694" y="963"/>
                  <a:pt x="675" y="882"/>
                  <a:pt x="613" y="833"/>
                </a:cubicBezTo>
                <a:cubicBezTo>
                  <a:pt x="590" y="816"/>
                  <a:pt x="562" y="807"/>
                  <a:pt x="537" y="794"/>
                </a:cubicBezTo>
                <a:cubicBezTo>
                  <a:pt x="515" y="794"/>
                  <a:pt x="493" y="794"/>
                  <a:pt x="471" y="794"/>
                </a:cubicBezTo>
                <a:cubicBezTo>
                  <a:pt x="463" y="798"/>
                  <a:pt x="456" y="802"/>
                  <a:pt x="448" y="804"/>
                </a:cubicBezTo>
                <a:cubicBezTo>
                  <a:pt x="368" y="831"/>
                  <a:pt x="317" y="920"/>
                  <a:pt x="335" y="1002"/>
                </a:cubicBezTo>
                <a:cubicBezTo>
                  <a:pt x="351" y="1076"/>
                  <a:pt x="414" y="1133"/>
                  <a:pt x="487" y="1139"/>
                </a:cubicBezTo>
                <a:close/>
                <a:moveTo>
                  <a:pt x="2489" y="2009"/>
                </a:moveTo>
                <a:cubicBezTo>
                  <a:pt x="2540" y="2021"/>
                  <a:pt x="2581" y="1993"/>
                  <a:pt x="2586" y="1940"/>
                </a:cubicBezTo>
                <a:cubicBezTo>
                  <a:pt x="2588" y="1928"/>
                  <a:pt x="2587" y="1917"/>
                  <a:pt x="2587" y="1905"/>
                </a:cubicBezTo>
                <a:cubicBezTo>
                  <a:pt x="2587" y="1763"/>
                  <a:pt x="2587" y="1621"/>
                  <a:pt x="2587" y="1480"/>
                </a:cubicBezTo>
                <a:cubicBezTo>
                  <a:pt x="2587" y="1471"/>
                  <a:pt x="2587" y="1462"/>
                  <a:pt x="2587" y="1451"/>
                </a:cubicBezTo>
                <a:cubicBezTo>
                  <a:pt x="2599" y="1451"/>
                  <a:pt x="2609" y="1451"/>
                  <a:pt x="2622" y="1451"/>
                </a:cubicBezTo>
                <a:cubicBezTo>
                  <a:pt x="2622" y="1463"/>
                  <a:pt x="2622" y="1474"/>
                  <a:pt x="2622" y="1485"/>
                </a:cubicBezTo>
                <a:cubicBezTo>
                  <a:pt x="2622" y="1908"/>
                  <a:pt x="2622" y="2331"/>
                  <a:pt x="2622" y="2754"/>
                </a:cubicBezTo>
                <a:cubicBezTo>
                  <a:pt x="2622" y="2772"/>
                  <a:pt x="2622" y="2791"/>
                  <a:pt x="2626" y="2809"/>
                </a:cubicBezTo>
                <a:cubicBezTo>
                  <a:pt x="2634" y="2847"/>
                  <a:pt x="2662" y="2866"/>
                  <a:pt x="2695" y="2881"/>
                </a:cubicBezTo>
                <a:cubicBezTo>
                  <a:pt x="2712" y="2881"/>
                  <a:pt x="2729" y="2881"/>
                  <a:pt x="2746" y="2881"/>
                </a:cubicBezTo>
                <a:cubicBezTo>
                  <a:pt x="2805" y="2860"/>
                  <a:pt x="2824" y="2817"/>
                  <a:pt x="2824" y="2757"/>
                </a:cubicBezTo>
                <a:cubicBezTo>
                  <a:pt x="2822" y="2518"/>
                  <a:pt x="2823" y="2279"/>
                  <a:pt x="2823" y="2039"/>
                </a:cubicBezTo>
                <a:cubicBezTo>
                  <a:pt x="2823" y="2030"/>
                  <a:pt x="2823" y="2020"/>
                  <a:pt x="2823" y="2008"/>
                </a:cubicBezTo>
                <a:cubicBezTo>
                  <a:pt x="2835" y="2008"/>
                  <a:pt x="2845" y="2008"/>
                  <a:pt x="2858" y="2008"/>
                </a:cubicBezTo>
                <a:cubicBezTo>
                  <a:pt x="2858" y="2019"/>
                  <a:pt x="2858" y="2029"/>
                  <a:pt x="2858" y="2039"/>
                </a:cubicBezTo>
                <a:cubicBezTo>
                  <a:pt x="2858" y="2277"/>
                  <a:pt x="2859" y="2515"/>
                  <a:pt x="2857" y="2754"/>
                </a:cubicBezTo>
                <a:cubicBezTo>
                  <a:pt x="2856" y="2815"/>
                  <a:pt x="2874" y="2859"/>
                  <a:pt x="2934" y="2881"/>
                </a:cubicBezTo>
                <a:cubicBezTo>
                  <a:pt x="2951" y="2881"/>
                  <a:pt x="2968" y="2881"/>
                  <a:pt x="2985" y="2881"/>
                </a:cubicBezTo>
                <a:cubicBezTo>
                  <a:pt x="3044" y="2859"/>
                  <a:pt x="3061" y="2815"/>
                  <a:pt x="3061" y="2755"/>
                </a:cubicBezTo>
                <a:cubicBezTo>
                  <a:pt x="3060" y="2332"/>
                  <a:pt x="3061" y="1909"/>
                  <a:pt x="3061" y="1486"/>
                </a:cubicBezTo>
                <a:cubicBezTo>
                  <a:pt x="3061" y="1475"/>
                  <a:pt x="3061" y="1465"/>
                  <a:pt x="3061" y="1452"/>
                </a:cubicBezTo>
                <a:cubicBezTo>
                  <a:pt x="3072" y="1452"/>
                  <a:pt x="3081" y="1452"/>
                  <a:pt x="3094" y="1452"/>
                </a:cubicBezTo>
                <a:cubicBezTo>
                  <a:pt x="3094" y="1462"/>
                  <a:pt x="3094" y="1472"/>
                  <a:pt x="3094" y="1482"/>
                </a:cubicBezTo>
                <a:cubicBezTo>
                  <a:pt x="3094" y="1625"/>
                  <a:pt x="3094" y="1768"/>
                  <a:pt x="3094" y="1912"/>
                </a:cubicBezTo>
                <a:cubicBezTo>
                  <a:pt x="3094" y="1924"/>
                  <a:pt x="3094" y="1935"/>
                  <a:pt x="3096" y="1947"/>
                </a:cubicBezTo>
                <a:cubicBezTo>
                  <a:pt x="3102" y="1990"/>
                  <a:pt x="3132" y="2014"/>
                  <a:pt x="3175" y="2011"/>
                </a:cubicBezTo>
                <a:cubicBezTo>
                  <a:pt x="3216" y="2008"/>
                  <a:pt x="3244" y="1980"/>
                  <a:pt x="3244" y="1938"/>
                </a:cubicBezTo>
                <a:cubicBezTo>
                  <a:pt x="3245" y="1819"/>
                  <a:pt x="3244" y="1701"/>
                  <a:pt x="3244" y="1582"/>
                </a:cubicBezTo>
                <a:cubicBezTo>
                  <a:pt x="3244" y="1525"/>
                  <a:pt x="3245" y="1468"/>
                  <a:pt x="3244" y="1412"/>
                </a:cubicBezTo>
                <a:cubicBezTo>
                  <a:pt x="3243" y="1277"/>
                  <a:pt x="3149" y="1180"/>
                  <a:pt x="3015" y="1178"/>
                </a:cubicBezTo>
                <a:cubicBezTo>
                  <a:pt x="2973" y="1178"/>
                  <a:pt x="2931" y="1177"/>
                  <a:pt x="2889" y="1177"/>
                </a:cubicBezTo>
                <a:cubicBezTo>
                  <a:pt x="2889" y="1197"/>
                  <a:pt x="2889" y="1197"/>
                  <a:pt x="2889" y="1197"/>
                </a:cubicBezTo>
                <a:cubicBezTo>
                  <a:pt x="2862" y="1251"/>
                  <a:pt x="2862" y="1251"/>
                  <a:pt x="2862" y="1251"/>
                </a:cubicBezTo>
                <a:cubicBezTo>
                  <a:pt x="2858" y="1263"/>
                  <a:pt x="2858" y="1263"/>
                  <a:pt x="2858" y="1263"/>
                </a:cubicBezTo>
                <a:cubicBezTo>
                  <a:pt x="2884" y="1706"/>
                  <a:pt x="2884" y="1706"/>
                  <a:pt x="2884" y="1706"/>
                </a:cubicBezTo>
                <a:cubicBezTo>
                  <a:pt x="2838" y="1757"/>
                  <a:pt x="2838" y="1757"/>
                  <a:pt x="2838" y="1757"/>
                </a:cubicBezTo>
                <a:cubicBezTo>
                  <a:pt x="2837" y="1757"/>
                  <a:pt x="2837" y="1757"/>
                  <a:pt x="2837" y="1757"/>
                </a:cubicBezTo>
                <a:cubicBezTo>
                  <a:pt x="2837" y="1757"/>
                  <a:pt x="2837" y="1757"/>
                  <a:pt x="2837" y="1757"/>
                </a:cubicBezTo>
                <a:cubicBezTo>
                  <a:pt x="2791" y="1706"/>
                  <a:pt x="2791" y="1706"/>
                  <a:pt x="2791" y="1706"/>
                </a:cubicBezTo>
                <a:cubicBezTo>
                  <a:pt x="2817" y="1263"/>
                  <a:pt x="2817" y="1263"/>
                  <a:pt x="2817" y="1263"/>
                </a:cubicBezTo>
                <a:cubicBezTo>
                  <a:pt x="2813" y="1251"/>
                  <a:pt x="2813" y="1251"/>
                  <a:pt x="2813" y="1251"/>
                </a:cubicBezTo>
                <a:cubicBezTo>
                  <a:pt x="2786" y="1197"/>
                  <a:pt x="2786" y="1197"/>
                  <a:pt x="2786" y="1197"/>
                </a:cubicBezTo>
                <a:cubicBezTo>
                  <a:pt x="2786" y="1177"/>
                  <a:pt x="2786" y="1177"/>
                  <a:pt x="2786" y="1177"/>
                </a:cubicBezTo>
                <a:cubicBezTo>
                  <a:pt x="2746" y="1177"/>
                  <a:pt x="2706" y="1177"/>
                  <a:pt x="2666" y="1178"/>
                </a:cubicBezTo>
                <a:cubicBezTo>
                  <a:pt x="2548" y="1179"/>
                  <a:pt x="2467" y="1245"/>
                  <a:pt x="2439" y="1360"/>
                </a:cubicBezTo>
                <a:cubicBezTo>
                  <a:pt x="2439" y="1363"/>
                  <a:pt x="2437" y="1366"/>
                  <a:pt x="2435" y="1369"/>
                </a:cubicBezTo>
                <a:cubicBezTo>
                  <a:pt x="2435" y="1566"/>
                  <a:pt x="2435" y="1763"/>
                  <a:pt x="2435" y="1960"/>
                </a:cubicBezTo>
                <a:cubicBezTo>
                  <a:pt x="2448" y="1981"/>
                  <a:pt x="2462" y="2002"/>
                  <a:pt x="2489" y="2009"/>
                </a:cubicBezTo>
                <a:close/>
                <a:moveTo>
                  <a:pt x="2823" y="1139"/>
                </a:moveTo>
                <a:cubicBezTo>
                  <a:pt x="2899" y="1146"/>
                  <a:pt x="2971" y="1104"/>
                  <a:pt x="3000" y="1034"/>
                </a:cubicBezTo>
                <a:cubicBezTo>
                  <a:pt x="3030" y="963"/>
                  <a:pt x="3011" y="882"/>
                  <a:pt x="2948" y="833"/>
                </a:cubicBezTo>
                <a:cubicBezTo>
                  <a:pt x="2926" y="816"/>
                  <a:pt x="2898" y="807"/>
                  <a:pt x="2873" y="794"/>
                </a:cubicBezTo>
                <a:cubicBezTo>
                  <a:pt x="2851" y="794"/>
                  <a:pt x="2829" y="794"/>
                  <a:pt x="2807" y="794"/>
                </a:cubicBezTo>
                <a:cubicBezTo>
                  <a:pt x="2799" y="798"/>
                  <a:pt x="2792" y="802"/>
                  <a:pt x="2784" y="804"/>
                </a:cubicBezTo>
                <a:cubicBezTo>
                  <a:pt x="2704" y="831"/>
                  <a:pt x="2653" y="920"/>
                  <a:pt x="2671" y="1002"/>
                </a:cubicBezTo>
                <a:cubicBezTo>
                  <a:pt x="2687" y="1076"/>
                  <a:pt x="2750" y="1133"/>
                  <a:pt x="2823" y="1139"/>
                </a:cubicBezTo>
                <a:close/>
                <a:moveTo>
                  <a:pt x="1314" y="1215"/>
                </a:moveTo>
                <a:cubicBezTo>
                  <a:pt x="1365" y="1227"/>
                  <a:pt x="1406" y="1198"/>
                  <a:pt x="1411" y="1146"/>
                </a:cubicBezTo>
                <a:cubicBezTo>
                  <a:pt x="1413" y="1134"/>
                  <a:pt x="1412" y="1122"/>
                  <a:pt x="1412" y="1110"/>
                </a:cubicBezTo>
                <a:cubicBezTo>
                  <a:pt x="1412" y="969"/>
                  <a:pt x="1412" y="827"/>
                  <a:pt x="1412" y="686"/>
                </a:cubicBezTo>
                <a:cubicBezTo>
                  <a:pt x="1412" y="677"/>
                  <a:pt x="1412" y="667"/>
                  <a:pt x="1412" y="657"/>
                </a:cubicBezTo>
                <a:cubicBezTo>
                  <a:pt x="1424" y="657"/>
                  <a:pt x="1434" y="657"/>
                  <a:pt x="1447" y="657"/>
                </a:cubicBezTo>
                <a:cubicBezTo>
                  <a:pt x="1447" y="669"/>
                  <a:pt x="1447" y="680"/>
                  <a:pt x="1447" y="690"/>
                </a:cubicBezTo>
                <a:cubicBezTo>
                  <a:pt x="1447" y="1114"/>
                  <a:pt x="1447" y="1537"/>
                  <a:pt x="1447" y="1960"/>
                </a:cubicBezTo>
                <a:cubicBezTo>
                  <a:pt x="1447" y="1978"/>
                  <a:pt x="1447" y="1997"/>
                  <a:pt x="1451" y="2015"/>
                </a:cubicBezTo>
                <a:cubicBezTo>
                  <a:pt x="1459" y="2053"/>
                  <a:pt x="1487" y="2072"/>
                  <a:pt x="1520" y="2086"/>
                </a:cubicBezTo>
                <a:cubicBezTo>
                  <a:pt x="1537" y="2086"/>
                  <a:pt x="1554" y="2086"/>
                  <a:pt x="1571" y="2086"/>
                </a:cubicBezTo>
                <a:cubicBezTo>
                  <a:pt x="1630" y="2066"/>
                  <a:pt x="1649" y="2023"/>
                  <a:pt x="1649" y="1963"/>
                </a:cubicBezTo>
                <a:cubicBezTo>
                  <a:pt x="1647" y="1723"/>
                  <a:pt x="1648" y="1484"/>
                  <a:pt x="1648" y="1245"/>
                </a:cubicBezTo>
                <a:cubicBezTo>
                  <a:pt x="1648" y="1235"/>
                  <a:pt x="1648" y="1225"/>
                  <a:pt x="1648" y="1214"/>
                </a:cubicBezTo>
                <a:cubicBezTo>
                  <a:pt x="1660" y="1214"/>
                  <a:pt x="1670" y="1214"/>
                  <a:pt x="1683" y="1214"/>
                </a:cubicBezTo>
                <a:cubicBezTo>
                  <a:pt x="1683" y="1225"/>
                  <a:pt x="1683" y="1235"/>
                  <a:pt x="1683" y="1245"/>
                </a:cubicBezTo>
                <a:cubicBezTo>
                  <a:pt x="1683" y="1483"/>
                  <a:pt x="1684" y="1721"/>
                  <a:pt x="1682" y="1959"/>
                </a:cubicBezTo>
                <a:cubicBezTo>
                  <a:pt x="1681" y="2021"/>
                  <a:pt x="1699" y="2065"/>
                  <a:pt x="1759" y="2086"/>
                </a:cubicBezTo>
                <a:cubicBezTo>
                  <a:pt x="1776" y="2086"/>
                  <a:pt x="1793" y="2086"/>
                  <a:pt x="1810" y="2086"/>
                </a:cubicBezTo>
                <a:cubicBezTo>
                  <a:pt x="1869" y="2065"/>
                  <a:pt x="1886" y="2021"/>
                  <a:pt x="1886" y="1961"/>
                </a:cubicBezTo>
                <a:cubicBezTo>
                  <a:pt x="1885" y="1538"/>
                  <a:pt x="1886" y="1115"/>
                  <a:pt x="1886" y="692"/>
                </a:cubicBezTo>
                <a:cubicBezTo>
                  <a:pt x="1886" y="681"/>
                  <a:pt x="1886" y="670"/>
                  <a:pt x="1886" y="657"/>
                </a:cubicBezTo>
                <a:cubicBezTo>
                  <a:pt x="1897" y="657"/>
                  <a:pt x="1906" y="657"/>
                  <a:pt x="1919" y="657"/>
                </a:cubicBezTo>
                <a:cubicBezTo>
                  <a:pt x="1919" y="668"/>
                  <a:pt x="1919" y="678"/>
                  <a:pt x="1919" y="688"/>
                </a:cubicBezTo>
                <a:cubicBezTo>
                  <a:pt x="1919" y="831"/>
                  <a:pt x="1919" y="974"/>
                  <a:pt x="1919" y="1117"/>
                </a:cubicBezTo>
                <a:cubicBezTo>
                  <a:pt x="1919" y="1129"/>
                  <a:pt x="1919" y="1141"/>
                  <a:pt x="1921" y="1153"/>
                </a:cubicBezTo>
                <a:cubicBezTo>
                  <a:pt x="1927" y="1196"/>
                  <a:pt x="1957" y="1220"/>
                  <a:pt x="2000" y="1217"/>
                </a:cubicBezTo>
                <a:cubicBezTo>
                  <a:pt x="2042" y="1214"/>
                  <a:pt x="2069" y="1186"/>
                  <a:pt x="2069" y="1144"/>
                </a:cubicBezTo>
                <a:cubicBezTo>
                  <a:pt x="2070" y="1025"/>
                  <a:pt x="2069" y="906"/>
                  <a:pt x="2069" y="788"/>
                </a:cubicBezTo>
                <a:cubicBezTo>
                  <a:pt x="2069" y="731"/>
                  <a:pt x="2070" y="674"/>
                  <a:pt x="2069" y="617"/>
                </a:cubicBezTo>
                <a:cubicBezTo>
                  <a:pt x="2068" y="483"/>
                  <a:pt x="1974" y="386"/>
                  <a:pt x="1840" y="384"/>
                </a:cubicBezTo>
                <a:cubicBezTo>
                  <a:pt x="1798" y="383"/>
                  <a:pt x="1756" y="383"/>
                  <a:pt x="1714" y="383"/>
                </a:cubicBezTo>
                <a:cubicBezTo>
                  <a:pt x="1714" y="403"/>
                  <a:pt x="1714" y="403"/>
                  <a:pt x="1714" y="403"/>
                </a:cubicBezTo>
                <a:cubicBezTo>
                  <a:pt x="1687" y="457"/>
                  <a:pt x="1687" y="457"/>
                  <a:pt x="1687" y="457"/>
                </a:cubicBezTo>
                <a:cubicBezTo>
                  <a:pt x="1683" y="468"/>
                  <a:pt x="1683" y="468"/>
                  <a:pt x="1683" y="468"/>
                </a:cubicBezTo>
                <a:cubicBezTo>
                  <a:pt x="1709" y="912"/>
                  <a:pt x="1709" y="912"/>
                  <a:pt x="1709" y="912"/>
                </a:cubicBezTo>
                <a:cubicBezTo>
                  <a:pt x="1663" y="963"/>
                  <a:pt x="1663" y="963"/>
                  <a:pt x="1663" y="963"/>
                </a:cubicBezTo>
                <a:cubicBezTo>
                  <a:pt x="1662" y="962"/>
                  <a:pt x="1662" y="962"/>
                  <a:pt x="1662" y="962"/>
                </a:cubicBezTo>
                <a:cubicBezTo>
                  <a:pt x="1662" y="963"/>
                  <a:pt x="1662" y="963"/>
                  <a:pt x="1662" y="963"/>
                </a:cubicBezTo>
                <a:cubicBezTo>
                  <a:pt x="1616" y="912"/>
                  <a:pt x="1616" y="912"/>
                  <a:pt x="1616" y="912"/>
                </a:cubicBezTo>
                <a:cubicBezTo>
                  <a:pt x="1642" y="468"/>
                  <a:pt x="1642" y="468"/>
                  <a:pt x="1642" y="468"/>
                </a:cubicBezTo>
                <a:cubicBezTo>
                  <a:pt x="1638" y="457"/>
                  <a:pt x="1638" y="457"/>
                  <a:pt x="1638" y="457"/>
                </a:cubicBezTo>
                <a:cubicBezTo>
                  <a:pt x="1611" y="403"/>
                  <a:pt x="1611" y="403"/>
                  <a:pt x="1611" y="403"/>
                </a:cubicBezTo>
                <a:cubicBezTo>
                  <a:pt x="1611" y="383"/>
                  <a:pt x="1611" y="383"/>
                  <a:pt x="1611" y="383"/>
                </a:cubicBezTo>
                <a:cubicBezTo>
                  <a:pt x="1571" y="383"/>
                  <a:pt x="1531" y="383"/>
                  <a:pt x="1491" y="383"/>
                </a:cubicBezTo>
                <a:cubicBezTo>
                  <a:pt x="1373" y="385"/>
                  <a:pt x="1292" y="451"/>
                  <a:pt x="1264" y="566"/>
                </a:cubicBezTo>
                <a:cubicBezTo>
                  <a:pt x="1264" y="569"/>
                  <a:pt x="1262" y="572"/>
                  <a:pt x="1260" y="575"/>
                </a:cubicBezTo>
                <a:cubicBezTo>
                  <a:pt x="1260" y="772"/>
                  <a:pt x="1260" y="969"/>
                  <a:pt x="1260" y="1165"/>
                </a:cubicBezTo>
                <a:cubicBezTo>
                  <a:pt x="1273" y="1187"/>
                  <a:pt x="1287" y="1208"/>
                  <a:pt x="1314" y="1215"/>
                </a:cubicBezTo>
                <a:close/>
                <a:moveTo>
                  <a:pt x="1648" y="345"/>
                </a:moveTo>
                <a:cubicBezTo>
                  <a:pt x="1724" y="352"/>
                  <a:pt x="1796" y="310"/>
                  <a:pt x="1825" y="240"/>
                </a:cubicBezTo>
                <a:cubicBezTo>
                  <a:pt x="1855" y="169"/>
                  <a:pt x="1836" y="88"/>
                  <a:pt x="1773" y="39"/>
                </a:cubicBezTo>
                <a:cubicBezTo>
                  <a:pt x="1751" y="22"/>
                  <a:pt x="1723" y="13"/>
                  <a:pt x="1698" y="0"/>
                </a:cubicBezTo>
                <a:cubicBezTo>
                  <a:pt x="1676" y="0"/>
                  <a:pt x="1654" y="0"/>
                  <a:pt x="1632" y="0"/>
                </a:cubicBezTo>
                <a:cubicBezTo>
                  <a:pt x="1624" y="3"/>
                  <a:pt x="1617" y="7"/>
                  <a:pt x="1609" y="10"/>
                </a:cubicBezTo>
                <a:cubicBezTo>
                  <a:pt x="1529" y="37"/>
                  <a:pt x="1478" y="126"/>
                  <a:pt x="1496" y="208"/>
                </a:cubicBezTo>
                <a:cubicBezTo>
                  <a:pt x="1512" y="282"/>
                  <a:pt x="1575" y="339"/>
                  <a:pt x="1648" y="345"/>
                </a:cubicBezTo>
                <a:close/>
                <a:moveTo>
                  <a:pt x="3330" y="2961"/>
                </a:moveTo>
                <a:cubicBezTo>
                  <a:pt x="3330" y="3772"/>
                  <a:pt x="3330" y="3772"/>
                  <a:pt x="3330" y="3772"/>
                </a:cubicBezTo>
                <a:cubicBezTo>
                  <a:pt x="0" y="3772"/>
                  <a:pt x="0" y="3772"/>
                  <a:pt x="0" y="3772"/>
                </a:cubicBezTo>
                <a:cubicBezTo>
                  <a:pt x="0" y="2961"/>
                  <a:pt x="0" y="2961"/>
                  <a:pt x="0" y="2961"/>
                </a:cubicBezTo>
                <a:cubicBezTo>
                  <a:pt x="1006" y="2961"/>
                  <a:pt x="1006" y="2961"/>
                  <a:pt x="1006" y="2961"/>
                </a:cubicBezTo>
                <a:cubicBezTo>
                  <a:pt x="1006" y="2162"/>
                  <a:pt x="1006" y="2162"/>
                  <a:pt x="1006" y="2162"/>
                </a:cubicBezTo>
                <a:cubicBezTo>
                  <a:pt x="2323" y="2162"/>
                  <a:pt x="2323" y="2162"/>
                  <a:pt x="2323" y="2162"/>
                </a:cubicBezTo>
                <a:cubicBezTo>
                  <a:pt x="2323" y="2961"/>
                  <a:pt x="2323" y="2961"/>
                  <a:pt x="2323" y="2961"/>
                </a:cubicBezTo>
                <a:lnTo>
                  <a:pt x="3330" y="2961"/>
                </a:lnTo>
                <a:close/>
                <a:moveTo>
                  <a:pt x="1925" y="3119"/>
                </a:moveTo>
                <a:cubicBezTo>
                  <a:pt x="1925" y="3021"/>
                  <a:pt x="1872" y="2961"/>
                  <a:pt x="1743" y="2915"/>
                </a:cubicBezTo>
                <a:cubicBezTo>
                  <a:pt x="1650" y="2880"/>
                  <a:pt x="1612" y="2857"/>
                  <a:pt x="1612" y="2822"/>
                </a:cubicBezTo>
                <a:cubicBezTo>
                  <a:pt x="1612" y="2791"/>
                  <a:pt x="1635" y="2761"/>
                  <a:pt x="1706" y="2761"/>
                </a:cubicBezTo>
                <a:cubicBezTo>
                  <a:pt x="1784" y="2761"/>
                  <a:pt x="1834" y="2786"/>
                  <a:pt x="1863" y="2798"/>
                </a:cubicBezTo>
                <a:cubicBezTo>
                  <a:pt x="1894" y="2675"/>
                  <a:pt x="1894" y="2675"/>
                  <a:pt x="1894" y="2675"/>
                </a:cubicBezTo>
                <a:cubicBezTo>
                  <a:pt x="1859" y="2657"/>
                  <a:pt x="1809" y="2642"/>
                  <a:pt x="1736" y="2638"/>
                </a:cubicBezTo>
                <a:cubicBezTo>
                  <a:pt x="1736" y="2543"/>
                  <a:pt x="1736" y="2543"/>
                  <a:pt x="1736" y="2543"/>
                </a:cubicBezTo>
                <a:cubicBezTo>
                  <a:pt x="1630" y="2543"/>
                  <a:pt x="1630" y="2543"/>
                  <a:pt x="1630" y="2543"/>
                </a:cubicBezTo>
                <a:cubicBezTo>
                  <a:pt x="1630" y="2646"/>
                  <a:pt x="1630" y="2646"/>
                  <a:pt x="1630" y="2646"/>
                </a:cubicBezTo>
                <a:cubicBezTo>
                  <a:pt x="1513" y="2669"/>
                  <a:pt x="1446" y="2744"/>
                  <a:pt x="1446" y="2840"/>
                </a:cubicBezTo>
                <a:cubicBezTo>
                  <a:pt x="1446" y="2946"/>
                  <a:pt x="1525" y="3000"/>
                  <a:pt x="1642" y="3039"/>
                </a:cubicBezTo>
                <a:cubicBezTo>
                  <a:pt x="1722" y="3067"/>
                  <a:pt x="1757" y="3093"/>
                  <a:pt x="1757" y="3134"/>
                </a:cubicBezTo>
                <a:cubicBezTo>
                  <a:pt x="1757" y="3178"/>
                  <a:pt x="1715" y="3202"/>
                  <a:pt x="1653" y="3202"/>
                </a:cubicBezTo>
                <a:cubicBezTo>
                  <a:pt x="1582" y="3202"/>
                  <a:pt x="1518" y="3179"/>
                  <a:pt x="1472" y="3154"/>
                </a:cubicBezTo>
                <a:cubicBezTo>
                  <a:pt x="1439" y="3281"/>
                  <a:pt x="1439" y="3281"/>
                  <a:pt x="1439" y="3281"/>
                </a:cubicBezTo>
                <a:cubicBezTo>
                  <a:pt x="1481" y="3305"/>
                  <a:pt x="1551" y="3325"/>
                  <a:pt x="1624" y="3328"/>
                </a:cubicBezTo>
                <a:cubicBezTo>
                  <a:pt x="1624" y="3432"/>
                  <a:pt x="1624" y="3432"/>
                  <a:pt x="1624" y="3432"/>
                </a:cubicBezTo>
                <a:cubicBezTo>
                  <a:pt x="1731" y="3432"/>
                  <a:pt x="1731" y="3432"/>
                  <a:pt x="1731" y="3432"/>
                </a:cubicBezTo>
                <a:cubicBezTo>
                  <a:pt x="1731" y="3320"/>
                  <a:pt x="1731" y="3320"/>
                  <a:pt x="1731" y="3320"/>
                </a:cubicBezTo>
                <a:cubicBezTo>
                  <a:pt x="1856" y="3299"/>
                  <a:pt x="1925" y="3216"/>
                  <a:pt x="1925" y="3119"/>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07" name="Google Shape;507;p25"/>
          <p:cNvSpPr/>
          <p:nvPr/>
        </p:nvSpPr>
        <p:spPr>
          <a:xfrm>
            <a:off x="9486091" y="8139329"/>
            <a:ext cx="965644" cy="791686"/>
          </a:xfrm>
          <a:custGeom>
            <a:rect b="b" l="l" r="r" t="t"/>
            <a:pathLst>
              <a:path extrusionOk="0" h="289" w="353">
                <a:moveTo>
                  <a:pt x="38" y="216"/>
                </a:moveTo>
                <a:cubicBezTo>
                  <a:pt x="49" y="213"/>
                  <a:pt x="68" y="201"/>
                  <a:pt x="68" y="173"/>
                </a:cubicBezTo>
                <a:cubicBezTo>
                  <a:pt x="68" y="148"/>
                  <a:pt x="60" y="138"/>
                  <a:pt x="55" y="132"/>
                </a:cubicBezTo>
                <a:cubicBezTo>
                  <a:pt x="55" y="131"/>
                  <a:pt x="55" y="131"/>
                  <a:pt x="55" y="131"/>
                </a:cubicBezTo>
                <a:cubicBezTo>
                  <a:pt x="55" y="131"/>
                  <a:pt x="55" y="131"/>
                  <a:pt x="55" y="131"/>
                </a:cubicBezTo>
                <a:cubicBezTo>
                  <a:pt x="54" y="130"/>
                  <a:pt x="53" y="126"/>
                  <a:pt x="55" y="117"/>
                </a:cubicBezTo>
                <a:cubicBezTo>
                  <a:pt x="56" y="113"/>
                  <a:pt x="56" y="109"/>
                  <a:pt x="54" y="106"/>
                </a:cubicBezTo>
                <a:cubicBezTo>
                  <a:pt x="51" y="99"/>
                  <a:pt x="45" y="85"/>
                  <a:pt x="49" y="75"/>
                </a:cubicBezTo>
                <a:cubicBezTo>
                  <a:pt x="56" y="58"/>
                  <a:pt x="59" y="57"/>
                  <a:pt x="67" y="53"/>
                </a:cubicBezTo>
                <a:cubicBezTo>
                  <a:pt x="68" y="53"/>
                  <a:pt x="69" y="53"/>
                  <a:pt x="69" y="52"/>
                </a:cubicBezTo>
                <a:cubicBezTo>
                  <a:pt x="71" y="51"/>
                  <a:pt x="79" y="48"/>
                  <a:pt x="88" y="48"/>
                </a:cubicBezTo>
                <a:cubicBezTo>
                  <a:pt x="92" y="48"/>
                  <a:pt x="95" y="49"/>
                  <a:pt x="98" y="50"/>
                </a:cubicBezTo>
                <a:cubicBezTo>
                  <a:pt x="98" y="47"/>
                  <a:pt x="99" y="45"/>
                  <a:pt x="100" y="42"/>
                </a:cubicBezTo>
                <a:cubicBezTo>
                  <a:pt x="101" y="39"/>
                  <a:pt x="102" y="37"/>
                  <a:pt x="103" y="35"/>
                </a:cubicBezTo>
                <a:cubicBezTo>
                  <a:pt x="98" y="33"/>
                  <a:pt x="93" y="32"/>
                  <a:pt x="88" y="32"/>
                </a:cubicBezTo>
                <a:cubicBezTo>
                  <a:pt x="76" y="32"/>
                  <a:pt x="65" y="36"/>
                  <a:pt x="61" y="39"/>
                </a:cubicBezTo>
                <a:cubicBezTo>
                  <a:pt x="48" y="44"/>
                  <a:pt x="42" y="50"/>
                  <a:pt x="34" y="69"/>
                </a:cubicBezTo>
                <a:cubicBezTo>
                  <a:pt x="27" y="86"/>
                  <a:pt x="36" y="104"/>
                  <a:pt x="40" y="113"/>
                </a:cubicBezTo>
                <a:cubicBezTo>
                  <a:pt x="35" y="133"/>
                  <a:pt x="42" y="140"/>
                  <a:pt x="42" y="140"/>
                </a:cubicBezTo>
                <a:cubicBezTo>
                  <a:pt x="45" y="145"/>
                  <a:pt x="52" y="153"/>
                  <a:pt x="52" y="173"/>
                </a:cubicBezTo>
                <a:cubicBezTo>
                  <a:pt x="52" y="197"/>
                  <a:pt x="34" y="201"/>
                  <a:pt x="34" y="201"/>
                </a:cubicBezTo>
                <a:cubicBezTo>
                  <a:pt x="19" y="206"/>
                  <a:pt x="0" y="217"/>
                  <a:pt x="0" y="249"/>
                </a:cubicBezTo>
                <a:cubicBezTo>
                  <a:pt x="0" y="249"/>
                  <a:pt x="0" y="257"/>
                  <a:pt x="8" y="257"/>
                </a:cubicBezTo>
                <a:cubicBezTo>
                  <a:pt x="43" y="257"/>
                  <a:pt x="43" y="257"/>
                  <a:pt x="43" y="257"/>
                </a:cubicBezTo>
                <a:cubicBezTo>
                  <a:pt x="45" y="251"/>
                  <a:pt x="48" y="245"/>
                  <a:pt x="51" y="241"/>
                </a:cubicBezTo>
                <a:cubicBezTo>
                  <a:pt x="16" y="241"/>
                  <a:pt x="16" y="241"/>
                  <a:pt x="16" y="241"/>
                </a:cubicBezTo>
                <a:cubicBezTo>
                  <a:pt x="19" y="225"/>
                  <a:pt x="28" y="220"/>
                  <a:pt x="38" y="216"/>
                </a:cubicBezTo>
                <a:moveTo>
                  <a:pt x="319" y="201"/>
                </a:moveTo>
                <a:cubicBezTo>
                  <a:pt x="319" y="201"/>
                  <a:pt x="301" y="197"/>
                  <a:pt x="301" y="173"/>
                </a:cubicBezTo>
                <a:cubicBezTo>
                  <a:pt x="301" y="153"/>
                  <a:pt x="307" y="145"/>
                  <a:pt x="311" y="140"/>
                </a:cubicBezTo>
                <a:cubicBezTo>
                  <a:pt x="311" y="140"/>
                  <a:pt x="318" y="133"/>
                  <a:pt x="312" y="113"/>
                </a:cubicBezTo>
                <a:cubicBezTo>
                  <a:pt x="317" y="104"/>
                  <a:pt x="325" y="86"/>
                  <a:pt x="318" y="69"/>
                </a:cubicBezTo>
                <a:cubicBezTo>
                  <a:pt x="310" y="50"/>
                  <a:pt x="304" y="44"/>
                  <a:pt x="292" y="39"/>
                </a:cubicBezTo>
                <a:cubicBezTo>
                  <a:pt x="287" y="36"/>
                  <a:pt x="276" y="32"/>
                  <a:pt x="265" y="32"/>
                </a:cubicBezTo>
                <a:cubicBezTo>
                  <a:pt x="259" y="32"/>
                  <a:pt x="254" y="33"/>
                  <a:pt x="248" y="35"/>
                </a:cubicBezTo>
                <a:cubicBezTo>
                  <a:pt x="250" y="40"/>
                  <a:pt x="252" y="46"/>
                  <a:pt x="253" y="51"/>
                </a:cubicBezTo>
                <a:cubicBezTo>
                  <a:pt x="254" y="51"/>
                  <a:pt x="254" y="50"/>
                  <a:pt x="254" y="50"/>
                </a:cubicBezTo>
                <a:cubicBezTo>
                  <a:pt x="257" y="49"/>
                  <a:pt x="260" y="48"/>
                  <a:pt x="265" y="48"/>
                </a:cubicBezTo>
                <a:cubicBezTo>
                  <a:pt x="273" y="48"/>
                  <a:pt x="281" y="51"/>
                  <a:pt x="283" y="52"/>
                </a:cubicBezTo>
                <a:cubicBezTo>
                  <a:pt x="284" y="53"/>
                  <a:pt x="284" y="53"/>
                  <a:pt x="285" y="53"/>
                </a:cubicBezTo>
                <a:cubicBezTo>
                  <a:pt x="293" y="57"/>
                  <a:pt x="296" y="58"/>
                  <a:pt x="303" y="75"/>
                </a:cubicBezTo>
                <a:cubicBezTo>
                  <a:pt x="307" y="85"/>
                  <a:pt x="301" y="99"/>
                  <a:pt x="298" y="106"/>
                </a:cubicBezTo>
                <a:cubicBezTo>
                  <a:pt x="297" y="109"/>
                  <a:pt x="296" y="113"/>
                  <a:pt x="297" y="117"/>
                </a:cubicBezTo>
                <a:cubicBezTo>
                  <a:pt x="299" y="126"/>
                  <a:pt x="298" y="130"/>
                  <a:pt x="298" y="131"/>
                </a:cubicBezTo>
                <a:cubicBezTo>
                  <a:pt x="298" y="131"/>
                  <a:pt x="298" y="131"/>
                  <a:pt x="298" y="131"/>
                </a:cubicBezTo>
                <a:cubicBezTo>
                  <a:pt x="297" y="132"/>
                  <a:pt x="297" y="132"/>
                  <a:pt x="297" y="132"/>
                </a:cubicBezTo>
                <a:cubicBezTo>
                  <a:pt x="293" y="138"/>
                  <a:pt x="285" y="148"/>
                  <a:pt x="285" y="173"/>
                </a:cubicBezTo>
                <a:cubicBezTo>
                  <a:pt x="285" y="201"/>
                  <a:pt x="303" y="213"/>
                  <a:pt x="314" y="216"/>
                </a:cubicBezTo>
                <a:cubicBezTo>
                  <a:pt x="324" y="220"/>
                  <a:pt x="334" y="225"/>
                  <a:pt x="336" y="241"/>
                </a:cubicBezTo>
                <a:cubicBezTo>
                  <a:pt x="301" y="241"/>
                  <a:pt x="301" y="241"/>
                  <a:pt x="301" y="241"/>
                </a:cubicBezTo>
                <a:cubicBezTo>
                  <a:pt x="304" y="245"/>
                  <a:pt x="307" y="251"/>
                  <a:pt x="309" y="257"/>
                </a:cubicBezTo>
                <a:cubicBezTo>
                  <a:pt x="345" y="257"/>
                  <a:pt x="345" y="257"/>
                  <a:pt x="345" y="257"/>
                </a:cubicBezTo>
                <a:cubicBezTo>
                  <a:pt x="353" y="257"/>
                  <a:pt x="353" y="249"/>
                  <a:pt x="353" y="249"/>
                </a:cubicBezTo>
                <a:cubicBezTo>
                  <a:pt x="353" y="217"/>
                  <a:pt x="333" y="206"/>
                  <a:pt x="319" y="201"/>
                </a:cubicBezTo>
                <a:moveTo>
                  <a:pt x="240" y="218"/>
                </a:moveTo>
                <a:cubicBezTo>
                  <a:pt x="240" y="218"/>
                  <a:pt x="211" y="211"/>
                  <a:pt x="211" y="181"/>
                </a:cubicBezTo>
                <a:cubicBezTo>
                  <a:pt x="211" y="155"/>
                  <a:pt x="223" y="146"/>
                  <a:pt x="228" y="139"/>
                </a:cubicBezTo>
                <a:cubicBezTo>
                  <a:pt x="228" y="139"/>
                  <a:pt x="237" y="131"/>
                  <a:pt x="231" y="105"/>
                </a:cubicBezTo>
                <a:cubicBezTo>
                  <a:pt x="241" y="90"/>
                  <a:pt x="245" y="66"/>
                  <a:pt x="232" y="37"/>
                </a:cubicBezTo>
                <a:cubicBezTo>
                  <a:pt x="225" y="20"/>
                  <a:pt x="219" y="11"/>
                  <a:pt x="209" y="5"/>
                </a:cubicBezTo>
                <a:cubicBezTo>
                  <a:pt x="202" y="1"/>
                  <a:pt x="194" y="0"/>
                  <a:pt x="186" y="0"/>
                </a:cubicBezTo>
                <a:cubicBezTo>
                  <a:pt x="172" y="0"/>
                  <a:pt x="158" y="5"/>
                  <a:pt x="152" y="9"/>
                </a:cubicBezTo>
                <a:cubicBezTo>
                  <a:pt x="136" y="16"/>
                  <a:pt x="125" y="22"/>
                  <a:pt x="115" y="48"/>
                </a:cubicBezTo>
                <a:cubicBezTo>
                  <a:pt x="107" y="69"/>
                  <a:pt x="117" y="92"/>
                  <a:pt x="122" y="104"/>
                </a:cubicBezTo>
                <a:cubicBezTo>
                  <a:pt x="116" y="130"/>
                  <a:pt x="125" y="139"/>
                  <a:pt x="125" y="139"/>
                </a:cubicBezTo>
                <a:cubicBezTo>
                  <a:pt x="129" y="146"/>
                  <a:pt x="141" y="155"/>
                  <a:pt x="141" y="181"/>
                </a:cubicBezTo>
                <a:cubicBezTo>
                  <a:pt x="141" y="211"/>
                  <a:pt x="112" y="218"/>
                  <a:pt x="112" y="218"/>
                </a:cubicBezTo>
                <a:cubicBezTo>
                  <a:pt x="94" y="225"/>
                  <a:pt x="56" y="238"/>
                  <a:pt x="56" y="281"/>
                </a:cubicBezTo>
                <a:cubicBezTo>
                  <a:pt x="56" y="281"/>
                  <a:pt x="56" y="289"/>
                  <a:pt x="64" y="289"/>
                </a:cubicBezTo>
                <a:cubicBezTo>
                  <a:pt x="289" y="289"/>
                  <a:pt x="289" y="289"/>
                  <a:pt x="289" y="289"/>
                </a:cubicBezTo>
                <a:cubicBezTo>
                  <a:pt x="297" y="289"/>
                  <a:pt x="297" y="281"/>
                  <a:pt x="297" y="281"/>
                </a:cubicBezTo>
                <a:cubicBezTo>
                  <a:pt x="297" y="238"/>
                  <a:pt x="258" y="225"/>
                  <a:pt x="240" y="218"/>
                </a:cubicBezTo>
                <a:moveTo>
                  <a:pt x="72" y="273"/>
                </a:moveTo>
                <a:cubicBezTo>
                  <a:pt x="76" y="250"/>
                  <a:pt x="96" y="241"/>
                  <a:pt x="116" y="234"/>
                </a:cubicBezTo>
                <a:cubicBezTo>
                  <a:pt x="117" y="234"/>
                  <a:pt x="117" y="234"/>
                  <a:pt x="117" y="234"/>
                </a:cubicBezTo>
                <a:cubicBezTo>
                  <a:pt x="131" y="230"/>
                  <a:pt x="157" y="214"/>
                  <a:pt x="157" y="181"/>
                </a:cubicBezTo>
                <a:cubicBezTo>
                  <a:pt x="157" y="153"/>
                  <a:pt x="146" y="140"/>
                  <a:pt x="140" y="132"/>
                </a:cubicBezTo>
                <a:cubicBezTo>
                  <a:pt x="138" y="131"/>
                  <a:pt x="137" y="129"/>
                  <a:pt x="137" y="129"/>
                </a:cubicBezTo>
                <a:cubicBezTo>
                  <a:pt x="137" y="128"/>
                  <a:pt x="134" y="122"/>
                  <a:pt x="138" y="107"/>
                </a:cubicBezTo>
                <a:cubicBezTo>
                  <a:pt x="139" y="100"/>
                  <a:pt x="137" y="97"/>
                  <a:pt x="137" y="97"/>
                </a:cubicBezTo>
                <a:cubicBezTo>
                  <a:pt x="132" y="87"/>
                  <a:pt x="124" y="69"/>
                  <a:pt x="130" y="54"/>
                </a:cubicBezTo>
                <a:cubicBezTo>
                  <a:pt x="138" y="33"/>
                  <a:pt x="146" y="29"/>
                  <a:pt x="159" y="23"/>
                </a:cubicBezTo>
                <a:cubicBezTo>
                  <a:pt x="160" y="23"/>
                  <a:pt x="160" y="22"/>
                  <a:pt x="161" y="22"/>
                </a:cubicBezTo>
                <a:cubicBezTo>
                  <a:pt x="164" y="20"/>
                  <a:pt x="174" y="16"/>
                  <a:pt x="186" y="16"/>
                </a:cubicBezTo>
                <a:cubicBezTo>
                  <a:pt x="192" y="16"/>
                  <a:pt x="197" y="17"/>
                  <a:pt x="201" y="19"/>
                </a:cubicBezTo>
                <a:cubicBezTo>
                  <a:pt x="206" y="22"/>
                  <a:pt x="210" y="27"/>
                  <a:pt x="217" y="44"/>
                </a:cubicBezTo>
                <a:cubicBezTo>
                  <a:pt x="230" y="73"/>
                  <a:pt x="222" y="89"/>
                  <a:pt x="218" y="95"/>
                </a:cubicBezTo>
                <a:cubicBezTo>
                  <a:pt x="215" y="99"/>
                  <a:pt x="214" y="104"/>
                  <a:pt x="215" y="108"/>
                </a:cubicBezTo>
                <a:cubicBezTo>
                  <a:pt x="218" y="122"/>
                  <a:pt x="216" y="127"/>
                  <a:pt x="216" y="129"/>
                </a:cubicBezTo>
                <a:cubicBezTo>
                  <a:pt x="216" y="129"/>
                  <a:pt x="214" y="131"/>
                  <a:pt x="213" y="132"/>
                </a:cubicBezTo>
                <a:cubicBezTo>
                  <a:pt x="207" y="140"/>
                  <a:pt x="195" y="153"/>
                  <a:pt x="195" y="181"/>
                </a:cubicBezTo>
                <a:cubicBezTo>
                  <a:pt x="195" y="214"/>
                  <a:pt x="221" y="230"/>
                  <a:pt x="235" y="234"/>
                </a:cubicBezTo>
                <a:cubicBezTo>
                  <a:pt x="236" y="234"/>
                  <a:pt x="236" y="234"/>
                  <a:pt x="236" y="234"/>
                </a:cubicBezTo>
                <a:cubicBezTo>
                  <a:pt x="256" y="241"/>
                  <a:pt x="276" y="250"/>
                  <a:pt x="280" y="273"/>
                </a:cubicBezTo>
                <a:lnTo>
                  <a:pt x="72" y="273"/>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cxnSp>
        <p:nvCxnSpPr>
          <p:cNvPr id="508" name="Google Shape;508;p25"/>
          <p:cNvCxnSpPr/>
          <p:nvPr/>
        </p:nvCxnSpPr>
        <p:spPr>
          <a:xfrm flipH="1">
            <a:off x="2297844" y="9791275"/>
            <a:ext cx="731400" cy="627000"/>
          </a:xfrm>
          <a:prstGeom prst="straightConnector1">
            <a:avLst/>
          </a:prstGeom>
          <a:noFill/>
          <a:ln cap="rnd" cmpd="sng" w="152400">
            <a:solidFill>
              <a:srgbClr val="E9E9E9"/>
            </a:solidFill>
            <a:prstDash val="solid"/>
            <a:round/>
            <a:headEnd len="sm" w="sm" type="none"/>
            <a:tailEnd len="sm" w="sm" type="none"/>
          </a:ln>
        </p:spPr>
      </p:cxnSp>
      <p:sp>
        <p:nvSpPr>
          <p:cNvPr id="509" name="Google Shape;509;p25"/>
          <p:cNvSpPr/>
          <p:nvPr/>
        </p:nvSpPr>
        <p:spPr>
          <a:xfrm>
            <a:off x="2850871" y="8417265"/>
            <a:ext cx="1673400" cy="1673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510" name="Google Shape;510;p25"/>
          <p:cNvSpPr txBox="1"/>
          <p:nvPr/>
        </p:nvSpPr>
        <p:spPr>
          <a:xfrm>
            <a:off x="1866902" y="10770968"/>
            <a:ext cx="3501600" cy="406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lang="en-US" sz="2200">
                <a:solidFill>
                  <a:schemeClr val="dk2"/>
                </a:solidFill>
                <a:latin typeface="Lato"/>
                <a:ea typeface="Lato"/>
                <a:cs typeface="Lato"/>
                <a:sym typeface="Lato"/>
              </a:rPr>
              <a:t>TENDENCIAS </a:t>
            </a:r>
            <a:endParaRPr b="1" sz="2200">
              <a:solidFill>
                <a:schemeClr val="dk2"/>
              </a:solidFill>
              <a:latin typeface="Lato"/>
              <a:ea typeface="Lato"/>
              <a:cs typeface="Lato"/>
              <a:sym typeface="Lato"/>
            </a:endParaRPr>
          </a:p>
          <a:p>
            <a:pPr indent="0" lvl="0" marL="0" marR="0" rtl="0" algn="ctr">
              <a:lnSpc>
                <a:spcPct val="120000"/>
              </a:lnSpc>
              <a:spcBef>
                <a:spcPts val="0"/>
              </a:spcBef>
              <a:spcAft>
                <a:spcPts val="0"/>
              </a:spcAft>
              <a:buClr>
                <a:srgbClr val="000000"/>
              </a:buClr>
              <a:buSzPts val="2200"/>
              <a:buFont typeface="Arial"/>
              <a:buNone/>
            </a:pPr>
            <a:r>
              <a:rPr b="1" lang="en-US" sz="2200">
                <a:solidFill>
                  <a:schemeClr val="dk2"/>
                </a:solidFill>
                <a:latin typeface="Lato"/>
                <a:ea typeface="Lato"/>
                <a:cs typeface="Lato"/>
                <a:sym typeface="Lato"/>
              </a:rPr>
              <a:t>DEL SECTOR</a:t>
            </a:r>
            <a:endParaRPr b="1" i="0" sz="2200" u="none" cap="none" strike="noStrike">
              <a:solidFill>
                <a:schemeClr val="dk2"/>
              </a:solidFill>
              <a:latin typeface="Lato"/>
              <a:ea typeface="Lato"/>
              <a:cs typeface="Lato"/>
              <a:sym typeface="Lato"/>
            </a:endParaRPr>
          </a:p>
        </p:txBody>
      </p:sp>
      <p:sp>
        <p:nvSpPr>
          <p:cNvPr id="511" name="Google Shape;511;p25"/>
          <p:cNvSpPr/>
          <p:nvPr/>
        </p:nvSpPr>
        <p:spPr>
          <a:xfrm>
            <a:off x="3221104" y="8874370"/>
            <a:ext cx="999005" cy="907976"/>
          </a:xfrm>
          <a:custGeom>
            <a:rect b="b" l="l" r="r" t="t"/>
            <a:pathLst>
              <a:path extrusionOk="0" h="3412" w="3754">
                <a:moveTo>
                  <a:pt x="386" y="340"/>
                </a:moveTo>
                <a:cubicBezTo>
                  <a:pt x="356" y="205"/>
                  <a:pt x="439" y="61"/>
                  <a:pt x="571" y="17"/>
                </a:cubicBezTo>
                <a:cubicBezTo>
                  <a:pt x="584" y="12"/>
                  <a:pt x="596" y="6"/>
                  <a:pt x="608" y="0"/>
                </a:cubicBezTo>
                <a:cubicBezTo>
                  <a:pt x="644" y="0"/>
                  <a:pt x="680" y="0"/>
                  <a:pt x="716" y="0"/>
                </a:cubicBezTo>
                <a:cubicBezTo>
                  <a:pt x="757" y="21"/>
                  <a:pt x="804" y="36"/>
                  <a:pt x="840" y="64"/>
                </a:cubicBezTo>
                <a:cubicBezTo>
                  <a:pt x="942" y="143"/>
                  <a:pt x="973" y="276"/>
                  <a:pt x="924" y="393"/>
                </a:cubicBezTo>
                <a:cubicBezTo>
                  <a:pt x="876" y="507"/>
                  <a:pt x="759" y="576"/>
                  <a:pt x="634" y="565"/>
                </a:cubicBezTo>
                <a:cubicBezTo>
                  <a:pt x="516" y="554"/>
                  <a:pt x="413" y="461"/>
                  <a:pt x="386" y="340"/>
                </a:cubicBezTo>
                <a:close/>
                <a:moveTo>
                  <a:pt x="3754" y="128"/>
                </a:moveTo>
                <a:cubicBezTo>
                  <a:pt x="3754" y="1603"/>
                  <a:pt x="3754" y="1603"/>
                  <a:pt x="3754" y="1603"/>
                </a:cubicBezTo>
                <a:cubicBezTo>
                  <a:pt x="3754" y="1671"/>
                  <a:pt x="3699" y="1726"/>
                  <a:pt x="3631" y="1726"/>
                </a:cubicBezTo>
                <a:cubicBezTo>
                  <a:pt x="1992" y="1726"/>
                  <a:pt x="1992" y="1726"/>
                  <a:pt x="1992" y="1726"/>
                </a:cubicBezTo>
                <a:cubicBezTo>
                  <a:pt x="1654" y="1726"/>
                  <a:pt x="1654" y="1726"/>
                  <a:pt x="1654" y="1726"/>
                </a:cubicBezTo>
                <a:cubicBezTo>
                  <a:pt x="1586" y="1726"/>
                  <a:pt x="1531" y="1671"/>
                  <a:pt x="1531" y="1603"/>
                </a:cubicBezTo>
                <a:cubicBezTo>
                  <a:pt x="1531" y="1505"/>
                  <a:pt x="1531" y="1505"/>
                  <a:pt x="1531" y="1505"/>
                </a:cubicBezTo>
                <a:cubicBezTo>
                  <a:pt x="1531" y="1465"/>
                  <a:pt x="1531" y="1465"/>
                  <a:pt x="1531" y="1465"/>
                </a:cubicBezTo>
                <a:cubicBezTo>
                  <a:pt x="1531" y="1287"/>
                  <a:pt x="1531" y="1287"/>
                  <a:pt x="1531" y="1287"/>
                </a:cubicBezTo>
                <a:cubicBezTo>
                  <a:pt x="1531" y="1049"/>
                  <a:pt x="1531" y="1049"/>
                  <a:pt x="1531" y="1049"/>
                </a:cubicBezTo>
                <a:cubicBezTo>
                  <a:pt x="1394" y="1005"/>
                  <a:pt x="1258" y="961"/>
                  <a:pt x="1122" y="916"/>
                </a:cubicBezTo>
                <a:cubicBezTo>
                  <a:pt x="1075" y="901"/>
                  <a:pt x="1075" y="901"/>
                  <a:pt x="1075" y="901"/>
                </a:cubicBezTo>
                <a:cubicBezTo>
                  <a:pt x="1034" y="894"/>
                  <a:pt x="1034" y="894"/>
                  <a:pt x="1034" y="894"/>
                </a:cubicBezTo>
                <a:cubicBezTo>
                  <a:pt x="1034" y="1066"/>
                  <a:pt x="1034" y="1066"/>
                  <a:pt x="1034" y="1066"/>
                </a:cubicBezTo>
                <a:cubicBezTo>
                  <a:pt x="1034" y="1066"/>
                  <a:pt x="1033" y="1066"/>
                  <a:pt x="1033" y="1066"/>
                </a:cubicBezTo>
                <a:cubicBezTo>
                  <a:pt x="1033" y="1906"/>
                  <a:pt x="1033" y="1906"/>
                  <a:pt x="1033" y="1906"/>
                </a:cubicBezTo>
                <a:cubicBezTo>
                  <a:pt x="1033" y="2290"/>
                  <a:pt x="1033" y="2290"/>
                  <a:pt x="1033" y="2290"/>
                </a:cubicBezTo>
                <a:cubicBezTo>
                  <a:pt x="1033" y="2530"/>
                  <a:pt x="1034" y="2770"/>
                  <a:pt x="1034" y="3010"/>
                </a:cubicBezTo>
                <a:cubicBezTo>
                  <a:pt x="1034" y="3074"/>
                  <a:pt x="1034" y="3138"/>
                  <a:pt x="1034" y="3202"/>
                </a:cubicBezTo>
                <a:cubicBezTo>
                  <a:pt x="1034" y="3290"/>
                  <a:pt x="1011" y="3358"/>
                  <a:pt x="935" y="3396"/>
                </a:cubicBezTo>
                <a:cubicBezTo>
                  <a:pt x="924" y="3402"/>
                  <a:pt x="912" y="3407"/>
                  <a:pt x="899" y="3412"/>
                </a:cubicBezTo>
                <a:cubicBezTo>
                  <a:pt x="871" y="3412"/>
                  <a:pt x="844" y="3412"/>
                  <a:pt x="816" y="3412"/>
                </a:cubicBezTo>
                <a:cubicBezTo>
                  <a:pt x="718" y="3377"/>
                  <a:pt x="689" y="3305"/>
                  <a:pt x="690" y="3204"/>
                </a:cubicBezTo>
                <a:cubicBezTo>
                  <a:pt x="693" y="2815"/>
                  <a:pt x="691" y="2425"/>
                  <a:pt x="691" y="2036"/>
                </a:cubicBezTo>
                <a:cubicBezTo>
                  <a:pt x="691" y="2019"/>
                  <a:pt x="691" y="2003"/>
                  <a:pt x="691" y="1985"/>
                </a:cubicBezTo>
                <a:cubicBezTo>
                  <a:pt x="674" y="1985"/>
                  <a:pt x="661" y="1985"/>
                  <a:pt x="645" y="1985"/>
                </a:cubicBezTo>
                <a:cubicBezTo>
                  <a:pt x="645" y="2003"/>
                  <a:pt x="645" y="2018"/>
                  <a:pt x="645" y="2034"/>
                </a:cubicBezTo>
                <a:cubicBezTo>
                  <a:pt x="645" y="2424"/>
                  <a:pt x="644" y="2814"/>
                  <a:pt x="647" y="3204"/>
                </a:cubicBezTo>
                <a:cubicBezTo>
                  <a:pt x="647" y="3295"/>
                  <a:pt x="621" y="3361"/>
                  <a:pt x="542" y="3397"/>
                </a:cubicBezTo>
                <a:cubicBezTo>
                  <a:pt x="532" y="3403"/>
                  <a:pt x="521" y="3408"/>
                  <a:pt x="508" y="3412"/>
                </a:cubicBezTo>
                <a:cubicBezTo>
                  <a:pt x="480" y="3412"/>
                  <a:pt x="452" y="3412"/>
                  <a:pt x="425" y="3412"/>
                </a:cubicBezTo>
                <a:cubicBezTo>
                  <a:pt x="372" y="3388"/>
                  <a:pt x="325" y="3358"/>
                  <a:pt x="312" y="3296"/>
                </a:cubicBezTo>
                <a:cubicBezTo>
                  <a:pt x="306" y="3266"/>
                  <a:pt x="305" y="3235"/>
                  <a:pt x="305" y="3205"/>
                </a:cubicBezTo>
                <a:cubicBezTo>
                  <a:pt x="305" y="2513"/>
                  <a:pt x="305" y="1821"/>
                  <a:pt x="305" y="1129"/>
                </a:cubicBezTo>
                <a:cubicBezTo>
                  <a:pt x="305" y="1111"/>
                  <a:pt x="305" y="1094"/>
                  <a:pt x="305" y="1074"/>
                </a:cubicBezTo>
                <a:cubicBezTo>
                  <a:pt x="284" y="1074"/>
                  <a:pt x="269" y="1074"/>
                  <a:pt x="249" y="1074"/>
                </a:cubicBezTo>
                <a:cubicBezTo>
                  <a:pt x="249" y="1092"/>
                  <a:pt x="249" y="1106"/>
                  <a:pt x="249" y="1121"/>
                </a:cubicBezTo>
                <a:cubicBezTo>
                  <a:pt x="249" y="1353"/>
                  <a:pt x="249" y="1585"/>
                  <a:pt x="249" y="1816"/>
                </a:cubicBezTo>
                <a:cubicBezTo>
                  <a:pt x="249" y="1835"/>
                  <a:pt x="250" y="1855"/>
                  <a:pt x="248" y="1874"/>
                </a:cubicBezTo>
                <a:cubicBezTo>
                  <a:pt x="239" y="1960"/>
                  <a:pt x="172" y="2006"/>
                  <a:pt x="88" y="1986"/>
                </a:cubicBezTo>
                <a:cubicBezTo>
                  <a:pt x="44" y="1976"/>
                  <a:pt x="21" y="1942"/>
                  <a:pt x="0" y="1906"/>
                </a:cubicBezTo>
                <a:cubicBezTo>
                  <a:pt x="0" y="1584"/>
                  <a:pt x="0" y="1262"/>
                  <a:pt x="0" y="941"/>
                </a:cubicBezTo>
                <a:cubicBezTo>
                  <a:pt x="3" y="936"/>
                  <a:pt x="6" y="931"/>
                  <a:pt x="7" y="926"/>
                </a:cubicBezTo>
                <a:cubicBezTo>
                  <a:pt x="11" y="909"/>
                  <a:pt x="16" y="893"/>
                  <a:pt x="22" y="878"/>
                </a:cubicBezTo>
                <a:cubicBezTo>
                  <a:pt x="76" y="720"/>
                  <a:pt x="202" y="629"/>
                  <a:pt x="378" y="627"/>
                </a:cubicBezTo>
                <a:cubicBezTo>
                  <a:pt x="380" y="627"/>
                  <a:pt x="383" y="627"/>
                  <a:pt x="386" y="627"/>
                </a:cubicBezTo>
                <a:cubicBezTo>
                  <a:pt x="446" y="627"/>
                  <a:pt x="632" y="626"/>
                  <a:pt x="742" y="626"/>
                </a:cubicBezTo>
                <a:cubicBezTo>
                  <a:pt x="742" y="626"/>
                  <a:pt x="742" y="626"/>
                  <a:pt x="742" y="626"/>
                </a:cubicBezTo>
                <a:cubicBezTo>
                  <a:pt x="743" y="626"/>
                  <a:pt x="744" y="626"/>
                  <a:pt x="746" y="626"/>
                </a:cubicBezTo>
                <a:cubicBezTo>
                  <a:pt x="776" y="626"/>
                  <a:pt x="800" y="626"/>
                  <a:pt x="813" y="626"/>
                </a:cubicBezTo>
                <a:cubicBezTo>
                  <a:pt x="813" y="626"/>
                  <a:pt x="813" y="626"/>
                  <a:pt x="813" y="626"/>
                </a:cubicBezTo>
                <a:cubicBezTo>
                  <a:pt x="813" y="627"/>
                  <a:pt x="813" y="627"/>
                  <a:pt x="813" y="627"/>
                </a:cubicBezTo>
                <a:cubicBezTo>
                  <a:pt x="851" y="627"/>
                  <a:pt x="888" y="627"/>
                  <a:pt x="925" y="628"/>
                </a:cubicBezTo>
                <a:cubicBezTo>
                  <a:pt x="978" y="623"/>
                  <a:pt x="1033" y="629"/>
                  <a:pt x="1089" y="647"/>
                </a:cubicBezTo>
                <a:cubicBezTo>
                  <a:pt x="1177" y="675"/>
                  <a:pt x="1265" y="704"/>
                  <a:pt x="1354" y="733"/>
                </a:cubicBezTo>
                <a:cubicBezTo>
                  <a:pt x="1413" y="752"/>
                  <a:pt x="1472" y="771"/>
                  <a:pt x="1531" y="790"/>
                </a:cubicBezTo>
                <a:cubicBezTo>
                  <a:pt x="1531" y="627"/>
                  <a:pt x="1531" y="627"/>
                  <a:pt x="1531" y="627"/>
                </a:cubicBezTo>
                <a:cubicBezTo>
                  <a:pt x="1531" y="128"/>
                  <a:pt x="1531" y="128"/>
                  <a:pt x="1531" y="128"/>
                </a:cubicBezTo>
                <a:cubicBezTo>
                  <a:pt x="1531" y="60"/>
                  <a:pt x="1586" y="5"/>
                  <a:pt x="1654" y="5"/>
                </a:cubicBezTo>
                <a:cubicBezTo>
                  <a:pt x="3631" y="5"/>
                  <a:pt x="3631" y="5"/>
                  <a:pt x="3631" y="5"/>
                </a:cubicBezTo>
                <a:cubicBezTo>
                  <a:pt x="3699" y="5"/>
                  <a:pt x="3754" y="60"/>
                  <a:pt x="3754" y="128"/>
                </a:cubicBezTo>
                <a:close/>
                <a:moveTo>
                  <a:pt x="601" y="660"/>
                </a:moveTo>
                <a:cubicBezTo>
                  <a:pt x="645" y="773"/>
                  <a:pt x="645" y="773"/>
                  <a:pt x="645" y="773"/>
                </a:cubicBezTo>
                <a:cubicBezTo>
                  <a:pt x="672" y="773"/>
                  <a:pt x="672" y="773"/>
                  <a:pt x="672" y="773"/>
                </a:cubicBezTo>
                <a:cubicBezTo>
                  <a:pt x="677" y="773"/>
                  <a:pt x="677" y="773"/>
                  <a:pt x="677" y="773"/>
                </a:cubicBezTo>
                <a:cubicBezTo>
                  <a:pt x="704" y="773"/>
                  <a:pt x="704" y="773"/>
                  <a:pt x="704" y="773"/>
                </a:cubicBezTo>
                <a:cubicBezTo>
                  <a:pt x="748" y="660"/>
                  <a:pt x="748" y="660"/>
                  <a:pt x="748" y="660"/>
                </a:cubicBezTo>
                <a:cubicBezTo>
                  <a:pt x="677" y="660"/>
                  <a:pt x="677" y="660"/>
                  <a:pt x="677" y="660"/>
                </a:cubicBezTo>
                <a:cubicBezTo>
                  <a:pt x="672" y="660"/>
                  <a:pt x="672" y="660"/>
                  <a:pt x="672" y="660"/>
                </a:cubicBezTo>
                <a:lnTo>
                  <a:pt x="601" y="660"/>
                </a:lnTo>
                <a:close/>
                <a:moveTo>
                  <a:pt x="755" y="1331"/>
                </a:moveTo>
                <a:cubicBezTo>
                  <a:pt x="704" y="823"/>
                  <a:pt x="704" y="823"/>
                  <a:pt x="704" y="823"/>
                </a:cubicBezTo>
                <a:cubicBezTo>
                  <a:pt x="675" y="823"/>
                  <a:pt x="675" y="823"/>
                  <a:pt x="675" y="823"/>
                </a:cubicBezTo>
                <a:cubicBezTo>
                  <a:pt x="645" y="823"/>
                  <a:pt x="645" y="823"/>
                  <a:pt x="645" y="823"/>
                </a:cubicBezTo>
                <a:cubicBezTo>
                  <a:pt x="595" y="1331"/>
                  <a:pt x="595" y="1331"/>
                  <a:pt x="595" y="1331"/>
                </a:cubicBezTo>
                <a:cubicBezTo>
                  <a:pt x="675" y="1396"/>
                  <a:pt x="675" y="1396"/>
                  <a:pt x="675" y="1396"/>
                </a:cubicBezTo>
                <a:lnTo>
                  <a:pt x="755" y="1331"/>
                </a:lnTo>
                <a:close/>
                <a:moveTo>
                  <a:pt x="3652" y="128"/>
                </a:moveTo>
                <a:cubicBezTo>
                  <a:pt x="3652" y="117"/>
                  <a:pt x="3642" y="107"/>
                  <a:pt x="3631" y="107"/>
                </a:cubicBezTo>
                <a:cubicBezTo>
                  <a:pt x="1654" y="107"/>
                  <a:pt x="1654" y="107"/>
                  <a:pt x="1654" y="107"/>
                </a:cubicBezTo>
                <a:cubicBezTo>
                  <a:pt x="1642" y="107"/>
                  <a:pt x="1633" y="117"/>
                  <a:pt x="1633" y="128"/>
                </a:cubicBezTo>
                <a:cubicBezTo>
                  <a:pt x="1633" y="627"/>
                  <a:pt x="1633" y="627"/>
                  <a:pt x="1633" y="627"/>
                </a:cubicBezTo>
                <a:cubicBezTo>
                  <a:pt x="1633" y="823"/>
                  <a:pt x="1633" y="823"/>
                  <a:pt x="1633" y="823"/>
                </a:cubicBezTo>
                <a:cubicBezTo>
                  <a:pt x="1684" y="840"/>
                  <a:pt x="1735" y="856"/>
                  <a:pt x="1786" y="873"/>
                </a:cubicBezTo>
                <a:cubicBezTo>
                  <a:pt x="1786" y="767"/>
                  <a:pt x="1786" y="767"/>
                  <a:pt x="1786" y="767"/>
                </a:cubicBezTo>
                <a:cubicBezTo>
                  <a:pt x="2025" y="767"/>
                  <a:pt x="2025" y="767"/>
                  <a:pt x="2025" y="767"/>
                </a:cubicBezTo>
                <a:cubicBezTo>
                  <a:pt x="2119" y="634"/>
                  <a:pt x="2119" y="634"/>
                  <a:pt x="2119" y="634"/>
                </a:cubicBezTo>
                <a:cubicBezTo>
                  <a:pt x="1786" y="634"/>
                  <a:pt x="1786" y="634"/>
                  <a:pt x="1786" y="634"/>
                </a:cubicBezTo>
                <a:cubicBezTo>
                  <a:pt x="1786" y="475"/>
                  <a:pt x="1786" y="475"/>
                  <a:pt x="1786" y="475"/>
                </a:cubicBezTo>
                <a:cubicBezTo>
                  <a:pt x="2233" y="475"/>
                  <a:pt x="2233" y="475"/>
                  <a:pt x="2233" y="475"/>
                </a:cubicBezTo>
                <a:cubicBezTo>
                  <a:pt x="2390" y="255"/>
                  <a:pt x="2390" y="255"/>
                  <a:pt x="2390" y="255"/>
                </a:cubicBezTo>
                <a:cubicBezTo>
                  <a:pt x="2394" y="248"/>
                  <a:pt x="2406" y="249"/>
                  <a:pt x="2416" y="256"/>
                </a:cubicBezTo>
                <a:cubicBezTo>
                  <a:pt x="2427" y="264"/>
                  <a:pt x="2431" y="275"/>
                  <a:pt x="2427" y="281"/>
                </a:cubicBezTo>
                <a:cubicBezTo>
                  <a:pt x="2289" y="475"/>
                  <a:pt x="2289" y="475"/>
                  <a:pt x="2289" y="475"/>
                </a:cubicBezTo>
                <a:cubicBezTo>
                  <a:pt x="2316" y="475"/>
                  <a:pt x="2316" y="475"/>
                  <a:pt x="2316" y="475"/>
                </a:cubicBezTo>
                <a:cubicBezTo>
                  <a:pt x="2316" y="634"/>
                  <a:pt x="2316" y="634"/>
                  <a:pt x="2316" y="634"/>
                </a:cubicBezTo>
                <a:cubicBezTo>
                  <a:pt x="2176" y="634"/>
                  <a:pt x="2176" y="634"/>
                  <a:pt x="2176" y="634"/>
                </a:cubicBezTo>
                <a:cubicBezTo>
                  <a:pt x="2081" y="767"/>
                  <a:pt x="2081" y="767"/>
                  <a:pt x="2081" y="767"/>
                </a:cubicBezTo>
                <a:cubicBezTo>
                  <a:pt x="2316" y="767"/>
                  <a:pt x="2316" y="767"/>
                  <a:pt x="2316" y="767"/>
                </a:cubicBezTo>
                <a:cubicBezTo>
                  <a:pt x="2316" y="927"/>
                  <a:pt x="2316" y="927"/>
                  <a:pt x="2316" y="927"/>
                </a:cubicBezTo>
                <a:cubicBezTo>
                  <a:pt x="1967" y="927"/>
                  <a:pt x="1967" y="927"/>
                  <a:pt x="1967" y="927"/>
                </a:cubicBezTo>
                <a:cubicBezTo>
                  <a:pt x="1957" y="941"/>
                  <a:pt x="1957" y="941"/>
                  <a:pt x="1957" y="941"/>
                </a:cubicBezTo>
                <a:cubicBezTo>
                  <a:pt x="1987" y="969"/>
                  <a:pt x="1998" y="1011"/>
                  <a:pt x="1987" y="1056"/>
                </a:cubicBezTo>
                <a:cubicBezTo>
                  <a:pt x="1986" y="1058"/>
                  <a:pt x="1986" y="1059"/>
                  <a:pt x="1986" y="1060"/>
                </a:cubicBezTo>
                <a:cubicBezTo>
                  <a:pt x="2316" y="1060"/>
                  <a:pt x="2316" y="1060"/>
                  <a:pt x="2316" y="1060"/>
                </a:cubicBezTo>
                <a:cubicBezTo>
                  <a:pt x="2316" y="1219"/>
                  <a:pt x="2316" y="1219"/>
                  <a:pt x="2316" y="1219"/>
                </a:cubicBezTo>
                <a:cubicBezTo>
                  <a:pt x="1786" y="1219"/>
                  <a:pt x="1786" y="1219"/>
                  <a:pt x="1786" y="1219"/>
                </a:cubicBezTo>
                <a:cubicBezTo>
                  <a:pt x="1786" y="1182"/>
                  <a:pt x="1786" y="1182"/>
                  <a:pt x="1786" y="1182"/>
                </a:cubicBezTo>
                <a:cubicBezTo>
                  <a:pt x="1756" y="1224"/>
                  <a:pt x="1756" y="1224"/>
                  <a:pt x="1756" y="1224"/>
                </a:cubicBezTo>
                <a:cubicBezTo>
                  <a:pt x="1751" y="1230"/>
                  <a:pt x="1739" y="1229"/>
                  <a:pt x="1729" y="1222"/>
                </a:cubicBezTo>
                <a:cubicBezTo>
                  <a:pt x="1719" y="1215"/>
                  <a:pt x="1714" y="1203"/>
                  <a:pt x="1718" y="1197"/>
                </a:cubicBezTo>
                <a:cubicBezTo>
                  <a:pt x="1769" y="1126"/>
                  <a:pt x="1769" y="1126"/>
                  <a:pt x="1769" y="1126"/>
                </a:cubicBezTo>
                <a:cubicBezTo>
                  <a:pt x="1742" y="1117"/>
                  <a:pt x="1714" y="1109"/>
                  <a:pt x="1687" y="1100"/>
                </a:cubicBezTo>
                <a:cubicBezTo>
                  <a:pt x="1669" y="1094"/>
                  <a:pt x="1651" y="1088"/>
                  <a:pt x="1633" y="1082"/>
                </a:cubicBezTo>
                <a:cubicBezTo>
                  <a:pt x="1633" y="1226"/>
                  <a:pt x="1633" y="1226"/>
                  <a:pt x="1633" y="1226"/>
                </a:cubicBezTo>
                <a:cubicBezTo>
                  <a:pt x="1633" y="1505"/>
                  <a:pt x="1633" y="1505"/>
                  <a:pt x="1633" y="1505"/>
                </a:cubicBezTo>
                <a:cubicBezTo>
                  <a:pt x="1633" y="1603"/>
                  <a:pt x="1633" y="1603"/>
                  <a:pt x="1633" y="1603"/>
                </a:cubicBezTo>
                <a:cubicBezTo>
                  <a:pt x="1633" y="1615"/>
                  <a:pt x="1642" y="1624"/>
                  <a:pt x="1654" y="1624"/>
                </a:cubicBezTo>
                <a:cubicBezTo>
                  <a:pt x="2039" y="1624"/>
                  <a:pt x="2039" y="1624"/>
                  <a:pt x="2039" y="1624"/>
                </a:cubicBezTo>
                <a:cubicBezTo>
                  <a:pt x="3631" y="1624"/>
                  <a:pt x="3631" y="1624"/>
                  <a:pt x="3631" y="1624"/>
                </a:cubicBezTo>
                <a:cubicBezTo>
                  <a:pt x="3642" y="1624"/>
                  <a:pt x="3652" y="1615"/>
                  <a:pt x="3652" y="1603"/>
                </a:cubicBezTo>
                <a:lnTo>
                  <a:pt x="3652" y="128"/>
                </a:lnTo>
                <a:close/>
                <a:moveTo>
                  <a:pt x="3053" y="368"/>
                </a:moveTo>
                <a:cubicBezTo>
                  <a:pt x="2824" y="368"/>
                  <a:pt x="2639" y="554"/>
                  <a:pt x="2639" y="783"/>
                </a:cubicBezTo>
                <a:cubicBezTo>
                  <a:pt x="3053" y="783"/>
                  <a:pt x="3053" y="783"/>
                  <a:pt x="3053" y="783"/>
                </a:cubicBezTo>
                <a:lnTo>
                  <a:pt x="3053" y="368"/>
                </a:lnTo>
                <a:close/>
                <a:moveTo>
                  <a:pt x="3170" y="481"/>
                </a:moveTo>
                <a:cubicBezTo>
                  <a:pt x="3170" y="896"/>
                  <a:pt x="3170" y="896"/>
                  <a:pt x="3170" y="896"/>
                </a:cubicBezTo>
                <a:cubicBezTo>
                  <a:pt x="2755" y="896"/>
                  <a:pt x="2755" y="896"/>
                  <a:pt x="2755" y="896"/>
                </a:cubicBezTo>
                <a:cubicBezTo>
                  <a:pt x="2755" y="1125"/>
                  <a:pt x="2941" y="1310"/>
                  <a:pt x="3170" y="1310"/>
                </a:cubicBezTo>
                <a:cubicBezTo>
                  <a:pt x="3399" y="1310"/>
                  <a:pt x="3584" y="1125"/>
                  <a:pt x="3584" y="896"/>
                </a:cubicBezTo>
                <a:cubicBezTo>
                  <a:pt x="3584" y="667"/>
                  <a:pt x="3399" y="481"/>
                  <a:pt x="3170" y="481"/>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12" name="Google Shape;512;p25"/>
          <p:cNvSpPr/>
          <p:nvPr/>
        </p:nvSpPr>
        <p:spPr>
          <a:xfrm>
            <a:off x="6131822" y="6240075"/>
            <a:ext cx="965625" cy="627000"/>
          </a:xfrm>
          <a:custGeom>
            <a:rect b="b" l="l" r="r" t="t"/>
            <a:pathLst>
              <a:path extrusionOk="0" h="257" w="353">
                <a:moveTo>
                  <a:pt x="88" y="96"/>
                </a:moveTo>
                <a:cubicBezTo>
                  <a:pt x="72" y="96"/>
                  <a:pt x="72" y="96"/>
                  <a:pt x="72" y="96"/>
                </a:cubicBezTo>
                <a:cubicBezTo>
                  <a:pt x="68" y="96"/>
                  <a:pt x="64" y="100"/>
                  <a:pt x="64" y="104"/>
                </a:cubicBezTo>
                <a:cubicBezTo>
                  <a:pt x="64" y="109"/>
                  <a:pt x="68" y="112"/>
                  <a:pt x="72" y="112"/>
                </a:cubicBezTo>
                <a:cubicBezTo>
                  <a:pt x="88" y="112"/>
                  <a:pt x="88" y="112"/>
                  <a:pt x="88" y="112"/>
                </a:cubicBezTo>
                <a:cubicBezTo>
                  <a:pt x="93" y="112"/>
                  <a:pt x="96" y="109"/>
                  <a:pt x="96" y="104"/>
                </a:cubicBezTo>
                <a:cubicBezTo>
                  <a:pt x="96" y="100"/>
                  <a:pt x="93" y="96"/>
                  <a:pt x="88" y="96"/>
                </a:cubicBezTo>
                <a:moveTo>
                  <a:pt x="72" y="16"/>
                </a:moveTo>
                <a:cubicBezTo>
                  <a:pt x="281" y="16"/>
                  <a:pt x="281" y="16"/>
                  <a:pt x="281" y="16"/>
                </a:cubicBezTo>
                <a:cubicBezTo>
                  <a:pt x="285" y="16"/>
                  <a:pt x="289" y="12"/>
                  <a:pt x="289" y="8"/>
                </a:cubicBezTo>
                <a:cubicBezTo>
                  <a:pt x="289" y="4"/>
                  <a:pt x="285" y="0"/>
                  <a:pt x="281" y="0"/>
                </a:cubicBezTo>
                <a:cubicBezTo>
                  <a:pt x="72" y="0"/>
                  <a:pt x="72" y="0"/>
                  <a:pt x="72" y="0"/>
                </a:cubicBezTo>
                <a:cubicBezTo>
                  <a:pt x="68" y="0"/>
                  <a:pt x="64" y="4"/>
                  <a:pt x="64" y="8"/>
                </a:cubicBezTo>
                <a:cubicBezTo>
                  <a:pt x="64" y="12"/>
                  <a:pt x="68" y="16"/>
                  <a:pt x="72" y="16"/>
                </a:cubicBezTo>
                <a:moveTo>
                  <a:pt x="40" y="48"/>
                </a:moveTo>
                <a:cubicBezTo>
                  <a:pt x="313" y="48"/>
                  <a:pt x="313" y="48"/>
                  <a:pt x="313" y="48"/>
                </a:cubicBezTo>
                <a:cubicBezTo>
                  <a:pt x="317" y="48"/>
                  <a:pt x="321" y="45"/>
                  <a:pt x="321" y="40"/>
                </a:cubicBezTo>
                <a:cubicBezTo>
                  <a:pt x="321" y="36"/>
                  <a:pt x="317" y="32"/>
                  <a:pt x="313" y="32"/>
                </a:cubicBezTo>
                <a:cubicBezTo>
                  <a:pt x="40" y="32"/>
                  <a:pt x="40" y="32"/>
                  <a:pt x="40" y="32"/>
                </a:cubicBezTo>
                <a:cubicBezTo>
                  <a:pt x="36" y="32"/>
                  <a:pt x="32" y="36"/>
                  <a:pt x="32" y="40"/>
                </a:cubicBezTo>
                <a:cubicBezTo>
                  <a:pt x="32" y="45"/>
                  <a:pt x="36" y="48"/>
                  <a:pt x="40" y="48"/>
                </a:cubicBezTo>
                <a:moveTo>
                  <a:pt x="337" y="64"/>
                </a:moveTo>
                <a:cubicBezTo>
                  <a:pt x="16" y="64"/>
                  <a:pt x="16" y="64"/>
                  <a:pt x="16" y="64"/>
                </a:cubicBezTo>
                <a:cubicBezTo>
                  <a:pt x="7" y="64"/>
                  <a:pt x="0" y="71"/>
                  <a:pt x="0" y="80"/>
                </a:cubicBezTo>
                <a:cubicBezTo>
                  <a:pt x="0" y="241"/>
                  <a:pt x="0" y="241"/>
                  <a:pt x="0" y="241"/>
                </a:cubicBezTo>
                <a:cubicBezTo>
                  <a:pt x="0" y="250"/>
                  <a:pt x="7" y="257"/>
                  <a:pt x="16" y="257"/>
                </a:cubicBezTo>
                <a:cubicBezTo>
                  <a:pt x="337" y="257"/>
                  <a:pt x="337" y="257"/>
                  <a:pt x="337" y="257"/>
                </a:cubicBezTo>
                <a:cubicBezTo>
                  <a:pt x="346" y="257"/>
                  <a:pt x="353" y="250"/>
                  <a:pt x="353" y="241"/>
                </a:cubicBezTo>
                <a:cubicBezTo>
                  <a:pt x="353" y="80"/>
                  <a:pt x="353" y="80"/>
                  <a:pt x="353" y="80"/>
                </a:cubicBezTo>
                <a:cubicBezTo>
                  <a:pt x="353" y="71"/>
                  <a:pt x="346" y="64"/>
                  <a:pt x="337" y="64"/>
                </a:cubicBezTo>
                <a:moveTo>
                  <a:pt x="24" y="80"/>
                </a:moveTo>
                <a:cubicBezTo>
                  <a:pt x="28" y="80"/>
                  <a:pt x="32" y="84"/>
                  <a:pt x="32" y="88"/>
                </a:cubicBezTo>
                <a:cubicBezTo>
                  <a:pt x="32" y="93"/>
                  <a:pt x="28" y="96"/>
                  <a:pt x="24" y="96"/>
                </a:cubicBezTo>
                <a:cubicBezTo>
                  <a:pt x="20" y="96"/>
                  <a:pt x="16" y="93"/>
                  <a:pt x="16" y="88"/>
                </a:cubicBezTo>
                <a:cubicBezTo>
                  <a:pt x="16" y="84"/>
                  <a:pt x="20" y="80"/>
                  <a:pt x="24" y="80"/>
                </a:cubicBezTo>
                <a:moveTo>
                  <a:pt x="24" y="241"/>
                </a:moveTo>
                <a:cubicBezTo>
                  <a:pt x="20" y="241"/>
                  <a:pt x="16" y="237"/>
                  <a:pt x="16" y="233"/>
                </a:cubicBezTo>
                <a:cubicBezTo>
                  <a:pt x="16" y="228"/>
                  <a:pt x="20" y="225"/>
                  <a:pt x="24" y="225"/>
                </a:cubicBezTo>
                <a:cubicBezTo>
                  <a:pt x="28" y="225"/>
                  <a:pt x="32" y="228"/>
                  <a:pt x="32" y="233"/>
                </a:cubicBezTo>
                <a:cubicBezTo>
                  <a:pt x="32" y="237"/>
                  <a:pt x="28" y="241"/>
                  <a:pt x="24" y="241"/>
                </a:cubicBezTo>
                <a:moveTo>
                  <a:pt x="329" y="241"/>
                </a:moveTo>
                <a:cubicBezTo>
                  <a:pt x="325" y="241"/>
                  <a:pt x="321" y="237"/>
                  <a:pt x="321" y="233"/>
                </a:cubicBezTo>
                <a:cubicBezTo>
                  <a:pt x="321" y="228"/>
                  <a:pt x="325" y="225"/>
                  <a:pt x="329" y="225"/>
                </a:cubicBezTo>
                <a:cubicBezTo>
                  <a:pt x="333" y="225"/>
                  <a:pt x="337" y="228"/>
                  <a:pt x="337" y="233"/>
                </a:cubicBezTo>
                <a:cubicBezTo>
                  <a:pt x="337" y="237"/>
                  <a:pt x="333" y="241"/>
                  <a:pt x="329" y="241"/>
                </a:cubicBezTo>
                <a:moveTo>
                  <a:pt x="337" y="210"/>
                </a:moveTo>
                <a:cubicBezTo>
                  <a:pt x="335" y="209"/>
                  <a:pt x="332" y="209"/>
                  <a:pt x="329" y="209"/>
                </a:cubicBezTo>
                <a:cubicBezTo>
                  <a:pt x="316" y="209"/>
                  <a:pt x="305" y="219"/>
                  <a:pt x="305" y="233"/>
                </a:cubicBezTo>
                <a:cubicBezTo>
                  <a:pt x="305" y="236"/>
                  <a:pt x="306" y="238"/>
                  <a:pt x="306" y="241"/>
                </a:cubicBezTo>
                <a:cubicBezTo>
                  <a:pt x="47" y="241"/>
                  <a:pt x="47" y="241"/>
                  <a:pt x="47" y="241"/>
                </a:cubicBezTo>
                <a:cubicBezTo>
                  <a:pt x="47" y="238"/>
                  <a:pt x="48" y="236"/>
                  <a:pt x="48" y="233"/>
                </a:cubicBezTo>
                <a:cubicBezTo>
                  <a:pt x="48" y="219"/>
                  <a:pt x="37" y="209"/>
                  <a:pt x="24" y="209"/>
                </a:cubicBezTo>
                <a:cubicBezTo>
                  <a:pt x="21" y="209"/>
                  <a:pt x="18" y="209"/>
                  <a:pt x="16" y="210"/>
                </a:cubicBezTo>
                <a:cubicBezTo>
                  <a:pt x="16" y="111"/>
                  <a:pt x="16" y="111"/>
                  <a:pt x="16" y="111"/>
                </a:cubicBezTo>
                <a:cubicBezTo>
                  <a:pt x="18" y="112"/>
                  <a:pt x="21" y="112"/>
                  <a:pt x="24" y="112"/>
                </a:cubicBezTo>
                <a:cubicBezTo>
                  <a:pt x="37" y="112"/>
                  <a:pt x="48" y="102"/>
                  <a:pt x="48" y="88"/>
                </a:cubicBezTo>
                <a:cubicBezTo>
                  <a:pt x="48" y="85"/>
                  <a:pt x="47" y="83"/>
                  <a:pt x="47" y="80"/>
                </a:cubicBezTo>
                <a:cubicBezTo>
                  <a:pt x="306" y="80"/>
                  <a:pt x="306" y="80"/>
                  <a:pt x="306" y="80"/>
                </a:cubicBezTo>
                <a:cubicBezTo>
                  <a:pt x="306" y="83"/>
                  <a:pt x="305" y="85"/>
                  <a:pt x="305" y="88"/>
                </a:cubicBezTo>
                <a:cubicBezTo>
                  <a:pt x="305" y="102"/>
                  <a:pt x="316" y="112"/>
                  <a:pt x="329" y="112"/>
                </a:cubicBezTo>
                <a:cubicBezTo>
                  <a:pt x="332" y="112"/>
                  <a:pt x="335" y="112"/>
                  <a:pt x="337" y="111"/>
                </a:cubicBezTo>
                <a:lnTo>
                  <a:pt x="337" y="210"/>
                </a:lnTo>
                <a:close/>
                <a:moveTo>
                  <a:pt x="329" y="96"/>
                </a:moveTo>
                <a:cubicBezTo>
                  <a:pt x="325" y="96"/>
                  <a:pt x="321" y="93"/>
                  <a:pt x="321" y="88"/>
                </a:cubicBezTo>
                <a:cubicBezTo>
                  <a:pt x="321" y="84"/>
                  <a:pt x="325" y="80"/>
                  <a:pt x="329" y="80"/>
                </a:cubicBezTo>
                <a:cubicBezTo>
                  <a:pt x="333" y="80"/>
                  <a:pt x="337" y="84"/>
                  <a:pt x="337" y="88"/>
                </a:cubicBezTo>
                <a:cubicBezTo>
                  <a:pt x="337" y="93"/>
                  <a:pt x="333" y="96"/>
                  <a:pt x="329" y="96"/>
                </a:cubicBezTo>
                <a:moveTo>
                  <a:pt x="281" y="209"/>
                </a:moveTo>
                <a:cubicBezTo>
                  <a:pt x="265" y="209"/>
                  <a:pt x="265" y="209"/>
                  <a:pt x="265" y="209"/>
                </a:cubicBezTo>
                <a:cubicBezTo>
                  <a:pt x="260" y="209"/>
                  <a:pt x="257" y="212"/>
                  <a:pt x="257" y="217"/>
                </a:cubicBezTo>
                <a:cubicBezTo>
                  <a:pt x="257" y="221"/>
                  <a:pt x="260" y="225"/>
                  <a:pt x="265" y="225"/>
                </a:cubicBezTo>
                <a:cubicBezTo>
                  <a:pt x="281" y="225"/>
                  <a:pt x="281" y="225"/>
                  <a:pt x="281" y="225"/>
                </a:cubicBezTo>
                <a:cubicBezTo>
                  <a:pt x="285" y="225"/>
                  <a:pt x="289" y="221"/>
                  <a:pt x="289" y="217"/>
                </a:cubicBezTo>
                <a:cubicBezTo>
                  <a:pt x="289" y="212"/>
                  <a:pt x="285" y="209"/>
                  <a:pt x="281" y="209"/>
                </a:cubicBezTo>
                <a:moveTo>
                  <a:pt x="176" y="96"/>
                </a:moveTo>
                <a:cubicBezTo>
                  <a:pt x="141" y="96"/>
                  <a:pt x="112" y="125"/>
                  <a:pt x="112" y="160"/>
                </a:cubicBezTo>
                <a:cubicBezTo>
                  <a:pt x="112" y="196"/>
                  <a:pt x="141" y="225"/>
                  <a:pt x="176" y="225"/>
                </a:cubicBezTo>
                <a:cubicBezTo>
                  <a:pt x="212" y="225"/>
                  <a:pt x="241" y="196"/>
                  <a:pt x="241" y="160"/>
                </a:cubicBezTo>
                <a:cubicBezTo>
                  <a:pt x="241" y="125"/>
                  <a:pt x="212" y="96"/>
                  <a:pt x="176" y="96"/>
                </a:cubicBezTo>
                <a:moveTo>
                  <a:pt x="202" y="187"/>
                </a:moveTo>
                <a:cubicBezTo>
                  <a:pt x="201" y="190"/>
                  <a:pt x="199" y="193"/>
                  <a:pt x="197" y="195"/>
                </a:cubicBezTo>
                <a:cubicBezTo>
                  <a:pt x="195" y="197"/>
                  <a:pt x="192" y="198"/>
                  <a:pt x="189" y="199"/>
                </a:cubicBezTo>
                <a:cubicBezTo>
                  <a:pt x="186" y="200"/>
                  <a:pt x="183" y="201"/>
                  <a:pt x="180" y="201"/>
                </a:cubicBezTo>
                <a:cubicBezTo>
                  <a:pt x="180" y="209"/>
                  <a:pt x="180" y="209"/>
                  <a:pt x="180" y="209"/>
                </a:cubicBezTo>
                <a:cubicBezTo>
                  <a:pt x="173" y="209"/>
                  <a:pt x="173" y="209"/>
                  <a:pt x="173" y="209"/>
                </a:cubicBezTo>
                <a:cubicBezTo>
                  <a:pt x="173" y="201"/>
                  <a:pt x="173" y="201"/>
                  <a:pt x="173" y="201"/>
                </a:cubicBezTo>
                <a:cubicBezTo>
                  <a:pt x="169" y="201"/>
                  <a:pt x="167" y="200"/>
                  <a:pt x="164" y="199"/>
                </a:cubicBezTo>
                <a:cubicBezTo>
                  <a:pt x="160" y="198"/>
                  <a:pt x="158" y="197"/>
                  <a:pt x="155" y="194"/>
                </a:cubicBezTo>
                <a:cubicBezTo>
                  <a:pt x="153" y="192"/>
                  <a:pt x="151" y="190"/>
                  <a:pt x="150" y="186"/>
                </a:cubicBezTo>
                <a:cubicBezTo>
                  <a:pt x="149" y="183"/>
                  <a:pt x="148" y="180"/>
                  <a:pt x="148" y="176"/>
                </a:cubicBezTo>
                <a:cubicBezTo>
                  <a:pt x="160" y="176"/>
                  <a:pt x="160" y="176"/>
                  <a:pt x="160" y="176"/>
                </a:cubicBezTo>
                <a:cubicBezTo>
                  <a:pt x="160" y="180"/>
                  <a:pt x="161" y="184"/>
                  <a:pt x="164" y="187"/>
                </a:cubicBezTo>
                <a:cubicBezTo>
                  <a:pt x="166" y="190"/>
                  <a:pt x="168" y="191"/>
                  <a:pt x="173" y="191"/>
                </a:cubicBezTo>
                <a:cubicBezTo>
                  <a:pt x="173" y="165"/>
                  <a:pt x="173" y="165"/>
                  <a:pt x="173" y="165"/>
                </a:cubicBezTo>
                <a:cubicBezTo>
                  <a:pt x="170" y="164"/>
                  <a:pt x="168" y="163"/>
                  <a:pt x="165" y="162"/>
                </a:cubicBezTo>
                <a:cubicBezTo>
                  <a:pt x="163" y="161"/>
                  <a:pt x="160" y="159"/>
                  <a:pt x="158" y="158"/>
                </a:cubicBezTo>
                <a:cubicBezTo>
                  <a:pt x="155" y="156"/>
                  <a:pt x="153" y="154"/>
                  <a:pt x="152" y="151"/>
                </a:cubicBezTo>
                <a:cubicBezTo>
                  <a:pt x="150" y="148"/>
                  <a:pt x="150" y="145"/>
                  <a:pt x="150" y="141"/>
                </a:cubicBezTo>
                <a:cubicBezTo>
                  <a:pt x="150" y="137"/>
                  <a:pt x="150" y="134"/>
                  <a:pt x="152" y="132"/>
                </a:cubicBezTo>
                <a:cubicBezTo>
                  <a:pt x="153" y="129"/>
                  <a:pt x="155" y="127"/>
                  <a:pt x="157" y="125"/>
                </a:cubicBezTo>
                <a:cubicBezTo>
                  <a:pt x="159" y="123"/>
                  <a:pt x="162" y="122"/>
                  <a:pt x="165" y="121"/>
                </a:cubicBezTo>
                <a:cubicBezTo>
                  <a:pt x="168" y="120"/>
                  <a:pt x="170" y="120"/>
                  <a:pt x="173" y="120"/>
                </a:cubicBezTo>
                <a:cubicBezTo>
                  <a:pt x="173" y="112"/>
                  <a:pt x="173" y="112"/>
                  <a:pt x="173" y="112"/>
                </a:cubicBezTo>
                <a:cubicBezTo>
                  <a:pt x="180" y="112"/>
                  <a:pt x="180" y="112"/>
                  <a:pt x="180" y="112"/>
                </a:cubicBezTo>
                <a:cubicBezTo>
                  <a:pt x="180" y="120"/>
                  <a:pt x="180" y="120"/>
                  <a:pt x="180" y="120"/>
                </a:cubicBezTo>
                <a:cubicBezTo>
                  <a:pt x="183" y="120"/>
                  <a:pt x="185" y="120"/>
                  <a:pt x="188" y="121"/>
                </a:cubicBezTo>
                <a:cubicBezTo>
                  <a:pt x="191" y="122"/>
                  <a:pt x="193" y="123"/>
                  <a:pt x="196" y="125"/>
                </a:cubicBezTo>
                <a:cubicBezTo>
                  <a:pt x="198" y="127"/>
                  <a:pt x="199" y="129"/>
                  <a:pt x="201" y="131"/>
                </a:cubicBezTo>
                <a:cubicBezTo>
                  <a:pt x="202" y="134"/>
                  <a:pt x="202" y="137"/>
                  <a:pt x="202" y="141"/>
                </a:cubicBezTo>
                <a:cubicBezTo>
                  <a:pt x="190" y="141"/>
                  <a:pt x="190" y="141"/>
                  <a:pt x="190" y="141"/>
                </a:cubicBezTo>
                <a:cubicBezTo>
                  <a:pt x="190" y="137"/>
                  <a:pt x="189" y="134"/>
                  <a:pt x="187" y="132"/>
                </a:cubicBezTo>
                <a:cubicBezTo>
                  <a:pt x="186" y="130"/>
                  <a:pt x="184" y="129"/>
                  <a:pt x="180" y="129"/>
                </a:cubicBezTo>
                <a:cubicBezTo>
                  <a:pt x="180" y="152"/>
                  <a:pt x="180" y="152"/>
                  <a:pt x="180" y="152"/>
                </a:cubicBezTo>
                <a:cubicBezTo>
                  <a:pt x="183" y="153"/>
                  <a:pt x="185" y="154"/>
                  <a:pt x="188" y="155"/>
                </a:cubicBezTo>
                <a:cubicBezTo>
                  <a:pt x="191" y="157"/>
                  <a:pt x="194" y="158"/>
                  <a:pt x="197" y="160"/>
                </a:cubicBezTo>
                <a:cubicBezTo>
                  <a:pt x="199" y="162"/>
                  <a:pt x="201" y="164"/>
                  <a:pt x="202" y="167"/>
                </a:cubicBezTo>
                <a:cubicBezTo>
                  <a:pt x="204" y="169"/>
                  <a:pt x="204" y="173"/>
                  <a:pt x="204" y="177"/>
                </a:cubicBezTo>
                <a:cubicBezTo>
                  <a:pt x="204" y="181"/>
                  <a:pt x="204" y="184"/>
                  <a:pt x="202" y="187"/>
                </a:cubicBezTo>
                <a:moveTo>
                  <a:pt x="188" y="170"/>
                </a:moveTo>
                <a:cubicBezTo>
                  <a:pt x="187" y="169"/>
                  <a:pt x="185" y="168"/>
                  <a:pt x="184" y="167"/>
                </a:cubicBezTo>
                <a:cubicBezTo>
                  <a:pt x="182" y="167"/>
                  <a:pt x="181" y="166"/>
                  <a:pt x="180" y="166"/>
                </a:cubicBezTo>
                <a:cubicBezTo>
                  <a:pt x="180" y="191"/>
                  <a:pt x="180" y="191"/>
                  <a:pt x="180" y="191"/>
                </a:cubicBezTo>
                <a:cubicBezTo>
                  <a:pt x="184" y="191"/>
                  <a:pt x="186" y="190"/>
                  <a:pt x="188" y="188"/>
                </a:cubicBezTo>
                <a:cubicBezTo>
                  <a:pt x="191" y="186"/>
                  <a:pt x="192" y="183"/>
                  <a:pt x="192" y="178"/>
                </a:cubicBezTo>
                <a:cubicBezTo>
                  <a:pt x="192" y="176"/>
                  <a:pt x="192" y="175"/>
                  <a:pt x="191" y="173"/>
                </a:cubicBezTo>
                <a:cubicBezTo>
                  <a:pt x="190" y="172"/>
                  <a:pt x="189" y="171"/>
                  <a:pt x="188" y="170"/>
                </a:cubicBezTo>
                <a:moveTo>
                  <a:pt x="162" y="140"/>
                </a:moveTo>
                <a:cubicBezTo>
                  <a:pt x="162" y="142"/>
                  <a:pt x="162" y="143"/>
                  <a:pt x="163" y="145"/>
                </a:cubicBezTo>
                <a:cubicBezTo>
                  <a:pt x="164" y="146"/>
                  <a:pt x="165" y="147"/>
                  <a:pt x="166" y="148"/>
                </a:cubicBezTo>
                <a:cubicBezTo>
                  <a:pt x="167" y="149"/>
                  <a:pt x="168" y="149"/>
                  <a:pt x="170" y="150"/>
                </a:cubicBezTo>
                <a:cubicBezTo>
                  <a:pt x="171" y="150"/>
                  <a:pt x="172" y="151"/>
                  <a:pt x="173" y="151"/>
                </a:cubicBezTo>
                <a:cubicBezTo>
                  <a:pt x="173" y="129"/>
                  <a:pt x="173" y="129"/>
                  <a:pt x="173" y="129"/>
                </a:cubicBezTo>
                <a:cubicBezTo>
                  <a:pt x="169" y="129"/>
                  <a:pt x="167" y="130"/>
                  <a:pt x="165" y="132"/>
                </a:cubicBezTo>
                <a:cubicBezTo>
                  <a:pt x="163" y="133"/>
                  <a:pt x="162" y="136"/>
                  <a:pt x="162" y="140"/>
                </a:cubicBez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13" name="Google Shape;513;p25"/>
          <p:cNvSpPr txBox="1"/>
          <p:nvPr/>
        </p:nvSpPr>
        <p:spPr>
          <a:xfrm>
            <a:off x="4878316" y="8031511"/>
            <a:ext cx="3501600" cy="406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lang="en-US" sz="2200">
                <a:solidFill>
                  <a:schemeClr val="dk2"/>
                </a:solidFill>
                <a:latin typeface="Lato"/>
                <a:ea typeface="Lato"/>
                <a:cs typeface="Lato"/>
                <a:sym typeface="Lato"/>
              </a:rPr>
              <a:t>MERCADO</a:t>
            </a:r>
            <a:endParaRPr b="1" i="0" sz="2200" u="none" cap="none" strike="noStrike">
              <a:solidFill>
                <a:schemeClr val="dk2"/>
              </a:solidFill>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17" name="Shape 517"/>
        <p:cNvGrpSpPr/>
        <p:nvPr/>
      </p:nvGrpSpPr>
      <p:grpSpPr>
        <a:xfrm>
          <a:off x="0" y="0"/>
          <a:ext cx="0" cy="0"/>
          <a:chOff x="0" y="0"/>
          <a:chExt cx="0" cy="0"/>
        </a:xfrm>
      </p:grpSpPr>
      <p:sp>
        <p:nvSpPr>
          <p:cNvPr id="518" name="Google Shape;518;p26"/>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¿Qué es novedad ahora? ¿qué será lo próximo? ¿Hacia dónde vamos?</a:t>
            </a:r>
            <a:endParaRPr/>
          </a:p>
        </p:txBody>
      </p:sp>
      <p:sp>
        <p:nvSpPr>
          <p:cNvPr id="519" name="Google Shape;519;p26"/>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solidFill>
                  <a:srgbClr val="000000"/>
                </a:solidFill>
              </a:rPr>
              <a:t>Análisis externo </a:t>
            </a:r>
            <a:r>
              <a:rPr lang="en-US">
                <a:solidFill>
                  <a:schemeClr val="accent1"/>
                </a:solidFill>
              </a:rPr>
              <a:t>| Tendencias del sector</a:t>
            </a:r>
            <a:endParaRPr b="1" i="0" sz="8800" u="none" cap="none" strike="noStrike">
              <a:solidFill>
                <a:schemeClr val="accent1"/>
              </a:solidFill>
              <a:latin typeface="Lato"/>
              <a:ea typeface="Lato"/>
              <a:cs typeface="Lato"/>
              <a:sym typeface="Lato"/>
            </a:endParaRPr>
          </a:p>
        </p:txBody>
      </p:sp>
      <p:sp>
        <p:nvSpPr>
          <p:cNvPr id="520" name="Google Shape;520;p26"/>
          <p:cNvSpPr/>
          <p:nvPr/>
        </p:nvSpPr>
        <p:spPr>
          <a:xfrm>
            <a:off x="1676401" y="3930658"/>
            <a:ext cx="1072296" cy="1066792"/>
          </a:xfrm>
          <a:custGeom>
            <a:rect b="b" l="l" r="r" t="t"/>
            <a:pathLst>
              <a:path extrusionOk="0" h="353" w="353">
                <a:moveTo>
                  <a:pt x="176" y="221"/>
                </a:moveTo>
                <a:cubicBezTo>
                  <a:pt x="102" y="147"/>
                  <a:pt x="102" y="147"/>
                  <a:pt x="102" y="147"/>
                </a:cubicBezTo>
                <a:cubicBezTo>
                  <a:pt x="100" y="146"/>
                  <a:pt x="98" y="145"/>
                  <a:pt x="96" y="145"/>
                </a:cubicBezTo>
                <a:cubicBezTo>
                  <a:pt x="91" y="145"/>
                  <a:pt x="88" y="148"/>
                  <a:pt x="88" y="153"/>
                </a:cubicBezTo>
                <a:cubicBezTo>
                  <a:pt x="88" y="155"/>
                  <a:pt x="89" y="157"/>
                  <a:pt x="90" y="158"/>
                </a:cubicBezTo>
                <a:cubicBezTo>
                  <a:pt x="170" y="239"/>
                  <a:pt x="170" y="239"/>
                  <a:pt x="170" y="239"/>
                </a:cubicBezTo>
                <a:cubicBezTo>
                  <a:pt x="172" y="240"/>
                  <a:pt x="174" y="241"/>
                  <a:pt x="176" y="241"/>
                </a:cubicBezTo>
                <a:cubicBezTo>
                  <a:pt x="178" y="241"/>
                  <a:pt x="180" y="240"/>
                  <a:pt x="182" y="238"/>
                </a:cubicBezTo>
                <a:cubicBezTo>
                  <a:pt x="182" y="238"/>
                  <a:pt x="182" y="238"/>
                  <a:pt x="182" y="238"/>
                </a:cubicBezTo>
                <a:cubicBezTo>
                  <a:pt x="316" y="98"/>
                  <a:pt x="316" y="98"/>
                  <a:pt x="316" y="98"/>
                </a:cubicBezTo>
                <a:cubicBezTo>
                  <a:pt x="316" y="98"/>
                  <a:pt x="316" y="98"/>
                  <a:pt x="316" y="98"/>
                </a:cubicBezTo>
                <a:cubicBezTo>
                  <a:pt x="328" y="86"/>
                  <a:pt x="328" y="86"/>
                  <a:pt x="328" y="86"/>
                </a:cubicBezTo>
                <a:cubicBezTo>
                  <a:pt x="328" y="86"/>
                  <a:pt x="328" y="86"/>
                  <a:pt x="327" y="86"/>
                </a:cubicBezTo>
                <a:cubicBezTo>
                  <a:pt x="351" y="62"/>
                  <a:pt x="351" y="62"/>
                  <a:pt x="351" y="62"/>
                </a:cubicBezTo>
                <a:cubicBezTo>
                  <a:pt x="351" y="62"/>
                  <a:pt x="351" y="62"/>
                  <a:pt x="351" y="62"/>
                </a:cubicBezTo>
                <a:cubicBezTo>
                  <a:pt x="352" y="60"/>
                  <a:pt x="353" y="58"/>
                  <a:pt x="353" y="56"/>
                </a:cubicBezTo>
                <a:cubicBezTo>
                  <a:pt x="353" y="52"/>
                  <a:pt x="349" y="48"/>
                  <a:pt x="345" y="48"/>
                </a:cubicBezTo>
                <a:cubicBezTo>
                  <a:pt x="342" y="48"/>
                  <a:pt x="340" y="49"/>
                  <a:pt x="339" y="51"/>
                </a:cubicBezTo>
                <a:cubicBezTo>
                  <a:pt x="339" y="51"/>
                  <a:pt x="339" y="51"/>
                  <a:pt x="339" y="51"/>
                </a:cubicBezTo>
                <a:cubicBezTo>
                  <a:pt x="318" y="72"/>
                  <a:pt x="318" y="72"/>
                  <a:pt x="318" y="72"/>
                </a:cubicBezTo>
                <a:cubicBezTo>
                  <a:pt x="318" y="72"/>
                  <a:pt x="318" y="72"/>
                  <a:pt x="318" y="72"/>
                </a:cubicBezTo>
                <a:cubicBezTo>
                  <a:pt x="307" y="84"/>
                  <a:pt x="307" y="84"/>
                  <a:pt x="307" y="84"/>
                </a:cubicBezTo>
                <a:cubicBezTo>
                  <a:pt x="307" y="84"/>
                  <a:pt x="307" y="84"/>
                  <a:pt x="307" y="84"/>
                </a:cubicBezTo>
                <a:lnTo>
                  <a:pt x="176" y="221"/>
                </a:lnTo>
                <a:close/>
                <a:moveTo>
                  <a:pt x="339" y="109"/>
                </a:moveTo>
                <a:cubicBezTo>
                  <a:pt x="335" y="106"/>
                  <a:pt x="330" y="106"/>
                  <a:pt x="327" y="109"/>
                </a:cubicBezTo>
                <a:cubicBezTo>
                  <a:pt x="325" y="111"/>
                  <a:pt x="324" y="115"/>
                  <a:pt x="325" y="117"/>
                </a:cubicBezTo>
                <a:cubicBezTo>
                  <a:pt x="325" y="117"/>
                  <a:pt x="325" y="117"/>
                  <a:pt x="325" y="117"/>
                </a:cubicBezTo>
                <a:cubicBezTo>
                  <a:pt x="333" y="136"/>
                  <a:pt x="337" y="156"/>
                  <a:pt x="337" y="177"/>
                </a:cubicBezTo>
                <a:cubicBezTo>
                  <a:pt x="337" y="265"/>
                  <a:pt x="265" y="337"/>
                  <a:pt x="176" y="337"/>
                </a:cubicBezTo>
                <a:cubicBezTo>
                  <a:pt x="88" y="337"/>
                  <a:pt x="16" y="265"/>
                  <a:pt x="16" y="177"/>
                </a:cubicBezTo>
                <a:cubicBezTo>
                  <a:pt x="16" y="88"/>
                  <a:pt x="88" y="16"/>
                  <a:pt x="176" y="16"/>
                </a:cubicBezTo>
                <a:cubicBezTo>
                  <a:pt x="222" y="16"/>
                  <a:pt x="262" y="35"/>
                  <a:pt x="292" y="65"/>
                </a:cubicBezTo>
                <a:cubicBezTo>
                  <a:pt x="292" y="65"/>
                  <a:pt x="292" y="65"/>
                  <a:pt x="292" y="65"/>
                </a:cubicBezTo>
                <a:cubicBezTo>
                  <a:pt x="295" y="68"/>
                  <a:pt x="300" y="68"/>
                  <a:pt x="303" y="65"/>
                </a:cubicBezTo>
                <a:cubicBezTo>
                  <a:pt x="306" y="62"/>
                  <a:pt x="306" y="57"/>
                  <a:pt x="303" y="54"/>
                </a:cubicBezTo>
                <a:cubicBezTo>
                  <a:pt x="302" y="53"/>
                  <a:pt x="302" y="53"/>
                  <a:pt x="302" y="53"/>
                </a:cubicBezTo>
                <a:cubicBezTo>
                  <a:pt x="270" y="20"/>
                  <a:pt x="225" y="0"/>
                  <a:pt x="176" y="0"/>
                </a:cubicBezTo>
                <a:cubicBezTo>
                  <a:pt x="79" y="0"/>
                  <a:pt x="0" y="79"/>
                  <a:pt x="0" y="177"/>
                </a:cubicBezTo>
                <a:cubicBezTo>
                  <a:pt x="0" y="274"/>
                  <a:pt x="79" y="353"/>
                  <a:pt x="176" y="353"/>
                </a:cubicBezTo>
                <a:cubicBezTo>
                  <a:pt x="274" y="353"/>
                  <a:pt x="353" y="274"/>
                  <a:pt x="353" y="177"/>
                </a:cubicBezTo>
                <a:cubicBezTo>
                  <a:pt x="353" y="154"/>
                  <a:pt x="348" y="132"/>
                  <a:pt x="341" y="112"/>
                </a:cubicBezTo>
                <a:cubicBezTo>
                  <a:pt x="340" y="111"/>
                  <a:pt x="340" y="110"/>
                  <a:pt x="339" y="109"/>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21" name="Google Shape;521;p26"/>
          <p:cNvSpPr txBox="1"/>
          <p:nvPr/>
        </p:nvSpPr>
        <p:spPr>
          <a:xfrm>
            <a:off x="3530600" y="3879858"/>
            <a:ext cx="19176900" cy="1034100"/>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Sed ut perspiciatis unde omnis iste natus error sit volup m accus antium dolor emque lauda nt ium, totam rem aperiam, eaque ipsa quae ab illo inventore very tatis et quasi lorem ipsum dolor sitae vitae.</a:t>
            </a:r>
            <a:endParaRPr b="0" i="0" sz="2400" u="none" cap="none" strike="noStrike">
              <a:solidFill>
                <a:schemeClr val="dk2"/>
              </a:solidFill>
              <a:latin typeface="Lato Light"/>
              <a:ea typeface="Lato Light"/>
              <a:cs typeface="Lato Light"/>
              <a:sym typeface="Lato Light"/>
            </a:endParaRPr>
          </a:p>
        </p:txBody>
      </p:sp>
      <p:sp>
        <p:nvSpPr>
          <p:cNvPr id="522" name="Google Shape;522;p26"/>
          <p:cNvSpPr/>
          <p:nvPr/>
        </p:nvSpPr>
        <p:spPr>
          <a:xfrm>
            <a:off x="1676401" y="6081191"/>
            <a:ext cx="1072296" cy="1066792"/>
          </a:xfrm>
          <a:custGeom>
            <a:rect b="b" l="l" r="r" t="t"/>
            <a:pathLst>
              <a:path extrusionOk="0" h="353" w="353">
                <a:moveTo>
                  <a:pt x="176" y="221"/>
                </a:moveTo>
                <a:cubicBezTo>
                  <a:pt x="102" y="147"/>
                  <a:pt x="102" y="147"/>
                  <a:pt x="102" y="147"/>
                </a:cubicBezTo>
                <a:cubicBezTo>
                  <a:pt x="100" y="146"/>
                  <a:pt x="98" y="145"/>
                  <a:pt x="96" y="145"/>
                </a:cubicBezTo>
                <a:cubicBezTo>
                  <a:pt x="91" y="145"/>
                  <a:pt x="88" y="148"/>
                  <a:pt x="88" y="153"/>
                </a:cubicBezTo>
                <a:cubicBezTo>
                  <a:pt x="88" y="155"/>
                  <a:pt x="89" y="157"/>
                  <a:pt x="90" y="158"/>
                </a:cubicBezTo>
                <a:cubicBezTo>
                  <a:pt x="170" y="239"/>
                  <a:pt x="170" y="239"/>
                  <a:pt x="170" y="239"/>
                </a:cubicBezTo>
                <a:cubicBezTo>
                  <a:pt x="172" y="240"/>
                  <a:pt x="174" y="241"/>
                  <a:pt x="176" y="241"/>
                </a:cubicBezTo>
                <a:cubicBezTo>
                  <a:pt x="178" y="241"/>
                  <a:pt x="180" y="240"/>
                  <a:pt x="182" y="238"/>
                </a:cubicBezTo>
                <a:cubicBezTo>
                  <a:pt x="182" y="238"/>
                  <a:pt x="182" y="238"/>
                  <a:pt x="182" y="238"/>
                </a:cubicBezTo>
                <a:cubicBezTo>
                  <a:pt x="316" y="98"/>
                  <a:pt x="316" y="98"/>
                  <a:pt x="316" y="98"/>
                </a:cubicBezTo>
                <a:cubicBezTo>
                  <a:pt x="316" y="98"/>
                  <a:pt x="316" y="98"/>
                  <a:pt x="316" y="98"/>
                </a:cubicBezTo>
                <a:cubicBezTo>
                  <a:pt x="328" y="86"/>
                  <a:pt x="328" y="86"/>
                  <a:pt x="328" y="86"/>
                </a:cubicBezTo>
                <a:cubicBezTo>
                  <a:pt x="328" y="86"/>
                  <a:pt x="328" y="86"/>
                  <a:pt x="327" y="86"/>
                </a:cubicBezTo>
                <a:cubicBezTo>
                  <a:pt x="351" y="62"/>
                  <a:pt x="351" y="62"/>
                  <a:pt x="351" y="62"/>
                </a:cubicBezTo>
                <a:cubicBezTo>
                  <a:pt x="351" y="62"/>
                  <a:pt x="351" y="62"/>
                  <a:pt x="351" y="62"/>
                </a:cubicBezTo>
                <a:cubicBezTo>
                  <a:pt x="352" y="60"/>
                  <a:pt x="353" y="58"/>
                  <a:pt x="353" y="56"/>
                </a:cubicBezTo>
                <a:cubicBezTo>
                  <a:pt x="353" y="52"/>
                  <a:pt x="349" y="48"/>
                  <a:pt x="345" y="48"/>
                </a:cubicBezTo>
                <a:cubicBezTo>
                  <a:pt x="342" y="48"/>
                  <a:pt x="340" y="49"/>
                  <a:pt x="339" y="51"/>
                </a:cubicBezTo>
                <a:cubicBezTo>
                  <a:pt x="339" y="51"/>
                  <a:pt x="339" y="51"/>
                  <a:pt x="339" y="51"/>
                </a:cubicBezTo>
                <a:cubicBezTo>
                  <a:pt x="318" y="72"/>
                  <a:pt x="318" y="72"/>
                  <a:pt x="318" y="72"/>
                </a:cubicBezTo>
                <a:cubicBezTo>
                  <a:pt x="318" y="72"/>
                  <a:pt x="318" y="72"/>
                  <a:pt x="318" y="72"/>
                </a:cubicBezTo>
                <a:cubicBezTo>
                  <a:pt x="307" y="84"/>
                  <a:pt x="307" y="84"/>
                  <a:pt x="307" y="84"/>
                </a:cubicBezTo>
                <a:cubicBezTo>
                  <a:pt x="307" y="84"/>
                  <a:pt x="307" y="84"/>
                  <a:pt x="307" y="84"/>
                </a:cubicBezTo>
                <a:lnTo>
                  <a:pt x="176" y="221"/>
                </a:lnTo>
                <a:close/>
                <a:moveTo>
                  <a:pt x="339" y="109"/>
                </a:moveTo>
                <a:cubicBezTo>
                  <a:pt x="335" y="106"/>
                  <a:pt x="330" y="106"/>
                  <a:pt x="327" y="109"/>
                </a:cubicBezTo>
                <a:cubicBezTo>
                  <a:pt x="325" y="111"/>
                  <a:pt x="324" y="115"/>
                  <a:pt x="325" y="117"/>
                </a:cubicBezTo>
                <a:cubicBezTo>
                  <a:pt x="325" y="117"/>
                  <a:pt x="325" y="117"/>
                  <a:pt x="325" y="117"/>
                </a:cubicBezTo>
                <a:cubicBezTo>
                  <a:pt x="333" y="136"/>
                  <a:pt x="337" y="156"/>
                  <a:pt x="337" y="177"/>
                </a:cubicBezTo>
                <a:cubicBezTo>
                  <a:pt x="337" y="265"/>
                  <a:pt x="265" y="337"/>
                  <a:pt x="176" y="337"/>
                </a:cubicBezTo>
                <a:cubicBezTo>
                  <a:pt x="88" y="337"/>
                  <a:pt x="16" y="265"/>
                  <a:pt x="16" y="177"/>
                </a:cubicBezTo>
                <a:cubicBezTo>
                  <a:pt x="16" y="88"/>
                  <a:pt x="88" y="16"/>
                  <a:pt x="176" y="16"/>
                </a:cubicBezTo>
                <a:cubicBezTo>
                  <a:pt x="222" y="16"/>
                  <a:pt x="262" y="35"/>
                  <a:pt x="292" y="65"/>
                </a:cubicBezTo>
                <a:cubicBezTo>
                  <a:pt x="292" y="65"/>
                  <a:pt x="292" y="65"/>
                  <a:pt x="292" y="65"/>
                </a:cubicBezTo>
                <a:cubicBezTo>
                  <a:pt x="295" y="68"/>
                  <a:pt x="300" y="68"/>
                  <a:pt x="303" y="65"/>
                </a:cubicBezTo>
                <a:cubicBezTo>
                  <a:pt x="306" y="62"/>
                  <a:pt x="306" y="57"/>
                  <a:pt x="303" y="54"/>
                </a:cubicBezTo>
                <a:cubicBezTo>
                  <a:pt x="302" y="53"/>
                  <a:pt x="302" y="53"/>
                  <a:pt x="302" y="53"/>
                </a:cubicBezTo>
                <a:cubicBezTo>
                  <a:pt x="270" y="20"/>
                  <a:pt x="225" y="0"/>
                  <a:pt x="176" y="0"/>
                </a:cubicBezTo>
                <a:cubicBezTo>
                  <a:pt x="79" y="0"/>
                  <a:pt x="0" y="79"/>
                  <a:pt x="0" y="177"/>
                </a:cubicBezTo>
                <a:cubicBezTo>
                  <a:pt x="0" y="274"/>
                  <a:pt x="79" y="353"/>
                  <a:pt x="176" y="353"/>
                </a:cubicBezTo>
                <a:cubicBezTo>
                  <a:pt x="274" y="353"/>
                  <a:pt x="353" y="274"/>
                  <a:pt x="353" y="177"/>
                </a:cubicBezTo>
                <a:cubicBezTo>
                  <a:pt x="353" y="154"/>
                  <a:pt x="348" y="132"/>
                  <a:pt x="341" y="112"/>
                </a:cubicBezTo>
                <a:cubicBezTo>
                  <a:pt x="340" y="111"/>
                  <a:pt x="340" y="110"/>
                  <a:pt x="339" y="109"/>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23" name="Google Shape;523;p26"/>
          <p:cNvSpPr txBox="1"/>
          <p:nvPr/>
        </p:nvSpPr>
        <p:spPr>
          <a:xfrm>
            <a:off x="3530600" y="6030391"/>
            <a:ext cx="19176900" cy="1034100"/>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Sed ut perspiciatis unde omnis iste natus error sit volup m accus antium dolor emque lauda nt ium, totam rem aperiam, eaque ipsa quae ab illo inventore very tatis et quasi lorem ipsum dolor sitae vitae.</a:t>
            </a:r>
            <a:endParaRPr b="0" i="0" sz="2400" u="none" cap="none" strike="noStrike">
              <a:solidFill>
                <a:schemeClr val="dk2"/>
              </a:solidFill>
              <a:latin typeface="Lato Light"/>
              <a:ea typeface="Lato Light"/>
              <a:cs typeface="Lato Light"/>
              <a:sym typeface="Lato Light"/>
            </a:endParaRPr>
          </a:p>
        </p:txBody>
      </p:sp>
      <p:sp>
        <p:nvSpPr>
          <p:cNvPr id="524" name="Google Shape;524;p26"/>
          <p:cNvSpPr/>
          <p:nvPr/>
        </p:nvSpPr>
        <p:spPr>
          <a:xfrm>
            <a:off x="1676401" y="8231724"/>
            <a:ext cx="1072296" cy="1066792"/>
          </a:xfrm>
          <a:custGeom>
            <a:rect b="b" l="l" r="r" t="t"/>
            <a:pathLst>
              <a:path extrusionOk="0" h="353" w="353">
                <a:moveTo>
                  <a:pt x="176" y="221"/>
                </a:moveTo>
                <a:cubicBezTo>
                  <a:pt x="102" y="147"/>
                  <a:pt x="102" y="147"/>
                  <a:pt x="102" y="147"/>
                </a:cubicBezTo>
                <a:cubicBezTo>
                  <a:pt x="100" y="146"/>
                  <a:pt x="98" y="145"/>
                  <a:pt x="96" y="145"/>
                </a:cubicBezTo>
                <a:cubicBezTo>
                  <a:pt x="91" y="145"/>
                  <a:pt x="88" y="148"/>
                  <a:pt x="88" y="153"/>
                </a:cubicBezTo>
                <a:cubicBezTo>
                  <a:pt x="88" y="155"/>
                  <a:pt x="89" y="157"/>
                  <a:pt x="90" y="158"/>
                </a:cubicBezTo>
                <a:cubicBezTo>
                  <a:pt x="170" y="239"/>
                  <a:pt x="170" y="239"/>
                  <a:pt x="170" y="239"/>
                </a:cubicBezTo>
                <a:cubicBezTo>
                  <a:pt x="172" y="240"/>
                  <a:pt x="174" y="241"/>
                  <a:pt x="176" y="241"/>
                </a:cubicBezTo>
                <a:cubicBezTo>
                  <a:pt x="178" y="241"/>
                  <a:pt x="180" y="240"/>
                  <a:pt x="182" y="238"/>
                </a:cubicBezTo>
                <a:cubicBezTo>
                  <a:pt x="182" y="238"/>
                  <a:pt x="182" y="238"/>
                  <a:pt x="182" y="238"/>
                </a:cubicBezTo>
                <a:cubicBezTo>
                  <a:pt x="316" y="98"/>
                  <a:pt x="316" y="98"/>
                  <a:pt x="316" y="98"/>
                </a:cubicBezTo>
                <a:cubicBezTo>
                  <a:pt x="316" y="98"/>
                  <a:pt x="316" y="98"/>
                  <a:pt x="316" y="98"/>
                </a:cubicBezTo>
                <a:cubicBezTo>
                  <a:pt x="328" y="86"/>
                  <a:pt x="328" y="86"/>
                  <a:pt x="328" y="86"/>
                </a:cubicBezTo>
                <a:cubicBezTo>
                  <a:pt x="328" y="86"/>
                  <a:pt x="328" y="86"/>
                  <a:pt x="327" y="86"/>
                </a:cubicBezTo>
                <a:cubicBezTo>
                  <a:pt x="351" y="62"/>
                  <a:pt x="351" y="62"/>
                  <a:pt x="351" y="62"/>
                </a:cubicBezTo>
                <a:cubicBezTo>
                  <a:pt x="351" y="62"/>
                  <a:pt x="351" y="62"/>
                  <a:pt x="351" y="62"/>
                </a:cubicBezTo>
                <a:cubicBezTo>
                  <a:pt x="352" y="60"/>
                  <a:pt x="353" y="58"/>
                  <a:pt x="353" y="56"/>
                </a:cubicBezTo>
                <a:cubicBezTo>
                  <a:pt x="353" y="52"/>
                  <a:pt x="349" y="48"/>
                  <a:pt x="345" y="48"/>
                </a:cubicBezTo>
                <a:cubicBezTo>
                  <a:pt x="342" y="48"/>
                  <a:pt x="340" y="49"/>
                  <a:pt x="339" y="51"/>
                </a:cubicBezTo>
                <a:cubicBezTo>
                  <a:pt x="339" y="51"/>
                  <a:pt x="339" y="51"/>
                  <a:pt x="339" y="51"/>
                </a:cubicBezTo>
                <a:cubicBezTo>
                  <a:pt x="318" y="72"/>
                  <a:pt x="318" y="72"/>
                  <a:pt x="318" y="72"/>
                </a:cubicBezTo>
                <a:cubicBezTo>
                  <a:pt x="318" y="72"/>
                  <a:pt x="318" y="72"/>
                  <a:pt x="318" y="72"/>
                </a:cubicBezTo>
                <a:cubicBezTo>
                  <a:pt x="307" y="84"/>
                  <a:pt x="307" y="84"/>
                  <a:pt x="307" y="84"/>
                </a:cubicBezTo>
                <a:cubicBezTo>
                  <a:pt x="307" y="84"/>
                  <a:pt x="307" y="84"/>
                  <a:pt x="307" y="84"/>
                </a:cubicBezTo>
                <a:lnTo>
                  <a:pt x="176" y="221"/>
                </a:lnTo>
                <a:close/>
                <a:moveTo>
                  <a:pt x="339" y="109"/>
                </a:moveTo>
                <a:cubicBezTo>
                  <a:pt x="335" y="106"/>
                  <a:pt x="330" y="106"/>
                  <a:pt x="327" y="109"/>
                </a:cubicBezTo>
                <a:cubicBezTo>
                  <a:pt x="325" y="111"/>
                  <a:pt x="324" y="115"/>
                  <a:pt x="325" y="117"/>
                </a:cubicBezTo>
                <a:cubicBezTo>
                  <a:pt x="325" y="117"/>
                  <a:pt x="325" y="117"/>
                  <a:pt x="325" y="117"/>
                </a:cubicBezTo>
                <a:cubicBezTo>
                  <a:pt x="333" y="136"/>
                  <a:pt x="337" y="156"/>
                  <a:pt x="337" y="177"/>
                </a:cubicBezTo>
                <a:cubicBezTo>
                  <a:pt x="337" y="265"/>
                  <a:pt x="265" y="337"/>
                  <a:pt x="176" y="337"/>
                </a:cubicBezTo>
                <a:cubicBezTo>
                  <a:pt x="88" y="337"/>
                  <a:pt x="16" y="265"/>
                  <a:pt x="16" y="177"/>
                </a:cubicBezTo>
                <a:cubicBezTo>
                  <a:pt x="16" y="88"/>
                  <a:pt x="88" y="16"/>
                  <a:pt x="176" y="16"/>
                </a:cubicBezTo>
                <a:cubicBezTo>
                  <a:pt x="222" y="16"/>
                  <a:pt x="262" y="35"/>
                  <a:pt x="292" y="65"/>
                </a:cubicBezTo>
                <a:cubicBezTo>
                  <a:pt x="292" y="65"/>
                  <a:pt x="292" y="65"/>
                  <a:pt x="292" y="65"/>
                </a:cubicBezTo>
                <a:cubicBezTo>
                  <a:pt x="295" y="68"/>
                  <a:pt x="300" y="68"/>
                  <a:pt x="303" y="65"/>
                </a:cubicBezTo>
                <a:cubicBezTo>
                  <a:pt x="306" y="62"/>
                  <a:pt x="306" y="57"/>
                  <a:pt x="303" y="54"/>
                </a:cubicBezTo>
                <a:cubicBezTo>
                  <a:pt x="302" y="53"/>
                  <a:pt x="302" y="53"/>
                  <a:pt x="302" y="53"/>
                </a:cubicBezTo>
                <a:cubicBezTo>
                  <a:pt x="270" y="20"/>
                  <a:pt x="225" y="0"/>
                  <a:pt x="176" y="0"/>
                </a:cubicBezTo>
                <a:cubicBezTo>
                  <a:pt x="79" y="0"/>
                  <a:pt x="0" y="79"/>
                  <a:pt x="0" y="177"/>
                </a:cubicBezTo>
                <a:cubicBezTo>
                  <a:pt x="0" y="274"/>
                  <a:pt x="79" y="353"/>
                  <a:pt x="176" y="353"/>
                </a:cubicBezTo>
                <a:cubicBezTo>
                  <a:pt x="274" y="353"/>
                  <a:pt x="353" y="274"/>
                  <a:pt x="353" y="177"/>
                </a:cubicBezTo>
                <a:cubicBezTo>
                  <a:pt x="353" y="154"/>
                  <a:pt x="348" y="132"/>
                  <a:pt x="341" y="112"/>
                </a:cubicBezTo>
                <a:cubicBezTo>
                  <a:pt x="340" y="111"/>
                  <a:pt x="340" y="110"/>
                  <a:pt x="339" y="109"/>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25" name="Google Shape;525;p26"/>
          <p:cNvSpPr txBox="1"/>
          <p:nvPr/>
        </p:nvSpPr>
        <p:spPr>
          <a:xfrm>
            <a:off x="3530600" y="8180924"/>
            <a:ext cx="19176900" cy="1034100"/>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Sed ut perspiciatis unde omnis iste natus error sit volup m accus antium dolor emque lauda nt ium, totam rem aperiam, eaque ipsa quae ab illo inventore very tatis et quasi lorem ipsum dolor sitae vitae.</a:t>
            </a:r>
            <a:endParaRPr b="0" i="0" sz="2400" u="none" cap="none" strike="noStrike">
              <a:solidFill>
                <a:schemeClr val="dk2"/>
              </a:solidFill>
              <a:latin typeface="Lato Light"/>
              <a:ea typeface="Lato Light"/>
              <a:cs typeface="Lato Light"/>
              <a:sym typeface="Lato Light"/>
            </a:endParaRPr>
          </a:p>
        </p:txBody>
      </p:sp>
      <p:sp>
        <p:nvSpPr>
          <p:cNvPr id="526" name="Google Shape;526;p26"/>
          <p:cNvSpPr/>
          <p:nvPr/>
        </p:nvSpPr>
        <p:spPr>
          <a:xfrm>
            <a:off x="1676401" y="10382258"/>
            <a:ext cx="1072296" cy="1066792"/>
          </a:xfrm>
          <a:custGeom>
            <a:rect b="b" l="l" r="r" t="t"/>
            <a:pathLst>
              <a:path extrusionOk="0" h="353" w="353">
                <a:moveTo>
                  <a:pt x="176" y="221"/>
                </a:moveTo>
                <a:cubicBezTo>
                  <a:pt x="102" y="147"/>
                  <a:pt x="102" y="147"/>
                  <a:pt x="102" y="147"/>
                </a:cubicBezTo>
                <a:cubicBezTo>
                  <a:pt x="100" y="146"/>
                  <a:pt x="98" y="145"/>
                  <a:pt x="96" y="145"/>
                </a:cubicBezTo>
                <a:cubicBezTo>
                  <a:pt x="91" y="145"/>
                  <a:pt x="88" y="148"/>
                  <a:pt x="88" y="153"/>
                </a:cubicBezTo>
                <a:cubicBezTo>
                  <a:pt x="88" y="155"/>
                  <a:pt x="89" y="157"/>
                  <a:pt x="90" y="158"/>
                </a:cubicBezTo>
                <a:cubicBezTo>
                  <a:pt x="170" y="239"/>
                  <a:pt x="170" y="239"/>
                  <a:pt x="170" y="239"/>
                </a:cubicBezTo>
                <a:cubicBezTo>
                  <a:pt x="172" y="240"/>
                  <a:pt x="174" y="241"/>
                  <a:pt x="176" y="241"/>
                </a:cubicBezTo>
                <a:cubicBezTo>
                  <a:pt x="178" y="241"/>
                  <a:pt x="180" y="240"/>
                  <a:pt x="182" y="238"/>
                </a:cubicBezTo>
                <a:cubicBezTo>
                  <a:pt x="182" y="238"/>
                  <a:pt x="182" y="238"/>
                  <a:pt x="182" y="238"/>
                </a:cubicBezTo>
                <a:cubicBezTo>
                  <a:pt x="316" y="98"/>
                  <a:pt x="316" y="98"/>
                  <a:pt x="316" y="98"/>
                </a:cubicBezTo>
                <a:cubicBezTo>
                  <a:pt x="316" y="98"/>
                  <a:pt x="316" y="98"/>
                  <a:pt x="316" y="98"/>
                </a:cubicBezTo>
                <a:cubicBezTo>
                  <a:pt x="328" y="86"/>
                  <a:pt x="328" y="86"/>
                  <a:pt x="328" y="86"/>
                </a:cubicBezTo>
                <a:cubicBezTo>
                  <a:pt x="328" y="86"/>
                  <a:pt x="328" y="86"/>
                  <a:pt x="327" y="86"/>
                </a:cubicBezTo>
                <a:cubicBezTo>
                  <a:pt x="351" y="62"/>
                  <a:pt x="351" y="62"/>
                  <a:pt x="351" y="62"/>
                </a:cubicBezTo>
                <a:cubicBezTo>
                  <a:pt x="351" y="62"/>
                  <a:pt x="351" y="62"/>
                  <a:pt x="351" y="62"/>
                </a:cubicBezTo>
                <a:cubicBezTo>
                  <a:pt x="352" y="60"/>
                  <a:pt x="353" y="58"/>
                  <a:pt x="353" y="56"/>
                </a:cubicBezTo>
                <a:cubicBezTo>
                  <a:pt x="353" y="52"/>
                  <a:pt x="349" y="48"/>
                  <a:pt x="345" y="48"/>
                </a:cubicBezTo>
                <a:cubicBezTo>
                  <a:pt x="342" y="48"/>
                  <a:pt x="340" y="49"/>
                  <a:pt x="339" y="51"/>
                </a:cubicBezTo>
                <a:cubicBezTo>
                  <a:pt x="339" y="51"/>
                  <a:pt x="339" y="51"/>
                  <a:pt x="339" y="51"/>
                </a:cubicBezTo>
                <a:cubicBezTo>
                  <a:pt x="318" y="72"/>
                  <a:pt x="318" y="72"/>
                  <a:pt x="318" y="72"/>
                </a:cubicBezTo>
                <a:cubicBezTo>
                  <a:pt x="318" y="72"/>
                  <a:pt x="318" y="72"/>
                  <a:pt x="318" y="72"/>
                </a:cubicBezTo>
                <a:cubicBezTo>
                  <a:pt x="307" y="84"/>
                  <a:pt x="307" y="84"/>
                  <a:pt x="307" y="84"/>
                </a:cubicBezTo>
                <a:cubicBezTo>
                  <a:pt x="307" y="84"/>
                  <a:pt x="307" y="84"/>
                  <a:pt x="307" y="84"/>
                </a:cubicBezTo>
                <a:lnTo>
                  <a:pt x="176" y="221"/>
                </a:lnTo>
                <a:close/>
                <a:moveTo>
                  <a:pt x="339" y="109"/>
                </a:moveTo>
                <a:cubicBezTo>
                  <a:pt x="335" y="106"/>
                  <a:pt x="330" y="106"/>
                  <a:pt x="327" y="109"/>
                </a:cubicBezTo>
                <a:cubicBezTo>
                  <a:pt x="325" y="111"/>
                  <a:pt x="324" y="115"/>
                  <a:pt x="325" y="117"/>
                </a:cubicBezTo>
                <a:cubicBezTo>
                  <a:pt x="325" y="117"/>
                  <a:pt x="325" y="117"/>
                  <a:pt x="325" y="117"/>
                </a:cubicBezTo>
                <a:cubicBezTo>
                  <a:pt x="333" y="136"/>
                  <a:pt x="337" y="156"/>
                  <a:pt x="337" y="177"/>
                </a:cubicBezTo>
                <a:cubicBezTo>
                  <a:pt x="337" y="265"/>
                  <a:pt x="265" y="337"/>
                  <a:pt x="176" y="337"/>
                </a:cubicBezTo>
                <a:cubicBezTo>
                  <a:pt x="88" y="337"/>
                  <a:pt x="16" y="265"/>
                  <a:pt x="16" y="177"/>
                </a:cubicBezTo>
                <a:cubicBezTo>
                  <a:pt x="16" y="88"/>
                  <a:pt x="88" y="16"/>
                  <a:pt x="176" y="16"/>
                </a:cubicBezTo>
                <a:cubicBezTo>
                  <a:pt x="222" y="16"/>
                  <a:pt x="262" y="35"/>
                  <a:pt x="292" y="65"/>
                </a:cubicBezTo>
                <a:cubicBezTo>
                  <a:pt x="292" y="65"/>
                  <a:pt x="292" y="65"/>
                  <a:pt x="292" y="65"/>
                </a:cubicBezTo>
                <a:cubicBezTo>
                  <a:pt x="295" y="68"/>
                  <a:pt x="300" y="68"/>
                  <a:pt x="303" y="65"/>
                </a:cubicBezTo>
                <a:cubicBezTo>
                  <a:pt x="306" y="62"/>
                  <a:pt x="306" y="57"/>
                  <a:pt x="303" y="54"/>
                </a:cubicBezTo>
                <a:cubicBezTo>
                  <a:pt x="302" y="53"/>
                  <a:pt x="302" y="53"/>
                  <a:pt x="302" y="53"/>
                </a:cubicBezTo>
                <a:cubicBezTo>
                  <a:pt x="270" y="20"/>
                  <a:pt x="225" y="0"/>
                  <a:pt x="176" y="0"/>
                </a:cubicBezTo>
                <a:cubicBezTo>
                  <a:pt x="79" y="0"/>
                  <a:pt x="0" y="79"/>
                  <a:pt x="0" y="177"/>
                </a:cubicBezTo>
                <a:cubicBezTo>
                  <a:pt x="0" y="274"/>
                  <a:pt x="79" y="353"/>
                  <a:pt x="176" y="353"/>
                </a:cubicBezTo>
                <a:cubicBezTo>
                  <a:pt x="274" y="353"/>
                  <a:pt x="353" y="274"/>
                  <a:pt x="353" y="177"/>
                </a:cubicBezTo>
                <a:cubicBezTo>
                  <a:pt x="353" y="154"/>
                  <a:pt x="348" y="132"/>
                  <a:pt x="341" y="112"/>
                </a:cubicBezTo>
                <a:cubicBezTo>
                  <a:pt x="340" y="111"/>
                  <a:pt x="340" y="110"/>
                  <a:pt x="339" y="109"/>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27" name="Google Shape;527;p26"/>
          <p:cNvSpPr txBox="1"/>
          <p:nvPr/>
        </p:nvSpPr>
        <p:spPr>
          <a:xfrm>
            <a:off x="3530600" y="10331458"/>
            <a:ext cx="19176900" cy="1034100"/>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Sed ut perspiciatis unde omnis iste natus error sit volup m accus antium dolor emque lauda nt ium, totam rem aperiam, eaque ipsa quae ab illo inventore very tatis et quasi lorem ipsum dolor sitae vitae.</a:t>
            </a:r>
            <a:endParaRPr b="0" i="0" sz="2400" u="none" cap="none" strike="noStrike">
              <a:solidFill>
                <a:schemeClr val="dk2"/>
              </a:solidFill>
              <a:latin typeface="Lato Light"/>
              <a:ea typeface="Lato Light"/>
              <a:cs typeface="Lato Light"/>
              <a:sym typeface="Lato Light"/>
            </a:endParaRPr>
          </a:p>
        </p:txBody>
      </p:sp>
      <p:sp>
        <p:nvSpPr>
          <p:cNvPr id="528" name="Google Shape;528;p26"/>
          <p:cNvSpPr/>
          <p:nvPr/>
        </p:nvSpPr>
        <p:spPr>
          <a:xfrm>
            <a:off x="22545799" y="870305"/>
            <a:ext cx="1172200" cy="961050"/>
          </a:xfrm>
          <a:custGeom>
            <a:rect b="b" l="l" r="r" t="t"/>
            <a:pathLst>
              <a:path extrusionOk="0" h="289" w="353">
                <a:moveTo>
                  <a:pt x="337" y="32"/>
                </a:moveTo>
                <a:cubicBezTo>
                  <a:pt x="241" y="32"/>
                  <a:pt x="241" y="32"/>
                  <a:pt x="241" y="32"/>
                </a:cubicBezTo>
                <a:cubicBezTo>
                  <a:pt x="241" y="15"/>
                  <a:pt x="226" y="0"/>
                  <a:pt x="209" y="0"/>
                </a:cubicBezTo>
                <a:cubicBezTo>
                  <a:pt x="144" y="0"/>
                  <a:pt x="144" y="0"/>
                  <a:pt x="144" y="0"/>
                </a:cubicBezTo>
                <a:cubicBezTo>
                  <a:pt x="127" y="0"/>
                  <a:pt x="112" y="15"/>
                  <a:pt x="112" y="32"/>
                </a:cubicBezTo>
                <a:cubicBezTo>
                  <a:pt x="16" y="32"/>
                  <a:pt x="16" y="32"/>
                  <a:pt x="16" y="32"/>
                </a:cubicBezTo>
                <a:cubicBezTo>
                  <a:pt x="7" y="32"/>
                  <a:pt x="0" y="40"/>
                  <a:pt x="0" y="48"/>
                </a:cubicBezTo>
                <a:cubicBezTo>
                  <a:pt x="0" y="129"/>
                  <a:pt x="0" y="129"/>
                  <a:pt x="0" y="129"/>
                </a:cubicBezTo>
                <a:cubicBezTo>
                  <a:pt x="0" y="138"/>
                  <a:pt x="7" y="145"/>
                  <a:pt x="16" y="145"/>
                </a:cubicBezTo>
                <a:cubicBezTo>
                  <a:pt x="16" y="273"/>
                  <a:pt x="16" y="273"/>
                  <a:pt x="16" y="273"/>
                </a:cubicBezTo>
                <a:cubicBezTo>
                  <a:pt x="16" y="282"/>
                  <a:pt x="23" y="289"/>
                  <a:pt x="32" y="289"/>
                </a:cubicBezTo>
                <a:cubicBezTo>
                  <a:pt x="321" y="289"/>
                  <a:pt x="321" y="289"/>
                  <a:pt x="321" y="289"/>
                </a:cubicBezTo>
                <a:cubicBezTo>
                  <a:pt x="330" y="289"/>
                  <a:pt x="337" y="282"/>
                  <a:pt x="337" y="273"/>
                </a:cubicBezTo>
                <a:cubicBezTo>
                  <a:pt x="337" y="145"/>
                  <a:pt x="337" y="145"/>
                  <a:pt x="337" y="145"/>
                </a:cubicBezTo>
                <a:cubicBezTo>
                  <a:pt x="346" y="145"/>
                  <a:pt x="353" y="138"/>
                  <a:pt x="353" y="129"/>
                </a:cubicBezTo>
                <a:cubicBezTo>
                  <a:pt x="353" y="48"/>
                  <a:pt x="353" y="48"/>
                  <a:pt x="353" y="48"/>
                </a:cubicBezTo>
                <a:cubicBezTo>
                  <a:pt x="353" y="40"/>
                  <a:pt x="346" y="32"/>
                  <a:pt x="337" y="32"/>
                </a:cubicBezTo>
                <a:moveTo>
                  <a:pt x="144" y="16"/>
                </a:moveTo>
                <a:cubicBezTo>
                  <a:pt x="209" y="16"/>
                  <a:pt x="209" y="16"/>
                  <a:pt x="209" y="16"/>
                </a:cubicBezTo>
                <a:cubicBezTo>
                  <a:pt x="217" y="16"/>
                  <a:pt x="225" y="23"/>
                  <a:pt x="225" y="32"/>
                </a:cubicBezTo>
                <a:cubicBezTo>
                  <a:pt x="128" y="32"/>
                  <a:pt x="128" y="32"/>
                  <a:pt x="128" y="32"/>
                </a:cubicBezTo>
                <a:cubicBezTo>
                  <a:pt x="128" y="23"/>
                  <a:pt x="136" y="16"/>
                  <a:pt x="144" y="16"/>
                </a:cubicBezTo>
                <a:moveTo>
                  <a:pt x="321" y="273"/>
                </a:moveTo>
                <a:cubicBezTo>
                  <a:pt x="32" y="273"/>
                  <a:pt x="32" y="273"/>
                  <a:pt x="32" y="273"/>
                </a:cubicBezTo>
                <a:cubicBezTo>
                  <a:pt x="32" y="145"/>
                  <a:pt x="32" y="145"/>
                  <a:pt x="32" y="145"/>
                </a:cubicBezTo>
                <a:cubicBezTo>
                  <a:pt x="64" y="145"/>
                  <a:pt x="64" y="145"/>
                  <a:pt x="64" y="145"/>
                </a:cubicBezTo>
                <a:cubicBezTo>
                  <a:pt x="64" y="161"/>
                  <a:pt x="64" y="161"/>
                  <a:pt x="64" y="161"/>
                </a:cubicBezTo>
                <a:cubicBezTo>
                  <a:pt x="64" y="170"/>
                  <a:pt x="71" y="177"/>
                  <a:pt x="80" y="177"/>
                </a:cubicBezTo>
                <a:cubicBezTo>
                  <a:pt x="112" y="177"/>
                  <a:pt x="112" y="177"/>
                  <a:pt x="112" y="177"/>
                </a:cubicBezTo>
                <a:cubicBezTo>
                  <a:pt x="121" y="177"/>
                  <a:pt x="128" y="170"/>
                  <a:pt x="128" y="161"/>
                </a:cubicBezTo>
                <a:cubicBezTo>
                  <a:pt x="128" y="145"/>
                  <a:pt x="128" y="145"/>
                  <a:pt x="128" y="145"/>
                </a:cubicBezTo>
                <a:cubicBezTo>
                  <a:pt x="225" y="145"/>
                  <a:pt x="225" y="145"/>
                  <a:pt x="225" y="145"/>
                </a:cubicBezTo>
                <a:cubicBezTo>
                  <a:pt x="225" y="161"/>
                  <a:pt x="225" y="161"/>
                  <a:pt x="225" y="161"/>
                </a:cubicBezTo>
                <a:cubicBezTo>
                  <a:pt x="225" y="170"/>
                  <a:pt x="232" y="177"/>
                  <a:pt x="241" y="177"/>
                </a:cubicBezTo>
                <a:cubicBezTo>
                  <a:pt x="273" y="177"/>
                  <a:pt x="273" y="177"/>
                  <a:pt x="273" y="177"/>
                </a:cubicBezTo>
                <a:cubicBezTo>
                  <a:pt x="282" y="177"/>
                  <a:pt x="289" y="170"/>
                  <a:pt x="289" y="161"/>
                </a:cubicBezTo>
                <a:cubicBezTo>
                  <a:pt x="289" y="145"/>
                  <a:pt x="289" y="145"/>
                  <a:pt x="289" y="145"/>
                </a:cubicBezTo>
                <a:cubicBezTo>
                  <a:pt x="321" y="145"/>
                  <a:pt x="321" y="145"/>
                  <a:pt x="321" y="145"/>
                </a:cubicBezTo>
                <a:lnTo>
                  <a:pt x="321" y="273"/>
                </a:lnTo>
                <a:close/>
                <a:moveTo>
                  <a:pt x="80" y="113"/>
                </a:moveTo>
                <a:cubicBezTo>
                  <a:pt x="112" y="113"/>
                  <a:pt x="112" y="113"/>
                  <a:pt x="112" y="113"/>
                </a:cubicBezTo>
                <a:cubicBezTo>
                  <a:pt x="112" y="161"/>
                  <a:pt x="112" y="161"/>
                  <a:pt x="112" y="161"/>
                </a:cubicBezTo>
                <a:cubicBezTo>
                  <a:pt x="80" y="161"/>
                  <a:pt x="80" y="161"/>
                  <a:pt x="80" y="161"/>
                </a:cubicBezTo>
                <a:lnTo>
                  <a:pt x="80" y="113"/>
                </a:lnTo>
                <a:close/>
                <a:moveTo>
                  <a:pt x="241" y="113"/>
                </a:moveTo>
                <a:cubicBezTo>
                  <a:pt x="273" y="113"/>
                  <a:pt x="273" y="113"/>
                  <a:pt x="273" y="113"/>
                </a:cubicBezTo>
                <a:cubicBezTo>
                  <a:pt x="273" y="161"/>
                  <a:pt x="273" y="161"/>
                  <a:pt x="273" y="161"/>
                </a:cubicBezTo>
                <a:cubicBezTo>
                  <a:pt x="241" y="161"/>
                  <a:pt x="241" y="161"/>
                  <a:pt x="241" y="161"/>
                </a:cubicBezTo>
                <a:lnTo>
                  <a:pt x="241" y="113"/>
                </a:lnTo>
                <a:close/>
                <a:moveTo>
                  <a:pt x="337" y="129"/>
                </a:moveTo>
                <a:cubicBezTo>
                  <a:pt x="289" y="129"/>
                  <a:pt x="289" y="129"/>
                  <a:pt x="289" y="129"/>
                </a:cubicBezTo>
                <a:cubicBezTo>
                  <a:pt x="289" y="113"/>
                  <a:pt x="289" y="113"/>
                  <a:pt x="289" y="113"/>
                </a:cubicBezTo>
                <a:cubicBezTo>
                  <a:pt x="289" y="104"/>
                  <a:pt x="282" y="97"/>
                  <a:pt x="273" y="97"/>
                </a:cubicBezTo>
                <a:cubicBezTo>
                  <a:pt x="241" y="97"/>
                  <a:pt x="241" y="97"/>
                  <a:pt x="241" y="97"/>
                </a:cubicBezTo>
                <a:cubicBezTo>
                  <a:pt x="232" y="97"/>
                  <a:pt x="225" y="104"/>
                  <a:pt x="225" y="113"/>
                </a:cubicBezTo>
                <a:cubicBezTo>
                  <a:pt x="225" y="129"/>
                  <a:pt x="225" y="129"/>
                  <a:pt x="225" y="129"/>
                </a:cubicBezTo>
                <a:cubicBezTo>
                  <a:pt x="128" y="129"/>
                  <a:pt x="128" y="129"/>
                  <a:pt x="128" y="129"/>
                </a:cubicBezTo>
                <a:cubicBezTo>
                  <a:pt x="128" y="113"/>
                  <a:pt x="128" y="113"/>
                  <a:pt x="128" y="113"/>
                </a:cubicBezTo>
                <a:cubicBezTo>
                  <a:pt x="128" y="104"/>
                  <a:pt x="121" y="97"/>
                  <a:pt x="112" y="97"/>
                </a:cubicBezTo>
                <a:cubicBezTo>
                  <a:pt x="80" y="97"/>
                  <a:pt x="80" y="97"/>
                  <a:pt x="80" y="97"/>
                </a:cubicBezTo>
                <a:cubicBezTo>
                  <a:pt x="71" y="97"/>
                  <a:pt x="64" y="104"/>
                  <a:pt x="64" y="113"/>
                </a:cubicBezTo>
                <a:cubicBezTo>
                  <a:pt x="64" y="129"/>
                  <a:pt x="64" y="129"/>
                  <a:pt x="64" y="129"/>
                </a:cubicBezTo>
                <a:cubicBezTo>
                  <a:pt x="16" y="129"/>
                  <a:pt x="16" y="129"/>
                  <a:pt x="16" y="129"/>
                </a:cubicBezTo>
                <a:cubicBezTo>
                  <a:pt x="16" y="48"/>
                  <a:pt x="16" y="48"/>
                  <a:pt x="16" y="48"/>
                </a:cubicBezTo>
                <a:cubicBezTo>
                  <a:pt x="337" y="48"/>
                  <a:pt x="337" y="48"/>
                  <a:pt x="337" y="48"/>
                </a:cubicBezTo>
                <a:lnTo>
                  <a:pt x="337" y="12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29" name="Google Shape;529;p26"/>
          <p:cNvSpPr/>
          <p:nvPr/>
        </p:nvSpPr>
        <p:spPr>
          <a:xfrm>
            <a:off x="21779798" y="333423"/>
            <a:ext cx="2112600" cy="21126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530" name="Google Shape;530;p26"/>
          <p:cNvSpPr/>
          <p:nvPr/>
        </p:nvSpPr>
        <p:spPr>
          <a:xfrm>
            <a:off x="22420189" y="766774"/>
            <a:ext cx="831797" cy="1245871"/>
          </a:xfrm>
          <a:custGeom>
            <a:rect b="b" l="l" r="r" t="t"/>
            <a:pathLst>
              <a:path extrusionOk="0" h="756" w="505">
                <a:moveTo>
                  <a:pt x="492" y="194"/>
                </a:moveTo>
                <a:cubicBezTo>
                  <a:pt x="468" y="90"/>
                  <a:pt x="375" y="12"/>
                  <a:pt x="268" y="4"/>
                </a:cubicBezTo>
                <a:cubicBezTo>
                  <a:pt x="198" y="0"/>
                  <a:pt x="131" y="23"/>
                  <a:pt x="80" y="71"/>
                </a:cubicBezTo>
                <a:cubicBezTo>
                  <a:pt x="29" y="118"/>
                  <a:pt x="0" y="184"/>
                  <a:pt x="0" y="253"/>
                </a:cubicBezTo>
                <a:cubicBezTo>
                  <a:pt x="0" y="287"/>
                  <a:pt x="7" y="320"/>
                  <a:pt x="21" y="352"/>
                </a:cubicBezTo>
                <a:cubicBezTo>
                  <a:pt x="21" y="354"/>
                  <a:pt x="21" y="354"/>
                  <a:pt x="21" y="354"/>
                </a:cubicBezTo>
                <a:cubicBezTo>
                  <a:pt x="22" y="354"/>
                  <a:pt x="22" y="354"/>
                  <a:pt x="22" y="354"/>
                </a:cubicBezTo>
                <a:cubicBezTo>
                  <a:pt x="26" y="360"/>
                  <a:pt x="35" y="377"/>
                  <a:pt x="47" y="398"/>
                </a:cubicBezTo>
                <a:cubicBezTo>
                  <a:pt x="74" y="447"/>
                  <a:pt x="93" y="481"/>
                  <a:pt x="100" y="498"/>
                </a:cubicBezTo>
                <a:cubicBezTo>
                  <a:pt x="106" y="510"/>
                  <a:pt x="115" y="537"/>
                  <a:pt x="128" y="575"/>
                </a:cubicBezTo>
                <a:cubicBezTo>
                  <a:pt x="130" y="583"/>
                  <a:pt x="135" y="589"/>
                  <a:pt x="141" y="594"/>
                </a:cubicBezTo>
                <a:cubicBezTo>
                  <a:pt x="141" y="616"/>
                  <a:pt x="141" y="616"/>
                  <a:pt x="141" y="616"/>
                </a:cubicBezTo>
                <a:cubicBezTo>
                  <a:pt x="141" y="641"/>
                  <a:pt x="141" y="641"/>
                  <a:pt x="141" y="641"/>
                </a:cubicBezTo>
                <a:cubicBezTo>
                  <a:pt x="141" y="654"/>
                  <a:pt x="141" y="654"/>
                  <a:pt x="141" y="654"/>
                </a:cubicBezTo>
                <a:cubicBezTo>
                  <a:pt x="141" y="679"/>
                  <a:pt x="141" y="679"/>
                  <a:pt x="141" y="679"/>
                </a:cubicBezTo>
                <a:cubicBezTo>
                  <a:pt x="141" y="682"/>
                  <a:pt x="141" y="682"/>
                  <a:pt x="141" y="682"/>
                </a:cubicBezTo>
                <a:cubicBezTo>
                  <a:pt x="141" y="696"/>
                  <a:pt x="150" y="708"/>
                  <a:pt x="162" y="714"/>
                </a:cubicBezTo>
                <a:cubicBezTo>
                  <a:pt x="165" y="738"/>
                  <a:pt x="185" y="756"/>
                  <a:pt x="209" y="756"/>
                </a:cubicBezTo>
                <a:cubicBezTo>
                  <a:pt x="291" y="756"/>
                  <a:pt x="291" y="756"/>
                  <a:pt x="291" y="756"/>
                </a:cubicBezTo>
                <a:cubicBezTo>
                  <a:pt x="315" y="756"/>
                  <a:pt x="335" y="738"/>
                  <a:pt x="338" y="714"/>
                </a:cubicBezTo>
                <a:cubicBezTo>
                  <a:pt x="350" y="708"/>
                  <a:pt x="358" y="696"/>
                  <a:pt x="358" y="682"/>
                </a:cubicBezTo>
                <a:cubicBezTo>
                  <a:pt x="358" y="679"/>
                  <a:pt x="358" y="679"/>
                  <a:pt x="358" y="679"/>
                </a:cubicBezTo>
                <a:cubicBezTo>
                  <a:pt x="358" y="654"/>
                  <a:pt x="358" y="654"/>
                  <a:pt x="358" y="654"/>
                </a:cubicBezTo>
                <a:cubicBezTo>
                  <a:pt x="358" y="641"/>
                  <a:pt x="358" y="641"/>
                  <a:pt x="358" y="641"/>
                </a:cubicBezTo>
                <a:cubicBezTo>
                  <a:pt x="358" y="616"/>
                  <a:pt x="358" y="616"/>
                  <a:pt x="358" y="616"/>
                </a:cubicBezTo>
                <a:cubicBezTo>
                  <a:pt x="358" y="594"/>
                  <a:pt x="358" y="594"/>
                  <a:pt x="358" y="594"/>
                </a:cubicBezTo>
                <a:cubicBezTo>
                  <a:pt x="365" y="589"/>
                  <a:pt x="369" y="583"/>
                  <a:pt x="372" y="575"/>
                </a:cubicBezTo>
                <a:cubicBezTo>
                  <a:pt x="385" y="537"/>
                  <a:pt x="394" y="510"/>
                  <a:pt x="400" y="498"/>
                </a:cubicBezTo>
                <a:cubicBezTo>
                  <a:pt x="409" y="477"/>
                  <a:pt x="433" y="433"/>
                  <a:pt x="448" y="406"/>
                </a:cubicBezTo>
                <a:cubicBezTo>
                  <a:pt x="454" y="406"/>
                  <a:pt x="454" y="406"/>
                  <a:pt x="454" y="406"/>
                </a:cubicBezTo>
                <a:cubicBezTo>
                  <a:pt x="454" y="396"/>
                  <a:pt x="454" y="396"/>
                  <a:pt x="454" y="396"/>
                </a:cubicBezTo>
                <a:cubicBezTo>
                  <a:pt x="465" y="376"/>
                  <a:pt x="474" y="360"/>
                  <a:pt x="477" y="355"/>
                </a:cubicBezTo>
                <a:cubicBezTo>
                  <a:pt x="478" y="354"/>
                  <a:pt x="478" y="354"/>
                  <a:pt x="478" y="353"/>
                </a:cubicBezTo>
                <a:cubicBezTo>
                  <a:pt x="481" y="351"/>
                  <a:pt x="481" y="351"/>
                  <a:pt x="481" y="351"/>
                </a:cubicBezTo>
                <a:cubicBezTo>
                  <a:pt x="481" y="348"/>
                  <a:pt x="481" y="348"/>
                  <a:pt x="481" y="348"/>
                </a:cubicBezTo>
                <a:cubicBezTo>
                  <a:pt x="501" y="299"/>
                  <a:pt x="505" y="246"/>
                  <a:pt x="492" y="194"/>
                </a:cubicBezTo>
                <a:close/>
                <a:moveTo>
                  <a:pt x="291" y="731"/>
                </a:moveTo>
                <a:cubicBezTo>
                  <a:pt x="209" y="731"/>
                  <a:pt x="209" y="731"/>
                  <a:pt x="209" y="731"/>
                </a:cubicBezTo>
                <a:cubicBezTo>
                  <a:pt x="200" y="731"/>
                  <a:pt x="192" y="725"/>
                  <a:pt x="188" y="718"/>
                </a:cubicBezTo>
                <a:cubicBezTo>
                  <a:pt x="312" y="718"/>
                  <a:pt x="312" y="718"/>
                  <a:pt x="312" y="718"/>
                </a:cubicBezTo>
                <a:cubicBezTo>
                  <a:pt x="308" y="725"/>
                  <a:pt x="300" y="731"/>
                  <a:pt x="291" y="731"/>
                </a:cubicBezTo>
                <a:close/>
                <a:moveTo>
                  <a:pt x="333" y="682"/>
                </a:moveTo>
                <a:cubicBezTo>
                  <a:pt x="333" y="688"/>
                  <a:pt x="329" y="693"/>
                  <a:pt x="322" y="693"/>
                </a:cubicBezTo>
                <a:cubicBezTo>
                  <a:pt x="177" y="693"/>
                  <a:pt x="177" y="693"/>
                  <a:pt x="177" y="693"/>
                </a:cubicBezTo>
                <a:cubicBezTo>
                  <a:pt x="171" y="693"/>
                  <a:pt x="166" y="688"/>
                  <a:pt x="166" y="682"/>
                </a:cubicBezTo>
                <a:cubicBezTo>
                  <a:pt x="166" y="679"/>
                  <a:pt x="166" y="679"/>
                  <a:pt x="166" y="679"/>
                </a:cubicBezTo>
                <a:cubicBezTo>
                  <a:pt x="333" y="679"/>
                  <a:pt x="333" y="679"/>
                  <a:pt x="333" y="679"/>
                </a:cubicBezTo>
                <a:lnTo>
                  <a:pt x="333" y="682"/>
                </a:lnTo>
                <a:close/>
                <a:moveTo>
                  <a:pt x="333" y="654"/>
                </a:moveTo>
                <a:cubicBezTo>
                  <a:pt x="166" y="654"/>
                  <a:pt x="166" y="654"/>
                  <a:pt x="166" y="654"/>
                </a:cubicBezTo>
                <a:cubicBezTo>
                  <a:pt x="166" y="641"/>
                  <a:pt x="166" y="641"/>
                  <a:pt x="166" y="641"/>
                </a:cubicBezTo>
                <a:cubicBezTo>
                  <a:pt x="333" y="641"/>
                  <a:pt x="333" y="641"/>
                  <a:pt x="333" y="641"/>
                </a:cubicBezTo>
                <a:lnTo>
                  <a:pt x="333" y="654"/>
                </a:lnTo>
                <a:close/>
                <a:moveTo>
                  <a:pt x="166" y="616"/>
                </a:moveTo>
                <a:cubicBezTo>
                  <a:pt x="166" y="602"/>
                  <a:pt x="166" y="602"/>
                  <a:pt x="166" y="602"/>
                </a:cubicBezTo>
                <a:cubicBezTo>
                  <a:pt x="213" y="602"/>
                  <a:pt x="213" y="602"/>
                  <a:pt x="213" y="602"/>
                </a:cubicBezTo>
                <a:cubicBezTo>
                  <a:pt x="286" y="602"/>
                  <a:pt x="286" y="602"/>
                  <a:pt x="286" y="602"/>
                </a:cubicBezTo>
                <a:cubicBezTo>
                  <a:pt x="333" y="602"/>
                  <a:pt x="333" y="602"/>
                  <a:pt x="333" y="602"/>
                </a:cubicBezTo>
                <a:cubicBezTo>
                  <a:pt x="333" y="616"/>
                  <a:pt x="333" y="616"/>
                  <a:pt x="333" y="616"/>
                </a:cubicBezTo>
                <a:lnTo>
                  <a:pt x="166" y="616"/>
                </a:lnTo>
                <a:close/>
                <a:moveTo>
                  <a:pt x="224" y="413"/>
                </a:moveTo>
                <a:cubicBezTo>
                  <a:pt x="207" y="381"/>
                  <a:pt x="207" y="381"/>
                  <a:pt x="207" y="381"/>
                </a:cubicBezTo>
                <a:cubicBezTo>
                  <a:pt x="243" y="404"/>
                  <a:pt x="243" y="404"/>
                  <a:pt x="243" y="404"/>
                </a:cubicBezTo>
                <a:cubicBezTo>
                  <a:pt x="247" y="407"/>
                  <a:pt x="253" y="407"/>
                  <a:pt x="257" y="404"/>
                </a:cubicBezTo>
                <a:cubicBezTo>
                  <a:pt x="292" y="381"/>
                  <a:pt x="292" y="381"/>
                  <a:pt x="292" y="381"/>
                </a:cubicBezTo>
                <a:cubicBezTo>
                  <a:pt x="275" y="413"/>
                  <a:pt x="275" y="413"/>
                  <a:pt x="275" y="413"/>
                </a:cubicBezTo>
                <a:cubicBezTo>
                  <a:pt x="274" y="415"/>
                  <a:pt x="274" y="417"/>
                  <a:pt x="274" y="419"/>
                </a:cubicBezTo>
                <a:cubicBezTo>
                  <a:pt x="274" y="577"/>
                  <a:pt x="274" y="577"/>
                  <a:pt x="274" y="577"/>
                </a:cubicBezTo>
                <a:cubicBezTo>
                  <a:pt x="226" y="577"/>
                  <a:pt x="226" y="577"/>
                  <a:pt x="226" y="577"/>
                </a:cubicBezTo>
                <a:cubicBezTo>
                  <a:pt x="226" y="419"/>
                  <a:pt x="226" y="419"/>
                  <a:pt x="226" y="419"/>
                </a:cubicBezTo>
                <a:cubicBezTo>
                  <a:pt x="226" y="417"/>
                  <a:pt x="225" y="415"/>
                  <a:pt x="224" y="413"/>
                </a:cubicBezTo>
                <a:close/>
                <a:moveTo>
                  <a:pt x="457" y="340"/>
                </a:moveTo>
                <a:cubicBezTo>
                  <a:pt x="456" y="342"/>
                  <a:pt x="456" y="342"/>
                  <a:pt x="456" y="342"/>
                </a:cubicBezTo>
                <a:cubicBezTo>
                  <a:pt x="453" y="348"/>
                  <a:pt x="444" y="362"/>
                  <a:pt x="434" y="381"/>
                </a:cubicBezTo>
                <a:cubicBezTo>
                  <a:pt x="430" y="387"/>
                  <a:pt x="430" y="387"/>
                  <a:pt x="430" y="387"/>
                </a:cubicBezTo>
                <a:cubicBezTo>
                  <a:pt x="415" y="415"/>
                  <a:pt x="387" y="464"/>
                  <a:pt x="377" y="488"/>
                </a:cubicBezTo>
                <a:cubicBezTo>
                  <a:pt x="370" y="504"/>
                  <a:pt x="357" y="540"/>
                  <a:pt x="348" y="567"/>
                </a:cubicBezTo>
                <a:cubicBezTo>
                  <a:pt x="346" y="573"/>
                  <a:pt x="340" y="577"/>
                  <a:pt x="334" y="577"/>
                </a:cubicBezTo>
                <a:cubicBezTo>
                  <a:pt x="299" y="577"/>
                  <a:pt x="299" y="577"/>
                  <a:pt x="299" y="577"/>
                </a:cubicBezTo>
                <a:cubicBezTo>
                  <a:pt x="299" y="422"/>
                  <a:pt x="299" y="422"/>
                  <a:pt x="299" y="422"/>
                </a:cubicBezTo>
                <a:cubicBezTo>
                  <a:pt x="337" y="351"/>
                  <a:pt x="337" y="351"/>
                  <a:pt x="337" y="351"/>
                </a:cubicBezTo>
                <a:cubicBezTo>
                  <a:pt x="340" y="346"/>
                  <a:pt x="339" y="340"/>
                  <a:pt x="334" y="336"/>
                </a:cubicBezTo>
                <a:cubicBezTo>
                  <a:pt x="330" y="332"/>
                  <a:pt x="324" y="331"/>
                  <a:pt x="319" y="334"/>
                </a:cubicBezTo>
                <a:cubicBezTo>
                  <a:pt x="250" y="379"/>
                  <a:pt x="250" y="379"/>
                  <a:pt x="250" y="379"/>
                </a:cubicBezTo>
                <a:cubicBezTo>
                  <a:pt x="181" y="334"/>
                  <a:pt x="181" y="334"/>
                  <a:pt x="181" y="334"/>
                </a:cubicBezTo>
                <a:cubicBezTo>
                  <a:pt x="176" y="331"/>
                  <a:pt x="170" y="332"/>
                  <a:pt x="165" y="336"/>
                </a:cubicBezTo>
                <a:cubicBezTo>
                  <a:pt x="161" y="340"/>
                  <a:pt x="160" y="346"/>
                  <a:pt x="163" y="351"/>
                </a:cubicBezTo>
                <a:cubicBezTo>
                  <a:pt x="201" y="422"/>
                  <a:pt x="201" y="422"/>
                  <a:pt x="201" y="422"/>
                </a:cubicBezTo>
                <a:cubicBezTo>
                  <a:pt x="201" y="577"/>
                  <a:pt x="201" y="577"/>
                  <a:pt x="201" y="577"/>
                </a:cubicBezTo>
                <a:cubicBezTo>
                  <a:pt x="166" y="577"/>
                  <a:pt x="166" y="577"/>
                  <a:pt x="166" y="577"/>
                </a:cubicBezTo>
                <a:cubicBezTo>
                  <a:pt x="159" y="577"/>
                  <a:pt x="153" y="573"/>
                  <a:pt x="151" y="567"/>
                </a:cubicBezTo>
                <a:cubicBezTo>
                  <a:pt x="142" y="540"/>
                  <a:pt x="130" y="504"/>
                  <a:pt x="123" y="488"/>
                </a:cubicBezTo>
                <a:cubicBezTo>
                  <a:pt x="113" y="466"/>
                  <a:pt x="88" y="420"/>
                  <a:pt x="69" y="386"/>
                </a:cubicBezTo>
                <a:cubicBezTo>
                  <a:pt x="57" y="364"/>
                  <a:pt x="47" y="347"/>
                  <a:pt x="44" y="342"/>
                </a:cubicBezTo>
                <a:cubicBezTo>
                  <a:pt x="43" y="341"/>
                  <a:pt x="43" y="341"/>
                  <a:pt x="43" y="341"/>
                </a:cubicBezTo>
                <a:cubicBezTo>
                  <a:pt x="31" y="313"/>
                  <a:pt x="25" y="284"/>
                  <a:pt x="25" y="253"/>
                </a:cubicBezTo>
                <a:cubicBezTo>
                  <a:pt x="25" y="191"/>
                  <a:pt x="51" y="131"/>
                  <a:pt x="97" y="89"/>
                </a:cubicBezTo>
                <a:cubicBezTo>
                  <a:pt x="143" y="46"/>
                  <a:pt x="203" y="25"/>
                  <a:pt x="266" y="29"/>
                </a:cubicBezTo>
                <a:cubicBezTo>
                  <a:pt x="363" y="36"/>
                  <a:pt x="446" y="106"/>
                  <a:pt x="468" y="200"/>
                </a:cubicBezTo>
                <a:cubicBezTo>
                  <a:pt x="479" y="247"/>
                  <a:pt x="476" y="296"/>
                  <a:pt x="457" y="340"/>
                </a:cubicBezTo>
                <a:close/>
                <a:moveTo>
                  <a:pt x="327" y="103"/>
                </a:moveTo>
                <a:cubicBezTo>
                  <a:pt x="325" y="110"/>
                  <a:pt x="318" y="113"/>
                  <a:pt x="311" y="111"/>
                </a:cubicBezTo>
                <a:cubicBezTo>
                  <a:pt x="294" y="106"/>
                  <a:pt x="277" y="103"/>
                  <a:pt x="259" y="103"/>
                </a:cubicBezTo>
                <a:cubicBezTo>
                  <a:pt x="166" y="103"/>
                  <a:pt x="90" y="178"/>
                  <a:pt x="90" y="271"/>
                </a:cubicBezTo>
                <a:cubicBezTo>
                  <a:pt x="90" y="278"/>
                  <a:pt x="85" y="284"/>
                  <a:pt x="78" y="284"/>
                </a:cubicBezTo>
                <a:cubicBezTo>
                  <a:pt x="71" y="284"/>
                  <a:pt x="65" y="278"/>
                  <a:pt x="65" y="271"/>
                </a:cubicBezTo>
                <a:cubicBezTo>
                  <a:pt x="65" y="165"/>
                  <a:pt x="152" y="78"/>
                  <a:pt x="259" y="78"/>
                </a:cubicBezTo>
                <a:cubicBezTo>
                  <a:pt x="279" y="78"/>
                  <a:pt x="300" y="81"/>
                  <a:pt x="319" y="87"/>
                </a:cubicBezTo>
                <a:cubicBezTo>
                  <a:pt x="326" y="90"/>
                  <a:pt x="329" y="97"/>
                  <a:pt x="327" y="10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31" name="Google Shape;531;p26"/>
          <p:cNvSpPr/>
          <p:nvPr/>
        </p:nvSpPr>
        <p:spPr>
          <a:xfrm>
            <a:off x="21779797" y="333424"/>
            <a:ext cx="2112600" cy="21126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532" name="Google Shape;532;p26"/>
          <p:cNvSpPr/>
          <p:nvPr/>
        </p:nvSpPr>
        <p:spPr>
          <a:xfrm>
            <a:off x="22295569" y="864590"/>
            <a:ext cx="1261203" cy="1146287"/>
          </a:xfrm>
          <a:custGeom>
            <a:rect b="b" l="l" r="r" t="t"/>
            <a:pathLst>
              <a:path extrusionOk="0" h="3412" w="3754">
                <a:moveTo>
                  <a:pt x="386" y="340"/>
                </a:moveTo>
                <a:cubicBezTo>
                  <a:pt x="356" y="205"/>
                  <a:pt x="439" y="61"/>
                  <a:pt x="571" y="17"/>
                </a:cubicBezTo>
                <a:cubicBezTo>
                  <a:pt x="584" y="12"/>
                  <a:pt x="596" y="6"/>
                  <a:pt x="608" y="0"/>
                </a:cubicBezTo>
                <a:cubicBezTo>
                  <a:pt x="644" y="0"/>
                  <a:pt x="680" y="0"/>
                  <a:pt x="716" y="0"/>
                </a:cubicBezTo>
                <a:cubicBezTo>
                  <a:pt x="757" y="21"/>
                  <a:pt x="804" y="36"/>
                  <a:pt x="840" y="64"/>
                </a:cubicBezTo>
                <a:cubicBezTo>
                  <a:pt x="942" y="143"/>
                  <a:pt x="973" y="276"/>
                  <a:pt x="924" y="393"/>
                </a:cubicBezTo>
                <a:cubicBezTo>
                  <a:pt x="876" y="507"/>
                  <a:pt x="759" y="576"/>
                  <a:pt x="634" y="565"/>
                </a:cubicBezTo>
                <a:cubicBezTo>
                  <a:pt x="516" y="554"/>
                  <a:pt x="413" y="461"/>
                  <a:pt x="386" y="340"/>
                </a:cubicBezTo>
                <a:close/>
                <a:moveTo>
                  <a:pt x="3754" y="128"/>
                </a:moveTo>
                <a:cubicBezTo>
                  <a:pt x="3754" y="1603"/>
                  <a:pt x="3754" y="1603"/>
                  <a:pt x="3754" y="1603"/>
                </a:cubicBezTo>
                <a:cubicBezTo>
                  <a:pt x="3754" y="1671"/>
                  <a:pt x="3699" y="1726"/>
                  <a:pt x="3631" y="1726"/>
                </a:cubicBezTo>
                <a:cubicBezTo>
                  <a:pt x="1992" y="1726"/>
                  <a:pt x="1992" y="1726"/>
                  <a:pt x="1992" y="1726"/>
                </a:cubicBezTo>
                <a:cubicBezTo>
                  <a:pt x="1654" y="1726"/>
                  <a:pt x="1654" y="1726"/>
                  <a:pt x="1654" y="1726"/>
                </a:cubicBezTo>
                <a:cubicBezTo>
                  <a:pt x="1586" y="1726"/>
                  <a:pt x="1531" y="1671"/>
                  <a:pt x="1531" y="1603"/>
                </a:cubicBezTo>
                <a:cubicBezTo>
                  <a:pt x="1531" y="1505"/>
                  <a:pt x="1531" y="1505"/>
                  <a:pt x="1531" y="1505"/>
                </a:cubicBezTo>
                <a:cubicBezTo>
                  <a:pt x="1531" y="1465"/>
                  <a:pt x="1531" y="1465"/>
                  <a:pt x="1531" y="1465"/>
                </a:cubicBezTo>
                <a:cubicBezTo>
                  <a:pt x="1531" y="1287"/>
                  <a:pt x="1531" y="1287"/>
                  <a:pt x="1531" y="1287"/>
                </a:cubicBezTo>
                <a:cubicBezTo>
                  <a:pt x="1531" y="1049"/>
                  <a:pt x="1531" y="1049"/>
                  <a:pt x="1531" y="1049"/>
                </a:cubicBezTo>
                <a:cubicBezTo>
                  <a:pt x="1394" y="1005"/>
                  <a:pt x="1258" y="961"/>
                  <a:pt x="1122" y="916"/>
                </a:cubicBezTo>
                <a:cubicBezTo>
                  <a:pt x="1075" y="901"/>
                  <a:pt x="1075" y="901"/>
                  <a:pt x="1075" y="901"/>
                </a:cubicBezTo>
                <a:cubicBezTo>
                  <a:pt x="1034" y="894"/>
                  <a:pt x="1034" y="894"/>
                  <a:pt x="1034" y="894"/>
                </a:cubicBezTo>
                <a:cubicBezTo>
                  <a:pt x="1034" y="1066"/>
                  <a:pt x="1034" y="1066"/>
                  <a:pt x="1034" y="1066"/>
                </a:cubicBezTo>
                <a:cubicBezTo>
                  <a:pt x="1034" y="1066"/>
                  <a:pt x="1033" y="1066"/>
                  <a:pt x="1033" y="1066"/>
                </a:cubicBezTo>
                <a:cubicBezTo>
                  <a:pt x="1033" y="1906"/>
                  <a:pt x="1033" y="1906"/>
                  <a:pt x="1033" y="1906"/>
                </a:cubicBezTo>
                <a:cubicBezTo>
                  <a:pt x="1033" y="2290"/>
                  <a:pt x="1033" y="2290"/>
                  <a:pt x="1033" y="2290"/>
                </a:cubicBezTo>
                <a:cubicBezTo>
                  <a:pt x="1033" y="2530"/>
                  <a:pt x="1034" y="2770"/>
                  <a:pt x="1034" y="3010"/>
                </a:cubicBezTo>
                <a:cubicBezTo>
                  <a:pt x="1034" y="3074"/>
                  <a:pt x="1034" y="3138"/>
                  <a:pt x="1034" y="3202"/>
                </a:cubicBezTo>
                <a:cubicBezTo>
                  <a:pt x="1034" y="3290"/>
                  <a:pt x="1011" y="3358"/>
                  <a:pt x="935" y="3396"/>
                </a:cubicBezTo>
                <a:cubicBezTo>
                  <a:pt x="924" y="3402"/>
                  <a:pt x="912" y="3407"/>
                  <a:pt x="899" y="3412"/>
                </a:cubicBezTo>
                <a:cubicBezTo>
                  <a:pt x="871" y="3412"/>
                  <a:pt x="844" y="3412"/>
                  <a:pt x="816" y="3412"/>
                </a:cubicBezTo>
                <a:cubicBezTo>
                  <a:pt x="718" y="3377"/>
                  <a:pt x="689" y="3305"/>
                  <a:pt x="690" y="3204"/>
                </a:cubicBezTo>
                <a:cubicBezTo>
                  <a:pt x="693" y="2815"/>
                  <a:pt x="691" y="2425"/>
                  <a:pt x="691" y="2036"/>
                </a:cubicBezTo>
                <a:cubicBezTo>
                  <a:pt x="691" y="2019"/>
                  <a:pt x="691" y="2003"/>
                  <a:pt x="691" y="1985"/>
                </a:cubicBezTo>
                <a:cubicBezTo>
                  <a:pt x="674" y="1985"/>
                  <a:pt x="661" y="1985"/>
                  <a:pt x="645" y="1985"/>
                </a:cubicBezTo>
                <a:cubicBezTo>
                  <a:pt x="645" y="2003"/>
                  <a:pt x="645" y="2018"/>
                  <a:pt x="645" y="2034"/>
                </a:cubicBezTo>
                <a:cubicBezTo>
                  <a:pt x="645" y="2424"/>
                  <a:pt x="644" y="2814"/>
                  <a:pt x="647" y="3204"/>
                </a:cubicBezTo>
                <a:cubicBezTo>
                  <a:pt x="647" y="3295"/>
                  <a:pt x="621" y="3361"/>
                  <a:pt x="542" y="3397"/>
                </a:cubicBezTo>
                <a:cubicBezTo>
                  <a:pt x="532" y="3403"/>
                  <a:pt x="521" y="3408"/>
                  <a:pt x="508" y="3412"/>
                </a:cubicBezTo>
                <a:cubicBezTo>
                  <a:pt x="480" y="3412"/>
                  <a:pt x="452" y="3412"/>
                  <a:pt x="425" y="3412"/>
                </a:cubicBezTo>
                <a:cubicBezTo>
                  <a:pt x="372" y="3388"/>
                  <a:pt x="325" y="3358"/>
                  <a:pt x="312" y="3296"/>
                </a:cubicBezTo>
                <a:cubicBezTo>
                  <a:pt x="306" y="3266"/>
                  <a:pt x="305" y="3235"/>
                  <a:pt x="305" y="3205"/>
                </a:cubicBezTo>
                <a:cubicBezTo>
                  <a:pt x="305" y="2513"/>
                  <a:pt x="305" y="1821"/>
                  <a:pt x="305" y="1129"/>
                </a:cubicBezTo>
                <a:cubicBezTo>
                  <a:pt x="305" y="1111"/>
                  <a:pt x="305" y="1094"/>
                  <a:pt x="305" y="1074"/>
                </a:cubicBezTo>
                <a:cubicBezTo>
                  <a:pt x="284" y="1074"/>
                  <a:pt x="269" y="1074"/>
                  <a:pt x="249" y="1074"/>
                </a:cubicBezTo>
                <a:cubicBezTo>
                  <a:pt x="249" y="1092"/>
                  <a:pt x="249" y="1106"/>
                  <a:pt x="249" y="1121"/>
                </a:cubicBezTo>
                <a:cubicBezTo>
                  <a:pt x="249" y="1353"/>
                  <a:pt x="249" y="1585"/>
                  <a:pt x="249" y="1816"/>
                </a:cubicBezTo>
                <a:cubicBezTo>
                  <a:pt x="249" y="1835"/>
                  <a:pt x="250" y="1855"/>
                  <a:pt x="248" y="1874"/>
                </a:cubicBezTo>
                <a:cubicBezTo>
                  <a:pt x="239" y="1960"/>
                  <a:pt x="172" y="2006"/>
                  <a:pt x="88" y="1986"/>
                </a:cubicBezTo>
                <a:cubicBezTo>
                  <a:pt x="44" y="1976"/>
                  <a:pt x="21" y="1942"/>
                  <a:pt x="0" y="1906"/>
                </a:cubicBezTo>
                <a:cubicBezTo>
                  <a:pt x="0" y="1584"/>
                  <a:pt x="0" y="1262"/>
                  <a:pt x="0" y="941"/>
                </a:cubicBezTo>
                <a:cubicBezTo>
                  <a:pt x="3" y="936"/>
                  <a:pt x="6" y="931"/>
                  <a:pt x="7" y="926"/>
                </a:cubicBezTo>
                <a:cubicBezTo>
                  <a:pt x="11" y="909"/>
                  <a:pt x="16" y="893"/>
                  <a:pt x="22" y="878"/>
                </a:cubicBezTo>
                <a:cubicBezTo>
                  <a:pt x="76" y="720"/>
                  <a:pt x="202" y="629"/>
                  <a:pt x="378" y="627"/>
                </a:cubicBezTo>
                <a:cubicBezTo>
                  <a:pt x="380" y="627"/>
                  <a:pt x="383" y="627"/>
                  <a:pt x="386" y="627"/>
                </a:cubicBezTo>
                <a:cubicBezTo>
                  <a:pt x="446" y="627"/>
                  <a:pt x="632" y="626"/>
                  <a:pt x="742" y="626"/>
                </a:cubicBezTo>
                <a:cubicBezTo>
                  <a:pt x="742" y="626"/>
                  <a:pt x="742" y="626"/>
                  <a:pt x="742" y="626"/>
                </a:cubicBezTo>
                <a:cubicBezTo>
                  <a:pt x="743" y="626"/>
                  <a:pt x="744" y="626"/>
                  <a:pt x="746" y="626"/>
                </a:cubicBezTo>
                <a:cubicBezTo>
                  <a:pt x="776" y="626"/>
                  <a:pt x="800" y="626"/>
                  <a:pt x="813" y="626"/>
                </a:cubicBezTo>
                <a:cubicBezTo>
                  <a:pt x="813" y="626"/>
                  <a:pt x="813" y="626"/>
                  <a:pt x="813" y="626"/>
                </a:cubicBezTo>
                <a:cubicBezTo>
                  <a:pt x="813" y="627"/>
                  <a:pt x="813" y="627"/>
                  <a:pt x="813" y="627"/>
                </a:cubicBezTo>
                <a:cubicBezTo>
                  <a:pt x="851" y="627"/>
                  <a:pt x="888" y="627"/>
                  <a:pt x="925" y="628"/>
                </a:cubicBezTo>
                <a:cubicBezTo>
                  <a:pt x="978" y="623"/>
                  <a:pt x="1033" y="629"/>
                  <a:pt x="1089" y="647"/>
                </a:cubicBezTo>
                <a:cubicBezTo>
                  <a:pt x="1177" y="675"/>
                  <a:pt x="1265" y="704"/>
                  <a:pt x="1354" y="733"/>
                </a:cubicBezTo>
                <a:cubicBezTo>
                  <a:pt x="1413" y="752"/>
                  <a:pt x="1472" y="771"/>
                  <a:pt x="1531" y="790"/>
                </a:cubicBezTo>
                <a:cubicBezTo>
                  <a:pt x="1531" y="627"/>
                  <a:pt x="1531" y="627"/>
                  <a:pt x="1531" y="627"/>
                </a:cubicBezTo>
                <a:cubicBezTo>
                  <a:pt x="1531" y="128"/>
                  <a:pt x="1531" y="128"/>
                  <a:pt x="1531" y="128"/>
                </a:cubicBezTo>
                <a:cubicBezTo>
                  <a:pt x="1531" y="60"/>
                  <a:pt x="1586" y="5"/>
                  <a:pt x="1654" y="5"/>
                </a:cubicBezTo>
                <a:cubicBezTo>
                  <a:pt x="3631" y="5"/>
                  <a:pt x="3631" y="5"/>
                  <a:pt x="3631" y="5"/>
                </a:cubicBezTo>
                <a:cubicBezTo>
                  <a:pt x="3699" y="5"/>
                  <a:pt x="3754" y="60"/>
                  <a:pt x="3754" y="128"/>
                </a:cubicBezTo>
                <a:close/>
                <a:moveTo>
                  <a:pt x="601" y="660"/>
                </a:moveTo>
                <a:cubicBezTo>
                  <a:pt x="645" y="773"/>
                  <a:pt x="645" y="773"/>
                  <a:pt x="645" y="773"/>
                </a:cubicBezTo>
                <a:cubicBezTo>
                  <a:pt x="672" y="773"/>
                  <a:pt x="672" y="773"/>
                  <a:pt x="672" y="773"/>
                </a:cubicBezTo>
                <a:cubicBezTo>
                  <a:pt x="677" y="773"/>
                  <a:pt x="677" y="773"/>
                  <a:pt x="677" y="773"/>
                </a:cubicBezTo>
                <a:cubicBezTo>
                  <a:pt x="704" y="773"/>
                  <a:pt x="704" y="773"/>
                  <a:pt x="704" y="773"/>
                </a:cubicBezTo>
                <a:cubicBezTo>
                  <a:pt x="748" y="660"/>
                  <a:pt x="748" y="660"/>
                  <a:pt x="748" y="660"/>
                </a:cubicBezTo>
                <a:cubicBezTo>
                  <a:pt x="677" y="660"/>
                  <a:pt x="677" y="660"/>
                  <a:pt x="677" y="660"/>
                </a:cubicBezTo>
                <a:cubicBezTo>
                  <a:pt x="672" y="660"/>
                  <a:pt x="672" y="660"/>
                  <a:pt x="672" y="660"/>
                </a:cubicBezTo>
                <a:lnTo>
                  <a:pt x="601" y="660"/>
                </a:lnTo>
                <a:close/>
                <a:moveTo>
                  <a:pt x="755" y="1331"/>
                </a:moveTo>
                <a:cubicBezTo>
                  <a:pt x="704" y="823"/>
                  <a:pt x="704" y="823"/>
                  <a:pt x="704" y="823"/>
                </a:cubicBezTo>
                <a:cubicBezTo>
                  <a:pt x="675" y="823"/>
                  <a:pt x="675" y="823"/>
                  <a:pt x="675" y="823"/>
                </a:cubicBezTo>
                <a:cubicBezTo>
                  <a:pt x="645" y="823"/>
                  <a:pt x="645" y="823"/>
                  <a:pt x="645" y="823"/>
                </a:cubicBezTo>
                <a:cubicBezTo>
                  <a:pt x="595" y="1331"/>
                  <a:pt x="595" y="1331"/>
                  <a:pt x="595" y="1331"/>
                </a:cubicBezTo>
                <a:cubicBezTo>
                  <a:pt x="675" y="1396"/>
                  <a:pt x="675" y="1396"/>
                  <a:pt x="675" y="1396"/>
                </a:cubicBezTo>
                <a:lnTo>
                  <a:pt x="755" y="1331"/>
                </a:lnTo>
                <a:close/>
                <a:moveTo>
                  <a:pt x="3652" y="128"/>
                </a:moveTo>
                <a:cubicBezTo>
                  <a:pt x="3652" y="117"/>
                  <a:pt x="3642" y="107"/>
                  <a:pt x="3631" y="107"/>
                </a:cubicBezTo>
                <a:cubicBezTo>
                  <a:pt x="1654" y="107"/>
                  <a:pt x="1654" y="107"/>
                  <a:pt x="1654" y="107"/>
                </a:cubicBezTo>
                <a:cubicBezTo>
                  <a:pt x="1642" y="107"/>
                  <a:pt x="1633" y="117"/>
                  <a:pt x="1633" y="128"/>
                </a:cubicBezTo>
                <a:cubicBezTo>
                  <a:pt x="1633" y="627"/>
                  <a:pt x="1633" y="627"/>
                  <a:pt x="1633" y="627"/>
                </a:cubicBezTo>
                <a:cubicBezTo>
                  <a:pt x="1633" y="823"/>
                  <a:pt x="1633" y="823"/>
                  <a:pt x="1633" y="823"/>
                </a:cubicBezTo>
                <a:cubicBezTo>
                  <a:pt x="1684" y="840"/>
                  <a:pt x="1735" y="856"/>
                  <a:pt x="1786" y="873"/>
                </a:cubicBezTo>
                <a:cubicBezTo>
                  <a:pt x="1786" y="767"/>
                  <a:pt x="1786" y="767"/>
                  <a:pt x="1786" y="767"/>
                </a:cubicBezTo>
                <a:cubicBezTo>
                  <a:pt x="2025" y="767"/>
                  <a:pt x="2025" y="767"/>
                  <a:pt x="2025" y="767"/>
                </a:cubicBezTo>
                <a:cubicBezTo>
                  <a:pt x="2119" y="634"/>
                  <a:pt x="2119" y="634"/>
                  <a:pt x="2119" y="634"/>
                </a:cubicBezTo>
                <a:cubicBezTo>
                  <a:pt x="1786" y="634"/>
                  <a:pt x="1786" y="634"/>
                  <a:pt x="1786" y="634"/>
                </a:cubicBezTo>
                <a:cubicBezTo>
                  <a:pt x="1786" y="475"/>
                  <a:pt x="1786" y="475"/>
                  <a:pt x="1786" y="475"/>
                </a:cubicBezTo>
                <a:cubicBezTo>
                  <a:pt x="2233" y="475"/>
                  <a:pt x="2233" y="475"/>
                  <a:pt x="2233" y="475"/>
                </a:cubicBezTo>
                <a:cubicBezTo>
                  <a:pt x="2390" y="255"/>
                  <a:pt x="2390" y="255"/>
                  <a:pt x="2390" y="255"/>
                </a:cubicBezTo>
                <a:cubicBezTo>
                  <a:pt x="2394" y="248"/>
                  <a:pt x="2406" y="249"/>
                  <a:pt x="2416" y="256"/>
                </a:cubicBezTo>
                <a:cubicBezTo>
                  <a:pt x="2427" y="264"/>
                  <a:pt x="2431" y="275"/>
                  <a:pt x="2427" y="281"/>
                </a:cubicBezTo>
                <a:cubicBezTo>
                  <a:pt x="2289" y="475"/>
                  <a:pt x="2289" y="475"/>
                  <a:pt x="2289" y="475"/>
                </a:cubicBezTo>
                <a:cubicBezTo>
                  <a:pt x="2316" y="475"/>
                  <a:pt x="2316" y="475"/>
                  <a:pt x="2316" y="475"/>
                </a:cubicBezTo>
                <a:cubicBezTo>
                  <a:pt x="2316" y="634"/>
                  <a:pt x="2316" y="634"/>
                  <a:pt x="2316" y="634"/>
                </a:cubicBezTo>
                <a:cubicBezTo>
                  <a:pt x="2176" y="634"/>
                  <a:pt x="2176" y="634"/>
                  <a:pt x="2176" y="634"/>
                </a:cubicBezTo>
                <a:cubicBezTo>
                  <a:pt x="2081" y="767"/>
                  <a:pt x="2081" y="767"/>
                  <a:pt x="2081" y="767"/>
                </a:cubicBezTo>
                <a:cubicBezTo>
                  <a:pt x="2316" y="767"/>
                  <a:pt x="2316" y="767"/>
                  <a:pt x="2316" y="767"/>
                </a:cubicBezTo>
                <a:cubicBezTo>
                  <a:pt x="2316" y="927"/>
                  <a:pt x="2316" y="927"/>
                  <a:pt x="2316" y="927"/>
                </a:cubicBezTo>
                <a:cubicBezTo>
                  <a:pt x="1967" y="927"/>
                  <a:pt x="1967" y="927"/>
                  <a:pt x="1967" y="927"/>
                </a:cubicBezTo>
                <a:cubicBezTo>
                  <a:pt x="1957" y="941"/>
                  <a:pt x="1957" y="941"/>
                  <a:pt x="1957" y="941"/>
                </a:cubicBezTo>
                <a:cubicBezTo>
                  <a:pt x="1987" y="969"/>
                  <a:pt x="1998" y="1011"/>
                  <a:pt x="1987" y="1056"/>
                </a:cubicBezTo>
                <a:cubicBezTo>
                  <a:pt x="1986" y="1058"/>
                  <a:pt x="1986" y="1059"/>
                  <a:pt x="1986" y="1060"/>
                </a:cubicBezTo>
                <a:cubicBezTo>
                  <a:pt x="2316" y="1060"/>
                  <a:pt x="2316" y="1060"/>
                  <a:pt x="2316" y="1060"/>
                </a:cubicBezTo>
                <a:cubicBezTo>
                  <a:pt x="2316" y="1219"/>
                  <a:pt x="2316" y="1219"/>
                  <a:pt x="2316" y="1219"/>
                </a:cubicBezTo>
                <a:cubicBezTo>
                  <a:pt x="1786" y="1219"/>
                  <a:pt x="1786" y="1219"/>
                  <a:pt x="1786" y="1219"/>
                </a:cubicBezTo>
                <a:cubicBezTo>
                  <a:pt x="1786" y="1182"/>
                  <a:pt x="1786" y="1182"/>
                  <a:pt x="1786" y="1182"/>
                </a:cubicBezTo>
                <a:cubicBezTo>
                  <a:pt x="1756" y="1224"/>
                  <a:pt x="1756" y="1224"/>
                  <a:pt x="1756" y="1224"/>
                </a:cubicBezTo>
                <a:cubicBezTo>
                  <a:pt x="1751" y="1230"/>
                  <a:pt x="1739" y="1229"/>
                  <a:pt x="1729" y="1222"/>
                </a:cubicBezTo>
                <a:cubicBezTo>
                  <a:pt x="1719" y="1215"/>
                  <a:pt x="1714" y="1203"/>
                  <a:pt x="1718" y="1197"/>
                </a:cubicBezTo>
                <a:cubicBezTo>
                  <a:pt x="1769" y="1126"/>
                  <a:pt x="1769" y="1126"/>
                  <a:pt x="1769" y="1126"/>
                </a:cubicBezTo>
                <a:cubicBezTo>
                  <a:pt x="1742" y="1117"/>
                  <a:pt x="1714" y="1109"/>
                  <a:pt x="1687" y="1100"/>
                </a:cubicBezTo>
                <a:cubicBezTo>
                  <a:pt x="1669" y="1094"/>
                  <a:pt x="1651" y="1088"/>
                  <a:pt x="1633" y="1082"/>
                </a:cubicBezTo>
                <a:cubicBezTo>
                  <a:pt x="1633" y="1226"/>
                  <a:pt x="1633" y="1226"/>
                  <a:pt x="1633" y="1226"/>
                </a:cubicBezTo>
                <a:cubicBezTo>
                  <a:pt x="1633" y="1505"/>
                  <a:pt x="1633" y="1505"/>
                  <a:pt x="1633" y="1505"/>
                </a:cubicBezTo>
                <a:cubicBezTo>
                  <a:pt x="1633" y="1603"/>
                  <a:pt x="1633" y="1603"/>
                  <a:pt x="1633" y="1603"/>
                </a:cubicBezTo>
                <a:cubicBezTo>
                  <a:pt x="1633" y="1615"/>
                  <a:pt x="1642" y="1624"/>
                  <a:pt x="1654" y="1624"/>
                </a:cubicBezTo>
                <a:cubicBezTo>
                  <a:pt x="2039" y="1624"/>
                  <a:pt x="2039" y="1624"/>
                  <a:pt x="2039" y="1624"/>
                </a:cubicBezTo>
                <a:cubicBezTo>
                  <a:pt x="3631" y="1624"/>
                  <a:pt x="3631" y="1624"/>
                  <a:pt x="3631" y="1624"/>
                </a:cubicBezTo>
                <a:cubicBezTo>
                  <a:pt x="3642" y="1624"/>
                  <a:pt x="3652" y="1615"/>
                  <a:pt x="3652" y="1603"/>
                </a:cubicBezTo>
                <a:lnTo>
                  <a:pt x="3652" y="128"/>
                </a:lnTo>
                <a:close/>
                <a:moveTo>
                  <a:pt x="3053" y="368"/>
                </a:moveTo>
                <a:cubicBezTo>
                  <a:pt x="2824" y="368"/>
                  <a:pt x="2639" y="554"/>
                  <a:pt x="2639" y="783"/>
                </a:cubicBezTo>
                <a:cubicBezTo>
                  <a:pt x="3053" y="783"/>
                  <a:pt x="3053" y="783"/>
                  <a:pt x="3053" y="783"/>
                </a:cubicBezTo>
                <a:lnTo>
                  <a:pt x="3053" y="368"/>
                </a:lnTo>
                <a:close/>
                <a:moveTo>
                  <a:pt x="3170" y="481"/>
                </a:moveTo>
                <a:cubicBezTo>
                  <a:pt x="3170" y="896"/>
                  <a:pt x="3170" y="896"/>
                  <a:pt x="3170" y="896"/>
                </a:cubicBezTo>
                <a:cubicBezTo>
                  <a:pt x="2755" y="896"/>
                  <a:pt x="2755" y="896"/>
                  <a:pt x="2755" y="896"/>
                </a:cubicBezTo>
                <a:cubicBezTo>
                  <a:pt x="2755" y="1125"/>
                  <a:pt x="2941" y="1310"/>
                  <a:pt x="3170" y="1310"/>
                </a:cubicBezTo>
                <a:cubicBezTo>
                  <a:pt x="3399" y="1310"/>
                  <a:pt x="3584" y="1125"/>
                  <a:pt x="3584" y="896"/>
                </a:cubicBezTo>
                <a:cubicBezTo>
                  <a:pt x="3584" y="667"/>
                  <a:pt x="3399" y="481"/>
                  <a:pt x="3170" y="481"/>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6" name="Shape 536"/>
        <p:cNvGrpSpPr/>
        <p:nvPr/>
      </p:nvGrpSpPr>
      <p:grpSpPr>
        <a:xfrm>
          <a:off x="0" y="0"/>
          <a:ext cx="0" cy="0"/>
          <a:chOff x="0" y="0"/>
          <a:chExt cx="0" cy="0"/>
        </a:xfrm>
      </p:grpSpPr>
      <p:sp>
        <p:nvSpPr>
          <p:cNvPr id="537" name="Google Shape;537;p27"/>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Tipo de mercado</a:t>
            </a:r>
            <a:endParaRPr/>
          </a:p>
        </p:txBody>
      </p:sp>
      <p:sp>
        <p:nvSpPr>
          <p:cNvPr id="538" name="Google Shape;538;p27"/>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solidFill>
                  <a:srgbClr val="000000"/>
                </a:solidFill>
              </a:rPr>
              <a:t>Análisis </a:t>
            </a:r>
            <a:r>
              <a:rPr lang="en-US">
                <a:solidFill>
                  <a:schemeClr val="dk1"/>
                </a:solidFill>
              </a:rPr>
              <a:t>externo</a:t>
            </a:r>
            <a:r>
              <a:rPr lang="en-US">
                <a:solidFill>
                  <a:srgbClr val="000000"/>
                </a:solidFill>
              </a:rPr>
              <a:t> </a:t>
            </a:r>
            <a:r>
              <a:rPr lang="en-US">
                <a:solidFill>
                  <a:schemeClr val="accent2"/>
                </a:solidFill>
              </a:rPr>
              <a:t>| Mercado</a:t>
            </a:r>
            <a:endParaRPr b="1" i="0" sz="8800" u="none" cap="none" strike="noStrike">
              <a:solidFill>
                <a:schemeClr val="accent2"/>
              </a:solidFill>
              <a:latin typeface="Lato"/>
              <a:ea typeface="Lato"/>
              <a:cs typeface="Lato"/>
              <a:sym typeface="Lato"/>
            </a:endParaRPr>
          </a:p>
        </p:txBody>
      </p:sp>
      <p:sp>
        <p:nvSpPr>
          <p:cNvPr id="539" name="Google Shape;539;p27"/>
          <p:cNvSpPr/>
          <p:nvPr/>
        </p:nvSpPr>
        <p:spPr>
          <a:xfrm>
            <a:off x="21651301" y="344700"/>
            <a:ext cx="2112600" cy="2112600"/>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540" name="Google Shape;540;p27"/>
          <p:cNvSpPr/>
          <p:nvPr/>
        </p:nvSpPr>
        <p:spPr>
          <a:xfrm>
            <a:off x="22253663" y="717789"/>
            <a:ext cx="938638" cy="1366410"/>
          </a:xfrm>
          <a:custGeom>
            <a:rect b="b" l="l" r="r" t="t"/>
            <a:pathLst>
              <a:path extrusionOk="0" h="4067" w="2797">
                <a:moveTo>
                  <a:pt x="399" y="1619"/>
                </a:moveTo>
                <a:cubicBezTo>
                  <a:pt x="399" y="1484"/>
                  <a:pt x="508" y="1375"/>
                  <a:pt x="643" y="1375"/>
                </a:cubicBezTo>
                <a:cubicBezTo>
                  <a:pt x="778" y="1375"/>
                  <a:pt x="887" y="1484"/>
                  <a:pt x="887" y="1619"/>
                </a:cubicBezTo>
                <a:cubicBezTo>
                  <a:pt x="887" y="1754"/>
                  <a:pt x="778" y="1863"/>
                  <a:pt x="643" y="1863"/>
                </a:cubicBezTo>
                <a:cubicBezTo>
                  <a:pt x="508" y="1863"/>
                  <a:pt x="399" y="1754"/>
                  <a:pt x="399" y="1619"/>
                </a:cubicBezTo>
                <a:close/>
                <a:moveTo>
                  <a:pt x="1189" y="3053"/>
                </a:moveTo>
                <a:cubicBezTo>
                  <a:pt x="1189" y="3557"/>
                  <a:pt x="1189" y="3557"/>
                  <a:pt x="1189" y="3557"/>
                </a:cubicBezTo>
                <a:cubicBezTo>
                  <a:pt x="1189" y="3599"/>
                  <a:pt x="1158" y="3633"/>
                  <a:pt x="1120" y="3633"/>
                </a:cubicBezTo>
                <a:cubicBezTo>
                  <a:pt x="1011" y="3633"/>
                  <a:pt x="1011" y="3633"/>
                  <a:pt x="1011" y="3633"/>
                </a:cubicBezTo>
                <a:cubicBezTo>
                  <a:pt x="973" y="3633"/>
                  <a:pt x="942" y="3599"/>
                  <a:pt x="942" y="3557"/>
                </a:cubicBezTo>
                <a:cubicBezTo>
                  <a:pt x="942" y="3053"/>
                  <a:pt x="942" y="3053"/>
                  <a:pt x="942" y="3053"/>
                </a:cubicBezTo>
                <a:cubicBezTo>
                  <a:pt x="942" y="3011"/>
                  <a:pt x="973" y="2977"/>
                  <a:pt x="1011" y="2977"/>
                </a:cubicBezTo>
                <a:cubicBezTo>
                  <a:pt x="1033" y="2977"/>
                  <a:pt x="1033" y="2977"/>
                  <a:pt x="1033" y="2977"/>
                </a:cubicBezTo>
                <a:cubicBezTo>
                  <a:pt x="1033" y="2947"/>
                  <a:pt x="1033" y="2947"/>
                  <a:pt x="1033" y="2947"/>
                </a:cubicBezTo>
                <a:cubicBezTo>
                  <a:pt x="993" y="2938"/>
                  <a:pt x="965" y="2906"/>
                  <a:pt x="960" y="2858"/>
                </a:cubicBezTo>
                <a:cubicBezTo>
                  <a:pt x="958" y="2843"/>
                  <a:pt x="959" y="2828"/>
                  <a:pt x="959" y="2812"/>
                </a:cubicBezTo>
                <a:cubicBezTo>
                  <a:pt x="959" y="2631"/>
                  <a:pt x="959" y="2450"/>
                  <a:pt x="959" y="2269"/>
                </a:cubicBezTo>
                <a:cubicBezTo>
                  <a:pt x="959" y="2257"/>
                  <a:pt x="959" y="2245"/>
                  <a:pt x="959" y="2232"/>
                </a:cubicBezTo>
                <a:cubicBezTo>
                  <a:pt x="946" y="2232"/>
                  <a:pt x="936" y="2232"/>
                  <a:pt x="924" y="2232"/>
                </a:cubicBezTo>
                <a:cubicBezTo>
                  <a:pt x="924" y="2891"/>
                  <a:pt x="924" y="2891"/>
                  <a:pt x="924" y="2891"/>
                </a:cubicBezTo>
                <a:cubicBezTo>
                  <a:pt x="924" y="3192"/>
                  <a:pt x="924" y="3192"/>
                  <a:pt x="924" y="3192"/>
                </a:cubicBezTo>
                <a:cubicBezTo>
                  <a:pt x="924" y="3430"/>
                  <a:pt x="924" y="3668"/>
                  <a:pt x="925" y="3907"/>
                </a:cubicBezTo>
                <a:cubicBezTo>
                  <a:pt x="925" y="3983"/>
                  <a:pt x="903" y="4040"/>
                  <a:pt x="827" y="4067"/>
                </a:cubicBezTo>
                <a:cubicBezTo>
                  <a:pt x="805" y="4067"/>
                  <a:pt x="784" y="4067"/>
                  <a:pt x="762" y="4067"/>
                </a:cubicBezTo>
                <a:cubicBezTo>
                  <a:pt x="686" y="4039"/>
                  <a:pt x="663" y="3983"/>
                  <a:pt x="663" y="3905"/>
                </a:cubicBezTo>
                <a:cubicBezTo>
                  <a:pt x="666" y="3600"/>
                  <a:pt x="664" y="3295"/>
                  <a:pt x="664" y="2990"/>
                </a:cubicBezTo>
                <a:cubicBezTo>
                  <a:pt x="664" y="2977"/>
                  <a:pt x="664" y="2965"/>
                  <a:pt x="664" y="2951"/>
                </a:cubicBezTo>
                <a:cubicBezTo>
                  <a:pt x="648" y="2951"/>
                  <a:pt x="636" y="2951"/>
                  <a:pt x="620" y="2951"/>
                </a:cubicBezTo>
                <a:cubicBezTo>
                  <a:pt x="620" y="2965"/>
                  <a:pt x="620" y="2978"/>
                  <a:pt x="620" y="2991"/>
                </a:cubicBezTo>
                <a:cubicBezTo>
                  <a:pt x="620" y="3297"/>
                  <a:pt x="619" y="3603"/>
                  <a:pt x="621" y="3909"/>
                </a:cubicBezTo>
                <a:cubicBezTo>
                  <a:pt x="621" y="3986"/>
                  <a:pt x="597" y="4041"/>
                  <a:pt x="521" y="4067"/>
                </a:cubicBezTo>
                <a:cubicBezTo>
                  <a:pt x="499" y="4067"/>
                  <a:pt x="478" y="4067"/>
                  <a:pt x="456" y="4067"/>
                </a:cubicBezTo>
                <a:cubicBezTo>
                  <a:pt x="415" y="4048"/>
                  <a:pt x="378" y="4024"/>
                  <a:pt x="368" y="3976"/>
                </a:cubicBezTo>
                <a:cubicBezTo>
                  <a:pt x="363" y="3953"/>
                  <a:pt x="363" y="3929"/>
                  <a:pt x="363" y="3905"/>
                </a:cubicBezTo>
                <a:cubicBezTo>
                  <a:pt x="362" y="3364"/>
                  <a:pt x="362" y="2822"/>
                  <a:pt x="362" y="2281"/>
                </a:cubicBezTo>
                <a:cubicBezTo>
                  <a:pt x="362" y="2267"/>
                  <a:pt x="362" y="2253"/>
                  <a:pt x="362" y="2238"/>
                </a:cubicBezTo>
                <a:cubicBezTo>
                  <a:pt x="346" y="2238"/>
                  <a:pt x="334" y="2238"/>
                  <a:pt x="318" y="2238"/>
                </a:cubicBezTo>
                <a:cubicBezTo>
                  <a:pt x="318" y="2251"/>
                  <a:pt x="318" y="2263"/>
                  <a:pt x="318" y="2275"/>
                </a:cubicBezTo>
                <a:cubicBezTo>
                  <a:pt x="318" y="2456"/>
                  <a:pt x="318" y="2637"/>
                  <a:pt x="318" y="2818"/>
                </a:cubicBezTo>
                <a:cubicBezTo>
                  <a:pt x="318" y="2834"/>
                  <a:pt x="319" y="2849"/>
                  <a:pt x="317" y="2864"/>
                </a:cubicBezTo>
                <a:cubicBezTo>
                  <a:pt x="310" y="2931"/>
                  <a:pt x="258" y="2967"/>
                  <a:pt x="193" y="2952"/>
                </a:cubicBezTo>
                <a:cubicBezTo>
                  <a:pt x="158" y="2943"/>
                  <a:pt x="140" y="2917"/>
                  <a:pt x="124" y="2889"/>
                </a:cubicBezTo>
                <a:cubicBezTo>
                  <a:pt x="124" y="2637"/>
                  <a:pt x="128" y="2126"/>
                  <a:pt x="129" y="2122"/>
                </a:cubicBezTo>
                <a:cubicBezTo>
                  <a:pt x="160" y="1994"/>
                  <a:pt x="242" y="1913"/>
                  <a:pt x="362" y="1893"/>
                </a:cubicBezTo>
                <a:cubicBezTo>
                  <a:pt x="381" y="1890"/>
                  <a:pt x="400" y="1888"/>
                  <a:pt x="420" y="1888"/>
                </a:cubicBezTo>
                <a:cubicBezTo>
                  <a:pt x="453" y="1888"/>
                  <a:pt x="864" y="1887"/>
                  <a:pt x="915" y="1887"/>
                </a:cubicBezTo>
                <a:cubicBezTo>
                  <a:pt x="915" y="1887"/>
                  <a:pt x="915" y="1887"/>
                  <a:pt x="915" y="1887"/>
                </a:cubicBezTo>
                <a:cubicBezTo>
                  <a:pt x="915" y="1887"/>
                  <a:pt x="915" y="1887"/>
                  <a:pt x="915" y="1887"/>
                </a:cubicBezTo>
                <a:cubicBezTo>
                  <a:pt x="916" y="1887"/>
                  <a:pt x="917" y="1888"/>
                  <a:pt x="917" y="1888"/>
                </a:cubicBezTo>
                <a:cubicBezTo>
                  <a:pt x="1036" y="1908"/>
                  <a:pt x="1118" y="1989"/>
                  <a:pt x="1148" y="2116"/>
                </a:cubicBezTo>
                <a:cubicBezTo>
                  <a:pt x="1149" y="2120"/>
                  <a:pt x="1153" y="2631"/>
                  <a:pt x="1153" y="2883"/>
                </a:cubicBezTo>
                <a:cubicBezTo>
                  <a:pt x="1139" y="2907"/>
                  <a:pt x="1124" y="2930"/>
                  <a:pt x="1098" y="2941"/>
                </a:cubicBezTo>
                <a:cubicBezTo>
                  <a:pt x="1098" y="2977"/>
                  <a:pt x="1098" y="2977"/>
                  <a:pt x="1098" y="2977"/>
                </a:cubicBezTo>
                <a:cubicBezTo>
                  <a:pt x="1120" y="2977"/>
                  <a:pt x="1120" y="2977"/>
                  <a:pt x="1120" y="2977"/>
                </a:cubicBezTo>
                <a:cubicBezTo>
                  <a:pt x="1158" y="2977"/>
                  <a:pt x="1189" y="3011"/>
                  <a:pt x="1189" y="3053"/>
                </a:cubicBezTo>
                <a:close/>
                <a:moveTo>
                  <a:pt x="585" y="1914"/>
                </a:moveTo>
                <a:cubicBezTo>
                  <a:pt x="619" y="2002"/>
                  <a:pt x="619" y="2002"/>
                  <a:pt x="619" y="2002"/>
                </a:cubicBezTo>
                <a:cubicBezTo>
                  <a:pt x="641" y="2002"/>
                  <a:pt x="641" y="2002"/>
                  <a:pt x="641" y="2002"/>
                </a:cubicBezTo>
                <a:cubicBezTo>
                  <a:pt x="645" y="2002"/>
                  <a:pt x="645" y="2002"/>
                  <a:pt x="645" y="2002"/>
                </a:cubicBezTo>
                <a:cubicBezTo>
                  <a:pt x="666" y="2002"/>
                  <a:pt x="666" y="2002"/>
                  <a:pt x="666" y="2002"/>
                </a:cubicBezTo>
                <a:cubicBezTo>
                  <a:pt x="700" y="1914"/>
                  <a:pt x="700" y="1914"/>
                  <a:pt x="700" y="1914"/>
                </a:cubicBezTo>
                <a:cubicBezTo>
                  <a:pt x="645" y="1914"/>
                  <a:pt x="645" y="1914"/>
                  <a:pt x="645" y="1914"/>
                </a:cubicBezTo>
                <a:cubicBezTo>
                  <a:pt x="641" y="1914"/>
                  <a:pt x="641" y="1914"/>
                  <a:pt x="641" y="1914"/>
                </a:cubicBezTo>
                <a:lnTo>
                  <a:pt x="585" y="1914"/>
                </a:lnTo>
                <a:close/>
                <a:moveTo>
                  <a:pt x="705" y="2440"/>
                </a:moveTo>
                <a:cubicBezTo>
                  <a:pt x="666" y="2041"/>
                  <a:pt x="666" y="2041"/>
                  <a:pt x="666" y="2041"/>
                </a:cubicBezTo>
                <a:cubicBezTo>
                  <a:pt x="643" y="2041"/>
                  <a:pt x="643" y="2041"/>
                  <a:pt x="643" y="2041"/>
                </a:cubicBezTo>
                <a:cubicBezTo>
                  <a:pt x="620" y="2041"/>
                  <a:pt x="620" y="2041"/>
                  <a:pt x="620" y="2041"/>
                </a:cubicBezTo>
                <a:cubicBezTo>
                  <a:pt x="580" y="2440"/>
                  <a:pt x="580" y="2440"/>
                  <a:pt x="580" y="2440"/>
                </a:cubicBezTo>
                <a:cubicBezTo>
                  <a:pt x="643" y="2491"/>
                  <a:pt x="643" y="2491"/>
                  <a:pt x="643" y="2491"/>
                </a:cubicBezTo>
                <a:lnTo>
                  <a:pt x="705" y="2440"/>
                </a:lnTo>
                <a:close/>
                <a:moveTo>
                  <a:pt x="2653" y="763"/>
                </a:moveTo>
                <a:cubicBezTo>
                  <a:pt x="2648" y="783"/>
                  <a:pt x="2642" y="802"/>
                  <a:pt x="2634" y="821"/>
                </a:cubicBezTo>
                <a:cubicBezTo>
                  <a:pt x="2751" y="905"/>
                  <a:pt x="2751" y="905"/>
                  <a:pt x="2751" y="905"/>
                </a:cubicBezTo>
                <a:cubicBezTo>
                  <a:pt x="2603" y="1109"/>
                  <a:pt x="2603" y="1109"/>
                  <a:pt x="2603" y="1109"/>
                </a:cubicBezTo>
                <a:cubicBezTo>
                  <a:pt x="2486" y="1024"/>
                  <a:pt x="2486" y="1024"/>
                  <a:pt x="2486" y="1024"/>
                </a:cubicBezTo>
                <a:cubicBezTo>
                  <a:pt x="2471" y="1037"/>
                  <a:pt x="2454" y="1049"/>
                  <a:pt x="2437" y="1060"/>
                </a:cubicBezTo>
                <a:cubicBezTo>
                  <a:pt x="2482" y="1197"/>
                  <a:pt x="2482" y="1197"/>
                  <a:pt x="2482" y="1197"/>
                </a:cubicBezTo>
                <a:cubicBezTo>
                  <a:pt x="2242" y="1275"/>
                  <a:pt x="2242" y="1275"/>
                  <a:pt x="2242" y="1275"/>
                </a:cubicBezTo>
                <a:cubicBezTo>
                  <a:pt x="2198" y="1138"/>
                  <a:pt x="2198" y="1138"/>
                  <a:pt x="2198" y="1138"/>
                </a:cubicBezTo>
                <a:cubicBezTo>
                  <a:pt x="2188" y="1138"/>
                  <a:pt x="2178" y="1139"/>
                  <a:pt x="2168" y="1139"/>
                </a:cubicBezTo>
                <a:cubicBezTo>
                  <a:pt x="2157" y="1139"/>
                  <a:pt x="2147" y="1138"/>
                  <a:pt x="2137" y="1138"/>
                </a:cubicBezTo>
                <a:cubicBezTo>
                  <a:pt x="2093" y="1275"/>
                  <a:pt x="2093" y="1275"/>
                  <a:pt x="2093" y="1275"/>
                </a:cubicBezTo>
                <a:cubicBezTo>
                  <a:pt x="1853" y="1197"/>
                  <a:pt x="1853" y="1197"/>
                  <a:pt x="1853" y="1197"/>
                </a:cubicBezTo>
                <a:cubicBezTo>
                  <a:pt x="1898" y="1060"/>
                  <a:pt x="1898" y="1060"/>
                  <a:pt x="1898" y="1060"/>
                </a:cubicBezTo>
                <a:cubicBezTo>
                  <a:pt x="1881" y="1049"/>
                  <a:pt x="1864" y="1037"/>
                  <a:pt x="1849" y="1024"/>
                </a:cubicBezTo>
                <a:cubicBezTo>
                  <a:pt x="1732" y="1109"/>
                  <a:pt x="1732" y="1109"/>
                  <a:pt x="1732" y="1109"/>
                </a:cubicBezTo>
                <a:cubicBezTo>
                  <a:pt x="1584" y="905"/>
                  <a:pt x="1584" y="905"/>
                  <a:pt x="1584" y="905"/>
                </a:cubicBezTo>
                <a:cubicBezTo>
                  <a:pt x="1701" y="821"/>
                  <a:pt x="1701" y="821"/>
                  <a:pt x="1701" y="821"/>
                </a:cubicBezTo>
                <a:cubicBezTo>
                  <a:pt x="1694" y="802"/>
                  <a:pt x="1687" y="783"/>
                  <a:pt x="1682" y="763"/>
                </a:cubicBezTo>
                <a:cubicBezTo>
                  <a:pt x="1538" y="763"/>
                  <a:pt x="1538" y="763"/>
                  <a:pt x="1538" y="763"/>
                </a:cubicBezTo>
                <a:cubicBezTo>
                  <a:pt x="1538" y="511"/>
                  <a:pt x="1538" y="511"/>
                  <a:pt x="1538" y="511"/>
                </a:cubicBezTo>
                <a:cubicBezTo>
                  <a:pt x="1682" y="511"/>
                  <a:pt x="1682" y="511"/>
                  <a:pt x="1682" y="511"/>
                </a:cubicBezTo>
                <a:cubicBezTo>
                  <a:pt x="1687" y="492"/>
                  <a:pt x="1694" y="472"/>
                  <a:pt x="1701" y="454"/>
                </a:cubicBezTo>
                <a:cubicBezTo>
                  <a:pt x="1584" y="369"/>
                  <a:pt x="1584" y="369"/>
                  <a:pt x="1584" y="369"/>
                </a:cubicBezTo>
                <a:cubicBezTo>
                  <a:pt x="1732" y="165"/>
                  <a:pt x="1732" y="165"/>
                  <a:pt x="1732" y="165"/>
                </a:cubicBezTo>
                <a:cubicBezTo>
                  <a:pt x="1849" y="250"/>
                  <a:pt x="1849" y="250"/>
                  <a:pt x="1849" y="250"/>
                </a:cubicBezTo>
                <a:cubicBezTo>
                  <a:pt x="1864" y="237"/>
                  <a:pt x="1881" y="225"/>
                  <a:pt x="1898" y="215"/>
                </a:cubicBezTo>
                <a:cubicBezTo>
                  <a:pt x="1853" y="77"/>
                  <a:pt x="1853" y="77"/>
                  <a:pt x="1853" y="77"/>
                </a:cubicBezTo>
                <a:cubicBezTo>
                  <a:pt x="2093" y="0"/>
                  <a:pt x="2093" y="0"/>
                  <a:pt x="2093" y="0"/>
                </a:cubicBezTo>
                <a:cubicBezTo>
                  <a:pt x="2137" y="137"/>
                  <a:pt x="2137" y="137"/>
                  <a:pt x="2137" y="137"/>
                </a:cubicBezTo>
                <a:cubicBezTo>
                  <a:pt x="2147" y="136"/>
                  <a:pt x="2157" y="136"/>
                  <a:pt x="2168" y="136"/>
                </a:cubicBezTo>
                <a:cubicBezTo>
                  <a:pt x="2178" y="136"/>
                  <a:pt x="2188" y="136"/>
                  <a:pt x="2198" y="137"/>
                </a:cubicBezTo>
                <a:cubicBezTo>
                  <a:pt x="2242" y="0"/>
                  <a:pt x="2242" y="0"/>
                  <a:pt x="2242" y="0"/>
                </a:cubicBezTo>
                <a:cubicBezTo>
                  <a:pt x="2482" y="77"/>
                  <a:pt x="2482" y="77"/>
                  <a:pt x="2482" y="77"/>
                </a:cubicBezTo>
                <a:cubicBezTo>
                  <a:pt x="2437" y="215"/>
                  <a:pt x="2437" y="215"/>
                  <a:pt x="2437" y="215"/>
                </a:cubicBezTo>
                <a:cubicBezTo>
                  <a:pt x="2454" y="225"/>
                  <a:pt x="2471" y="237"/>
                  <a:pt x="2486" y="250"/>
                </a:cubicBezTo>
                <a:cubicBezTo>
                  <a:pt x="2603" y="165"/>
                  <a:pt x="2603" y="165"/>
                  <a:pt x="2603" y="165"/>
                </a:cubicBezTo>
                <a:cubicBezTo>
                  <a:pt x="2751" y="369"/>
                  <a:pt x="2751" y="369"/>
                  <a:pt x="2751" y="369"/>
                </a:cubicBezTo>
                <a:cubicBezTo>
                  <a:pt x="2634" y="454"/>
                  <a:pt x="2634" y="454"/>
                  <a:pt x="2634" y="454"/>
                </a:cubicBezTo>
                <a:cubicBezTo>
                  <a:pt x="2642" y="472"/>
                  <a:pt x="2648" y="492"/>
                  <a:pt x="2653" y="511"/>
                </a:cubicBezTo>
                <a:cubicBezTo>
                  <a:pt x="2797" y="511"/>
                  <a:pt x="2797" y="511"/>
                  <a:pt x="2797" y="511"/>
                </a:cubicBezTo>
                <a:cubicBezTo>
                  <a:pt x="2797" y="763"/>
                  <a:pt x="2797" y="763"/>
                  <a:pt x="2797" y="763"/>
                </a:cubicBezTo>
                <a:lnTo>
                  <a:pt x="2653" y="763"/>
                </a:lnTo>
                <a:close/>
                <a:moveTo>
                  <a:pt x="2319" y="637"/>
                </a:moveTo>
                <a:cubicBezTo>
                  <a:pt x="2319" y="554"/>
                  <a:pt x="2251" y="486"/>
                  <a:pt x="2168" y="486"/>
                </a:cubicBezTo>
                <a:cubicBezTo>
                  <a:pt x="2084" y="486"/>
                  <a:pt x="2016" y="554"/>
                  <a:pt x="2016" y="637"/>
                </a:cubicBezTo>
                <a:cubicBezTo>
                  <a:pt x="2016" y="721"/>
                  <a:pt x="2084" y="788"/>
                  <a:pt x="2168" y="788"/>
                </a:cubicBezTo>
                <a:cubicBezTo>
                  <a:pt x="2251" y="788"/>
                  <a:pt x="2319" y="721"/>
                  <a:pt x="2319" y="637"/>
                </a:cubicBezTo>
                <a:close/>
                <a:moveTo>
                  <a:pt x="852" y="424"/>
                </a:moveTo>
                <a:cubicBezTo>
                  <a:pt x="822" y="400"/>
                  <a:pt x="778" y="406"/>
                  <a:pt x="755" y="436"/>
                </a:cubicBezTo>
                <a:cubicBezTo>
                  <a:pt x="598" y="637"/>
                  <a:pt x="598" y="637"/>
                  <a:pt x="598" y="637"/>
                </a:cubicBezTo>
                <a:cubicBezTo>
                  <a:pt x="526" y="562"/>
                  <a:pt x="526" y="562"/>
                  <a:pt x="526" y="562"/>
                </a:cubicBezTo>
                <a:cubicBezTo>
                  <a:pt x="499" y="535"/>
                  <a:pt x="455" y="534"/>
                  <a:pt x="428" y="561"/>
                </a:cubicBezTo>
                <a:cubicBezTo>
                  <a:pt x="400" y="587"/>
                  <a:pt x="400" y="631"/>
                  <a:pt x="427" y="658"/>
                </a:cubicBezTo>
                <a:cubicBezTo>
                  <a:pt x="554" y="790"/>
                  <a:pt x="554" y="790"/>
                  <a:pt x="554" y="790"/>
                </a:cubicBezTo>
                <a:cubicBezTo>
                  <a:pt x="556" y="791"/>
                  <a:pt x="557" y="792"/>
                  <a:pt x="558" y="793"/>
                </a:cubicBezTo>
                <a:cubicBezTo>
                  <a:pt x="559" y="794"/>
                  <a:pt x="560" y="795"/>
                  <a:pt x="562" y="796"/>
                </a:cubicBezTo>
                <a:cubicBezTo>
                  <a:pt x="562" y="797"/>
                  <a:pt x="563" y="797"/>
                  <a:pt x="564" y="798"/>
                </a:cubicBezTo>
                <a:cubicBezTo>
                  <a:pt x="565" y="799"/>
                  <a:pt x="567" y="800"/>
                  <a:pt x="568" y="801"/>
                </a:cubicBezTo>
                <a:cubicBezTo>
                  <a:pt x="571" y="802"/>
                  <a:pt x="573" y="803"/>
                  <a:pt x="575" y="805"/>
                </a:cubicBezTo>
                <a:cubicBezTo>
                  <a:pt x="577" y="805"/>
                  <a:pt x="578" y="806"/>
                  <a:pt x="580" y="806"/>
                </a:cubicBezTo>
                <a:cubicBezTo>
                  <a:pt x="582" y="807"/>
                  <a:pt x="585" y="808"/>
                  <a:pt x="588" y="809"/>
                </a:cubicBezTo>
                <a:cubicBezTo>
                  <a:pt x="589" y="809"/>
                  <a:pt x="590" y="810"/>
                  <a:pt x="592" y="810"/>
                </a:cubicBezTo>
                <a:cubicBezTo>
                  <a:pt x="596" y="810"/>
                  <a:pt x="600" y="811"/>
                  <a:pt x="604" y="811"/>
                </a:cubicBezTo>
                <a:cubicBezTo>
                  <a:pt x="604" y="811"/>
                  <a:pt x="604" y="811"/>
                  <a:pt x="604" y="811"/>
                </a:cubicBezTo>
                <a:cubicBezTo>
                  <a:pt x="609" y="811"/>
                  <a:pt x="614" y="810"/>
                  <a:pt x="618" y="809"/>
                </a:cubicBezTo>
                <a:cubicBezTo>
                  <a:pt x="620" y="809"/>
                  <a:pt x="621" y="808"/>
                  <a:pt x="623" y="808"/>
                </a:cubicBezTo>
                <a:cubicBezTo>
                  <a:pt x="626" y="807"/>
                  <a:pt x="629" y="806"/>
                  <a:pt x="632" y="805"/>
                </a:cubicBezTo>
                <a:cubicBezTo>
                  <a:pt x="634" y="804"/>
                  <a:pt x="635" y="803"/>
                  <a:pt x="637" y="802"/>
                </a:cubicBezTo>
                <a:cubicBezTo>
                  <a:pt x="639" y="801"/>
                  <a:pt x="642" y="799"/>
                  <a:pt x="645" y="797"/>
                </a:cubicBezTo>
                <a:cubicBezTo>
                  <a:pt x="646" y="796"/>
                  <a:pt x="648" y="795"/>
                  <a:pt x="649" y="794"/>
                </a:cubicBezTo>
                <a:cubicBezTo>
                  <a:pt x="650" y="793"/>
                  <a:pt x="651" y="792"/>
                  <a:pt x="652" y="791"/>
                </a:cubicBezTo>
                <a:cubicBezTo>
                  <a:pt x="654" y="790"/>
                  <a:pt x="655" y="788"/>
                  <a:pt x="656" y="787"/>
                </a:cubicBezTo>
                <a:cubicBezTo>
                  <a:pt x="657" y="786"/>
                  <a:pt x="658" y="785"/>
                  <a:pt x="659" y="784"/>
                </a:cubicBezTo>
                <a:cubicBezTo>
                  <a:pt x="864" y="521"/>
                  <a:pt x="864" y="521"/>
                  <a:pt x="864" y="521"/>
                </a:cubicBezTo>
                <a:cubicBezTo>
                  <a:pt x="887" y="491"/>
                  <a:pt x="882" y="447"/>
                  <a:pt x="852" y="424"/>
                </a:cubicBezTo>
                <a:close/>
                <a:moveTo>
                  <a:pt x="649" y="339"/>
                </a:moveTo>
                <a:cubicBezTo>
                  <a:pt x="681" y="339"/>
                  <a:pt x="707" y="313"/>
                  <a:pt x="707" y="281"/>
                </a:cubicBezTo>
                <a:cubicBezTo>
                  <a:pt x="707" y="249"/>
                  <a:pt x="681" y="223"/>
                  <a:pt x="649" y="223"/>
                </a:cubicBezTo>
                <a:cubicBezTo>
                  <a:pt x="617" y="223"/>
                  <a:pt x="591" y="249"/>
                  <a:pt x="591" y="281"/>
                </a:cubicBezTo>
                <a:cubicBezTo>
                  <a:pt x="591" y="313"/>
                  <a:pt x="617" y="339"/>
                  <a:pt x="649" y="339"/>
                </a:cubicBezTo>
                <a:close/>
                <a:moveTo>
                  <a:pt x="281" y="577"/>
                </a:moveTo>
                <a:cubicBezTo>
                  <a:pt x="249" y="577"/>
                  <a:pt x="223" y="603"/>
                  <a:pt x="223" y="635"/>
                </a:cubicBezTo>
                <a:cubicBezTo>
                  <a:pt x="223" y="668"/>
                  <a:pt x="249" y="693"/>
                  <a:pt x="281" y="693"/>
                </a:cubicBezTo>
                <a:cubicBezTo>
                  <a:pt x="313" y="693"/>
                  <a:pt x="339" y="668"/>
                  <a:pt x="339" y="635"/>
                </a:cubicBezTo>
                <a:cubicBezTo>
                  <a:pt x="339" y="603"/>
                  <a:pt x="313" y="577"/>
                  <a:pt x="281" y="577"/>
                </a:cubicBezTo>
                <a:close/>
                <a:moveTo>
                  <a:pt x="928" y="635"/>
                </a:moveTo>
                <a:cubicBezTo>
                  <a:pt x="928" y="667"/>
                  <a:pt x="954" y="693"/>
                  <a:pt x="986" y="693"/>
                </a:cubicBezTo>
                <a:cubicBezTo>
                  <a:pt x="1018" y="693"/>
                  <a:pt x="1044" y="667"/>
                  <a:pt x="1044" y="635"/>
                </a:cubicBezTo>
                <a:cubicBezTo>
                  <a:pt x="1044" y="603"/>
                  <a:pt x="1018" y="577"/>
                  <a:pt x="986" y="577"/>
                </a:cubicBezTo>
                <a:cubicBezTo>
                  <a:pt x="954" y="577"/>
                  <a:pt x="928" y="603"/>
                  <a:pt x="928" y="635"/>
                </a:cubicBezTo>
                <a:close/>
                <a:moveTo>
                  <a:pt x="1285" y="637"/>
                </a:moveTo>
                <a:cubicBezTo>
                  <a:pt x="1284" y="829"/>
                  <a:pt x="1197" y="1001"/>
                  <a:pt x="1062" y="1118"/>
                </a:cubicBezTo>
                <a:cubicBezTo>
                  <a:pt x="949" y="1215"/>
                  <a:pt x="803" y="1274"/>
                  <a:pt x="643" y="1274"/>
                </a:cubicBezTo>
                <a:cubicBezTo>
                  <a:pt x="483" y="1274"/>
                  <a:pt x="336" y="1215"/>
                  <a:pt x="223" y="1118"/>
                </a:cubicBezTo>
                <a:cubicBezTo>
                  <a:pt x="88" y="1001"/>
                  <a:pt x="2" y="829"/>
                  <a:pt x="0" y="637"/>
                </a:cubicBezTo>
                <a:cubicBezTo>
                  <a:pt x="2" y="445"/>
                  <a:pt x="88" y="273"/>
                  <a:pt x="223" y="157"/>
                </a:cubicBezTo>
                <a:cubicBezTo>
                  <a:pt x="336" y="59"/>
                  <a:pt x="483" y="0"/>
                  <a:pt x="643" y="0"/>
                </a:cubicBezTo>
                <a:cubicBezTo>
                  <a:pt x="803" y="0"/>
                  <a:pt x="949" y="60"/>
                  <a:pt x="1062" y="157"/>
                </a:cubicBezTo>
                <a:cubicBezTo>
                  <a:pt x="1197" y="274"/>
                  <a:pt x="1284" y="445"/>
                  <a:pt x="1285" y="637"/>
                </a:cubicBezTo>
                <a:close/>
                <a:moveTo>
                  <a:pt x="1127" y="637"/>
                </a:moveTo>
                <a:cubicBezTo>
                  <a:pt x="1124" y="373"/>
                  <a:pt x="908" y="159"/>
                  <a:pt x="643" y="159"/>
                </a:cubicBezTo>
                <a:cubicBezTo>
                  <a:pt x="377" y="159"/>
                  <a:pt x="162" y="373"/>
                  <a:pt x="158" y="637"/>
                </a:cubicBezTo>
                <a:cubicBezTo>
                  <a:pt x="162" y="902"/>
                  <a:pt x="378" y="1116"/>
                  <a:pt x="643" y="1116"/>
                </a:cubicBezTo>
                <a:cubicBezTo>
                  <a:pt x="908" y="1116"/>
                  <a:pt x="1124" y="902"/>
                  <a:pt x="1127" y="637"/>
                </a:cubicBezTo>
                <a:close/>
                <a:moveTo>
                  <a:pt x="649" y="932"/>
                </a:moveTo>
                <a:cubicBezTo>
                  <a:pt x="617" y="932"/>
                  <a:pt x="591" y="958"/>
                  <a:pt x="591" y="990"/>
                </a:cubicBezTo>
                <a:cubicBezTo>
                  <a:pt x="591" y="1022"/>
                  <a:pt x="617" y="1048"/>
                  <a:pt x="649" y="1048"/>
                </a:cubicBezTo>
                <a:cubicBezTo>
                  <a:pt x="681" y="1048"/>
                  <a:pt x="707" y="1022"/>
                  <a:pt x="707" y="990"/>
                </a:cubicBezTo>
                <a:cubicBezTo>
                  <a:pt x="707" y="958"/>
                  <a:pt x="681" y="932"/>
                  <a:pt x="649" y="932"/>
                </a:cubicBezTo>
                <a:close/>
                <a:moveTo>
                  <a:pt x="2154" y="1863"/>
                </a:moveTo>
                <a:cubicBezTo>
                  <a:pt x="2289" y="1863"/>
                  <a:pt x="2398" y="1754"/>
                  <a:pt x="2398" y="1619"/>
                </a:cubicBezTo>
                <a:cubicBezTo>
                  <a:pt x="2398" y="1484"/>
                  <a:pt x="2289" y="1375"/>
                  <a:pt x="2154" y="1375"/>
                </a:cubicBezTo>
                <a:cubicBezTo>
                  <a:pt x="2019" y="1375"/>
                  <a:pt x="1910" y="1484"/>
                  <a:pt x="1910" y="1619"/>
                </a:cubicBezTo>
                <a:cubicBezTo>
                  <a:pt x="1910" y="1754"/>
                  <a:pt x="2019" y="1863"/>
                  <a:pt x="2154" y="1863"/>
                </a:cubicBezTo>
                <a:close/>
                <a:moveTo>
                  <a:pt x="2700" y="3053"/>
                </a:moveTo>
                <a:cubicBezTo>
                  <a:pt x="2700" y="3557"/>
                  <a:pt x="2700" y="3557"/>
                  <a:pt x="2700" y="3557"/>
                </a:cubicBezTo>
                <a:cubicBezTo>
                  <a:pt x="2700" y="3599"/>
                  <a:pt x="2669" y="3633"/>
                  <a:pt x="2631" y="3633"/>
                </a:cubicBezTo>
                <a:cubicBezTo>
                  <a:pt x="2522" y="3633"/>
                  <a:pt x="2522" y="3633"/>
                  <a:pt x="2522" y="3633"/>
                </a:cubicBezTo>
                <a:cubicBezTo>
                  <a:pt x="2484" y="3633"/>
                  <a:pt x="2453" y="3599"/>
                  <a:pt x="2453" y="3557"/>
                </a:cubicBezTo>
                <a:cubicBezTo>
                  <a:pt x="2453" y="3053"/>
                  <a:pt x="2453" y="3053"/>
                  <a:pt x="2453" y="3053"/>
                </a:cubicBezTo>
                <a:cubicBezTo>
                  <a:pt x="2453" y="3011"/>
                  <a:pt x="2484" y="2977"/>
                  <a:pt x="2522" y="2977"/>
                </a:cubicBezTo>
                <a:cubicBezTo>
                  <a:pt x="2544" y="2977"/>
                  <a:pt x="2544" y="2977"/>
                  <a:pt x="2544" y="2977"/>
                </a:cubicBezTo>
                <a:cubicBezTo>
                  <a:pt x="2544" y="2947"/>
                  <a:pt x="2544" y="2947"/>
                  <a:pt x="2544" y="2947"/>
                </a:cubicBezTo>
                <a:cubicBezTo>
                  <a:pt x="2504" y="2938"/>
                  <a:pt x="2476" y="2906"/>
                  <a:pt x="2471" y="2858"/>
                </a:cubicBezTo>
                <a:cubicBezTo>
                  <a:pt x="2469" y="2843"/>
                  <a:pt x="2470" y="2828"/>
                  <a:pt x="2470" y="2812"/>
                </a:cubicBezTo>
                <a:cubicBezTo>
                  <a:pt x="2470" y="2631"/>
                  <a:pt x="2470" y="2450"/>
                  <a:pt x="2470" y="2269"/>
                </a:cubicBezTo>
                <a:cubicBezTo>
                  <a:pt x="2470" y="2257"/>
                  <a:pt x="2470" y="2245"/>
                  <a:pt x="2470" y="2232"/>
                </a:cubicBezTo>
                <a:cubicBezTo>
                  <a:pt x="2458" y="2232"/>
                  <a:pt x="2447" y="2232"/>
                  <a:pt x="2435" y="2232"/>
                </a:cubicBezTo>
                <a:cubicBezTo>
                  <a:pt x="2435" y="2891"/>
                  <a:pt x="2435" y="2891"/>
                  <a:pt x="2435" y="2891"/>
                </a:cubicBezTo>
                <a:cubicBezTo>
                  <a:pt x="2435" y="3192"/>
                  <a:pt x="2435" y="3192"/>
                  <a:pt x="2435" y="3192"/>
                </a:cubicBezTo>
                <a:cubicBezTo>
                  <a:pt x="2435" y="3430"/>
                  <a:pt x="2435" y="3668"/>
                  <a:pt x="2436" y="3907"/>
                </a:cubicBezTo>
                <a:cubicBezTo>
                  <a:pt x="2436" y="3983"/>
                  <a:pt x="2414" y="4040"/>
                  <a:pt x="2338" y="4067"/>
                </a:cubicBezTo>
                <a:cubicBezTo>
                  <a:pt x="2316" y="4067"/>
                  <a:pt x="2295" y="4067"/>
                  <a:pt x="2273" y="4067"/>
                </a:cubicBezTo>
                <a:cubicBezTo>
                  <a:pt x="2197" y="4039"/>
                  <a:pt x="2174" y="3983"/>
                  <a:pt x="2174" y="3905"/>
                </a:cubicBezTo>
                <a:cubicBezTo>
                  <a:pt x="2177" y="3600"/>
                  <a:pt x="2175" y="3295"/>
                  <a:pt x="2175" y="2990"/>
                </a:cubicBezTo>
                <a:cubicBezTo>
                  <a:pt x="2175" y="2977"/>
                  <a:pt x="2175" y="2965"/>
                  <a:pt x="2175" y="2951"/>
                </a:cubicBezTo>
                <a:cubicBezTo>
                  <a:pt x="2159" y="2951"/>
                  <a:pt x="2147" y="2951"/>
                  <a:pt x="2131" y="2951"/>
                </a:cubicBezTo>
                <a:cubicBezTo>
                  <a:pt x="2131" y="2965"/>
                  <a:pt x="2131" y="2978"/>
                  <a:pt x="2131" y="2991"/>
                </a:cubicBezTo>
                <a:cubicBezTo>
                  <a:pt x="2131" y="3297"/>
                  <a:pt x="2130" y="3603"/>
                  <a:pt x="2132" y="3909"/>
                </a:cubicBezTo>
                <a:cubicBezTo>
                  <a:pt x="2132" y="3986"/>
                  <a:pt x="2108" y="4041"/>
                  <a:pt x="2032" y="4067"/>
                </a:cubicBezTo>
                <a:cubicBezTo>
                  <a:pt x="2010" y="4067"/>
                  <a:pt x="1989" y="4067"/>
                  <a:pt x="1967" y="4067"/>
                </a:cubicBezTo>
                <a:cubicBezTo>
                  <a:pt x="1926" y="4048"/>
                  <a:pt x="1889" y="4024"/>
                  <a:pt x="1879" y="3976"/>
                </a:cubicBezTo>
                <a:cubicBezTo>
                  <a:pt x="1874" y="3953"/>
                  <a:pt x="1874" y="3929"/>
                  <a:pt x="1874" y="3905"/>
                </a:cubicBezTo>
                <a:cubicBezTo>
                  <a:pt x="1873" y="3364"/>
                  <a:pt x="1873" y="2822"/>
                  <a:pt x="1873" y="2281"/>
                </a:cubicBezTo>
                <a:cubicBezTo>
                  <a:pt x="1873" y="2267"/>
                  <a:pt x="1873" y="2253"/>
                  <a:pt x="1873" y="2238"/>
                </a:cubicBezTo>
                <a:cubicBezTo>
                  <a:pt x="1857" y="2238"/>
                  <a:pt x="1845" y="2238"/>
                  <a:pt x="1829" y="2238"/>
                </a:cubicBezTo>
                <a:cubicBezTo>
                  <a:pt x="1829" y="2251"/>
                  <a:pt x="1829" y="2263"/>
                  <a:pt x="1829" y="2275"/>
                </a:cubicBezTo>
                <a:cubicBezTo>
                  <a:pt x="1829" y="2456"/>
                  <a:pt x="1829" y="2637"/>
                  <a:pt x="1829" y="2818"/>
                </a:cubicBezTo>
                <a:cubicBezTo>
                  <a:pt x="1829" y="2834"/>
                  <a:pt x="1830" y="2849"/>
                  <a:pt x="1828" y="2864"/>
                </a:cubicBezTo>
                <a:cubicBezTo>
                  <a:pt x="1821" y="2931"/>
                  <a:pt x="1769" y="2967"/>
                  <a:pt x="1704" y="2952"/>
                </a:cubicBezTo>
                <a:cubicBezTo>
                  <a:pt x="1669" y="2943"/>
                  <a:pt x="1652" y="2917"/>
                  <a:pt x="1635" y="2889"/>
                </a:cubicBezTo>
                <a:cubicBezTo>
                  <a:pt x="1635" y="2637"/>
                  <a:pt x="1639" y="2126"/>
                  <a:pt x="1640" y="2122"/>
                </a:cubicBezTo>
                <a:cubicBezTo>
                  <a:pt x="1671" y="1994"/>
                  <a:pt x="1753" y="1913"/>
                  <a:pt x="1873" y="1893"/>
                </a:cubicBezTo>
                <a:cubicBezTo>
                  <a:pt x="1892" y="1890"/>
                  <a:pt x="1911" y="1888"/>
                  <a:pt x="1931" y="1888"/>
                </a:cubicBezTo>
                <a:cubicBezTo>
                  <a:pt x="1964" y="1888"/>
                  <a:pt x="2375" y="1887"/>
                  <a:pt x="2426" y="1887"/>
                </a:cubicBezTo>
                <a:cubicBezTo>
                  <a:pt x="2426" y="1887"/>
                  <a:pt x="2426" y="1887"/>
                  <a:pt x="2426" y="1887"/>
                </a:cubicBezTo>
                <a:cubicBezTo>
                  <a:pt x="2426" y="1887"/>
                  <a:pt x="2426" y="1887"/>
                  <a:pt x="2426" y="1887"/>
                </a:cubicBezTo>
                <a:cubicBezTo>
                  <a:pt x="2427" y="1887"/>
                  <a:pt x="2428" y="1888"/>
                  <a:pt x="2428" y="1888"/>
                </a:cubicBezTo>
                <a:cubicBezTo>
                  <a:pt x="2547" y="1908"/>
                  <a:pt x="2629" y="1989"/>
                  <a:pt x="2659" y="2116"/>
                </a:cubicBezTo>
                <a:cubicBezTo>
                  <a:pt x="2660" y="2120"/>
                  <a:pt x="2664" y="2631"/>
                  <a:pt x="2664" y="2883"/>
                </a:cubicBezTo>
                <a:cubicBezTo>
                  <a:pt x="2650" y="2907"/>
                  <a:pt x="2635" y="2930"/>
                  <a:pt x="2609" y="2941"/>
                </a:cubicBezTo>
                <a:cubicBezTo>
                  <a:pt x="2609" y="2977"/>
                  <a:pt x="2609" y="2977"/>
                  <a:pt x="2609" y="2977"/>
                </a:cubicBezTo>
                <a:cubicBezTo>
                  <a:pt x="2631" y="2977"/>
                  <a:pt x="2631" y="2977"/>
                  <a:pt x="2631" y="2977"/>
                </a:cubicBezTo>
                <a:cubicBezTo>
                  <a:pt x="2669" y="2977"/>
                  <a:pt x="2700" y="3011"/>
                  <a:pt x="2700" y="3053"/>
                </a:cubicBezTo>
                <a:close/>
                <a:moveTo>
                  <a:pt x="2096" y="1914"/>
                </a:moveTo>
                <a:cubicBezTo>
                  <a:pt x="2130" y="2002"/>
                  <a:pt x="2130" y="2002"/>
                  <a:pt x="2130" y="2002"/>
                </a:cubicBezTo>
                <a:cubicBezTo>
                  <a:pt x="2152" y="2002"/>
                  <a:pt x="2152" y="2002"/>
                  <a:pt x="2152" y="2002"/>
                </a:cubicBezTo>
                <a:cubicBezTo>
                  <a:pt x="2156" y="2002"/>
                  <a:pt x="2156" y="2002"/>
                  <a:pt x="2156" y="2002"/>
                </a:cubicBezTo>
                <a:cubicBezTo>
                  <a:pt x="2177" y="2002"/>
                  <a:pt x="2177" y="2002"/>
                  <a:pt x="2177" y="2002"/>
                </a:cubicBezTo>
                <a:cubicBezTo>
                  <a:pt x="2211" y="1914"/>
                  <a:pt x="2211" y="1914"/>
                  <a:pt x="2211" y="1914"/>
                </a:cubicBezTo>
                <a:cubicBezTo>
                  <a:pt x="2156" y="1914"/>
                  <a:pt x="2156" y="1914"/>
                  <a:pt x="2156" y="1914"/>
                </a:cubicBezTo>
                <a:cubicBezTo>
                  <a:pt x="2152" y="1914"/>
                  <a:pt x="2152" y="1914"/>
                  <a:pt x="2152" y="1914"/>
                </a:cubicBezTo>
                <a:lnTo>
                  <a:pt x="2096" y="1914"/>
                </a:lnTo>
                <a:close/>
                <a:moveTo>
                  <a:pt x="2216" y="2440"/>
                </a:moveTo>
                <a:cubicBezTo>
                  <a:pt x="2177" y="2041"/>
                  <a:pt x="2177" y="2041"/>
                  <a:pt x="2177" y="2041"/>
                </a:cubicBezTo>
                <a:cubicBezTo>
                  <a:pt x="2154" y="2041"/>
                  <a:pt x="2154" y="2041"/>
                  <a:pt x="2154" y="2041"/>
                </a:cubicBezTo>
                <a:cubicBezTo>
                  <a:pt x="2131" y="2041"/>
                  <a:pt x="2131" y="2041"/>
                  <a:pt x="2131" y="2041"/>
                </a:cubicBezTo>
                <a:cubicBezTo>
                  <a:pt x="2091" y="2440"/>
                  <a:pt x="2091" y="2440"/>
                  <a:pt x="2091" y="2440"/>
                </a:cubicBezTo>
                <a:cubicBezTo>
                  <a:pt x="2154" y="2491"/>
                  <a:pt x="2154" y="2491"/>
                  <a:pt x="2154" y="2491"/>
                </a:cubicBezTo>
                <a:lnTo>
                  <a:pt x="2216" y="244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41" name="Google Shape;541;p27"/>
          <p:cNvSpPr/>
          <p:nvPr/>
        </p:nvSpPr>
        <p:spPr>
          <a:xfrm>
            <a:off x="21651301" y="344700"/>
            <a:ext cx="2112600" cy="21126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542" name="Google Shape;542;p27"/>
          <p:cNvSpPr/>
          <p:nvPr/>
        </p:nvSpPr>
        <p:spPr>
          <a:xfrm>
            <a:off x="10210756" y="12865230"/>
            <a:ext cx="1812256" cy="850770"/>
          </a:xfrm>
          <a:custGeom>
            <a:rect b="b" l="l" r="r" t="t"/>
            <a:pathLst>
              <a:path extrusionOk="0" h="584" w="1244">
                <a:moveTo>
                  <a:pt x="1120" y="584"/>
                </a:moveTo>
                <a:lnTo>
                  <a:pt x="1244" y="584"/>
                </a:lnTo>
                <a:lnTo>
                  <a:pt x="680" y="0"/>
                </a:lnTo>
                <a:lnTo>
                  <a:pt x="0" y="0"/>
                </a:lnTo>
                <a:lnTo>
                  <a:pt x="1120" y="584"/>
                </a:lnTo>
                <a:close/>
              </a:path>
            </a:pathLst>
          </a:custGeom>
          <a:solidFill>
            <a:srgbClr val="13648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43" name="Google Shape;543;p27"/>
          <p:cNvSpPr/>
          <p:nvPr/>
        </p:nvSpPr>
        <p:spPr>
          <a:xfrm>
            <a:off x="11201378" y="12865230"/>
            <a:ext cx="990622" cy="850770"/>
          </a:xfrm>
          <a:custGeom>
            <a:rect b="b" l="l" r="r" t="t"/>
            <a:pathLst>
              <a:path extrusionOk="0" h="584" w="680">
                <a:moveTo>
                  <a:pt x="556" y="584"/>
                </a:moveTo>
                <a:lnTo>
                  <a:pt x="680" y="584"/>
                </a:lnTo>
                <a:lnTo>
                  <a:pt x="680" y="0"/>
                </a:lnTo>
                <a:lnTo>
                  <a:pt x="0" y="0"/>
                </a:lnTo>
                <a:lnTo>
                  <a:pt x="556" y="584"/>
                </a:lnTo>
                <a:close/>
              </a:path>
            </a:pathLst>
          </a:custGeom>
          <a:solidFill>
            <a:srgbClr val="1672A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44" name="Google Shape;544;p27"/>
          <p:cNvSpPr/>
          <p:nvPr/>
        </p:nvSpPr>
        <p:spPr>
          <a:xfrm>
            <a:off x="12186173" y="12865230"/>
            <a:ext cx="1002277" cy="850770"/>
          </a:xfrm>
          <a:custGeom>
            <a:rect b="b" l="l" r="r" t="t"/>
            <a:pathLst>
              <a:path extrusionOk="0" h="584" w="688">
                <a:moveTo>
                  <a:pt x="124" y="584"/>
                </a:moveTo>
                <a:lnTo>
                  <a:pt x="0" y="584"/>
                </a:lnTo>
                <a:lnTo>
                  <a:pt x="0" y="0"/>
                </a:lnTo>
                <a:lnTo>
                  <a:pt x="688" y="0"/>
                </a:lnTo>
                <a:lnTo>
                  <a:pt x="124" y="584"/>
                </a:lnTo>
                <a:close/>
              </a:path>
            </a:pathLst>
          </a:custGeom>
          <a:solidFill>
            <a:srgbClr val="0084B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45" name="Google Shape;545;p27"/>
          <p:cNvSpPr/>
          <p:nvPr/>
        </p:nvSpPr>
        <p:spPr>
          <a:xfrm>
            <a:off x="12360989" y="12865230"/>
            <a:ext cx="1812256" cy="850770"/>
          </a:xfrm>
          <a:custGeom>
            <a:rect b="b" l="l" r="r" t="t"/>
            <a:pathLst>
              <a:path extrusionOk="0" h="584" w="1244">
                <a:moveTo>
                  <a:pt x="124" y="584"/>
                </a:moveTo>
                <a:lnTo>
                  <a:pt x="0" y="584"/>
                </a:lnTo>
                <a:lnTo>
                  <a:pt x="564" y="0"/>
                </a:lnTo>
                <a:lnTo>
                  <a:pt x="1244" y="0"/>
                </a:lnTo>
                <a:lnTo>
                  <a:pt x="124" y="584"/>
                </a:lnTo>
                <a:close/>
              </a:path>
            </a:pathLst>
          </a:custGeom>
          <a:solidFill>
            <a:srgbClr val="1D7B9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46" name="Google Shape;546;p27"/>
          <p:cNvSpPr/>
          <p:nvPr/>
        </p:nvSpPr>
        <p:spPr>
          <a:xfrm>
            <a:off x="10210756" y="8184540"/>
            <a:ext cx="990600" cy="46806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47" name="Google Shape;547;p27"/>
          <p:cNvSpPr/>
          <p:nvPr/>
        </p:nvSpPr>
        <p:spPr>
          <a:xfrm>
            <a:off x="11201378" y="5288426"/>
            <a:ext cx="990600" cy="75768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48" name="Google Shape;548;p27"/>
          <p:cNvSpPr/>
          <p:nvPr/>
        </p:nvSpPr>
        <p:spPr>
          <a:xfrm>
            <a:off x="12192001" y="6595173"/>
            <a:ext cx="990600" cy="62700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49" name="Google Shape;549;p27"/>
          <p:cNvSpPr/>
          <p:nvPr/>
        </p:nvSpPr>
        <p:spPr>
          <a:xfrm>
            <a:off x="13182623" y="9336866"/>
            <a:ext cx="990600" cy="35283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50" name="Google Shape;550;p27"/>
          <p:cNvSpPr/>
          <p:nvPr/>
        </p:nvSpPr>
        <p:spPr>
          <a:xfrm>
            <a:off x="9059884" y="4053584"/>
            <a:ext cx="3132116" cy="1649095"/>
          </a:xfrm>
          <a:custGeom>
            <a:rect b="b" l="l" r="r" t="t"/>
            <a:pathLst>
              <a:path extrusionOk="0" h="1649095" w="3132116">
                <a:moveTo>
                  <a:pt x="876993" y="402076"/>
                </a:moveTo>
                <a:lnTo>
                  <a:pt x="2327964" y="402076"/>
                </a:lnTo>
                <a:lnTo>
                  <a:pt x="3132116" y="1241191"/>
                </a:lnTo>
                <a:lnTo>
                  <a:pt x="876993" y="1241191"/>
                </a:lnTo>
                <a:close/>
                <a:moveTo>
                  <a:pt x="876992" y="0"/>
                </a:moveTo>
                <a:lnTo>
                  <a:pt x="876992" y="824548"/>
                </a:lnTo>
                <a:lnTo>
                  <a:pt x="876992" y="1649095"/>
                </a:lnTo>
                <a:lnTo>
                  <a:pt x="0" y="824548"/>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51" name="Google Shape;551;p27"/>
          <p:cNvSpPr/>
          <p:nvPr/>
        </p:nvSpPr>
        <p:spPr>
          <a:xfrm>
            <a:off x="8069263" y="6957504"/>
            <a:ext cx="3132115" cy="1649095"/>
          </a:xfrm>
          <a:custGeom>
            <a:rect b="b" l="l" r="r" t="t"/>
            <a:pathLst>
              <a:path extrusionOk="0" h="1649095" w="3132115">
                <a:moveTo>
                  <a:pt x="876992" y="0"/>
                </a:moveTo>
                <a:lnTo>
                  <a:pt x="876992" y="403534"/>
                </a:lnTo>
                <a:lnTo>
                  <a:pt x="2327963" y="403534"/>
                </a:lnTo>
                <a:lnTo>
                  <a:pt x="3132115" y="1239736"/>
                </a:lnTo>
                <a:lnTo>
                  <a:pt x="876992" y="1239736"/>
                </a:lnTo>
                <a:lnTo>
                  <a:pt x="876992" y="1649095"/>
                </a:lnTo>
                <a:lnTo>
                  <a:pt x="0" y="824548"/>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52" name="Google Shape;552;p27"/>
          <p:cNvSpPr/>
          <p:nvPr/>
        </p:nvSpPr>
        <p:spPr>
          <a:xfrm>
            <a:off x="12192000" y="5359808"/>
            <a:ext cx="3130658" cy="1649095"/>
          </a:xfrm>
          <a:custGeom>
            <a:rect b="b" l="l" r="r" t="t"/>
            <a:pathLst>
              <a:path extrusionOk="0" h="1649095" w="3130658">
                <a:moveTo>
                  <a:pt x="2255122" y="0"/>
                </a:moveTo>
                <a:lnTo>
                  <a:pt x="3130658" y="824548"/>
                </a:lnTo>
                <a:lnTo>
                  <a:pt x="2255122" y="1649095"/>
                </a:lnTo>
                <a:lnTo>
                  <a:pt x="2255122" y="1239734"/>
                </a:lnTo>
                <a:lnTo>
                  <a:pt x="0" y="1239734"/>
                </a:lnTo>
                <a:lnTo>
                  <a:pt x="804152" y="402076"/>
                </a:lnTo>
                <a:lnTo>
                  <a:pt x="2255122" y="402076"/>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53" name="Google Shape;553;p27"/>
          <p:cNvSpPr/>
          <p:nvPr/>
        </p:nvSpPr>
        <p:spPr>
          <a:xfrm>
            <a:off x="13182623" y="8108636"/>
            <a:ext cx="3132115" cy="1647638"/>
          </a:xfrm>
          <a:custGeom>
            <a:rect b="b" l="l" r="r" t="t"/>
            <a:pathLst>
              <a:path extrusionOk="0" h="1647638" w="3132115">
                <a:moveTo>
                  <a:pt x="2255123" y="0"/>
                </a:moveTo>
                <a:lnTo>
                  <a:pt x="3132115" y="824547"/>
                </a:lnTo>
                <a:lnTo>
                  <a:pt x="2255123" y="1647638"/>
                </a:lnTo>
                <a:lnTo>
                  <a:pt x="2255123" y="1239734"/>
                </a:lnTo>
                <a:lnTo>
                  <a:pt x="0" y="1239734"/>
                </a:lnTo>
                <a:lnTo>
                  <a:pt x="804152" y="402076"/>
                </a:lnTo>
                <a:lnTo>
                  <a:pt x="2255123" y="402076"/>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54" name="Google Shape;554;p27"/>
          <p:cNvSpPr txBox="1"/>
          <p:nvPr/>
        </p:nvSpPr>
        <p:spPr>
          <a:xfrm>
            <a:off x="3674346" y="7750346"/>
            <a:ext cx="3968100" cy="8865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data and information</a:t>
            </a:r>
            <a:endParaRPr b="0" i="0" sz="2400" u="none" cap="none" strike="noStrike">
              <a:solidFill>
                <a:schemeClr val="dk2"/>
              </a:solidFill>
              <a:latin typeface="Lato Light"/>
              <a:ea typeface="Lato Light"/>
              <a:cs typeface="Lato Light"/>
              <a:sym typeface="Lato Light"/>
            </a:endParaRPr>
          </a:p>
        </p:txBody>
      </p:sp>
      <p:sp>
        <p:nvSpPr>
          <p:cNvPr id="555" name="Google Shape;555;p27"/>
          <p:cNvSpPr txBox="1"/>
          <p:nvPr/>
        </p:nvSpPr>
        <p:spPr>
          <a:xfrm>
            <a:off x="3674346" y="7059991"/>
            <a:ext cx="3968100" cy="5910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Segmento 2</a:t>
            </a:r>
            <a:endParaRPr b="0" i="0" sz="1400" u="none" cap="none" strike="noStrike">
              <a:solidFill>
                <a:srgbClr val="000000"/>
              </a:solidFill>
              <a:latin typeface="Arial"/>
              <a:ea typeface="Arial"/>
              <a:cs typeface="Arial"/>
              <a:sym typeface="Arial"/>
            </a:endParaRPr>
          </a:p>
        </p:txBody>
      </p:sp>
      <p:sp>
        <p:nvSpPr>
          <p:cNvPr id="556" name="Google Shape;556;p27"/>
          <p:cNvSpPr txBox="1"/>
          <p:nvPr/>
        </p:nvSpPr>
        <p:spPr>
          <a:xfrm>
            <a:off x="4792762" y="4806942"/>
            <a:ext cx="3968100" cy="8865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data and information</a:t>
            </a:r>
            <a:endParaRPr b="0" i="0" sz="2400" u="none" cap="none" strike="noStrike">
              <a:solidFill>
                <a:schemeClr val="dk2"/>
              </a:solidFill>
              <a:latin typeface="Lato Light"/>
              <a:ea typeface="Lato Light"/>
              <a:cs typeface="Lato Light"/>
              <a:sym typeface="Lato Light"/>
            </a:endParaRPr>
          </a:p>
        </p:txBody>
      </p:sp>
      <p:sp>
        <p:nvSpPr>
          <p:cNvPr id="557" name="Google Shape;557;p27"/>
          <p:cNvSpPr txBox="1"/>
          <p:nvPr/>
        </p:nvSpPr>
        <p:spPr>
          <a:xfrm>
            <a:off x="4792762" y="4116587"/>
            <a:ext cx="3968100" cy="5910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Segmento 1</a:t>
            </a:r>
            <a:endParaRPr b="0" i="0" sz="1400" u="none" cap="none" strike="noStrike">
              <a:solidFill>
                <a:srgbClr val="000000"/>
              </a:solidFill>
              <a:latin typeface="Arial"/>
              <a:ea typeface="Arial"/>
              <a:cs typeface="Arial"/>
              <a:sym typeface="Arial"/>
            </a:endParaRPr>
          </a:p>
        </p:txBody>
      </p:sp>
      <p:sp>
        <p:nvSpPr>
          <p:cNvPr id="558" name="Google Shape;558;p27"/>
          <p:cNvSpPr txBox="1"/>
          <p:nvPr/>
        </p:nvSpPr>
        <p:spPr>
          <a:xfrm>
            <a:off x="15619281" y="6193268"/>
            <a:ext cx="3968100" cy="886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data and information</a:t>
            </a:r>
            <a:endParaRPr b="0" i="0" sz="2400" u="none" cap="none" strike="noStrike">
              <a:solidFill>
                <a:schemeClr val="dk2"/>
              </a:solidFill>
              <a:latin typeface="Lato Light"/>
              <a:ea typeface="Lato Light"/>
              <a:cs typeface="Lato Light"/>
              <a:sym typeface="Lato Light"/>
            </a:endParaRPr>
          </a:p>
        </p:txBody>
      </p:sp>
      <p:sp>
        <p:nvSpPr>
          <p:cNvPr id="559" name="Google Shape;559;p27"/>
          <p:cNvSpPr txBox="1"/>
          <p:nvPr/>
        </p:nvSpPr>
        <p:spPr>
          <a:xfrm>
            <a:off x="15619281" y="5502913"/>
            <a:ext cx="39681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Segmento 3</a:t>
            </a:r>
            <a:endParaRPr b="0" i="0" sz="1400" u="none" cap="none" strike="noStrike">
              <a:solidFill>
                <a:srgbClr val="000000"/>
              </a:solidFill>
              <a:latin typeface="Arial"/>
              <a:ea typeface="Arial"/>
              <a:cs typeface="Arial"/>
              <a:sym typeface="Arial"/>
            </a:endParaRPr>
          </a:p>
        </p:txBody>
      </p:sp>
      <p:sp>
        <p:nvSpPr>
          <p:cNvPr id="560" name="Google Shape;560;p27"/>
          <p:cNvSpPr txBox="1"/>
          <p:nvPr/>
        </p:nvSpPr>
        <p:spPr>
          <a:xfrm>
            <a:off x="16646656" y="8884943"/>
            <a:ext cx="3968100" cy="886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data and information</a:t>
            </a:r>
            <a:endParaRPr b="0" i="0" sz="2400" u="none" cap="none" strike="noStrike">
              <a:solidFill>
                <a:schemeClr val="dk2"/>
              </a:solidFill>
              <a:latin typeface="Lato Light"/>
              <a:ea typeface="Lato Light"/>
              <a:cs typeface="Lato Light"/>
              <a:sym typeface="Lato Light"/>
            </a:endParaRPr>
          </a:p>
        </p:txBody>
      </p:sp>
      <p:sp>
        <p:nvSpPr>
          <p:cNvPr id="561" name="Google Shape;561;p27"/>
          <p:cNvSpPr txBox="1"/>
          <p:nvPr/>
        </p:nvSpPr>
        <p:spPr>
          <a:xfrm>
            <a:off x="16646656" y="8194588"/>
            <a:ext cx="39681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Segmento 4</a:t>
            </a:r>
            <a:endParaRPr b="0" i="0" sz="1400" u="none" cap="none" strike="noStrike">
              <a:solidFill>
                <a:srgbClr val="000000"/>
              </a:solidFill>
              <a:latin typeface="Arial"/>
              <a:ea typeface="Arial"/>
              <a:cs typeface="Arial"/>
              <a:sym typeface="Arial"/>
            </a:endParaRPr>
          </a:p>
        </p:txBody>
      </p:sp>
      <p:sp>
        <p:nvSpPr>
          <p:cNvPr id="562" name="Google Shape;562;p27"/>
          <p:cNvSpPr txBox="1"/>
          <p:nvPr/>
        </p:nvSpPr>
        <p:spPr>
          <a:xfrm>
            <a:off x="8435446" y="7485049"/>
            <a:ext cx="746100" cy="5910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i="0" lang="en-US" sz="3200" u="none" cap="none" strike="noStrike">
                <a:solidFill>
                  <a:schemeClr val="lt1"/>
                </a:solidFill>
                <a:latin typeface="Lato"/>
                <a:ea typeface="Lato"/>
                <a:cs typeface="Lato"/>
                <a:sym typeface="Lato"/>
              </a:rPr>
              <a:t>01</a:t>
            </a:r>
            <a:endParaRPr b="0" i="0" sz="1400" u="none" cap="none" strike="noStrike">
              <a:solidFill>
                <a:srgbClr val="000000"/>
              </a:solidFill>
              <a:latin typeface="Arial"/>
              <a:ea typeface="Arial"/>
              <a:cs typeface="Arial"/>
              <a:sym typeface="Arial"/>
            </a:endParaRPr>
          </a:p>
        </p:txBody>
      </p:sp>
      <p:sp>
        <p:nvSpPr>
          <p:cNvPr id="563" name="Google Shape;563;p27"/>
          <p:cNvSpPr txBox="1"/>
          <p:nvPr/>
        </p:nvSpPr>
        <p:spPr>
          <a:xfrm>
            <a:off x="15137402" y="8636988"/>
            <a:ext cx="746100" cy="5910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i="0" lang="en-US" sz="3200" u="none" cap="none" strike="noStrike">
                <a:solidFill>
                  <a:schemeClr val="lt1"/>
                </a:solidFill>
                <a:latin typeface="Lato"/>
                <a:ea typeface="Lato"/>
                <a:cs typeface="Lato"/>
                <a:sym typeface="Lato"/>
              </a:rPr>
              <a:t>02</a:t>
            </a:r>
            <a:endParaRPr b="0" i="0" sz="1400" u="none" cap="none" strike="noStrike">
              <a:solidFill>
                <a:srgbClr val="000000"/>
              </a:solidFill>
              <a:latin typeface="Arial"/>
              <a:ea typeface="Arial"/>
              <a:cs typeface="Arial"/>
              <a:sym typeface="Arial"/>
            </a:endParaRPr>
          </a:p>
        </p:txBody>
      </p:sp>
      <p:sp>
        <p:nvSpPr>
          <p:cNvPr id="564" name="Google Shape;564;p27"/>
          <p:cNvSpPr txBox="1"/>
          <p:nvPr/>
        </p:nvSpPr>
        <p:spPr>
          <a:xfrm>
            <a:off x="9317128" y="4593283"/>
            <a:ext cx="746100" cy="5910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i="0" lang="en-US" sz="3200" u="none" cap="none" strike="noStrike">
                <a:solidFill>
                  <a:schemeClr val="lt1"/>
                </a:solidFill>
                <a:latin typeface="Lato"/>
                <a:ea typeface="Lato"/>
                <a:cs typeface="Lato"/>
                <a:sym typeface="Lato"/>
              </a:rPr>
              <a:t>03</a:t>
            </a:r>
            <a:endParaRPr b="0" i="0" sz="1400" u="none" cap="none" strike="noStrike">
              <a:solidFill>
                <a:srgbClr val="000000"/>
              </a:solidFill>
              <a:latin typeface="Arial"/>
              <a:ea typeface="Arial"/>
              <a:cs typeface="Arial"/>
              <a:sym typeface="Arial"/>
            </a:endParaRPr>
          </a:p>
        </p:txBody>
      </p:sp>
      <p:sp>
        <p:nvSpPr>
          <p:cNvPr id="565" name="Google Shape;565;p27"/>
          <p:cNvSpPr txBox="1"/>
          <p:nvPr/>
        </p:nvSpPr>
        <p:spPr>
          <a:xfrm>
            <a:off x="14109041" y="5877230"/>
            <a:ext cx="746100" cy="5910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i="0" lang="en-US" sz="3200" u="none" cap="none" strike="noStrike">
                <a:solidFill>
                  <a:schemeClr val="lt1"/>
                </a:solidFill>
                <a:latin typeface="Lato"/>
                <a:ea typeface="Lato"/>
                <a:cs typeface="Lato"/>
                <a:sym typeface="Lato"/>
              </a:rPr>
              <a:t>04</a:t>
            </a:r>
            <a:endParaRPr b="0" i="0" sz="1400" u="none" cap="none" strike="noStrike">
              <a:solidFill>
                <a:srgbClr val="000000"/>
              </a:solidFill>
              <a:latin typeface="Arial"/>
              <a:ea typeface="Arial"/>
              <a:cs typeface="Arial"/>
              <a:sym typeface="Arial"/>
            </a:endParaRPr>
          </a:p>
        </p:txBody>
      </p:sp>
      <p:sp>
        <p:nvSpPr>
          <p:cNvPr id="566" name="Google Shape;566;p27"/>
          <p:cNvSpPr txBox="1"/>
          <p:nvPr/>
        </p:nvSpPr>
        <p:spPr>
          <a:xfrm>
            <a:off x="10608277" y="11224360"/>
            <a:ext cx="3218400" cy="677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1" lang="en-US" sz="2200">
                <a:solidFill>
                  <a:schemeClr val="lt1"/>
                </a:solidFill>
                <a:latin typeface="Lato"/>
                <a:ea typeface="Lato"/>
                <a:cs typeface="Lato"/>
                <a:sym typeface="Lato"/>
              </a:rPr>
              <a:t>MERCADO SEGMENTADO</a:t>
            </a:r>
            <a:endParaRPr b="0" i="0" sz="1400" u="none" cap="none" strike="noStrike">
              <a:solidFill>
                <a:srgbClr val="000000"/>
              </a:solidFill>
              <a:latin typeface="Arial"/>
              <a:ea typeface="Arial"/>
              <a:cs typeface="Arial"/>
              <a:sym typeface="Arial"/>
            </a:endParaRPr>
          </a:p>
        </p:txBody>
      </p:sp>
      <p:sp>
        <p:nvSpPr>
          <p:cNvPr id="567" name="Google Shape;567;p27"/>
          <p:cNvSpPr/>
          <p:nvPr/>
        </p:nvSpPr>
        <p:spPr>
          <a:xfrm>
            <a:off x="21968852" y="914400"/>
            <a:ext cx="1462325" cy="949525"/>
          </a:xfrm>
          <a:custGeom>
            <a:rect b="b" l="l" r="r" t="t"/>
            <a:pathLst>
              <a:path extrusionOk="0" h="257" w="353">
                <a:moveTo>
                  <a:pt x="88" y="96"/>
                </a:moveTo>
                <a:cubicBezTo>
                  <a:pt x="72" y="96"/>
                  <a:pt x="72" y="96"/>
                  <a:pt x="72" y="96"/>
                </a:cubicBezTo>
                <a:cubicBezTo>
                  <a:pt x="68" y="96"/>
                  <a:pt x="64" y="100"/>
                  <a:pt x="64" y="104"/>
                </a:cubicBezTo>
                <a:cubicBezTo>
                  <a:pt x="64" y="109"/>
                  <a:pt x="68" y="112"/>
                  <a:pt x="72" y="112"/>
                </a:cubicBezTo>
                <a:cubicBezTo>
                  <a:pt x="88" y="112"/>
                  <a:pt x="88" y="112"/>
                  <a:pt x="88" y="112"/>
                </a:cubicBezTo>
                <a:cubicBezTo>
                  <a:pt x="93" y="112"/>
                  <a:pt x="96" y="109"/>
                  <a:pt x="96" y="104"/>
                </a:cubicBezTo>
                <a:cubicBezTo>
                  <a:pt x="96" y="100"/>
                  <a:pt x="93" y="96"/>
                  <a:pt x="88" y="96"/>
                </a:cubicBezTo>
                <a:moveTo>
                  <a:pt x="72" y="16"/>
                </a:moveTo>
                <a:cubicBezTo>
                  <a:pt x="281" y="16"/>
                  <a:pt x="281" y="16"/>
                  <a:pt x="281" y="16"/>
                </a:cubicBezTo>
                <a:cubicBezTo>
                  <a:pt x="285" y="16"/>
                  <a:pt x="289" y="12"/>
                  <a:pt x="289" y="8"/>
                </a:cubicBezTo>
                <a:cubicBezTo>
                  <a:pt x="289" y="4"/>
                  <a:pt x="285" y="0"/>
                  <a:pt x="281" y="0"/>
                </a:cubicBezTo>
                <a:cubicBezTo>
                  <a:pt x="72" y="0"/>
                  <a:pt x="72" y="0"/>
                  <a:pt x="72" y="0"/>
                </a:cubicBezTo>
                <a:cubicBezTo>
                  <a:pt x="68" y="0"/>
                  <a:pt x="64" y="4"/>
                  <a:pt x="64" y="8"/>
                </a:cubicBezTo>
                <a:cubicBezTo>
                  <a:pt x="64" y="12"/>
                  <a:pt x="68" y="16"/>
                  <a:pt x="72" y="16"/>
                </a:cubicBezTo>
                <a:moveTo>
                  <a:pt x="40" y="48"/>
                </a:moveTo>
                <a:cubicBezTo>
                  <a:pt x="313" y="48"/>
                  <a:pt x="313" y="48"/>
                  <a:pt x="313" y="48"/>
                </a:cubicBezTo>
                <a:cubicBezTo>
                  <a:pt x="317" y="48"/>
                  <a:pt x="321" y="45"/>
                  <a:pt x="321" y="40"/>
                </a:cubicBezTo>
                <a:cubicBezTo>
                  <a:pt x="321" y="36"/>
                  <a:pt x="317" y="32"/>
                  <a:pt x="313" y="32"/>
                </a:cubicBezTo>
                <a:cubicBezTo>
                  <a:pt x="40" y="32"/>
                  <a:pt x="40" y="32"/>
                  <a:pt x="40" y="32"/>
                </a:cubicBezTo>
                <a:cubicBezTo>
                  <a:pt x="36" y="32"/>
                  <a:pt x="32" y="36"/>
                  <a:pt x="32" y="40"/>
                </a:cubicBezTo>
                <a:cubicBezTo>
                  <a:pt x="32" y="45"/>
                  <a:pt x="36" y="48"/>
                  <a:pt x="40" y="48"/>
                </a:cubicBezTo>
                <a:moveTo>
                  <a:pt x="337" y="64"/>
                </a:moveTo>
                <a:cubicBezTo>
                  <a:pt x="16" y="64"/>
                  <a:pt x="16" y="64"/>
                  <a:pt x="16" y="64"/>
                </a:cubicBezTo>
                <a:cubicBezTo>
                  <a:pt x="7" y="64"/>
                  <a:pt x="0" y="71"/>
                  <a:pt x="0" y="80"/>
                </a:cubicBezTo>
                <a:cubicBezTo>
                  <a:pt x="0" y="241"/>
                  <a:pt x="0" y="241"/>
                  <a:pt x="0" y="241"/>
                </a:cubicBezTo>
                <a:cubicBezTo>
                  <a:pt x="0" y="250"/>
                  <a:pt x="7" y="257"/>
                  <a:pt x="16" y="257"/>
                </a:cubicBezTo>
                <a:cubicBezTo>
                  <a:pt x="337" y="257"/>
                  <a:pt x="337" y="257"/>
                  <a:pt x="337" y="257"/>
                </a:cubicBezTo>
                <a:cubicBezTo>
                  <a:pt x="346" y="257"/>
                  <a:pt x="353" y="250"/>
                  <a:pt x="353" y="241"/>
                </a:cubicBezTo>
                <a:cubicBezTo>
                  <a:pt x="353" y="80"/>
                  <a:pt x="353" y="80"/>
                  <a:pt x="353" y="80"/>
                </a:cubicBezTo>
                <a:cubicBezTo>
                  <a:pt x="353" y="71"/>
                  <a:pt x="346" y="64"/>
                  <a:pt x="337" y="64"/>
                </a:cubicBezTo>
                <a:moveTo>
                  <a:pt x="24" y="80"/>
                </a:moveTo>
                <a:cubicBezTo>
                  <a:pt x="28" y="80"/>
                  <a:pt x="32" y="84"/>
                  <a:pt x="32" y="88"/>
                </a:cubicBezTo>
                <a:cubicBezTo>
                  <a:pt x="32" y="93"/>
                  <a:pt x="28" y="96"/>
                  <a:pt x="24" y="96"/>
                </a:cubicBezTo>
                <a:cubicBezTo>
                  <a:pt x="20" y="96"/>
                  <a:pt x="16" y="93"/>
                  <a:pt x="16" y="88"/>
                </a:cubicBezTo>
                <a:cubicBezTo>
                  <a:pt x="16" y="84"/>
                  <a:pt x="20" y="80"/>
                  <a:pt x="24" y="80"/>
                </a:cubicBezTo>
                <a:moveTo>
                  <a:pt x="24" y="241"/>
                </a:moveTo>
                <a:cubicBezTo>
                  <a:pt x="20" y="241"/>
                  <a:pt x="16" y="237"/>
                  <a:pt x="16" y="233"/>
                </a:cubicBezTo>
                <a:cubicBezTo>
                  <a:pt x="16" y="228"/>
                  <a:pt x="20" y="225"/>
                  <a:pt x="24" y="225"/>
                </a:cubicBezTo>
                <a:cubicBezTo>
                  <a:pt x="28" y="225"/>
                  <a:pt x="32" y="228"/>
                  <a:pt x="32" y="233"/>
                </a:cubicBezTo>
                <a:cubicBezTo>
                  <a:pt x="32" y="237"/>
                  <a:pt x="28" y="241"/>
                  <a:pt x="24" y="241"/>
                </a:cubicBezTo>
                <a:moveTo>
                  <a:pt x="329" y="241"/>
                </a:moveTo>
                <a:cubicBezTo>
                  <a:pt x="325" y="241"/>
                  <a:pt x="321" y="237"/>
                  <a:pt x="321" y="233"/>
                </a:cubicBezTo>
                <a:cubicBezTo>
                  <a:pt x="321" y="228"/>
                  <a:pt x="325" y="225"/>
                  <a:pt x="329" y="225"/>
                </a:cubicBezTo>
                <a:cubicBezTo>
                  <a:pt x="333" y="225"/>
                  <a:pt x="337" y="228"/>
                  <a:pt x="337" y="233"/>
                </a:cubicBezTo>
                <a:cubicBezTo>
                  <a:pt x="337" y="237"/>
                  <a:pt x="333" y="241"/>
                  <a:pt x="329" y="241"/>
                </a:cubicBezTo>
                <a:moveTo>
                  <a:pt x="337" y="210"/>
                </a:moveTo>
                <a:cubicBezTo>
                  <a:pt x="335" y="209"/>
                  <a:pt x="332" y="209"/>
                  <a:pt x="329" y="209"/>
                </a:cubicBezTo>
                <a:cubicBezTo>
                  <a:pt x="316" y="209"/>
                  <a:pt x="305" y="219"/>
                  <a:pt x="305" y="233"/>
                </a:cubicBezTo>
                <a:cubicBezTo>
                  <a:pt x="305" y="236"/>
                  <a:pt x="306" y="238"/>
                  <a:pt x="306" y="241"/>
                </a:cubicBezTo>
                <a:cubicBezTo>
                  <a:pt x="47" y="241"/>
                  <a:pt x="47" y="241"/>
                  <a:pt x="47" y="241"/>
                </a:cubicBezTo>
                <a:cubicBezTo>
                  <a:pt x="47" y="238"/>
                  <a:pt x="48" y="236"/>
                  <a:pt x="48" y="233"/>
                </a:cubicBezTo>
                <a:cubicBezTo>
                  <a:pt x="48" y="219"/>
                  <a:pt x="37" y="209"/>
                  <a:pt x="24" y="209"/>
                </a:cubicBezTo>
                <a:cubicBezTo>
                  <a:pt x="21" y="209"/>
                  <a:pt x="18" y="209"/>
                  <a:pt x="16" y="210"/>
                </a:cubicBezTo>
                <a:cubicBezTo>
                  <a:pt x="16" y="111"/>
                  <a:pt x="16" y="111"/>
                  <a:pt x="16" y="111"/>
                </a:cubicBezTo>
                <a:cubicBezTo>
                  <a:pt x="18" y="112"/>
                  <a:pt x="21" y="112"/>
                  <a:pt x="24" y="112"/>
                </a:cubicBezTo>
                <a:cubicBezTo>
                  <a:pt x="37" y="112"/>
                  <a:pt x="48" y="102"/>
                  <a:pt x="48" y="88"/>
                </a:cubicBezTo>
                <a:cubicBezTo>
                  <a:pt x="48" y="85"/>
                  <a:pt x="47" y="83"/>
                  <a:pt x="47" y="80"/>
                </a:cubicBezTo>
                <a:cubicBezTo>
                  <a:pt x="306" y="80"/>
                  <a:pt x="306" y="80"/>
                  <a:pt x="306" y="80"/>
                </a:cubicBezTo>
                <a:cubicBezTo>
                  <a:pt x="306" y="83"/>
                  <a:pt x="305" y="85"/>
                  <a:pt x="305" y="88"/>
                </a:cubicBezTo>
                <a:cubicBezTo>
                  <a:pt x="305" y="102"/>
                  <a:pt x="316" y="112"/>
                  <a:pt x="329" y="112"/>
                </a:cubicBezTo>
                <a:cubicBezTo>
                  <a:pt x="332" y="112"/>
                  <a:pt x="335" y="112"/>
                  <a:pt x="337" y="111"/>
                </a:cubicBezTo>
                <a:lnTo>
                  <a:pt x="337" y="210"/>
                </a:lnTo>
                <a:close/>
                <a:moveTo>
                  <a:pt x="329" y="96"/>
                </a:moveTo>
                <a:cubicBezTo>
                  <a:pt x="325" y="96"/>
                  <a:pt x="321" y="93"/>
                  <a:pt x="321" y="88"/>
                </a:cubicBezTo>
                <a:cubicBezTo>
                  <a:pt x="321" y="84"/>
                  <a:pt x="325" y="80"/>
                  <a:pt x="329" y="80"/>
                </a:cubicBezTo>
                <a:cubicBezTo>
                  <a:pt x="333" y="80"/>
                  <a:pt x="337" y="84"/>
                  <a:pt x="337" y="88"/>
                </a:cubicBezTo>
                <a:cubicBezTo>
                  <a:pt x="337" y="93"/>
                  <a:pt x="333" y="96"/>
                  <a:pt x="329" y="96"/>
                </a:cubicBezTo>
                <a:moveTo>
                  <a:pt x="281" y="209"/>
                </a:moveTo>
                <a:cubicBezTo>
                  <a:pt x="265" y="209"/>
                  <a:pt x="265" y="209"/>
                  <a:pt x="265" y="209"/>
                </a:cubicBezTo>
                <a:cubicBezTo>
                  <a:pt x="260" y="209"/>
                  <a:pt x="257" y="212"/>
                  <a:pt x="257" y="217"/>
                </a:cubicBezTo>
                <a:cubicBezTo>
                  <a:pt x="257" y="221"/>
                  <a:pt x="260" y="225"/>
                  <a:pt x="265" y="225"/>
                </a:cubicBezTo>
                <a:cubicBezTo>
                  <a:pt x="281" y="225"/>
                  <a:pt x="281" y="225"/>
                  <a:pt x="281" y="225"/>
                </a:cubicBezTo>
                <a:cubicBezTo>
                  <a:pt x="285" y="225"/>
                  <a:pt x="289" y="221"/>
                  <a:pt x="289" y="217"/>
                </a:cubicBezTo>
                <a:cubicBezTo>
                  <a:pt x="289" y="212"/>
                  <a:pt x="285" y="209"/>
                  <a:pt x="281" y="209"/>
                </a:cubicBezTo>
                <a:moveTo>
                  <a:pt x="176" y="96"/>
                </a:moveTo>
                <a:cubicBezTo>
                  <a:pt x="141" y="96"/>
                  <a:pt x="112" y="125"/>
                  <a:pt x="112" y="160"/>
                </a:cubicBezTo>
                <a:cubicBezTo>
                  <a:pt x="112" y="196"/>
                  <a:pt x="141" y="225"/>
                  <a:pt x="176" y="225"/>
                </a:cubicBezTo>
                <a:cubicBezTo>
                  <a:pt x="212" y="225"/>
                  <a:pt x="241" y="196"/>
                  <a:pt x="241" y="160"/>
                </a:cubicBezTo>
                <a:cubicBezTo>
                  <a:pt x="241" y="125"/>
                  <a:pt x="212" y="96"/>
                  <a:pt x="176" y="96"/>
                </a:cubicBezTo>
                <a:moveTo>
                  <a:pt x="202" y="187"/>
                </a:moveTo>
                <a:cubicBezTo>
                  <a:pt x="201" y="190"/>
                  <a:pt x="199" y="193"/>
                  <a:pt x="197" y="195"/>
                </a:cubicBezTo>
                <a:cubicBezTo>
                  <a:pt x="195" y="197"/>
                  <a:pt x="192" y="198"/>
                  <a:pt x="189" y="199"/>
                </a:cubicBezTo>
                <a:cubicBezTo>
                  <a:pt x="186" y="200"/>
                  <a:pt x="183" y="201"/>
                  <a:pt x="180" y="201"/>
                </a:cubicBezTo>
                <a:cubicBezTo>
                  <a:pt x="180" y="209"/>
                  <a:pt x="180" y="209"/>
                  <a:pt x="180" y="209"/>
                </a:cubicBezTo>
                <a:cubicBezTo>
                  <a:pt x="173" y="209"/>
                  <a:pt x="173" y="209"/>
                  <a:pt x="173" y="209"/>
                </a:cubicBezTo>
                <a:cubicBezTo>
                  <a:pt x="173" y="201"/>
                  <a:pt x="173" y="201"/>
                  <a:pt x="173" y="201"/>
                </a:cubicBezTo>
                <a:cubicBezTo>
                  <a:pt x="169" y="201"/>
                  <a:pt x="167" y="200"/>
                  <a:pt x="164" y="199"/>
                </a:cubicBezTo>
                <a:cubicBezTo>
                  <a:pt x="160" y="198"/>
                  <a:pt x="158" y="197"/>
                  <a:pt x="155" y="194"/>
                </a:cubicBezTo>
                <a:cubicBezTo>
                  <a:pt x="153" y="192"/>
                  <a:pt x="151" y="190"/>
                  <a:pt x="150" y="186"/>
                </a:cubicBezTo>
                <a:cubicBezTo>
                  <a:pt x="149" y="183"/>
                  <a:pt x="148" y="180"/>
                  <a:pt x="148" y="176"/>
                </a:cubicBezTo>
                <a:cubicBezTo>
                  <a:pt x="160" y="176"/>
                  <a:pt x="160" y="176"/>
                  <a:pt x="160" y="176"/>
                </a:cubicBezTo>
                <a:cubicBezTo>
                  <a:pt x="160" y="180"/>
                  <a:pt x="161" y="184"/>
                  <a:pt x="164" y="187"/>
                </a:cubicBezTo>
                <a:cubicBezTo>
                  <a:pt x="166" y="190"/>
                  <a:pt x="168" y="191"/>
                  <a:pt x="173" y="191"/>
                </a:cubicBezTo>
                <a:cubicBezTo>
                  <a:pt x="173" y="165"/>
                  <a:pt x="173" y="165"/>
                  <a:pt x="173" y="165"/>
                </a:cubicBezTo>
                <a:cubicBezTo>
                  <a:pt x="170" y="164"/>
                  <a:pt x="168" y="163"/>
                  <a:pt x="165" y="162"/>
                </a:cubicBezTo>
                <a:cubicBezTo>
                  <a:pt x="163" y="161"/>
                  <a:pt x="160" y="159"/>
                  <a:pt x="158" y="158"/>
                </a:cubicBezTo>
                <a:cubicBezTo>
                  <a:pt x="155" y="156"/>
                  <a:pt x="153" y="154"/>
                  <a:pt x="152" y="151"/>
                </a:cubicBezTo>
                <a:cubicBezTo>
                  <a:pt x="150" y="148"/>
                  <a:pt x="150" y="145"/>
                  <a:pt x="150" y="141"/>
                </a:cubicBezTo>
                <a:cubicBezTo>
                  <a:pt x="150" y="137"/>
                  <a:pt x="150" y="134"/>
                  <a:pt x="152" y="132"/>
                </a:cubicBezTo>
                <a:cubicBezTo>
                  <a:pt x="153" y="129"/>
                  <a:pt x="155" y="127"/>
                  <a:pt x="157" y="125"/>
                </a:cubicBezTo>
                <a:cubicBezTo>
                  <a:pt x="159" y="123"/>
                  <a:pt x="162" y="122"/>
                  <a:pt x="165" y="121"/>
                </a:cubicBezTo>
                <a:cubicBezTo>
                  <a:pt x="168" y="120"/>
                  <a:pt x="170" y="120"/>
                  <a:pt x="173" y="120"/>
                </a:cubicBezTo>
                <a:cubicBezTo>
                  <a:pt x="173" y="112"/>
                  <a:pt x="173" y="112"/>
                  <a:pt x="173" y="112"/>
                </a:cubicBezTo>
                <a:cubicBezTo>
                  <a:pt x="180" y="112"/>
                  <a:pt x="180" y="112"/>
                  <a:pt x="180" y="112"/>
                </a:cubicBezTo>
                <a:cubicBezTo>
                  <a:pt x="180" y="120"/>
                  <a:pt x="180" y="120"/>
                  <a:pt x="180" y="120"/>
                </a:cubicBezTo>
                <a:cubicBezTo>
                  <a:pt x="183" y="120"/>
                  <a:pt x="185" y="120"/>
                  <a:pt x="188" y="121"/>
                </a:cubicBezTo>
                <a:cubicBezTo>
                  <a:pt x="191" y="122"/>
                  <a:pt x="193" y="123"/>
                  <a:pt x="196" y="125"/>
                </a:cubicBezTo>
                <a:cubicBezTo>
                  <a:pt x="198" y="127"/>
                  <a:pt x="199" y="129"/>
                  <a:pt x="201" y="131"/>
                </a:cubicBezTo>
                <a:cubicBezTo>
                  <a:pt x="202" y="134"/>
                  <a:pt x="202" y="137"/>
                  <a:pt x="202" y="141"/>
                </a:cubicBezTo>
                <a:cubicBezTo>
                  <a:pt x="190" y="141"/>
                  <a:pt x="190" y="141"/>
                  <a:pt x="190" y="141"/>
                </a:cubicBezTo>
                <a:cubicBezTo>
                  <a:pt x="190" y="137"/>
                  <a:pt x="189" y="134"/>
                  <a:pt x="187" y="132"/>
                </a:cubicBezTo>
                <a:cubicBezTo>
                  <a:pt x="186" y="130"/>
                  <a:pt x="184" y="129"/>
                  <a:pt x="180" y="129"/>
                </a:cubicBezTo>
                <a:cubicBezTo>
                  <a:pt x="180" y="152"/>
                  <a:pt x="180" y="152"/>
                  <a:pt x="180" y="152"/>
                </a:cubicBezTo>
                <a:cubicBezTo>
                  <a:pt x="183" y="153"/>
                  <a:pt x="185" y="154"/>
                  <a:pt x="188" y="155"/>
                </a:cubicBezTo>
                <a:cubicBezTo>
                  <a:pt x="191" y="157"/>
                  <a:pt x="194" y="158"/>
                  <a:pt x="197" y="160"/>
                </a:cubicBezTo>
                <a:cubicBezTo>
                  <a:pt x="199" y="162"/>
                  <a:pt x="201" y="164"/>
                  <a:pt x="202" y="167"/>
                </a:cubicBezTo>
                <a:cubicBezTo>
                  <a:pt x="204" y="169"/>
                  <a:pt x="204" y="173"/>
                  <a:pt x="204" y="177"/>
                </a:cubicBezTo>
                <a:cubicBezTo>
                  <a:pt x="204" y="181"/>
                  <a:pt x="204" y="184"/>
                  <a:pt x="202" y="187"/>
                </a:cubicBezTo>
                <a:moveTo>
                  <a:pt x="188" y="170"/>
                </a:moveTo>
                <a:cubicBezTo>
                  <a:pt x="187" y="169"/>
                  <a:pt x="185" y="168"/>
                  <a:pt x="184" y="167"/>
                </a:cubicBezTo>
                <a:cubicBezTo>
                  <a:pt x="182" y="167"/>
                  <a:pt x="181" y="166"/>
                  <a:pt x="180" y="166"/>
                </a:cubicBezTo>
                <a:cubicBezTo>
                  <a:pt x="180" y="191"/>
                  <a:pt x="180" y="191"/>
                  <a:pt x="180" y="191"/>
                </a:cubicBezTo>
                <a:cubicBezTo>
                  <a:pt x="184" y="191"/>
                  <a:pt x="186" y="190"/>
                  <a:pt x="188" y="188"/>
                </a:cubicBezTo>
                <a:cubicBezTo>
                  <a:pt x="191" y="186"/>
                  <a:pt x="192" y="183"/>
                  <a:pt x="192" y="178"/>
                </a:cubicBezTo>
                <a:cubicBezTo>
                  <a:pt x="192" y="176"/>
                  <a:pt x="192" y="175"/>
                  <a:pt x="191" y="173"/>
                </a:cubicBezTo>
                <a:cubicBezTo>
                  <a:pt x="190" y="172"/>
                  <a:pt x="189" y="171"/>
                  <a:pt x="188" y="170"/>
                </a:cubicBezTo>
                <a:moveTo>
                  <a:pt x="162" y="140"/>
                </a:moveTo>
                <a:cubicBezTo>
                  <a:pt x="162" y="142"/>
                  <a:pt x="162" y="143"/>
                  <a:pt x="163" y="145"/>
                </a:cubicBezTo>
                <a:cubicBezTo>
                  <a:pt x="164" y="146"/>
                  <a:pt x="165" y="147"/>
                  <a:pt x="166" y="148"/>
                </a:cubicBezTo>
                <a:cubicBezTo>
                  <a:pt x="167" y="149"/>
                  <a:pt x="168" y="149"/>
                  <a:pt x="170" y="150"/>
                </a:cubicBezTo>
                <a:cubicBezTo>
                  <a:pt x="171" y="150"/>
                  <a:pt x="172" y="151"/>
                  <a:pt x="173" y="151"/>
                </a:cubicBezTo>
                <a:cubicBezTo>
                  <a:pt x="173" y="129"/>
                  <a:pt x="173" y="129"/>
                  <a:pt x="173" y="129"/>
                </a:cubicBezTo>
                <a:cubicBezTo>
                  <a:pt x="169" y="129"/>
                  <a:pt x="167" y="130"/>
                  <a:pt x="165" y="132"/>
                </a:cubicBezTo>
                <a:cubicBezTo>
                  <a:pt x="163" y="133"/>
                  <a:pt x="162" y="136"/>
                  <a:pt x="162" y="140"/>
                </a:cubicBez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71" name="Shape 571"/>
        <p:cNvGrpSpPr/>
        <p:nvPr/>
      </p:nvGrpSpPr>
      <p:grpSpPr>
        <a:xfrm>
          <a:off x="0" y="0"/>
          <a:ext cx="0" cy="0"/>
          <a:chOff x="0" y="0"/>
          <a:chExt cx="0" cy="0"/>
        </a:xfrm>
      </p:grpSpPr>
      <p:sp>
        <p:nvSpPr>
          <p:cNvPr id="572" name="Google Shape;572;p28"/>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Arquetipo de cliente: Segmento 1</a:t>
            </a:r>
            <a:endParaRPr/>
          </a:p>
        </p:txBody>
      </p:sp>
      <p:sp>
        <p:nvSpPr>
          <p:cNvPr id="573" name="Google Shape;573;p28"/>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solidFill>
                  <a:srgbClr val="000000"/>
                </a:solidFill>
              </a:rPr>
              <a:t>Análisis </a:t>
            </a:r>
            <a:r>
              <a:rPr lang="en-US">
                <a:solidFill>
                  <a:schemeClr val="dk1"/>
                </a:solidFill>
              </a:rPr>
              <a:t>externo</a:t>
            </a:r>
            <a:r>
              <a:rPr lang="en-US">
                <a:solidFill>
                  <a:srgbClr val="000000"/>
                </a:solidFill>
              </a:rPr>
              <a:t> </a:t>
            </a:r>
            <a:r>
              <a:rPr lang="en-US">
                <a:solidFill>
                  <a:schemeClr val="accent3"/>
                </a:solidFill>
              </a:rPr>
              <a:t>| Clientes</a:t>
            </a:r>
            <a:endParaRPr b="1" i="0" sz="8800" u="none" cap="none" strike="noStrike">
              <a:solidFill>
                <a:schemeClr val="accent3"/>
              </a:solidFill>
              <a:latin typeface="Lato"/>
              <a:ea typeface="Lato"/>
              <a:cs typeface="Lato"/>
              <a:sym typeface="Lato"/>
            </a:endParaRPr>
          </a:p>
        </p:txBody>
      </p:sp>
      <p:sp>
        <p:nvSpPr>
          <p:cNvPr id="574" name="Google Shape;574;p28"/>
          <p:cNvSpPr/>
          <p:nvPr/>
        </p:nvSpPr>
        <p:spPr>
          <a:xfrm>
            <a:off x="21651301" y="344700"/>
            <a:ext cx="2112600" cy="2112600"/>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575" name="Google Shape;575;p28"/>
          <p:cNvSpPr/>
          <p:nvPr/>
        </p:nvSpPr>
        <p:spPr>
          <a:xfrm>
            <a:off x="22253663" y="717789"/>
            <a:ext cx="938638" cy="1366410"/>
          </a:xfrm>
          <a:custGeom>
            <a:rect b="b" l="l" r="r" t="t"/>
            <a:pathLst>
              <a:path extrusionOk="0" h="4067" w="2797">
                <a:moveTo>
                  <a:pt x="399" y="1619"/>
                </a:moveTo>
                <a:cubicBezTo>
                  <a:pt x="399" y="1484"/>
                  <a:pt x="508" y="1375"/>
                  <a:pt x="643" y="1375"/>
                </a:cubicBezTo>
                <a:cubicBezTo>
                  <a:pt x="778" y="1375"/>
                  <a:pt x="887" y="1484"/>
                  <a:pt x="887" y="1619"/>
                </a:cubicBezTo>
                <a:cubicBezTo>
                  <a:pt x="887" y="1754"/>
                  <a:pt x="778" y="1863"/>
                  <a:pt x="643" y="1863"/>
                </a:cubicBezTo>
                <a:cubicBezTo>
                  <a:pt x="508" y="1863"/>
                  <a:pt x="399" y="1754"/>
                  <a:pt x="399" y="1619"/>
                </a:cubicBezTo>
                <a:close/>
                <a:moveTo>
                  <a:pt x="1189" y="3053"/>
                </a:moveTo>
                <a:cubicBezTo>
                  <a:pt x="1189" y="3557"/>
                  <a:pt x="1189" y="3557"/>
                  <a:pt x="1189" y="3557"/>
                </a:cubicBezTo>
                <a:cubicBezTo>
                  <a:pt x="1189" y="3599"/>
                  <a:pt x="1158" y="3633"/>
                  <a:pt x="1120" y="3633"/>
                </a:cubicBezTo>
                <a:cubicBezTo>
                  <a:pt x="1011" y="3633"/>
                  <a:pt x="1011" y="3633"/>
                  <a:pt x="1011" y="3633"/>
                </a:cubicBezTo>
                <a:cubicBezTo>
                  <a:pt x="973" y="3633"/>
                  <a:pt x="942" y="3599"/>
                  <a:pt x="942" y="3557"/>
                </a:cubicBezTo>
                <a:cubicBezTo>
                  <a:pt x="942" y="3053"/>
                  <a:pt x="942" y="3053"/>
                  <a:pt x="942" y="3053"/>
                </a:cubicBezTo>
                <a:cubicBezTo>
                  <a:pt x="942" y="3011"/>
                  <a:pt x="973" y="2977"/>
                  <a:pt x="1011" y="2977"/>
                </a:cubicBezTo>
                <a:cubicBezTo>
                  <a:pt x="1033" y="2977"/>
                  <a:pt x="1033" y="2977"/>
                  <a:pt x="1033" y="2977"/>
                </a:cubicBezTo>
                <a:cubicBezTo>
                  <a:pt x="1033" y="2947"/>
                  <a:pt x="1033" y="2947"/>
                  <a:pt x="1033" y="2947"/>
                </a:cubicBezTo>
                <a:cubicBezTo>
                  <a:pt x="993" y="2938"/>
                  <a:pt x="965" y="2906"/>
                  <a:pt x="960" y="2858"/>
                </a:cubicBezTo>
                <a:cubicBezTo>
                  <a:pt x="958" y="2843"/>
                  <a:pt x="959" y="2828"/>
                  <a:pt x="959" y="2812"/>
                </a:cubicBezTo>
                <a:cubicBezTo>
                  <a:pt x="959" y="2631"/>
                  <a:pt x="959" y="2450"/>
                  <a:pt x="959" y="2269"/>
                </a:cubicBezTo>
                <a:cubicBezTo>
                  <a:pt x="959" y="2257"/>
                  <a:pt x="959" y="2245"/>
                  <a:pt x="959" y="2232"/>
                </a:cubicBezTo>
                <a:cubicBezTo>
                  <a:pt x="946" y="2232"/>
                  <a:pt x="936" y="2232"/>
                  <a:pt x="924" y="2232"/>
                </a:cubicBezTo>
                <a:cubicBezTo>
                  <a:pt x="924" y="2891"/>
                  <a:pt x="924" y="2891"/>
                  <a:pt x="924" y="2891"/>
                </a:cubicBezTo>
                <a:cubicBezTo>
                  <a:pt x="924" y="3192"/>
                  <a:pt x="924" y="3192"/>
                  <a:pt x="924" y="3192"/>
                </a:cubicBezTo>
                <a:cubicBezTo>
                  <a:pt x="924" y="3430"/>
                  <a:pt x="924" y="3668"/>
                  <a:pt x="925" y="3907"/>
                </a:cubicBezTo>
                <a:cubicBezTo>
                  <a:pt x="925" y="3983"/>
                  <a:pt x="903" y="4040"/>
                  <a:pt x="827" y="4067"/>
                </a:cubicBezTo>
                <a:cubicBezTo>
                  <a:pt x="805" y="4067"/>
                  <a:pt x="784" y="4067"/>
                  <a:pt x="762" y="4067"/>
                </a:cubicBezTo>
                <a:cubicBezTo>
                  <a:pt x="686" y="4039"/>
                  <a:pt x="663" y="3983"/>
                  <a:pt x="663" y="3905"/>
                </a:cubicBezTo>
                <a:cubicBezTo>
                  <a:pt x="666" y="3600"/>
                  <a:pt x="664" y="3295"/>
                  <a:pt x="664" y="2990"/>
                </a:cubicBezTo>
                <a:cubicBezTo>
                  <a:pt x="664" y="2977"/>
                  <a:pt x="664" y="2965"/>
                  <a:pt x="664" y="2951"/>
                </a:cubicBezTo>
                <a:cubicBezTo>
                  <a:pt x="648" y="2951"/>
                  <a:pt x="636" y="2951"/>
                  <a:pt x="620" y="2951"/>
                </a:cubicBezTo>
                <a:cubicBezTo>
                  <a:pt x="620" y="2965"/>
                  <a:pt x="620" y="2978"/>
                  <a:pt x="620" y="2991"/>
                </a:cubicBezTo>
                <a:cubicBezTo>
                  <a:pt x="620" y="3297"/>
                  <a:pt x="619" y="3603"/>
                  <a:pt x="621" y="3909"/>
                </a:cubicBezTo>
                <a:cubicBezTo>
                  <a:pt x="621" y="3986"/>
                  <a:pt x="597" y="4041"/>
                  <a:pt x="521" y="4067"/>
                </a:cubicBezTo>
                <a:cubicBezTo>
                  <a:pt x="499" y="4067"/>
                  <a:pt x="478" y="4067"/>
                  <a:pt x="456" y="4067"/>
                </a:cubicBezTo>
                <a:cubicBezTo>
                  <a:pt x="415" y="4048"/>
                  <a:pt x="378" y="4024"/>
                  <a:pt x="368" y="3976"/>
                </a:cubicBezTo>
                <a:cubicBezTo>
                  <a:pt x="363" y="3953"/>
                  <a:pt x="363" y="3929"/>
                  <a:pt x="363" y="3905"/>
                </a:cubicBezTo>
                <a:cubicBezTo>
                  <a:pt x="362" y="3364"/>
                  <a:pt x="362" y="2822"/>
                  <a:pt x="362" y="2281"/>
                </a:cubicBezTo>
                <a:cubicBezTo>
                  <a:pt x="362" y="2267"/>
                  <a:pt x="362" y="2253"/>
                  <a:pt x="362" y="2238"/>
                </a:cubicBezTo>
                <a:cubicBezTo>
                  <a:pt x="346" y="2238"/>
                  <a:pt x="334" y="2238"/>
                  <a:pt x="318" y="2238"/>
                </a:cubicBezTo>
                <a:cubicBezTo>
                  <a:pt x="318" y="2251"/>
                  <a:pt x="318" y="2263"/>
                  <a:pt x="318" y="2275"/>
                </a:cubicBezTo>
                <a:cubicBezTo>
                  <a:pt x="318" y="2456"/>
                  <a:pt x="318" y="2637"/>
                  <a:pt x="318" y="2818"/>
                </a:cubicBezTo>
                <a:cubicBezTo>
                  <a:pt x="318" y="2834"/>
                  <a:pt x="319" y="2849"/>
                  <a:pt x="317" y="2864"/>
                </a:cubicBezTo>
                <a:cubicBezTo>
                  <a:pt x="310" y="2931"/>
                  <a:pt x="258" y="2967"/>
                  <a:pt x="193" y="2952"/>
                </a:cubicBezTo>
                <a:cubicBezTo>
                  <a:pt x="158" y="2943"/>
                  <a:pt x="140" y="2917"/>
                  <a:pt x="124" y="2889"/>
                </a:cubicBezTo>
                <a:cubicBezTo>
                  <a:pt x="124" y="2637"/>
                  <a:pt x="128" y="2126"/>
                  <a:pt x="129" y="2122"/>
                </a:cubicBezTo>
                <a:cubicBezTo>
                  <a:pt x="160" y="1994"/>
                  <a:pt x="242" y="1913"/>
                  <a:pt x="362" y="1893"/>
                </a:cubicBezTo>
                <a:cubicBezTo>
                  <a:pt x="381" y="1890"/>
                  <a:pt x="400" y="1888"/>
                  <a:pt x="420" y="1888"/>
                </a:cubicBezTo>
                <a:cubicBezTo>
                  <a:pt x="453" y="1888"/>
                  <a:pt x="864" y="1887"/>
                  <a:pt x="915" y="1887"/>
                </a:cubicBezTo>
                <a:cubicBezTo>
                  <a:pt x="915" y="1887"/>
                  <a:pt x="915" y="1887"/>
                  <a:pt x="915" y="1887"/>
                </a:cubicBezTo>
                <a:cubicBezTo>
                  <a:pt x="915" y="1887"/>
                  <a:pt x="915" y="1887"/>
                  <a:pt x="915" y="1887"/>
                </a:cubicBezTo>
                <a:cubicBezTo>
                  <a:pt x="916" y="1887"/>
                  <a:pt x="917" y="1888"/>
                  <a:pt x="917" y="1888"/>
                </a:cubicBezTo>
                <a:cubicBezTo>
                  <a:pt x="1036" y="1908"/>
                  <a:pt x="1118" y="1989"/>
                  <a:pt x="1148" y="2116"/>
                </a:cubicBezTo>
                <a:cubicBezTo>
                  <a:pt x="1149" y="2120"/>
                  <a:pt x="1153" y="2631"/>
                  <a:pt x="1153" y="2883"/>
                </a:cubicBezTo>
                <a:cubicBezTo>
                  <a:pt x="1139" y="2907"/>
                  <a:pt x="1124" y="2930"/>
                  <a:pt x="1098" y="2941"/>
                </a:cubicBezTo>
                <a:cubicBezTo>
                  <a:pt x="1098" y="2977"/>
                  <a:pt x="1098" y="2977"/>
                  <a:pt x="1098" y="2977"/>
                </a:cubicBezTo>
                <a:cubicBezTo>
                  <a:pt x="1120" y="2977"/>
                  <a:pt x="1120" y="2977"/>
                  <a:pt x="1120" y="2977"/>
                </a:cubicBezTo>
                <a:cubicBezTo>
                  <a:pt x="1158" y="2977"/>
                  <a:pt x="1189" y="3011"/>
                  <a:pt x="1189" y="3053"/>
                </a:cubicBezTo>
                <a:close/>
                <a:moveTo>
                  <a:pt x="585" y="1914"/>
                </a:moveTo>
                <a:cubicBezTo>
                  <a:pt x="619" y="2002"/>
                  <a:pt x="619" y="2002"/>
                  <a:pt x="619" y="2002"/>
                </a:cubicBezTo>
                <a:cubicBezTo>
                  <a:pt x="641" y="2002"/>
                  <a:pt x="641" y="2002"/>
                  <a:pt x="641" y="2002"/>
                </a:cubicBezTo>
                <a:cubicBezTo>
                  <a:pt x="645" y="2002"/>
                  <a:pt x="645" y="2002"/>
                  <a:pt x="645" y="2002"/>
                </a:cubicBezTo>
                <a:cubicBezTo>
                  <a:pt x="666" y="2002"/>
                  <a:pt x="666" y="2002"/>
                  <a:pt x="666" y="2002"/>
                </a:cubicBezTo>
                <a:cubicBezTo>
                  <a:pt x="700" y="1914"/>
                  <a:pt x="700" y="1914"/>
                  <a:pt x="700" y="1914"/>
                </a:cubicBezTo>
                <a:cubicBezTo>
                  <a:pt x="645" y="1914"/>
                  <a:pt x="645" y="1914"/>
                  <a:pt x="645" y="1914"/>
                </a:cubicBezTo>
                <a:cubicBezTo>
                  <a:pt x="641" y="1914"/>
                  <a:pt x="641" y="1914"/>
                  <a:pt x="641" y="1914"/>
                </a:cubicBezTo>
                <a:lnTo>
                  <a:pt x="585" y="1914"/>
                </a:lnTo>
                <a:close/>
                <a:moveTo>
                  <a:pt x="705" y="2440"/>
                </a:moveTo>
                <a:cubicBezTo>
                  <a:pt x="666" y="2041"/>
                  <a:pt x="666" y="2041"/>
                  <a:pt x="666" y="2041"/>
                </a:cubicBezTo>
                <a:cubicBezTo>
                  <a:pt x="643" y="2041"/>
                  <a:pt x="643" y="2041"/>
                  <a:pt x="643" y="2041"/>
                </a:cubicBezTo>
                <a:cubicBezTo>
                  <a:pt x="620" y="2041"/>
                  <a:pt x="620" y="2041"/>
                  <a:pt x="620" y="2041"/>
                </a:cubicBezTo>
                <a:cubicBezTo>
                  <a:pt x="580" y="2440"/>
                  <a:pt x="580" y="2440"/>
                  <a:pt x="580" y="2440"/>
                </a:cubicBezTo>
                <a:cubicBezTo>
                  <a:pt x="643" y="2491"/>
                  <a:pt x="643" y="2491"/>
                  <a:pt x="643" y="2491"/>
                </a:cubicBezTo>
                <a:lnTo>
                  <a:pt x="705" y="2440"/>
                </a:lnTo>
                <a:close/>
                <a:moveTo>
                  <a:pt x="2653" y="763"/>
                </a:moveTo>
                <a:cubicBezTo>
                  <a:pt x="2648" y="783"/>
                  <a:pt x="2642" y="802"/>
                  <a:pt x="2634" y="821"/>
                </a:cubicBezTo>
                <a:cubicBezTo>
                  <a:pt x="2751" y="905"/>
                  <a:pt x="2751" y="905"/>
                  <a:pt x="2751" y="905"/>
                </a:cubicBezTo>
                <a:cubicBezTo>
                  <a:pt x="2603" y="1109"/>
                  <a:pt x="2603" y="1109"/>
                  <a:pt x="2603" y="1109"/>
                </a:cubicBezTo>
                <a:cubicBezTo>
                  <a:pt x="2486" y="1024"/>
                  <a:pt x="2486" y="1024"/>
                  <a:pt x="2486" y="1024"/>
                </a:cubicBezTo>
                <a:cubicBezTo>
                  <a:pt x="2471" y="1037"/>
                  <a:pt x="2454" y="1049"/>
                  <a:pt x="2437" y="1060"/>
                </a:cubicBezTo>
                <a:cubicBezTo>
                  <a:pt x="2482" y="1197"/>
                  <a:pt x="2482" y="1197"/>
                  <a:pt x="2482" y="1197"/>
                </a:cubicBezTo>
                <a:cubicBezTo>
                  <a:pt x="2242" y="1275"/>
                  <a:pt x="2242" y="1275"/>
                  <a:pt x="2242" y="1275"/>
                </a:cubicBezTo>
                <a:cubicBezTo>
                  <a:pt x="2198" y="1138"/>
                  <a:pt x="2198" y="1138"/>
                  <a:pt x="2198" y="1138"/>
                </a:cubicBezTo>
                <a:cubicBezTo>
                  <a:pt x="2188" y="1138"/>
                  <a:pt x="2178" y="1139"/>
                  <a:pt x="2168" y="1139"/>
                </a:cubicBezTo>
                <a:cubicBezTo>
                  <a:pt x="2157" y="1139"/>
                  <a:pt x="2147" y="1138"/>
                  <a:pt x="2137" y="1138"/>
                </a:cubicBezTo>
                <a:cubicBezTo>
                  <a:pt x="2093" y="1275"/>
                  <a:pt x="2093" y="1275"/>
                  <a:pt x="2093" y="1275"/>
                </a:cubicBezTo>
                <a:cubicBezTo>
                  <a:pt x="1853" y="1197"/>
                  <a:pt x="1853" y="1197"/>
                  <a:pt x="1853" y="1197"/>
                </a:cubicBezTo>
                <a:cubicBezTo>
                  <a:pt x="1898" y="1060"/>
                  <a:pt x="1898" y="1060"/>
                  <a:pt x="1898" y="1060"/>
                </a:cubicBezTo>
                <a:cubicBezTo>
                  <a:pt x="1881" y="1049"/>
                  <a:pt x="1864" y="1037"/>
                  <a:pt x="1849" y="1024"/>
                </a:cubicBezTo>
                <a:cubicBezTo>
                  <a:pt x="1732" y="1109"/>
                  <a:pt x="1732" y="1109"/>
                  <a:pt x="1732" y="1109"/>
                </a:cubicBezTo>
                <a:cubicBezTo>
                  <a:pt x="1584" y="905"/>
                  <a:pt x="1584" y="905"/>
                  <a:pt x="1584" y="905"/>
                </a:cubicBezTo>
                <a:cubicBezTo>
                  <a:pt x="1701" y="821"/>
                  <a:pt x="1701" y="821"/>
                  <a:pt x="1701" y="821"/>
                </a:cubicBezTo>
                <a:cubicBezTo>
                  <a:pt x="1694" y="802"/>
                  <a:pt x="1687" y="783"/>
                  <a:pt x="1682" y="763"/>
                </a:cubicBezTo>
                <a:cubicBezTo>
                  <a:pt x="1538" y="763"/>
                  <a:pt x="1538" y="763"/>
                  <a:pt x="1538" y="763"/>
                </a:cubicBezTo>
                <a:cubicBezTo>
                  <a:pt x="1538" y="511"/>
                  <a:pt x="1538" y="511"/>
                  <a:pt x="1538" y="511"/>
                </a:cubicBezTo>
                <a:cubicBezTo>
                  <a:pt x="1682" y="511"/>
                  <a:pt x="1682" y="511"/>
                  <a:pt x="1682" y="511"/>
                </a:cubicBezTo>
                <a:cubicBezTo>
                  <a:pt x="1687" y="492"/>
                  <a:pt x="1694" y="472"/>
                  <a:pt x="1701" y="454"/>
                </a:cubicBezTo>
                <a:cubicBezTo>
                  <a:pt x="1584" y="369"/>
                  <a:pt x="1584" y="369"/>
                  <a:pt x="1584" y="369"/>
                </a:cubicBezTo>
                <a:cubicBezTo>
                  <a:pt x="1732" y="165"/>
                  <a:pt x="1732" y="165"/>
                  <a:pt x="1732" y="165"/>
                </a:cubicBezTo>
                <a:cubicBezTo>
                  <a:pt x="1849" y="250"/>
                  <a:pt x="1849" y="250"/>
                  <a:pt x="1849" y="250"/>
                </a:cubicBezTo>
                <a:cubicBezTo>
                  <a:pt x="1864" y="237"/>
                  <a:pt x="1881" y="225"/>
                  <a:pt x="1898" y="215"/>
                </a:cubicBezTo>
                <a:cubicBezTo>
                  <a:pt x="1853" y="77"/>
                  <a:pt x="1853" y="77"/>
                  <a:pt x="1853" y="77"/>
                </a:cubicBezTo>
                <a:cubicBezTo>
                  <a:pt x="2093" y="0"/>
                  <a:pt x="2093" y="0"/>
                  <a:pt x="2093" y="0"/>
                </a:cubicBezTo>
                <a:cubicBezTo>
                  <a:pt x="2137" y="137"/>
                  <a:pt x="2137" y="137"/>
                  <a:pt x="2137" y="137"/>
                </a:cubicBezTo>
                <a:cubicBezTo>
                  <a:pt x="2147" y="136"/>
                  <a:pt x="2157" y="136"/>
                  <a:pt x="2168" y="136"/>
                </a:cubicBezTo>
                <a:cubicBezTo>
                  <a:pt x="2178" y="136"/>
                  <a:pt x="2188" y="136"/>
                  <a:pt x="2198" y="137"/>
                </a:cubicBezTo>
                <a:cubicBezTo>
                  <a:pt x="2242" y="0"/>
                  <a:pt x="2242" y="0"/>
                  <a:pt x="2242" y="0"/>
                </a:cubicBezTo>
                <a:cubicBezTo>
                  <a:pt x="2482" y="77"/>
                  <a:pt x="2482" y="77"/>
                  <a:pt x="2482" y="77"/>
                </a:cubicBezTo>
                <a:cubicBezTo>
                  <a:pt x="2437" y="215"/>
                  <a:pt x="2437" y="215"/>
                  <a:pt x="2437" y="215"/>
                </a:cubicBezTo>
                <a:cubicBezTo>
                  <a:pt x="2454" y="225"/>
                  <a:pt x="2471" y="237"/>
                  <a:pt x="2486" y="250"/>
                </a:cubicBezTo>
                <a:cubicBezTo>
                  <a:pt x="2603" y="165"/>
                  <a:pt x="2603" y="165"/>
                  <a:pt x="2603" y="165"/>
                </a:cubicBezTo>
                <a:cubicBezTo>
                  <a:pt x="2751" y="369"/>
                  <a:pt x="2751" y="369"/>
                  <a:pt x="2751" y="369"/>
                </a:cubicBezTo>
                <a:cubicBezTo>
                  <a:pt x="2634" y="454"/>
                  <a:pt x="2634" y="454"/>
                  <a:pt x="2634" y="454"/>
                </a:cubicBezTo>
                <a:cubicBezTo>
                  <a:pt x="2642" y="472"/>
                  <a:pt x="2648" y="492"/>
                  <a:pt x="2653" y="511"/>
                </a:cubicBezTo>
                <a:cubicBezTo>
                  <a:pt x="2797" y="511"/>
                  <a:pt x="2797" y="511"/>
                  <a:pt x="2797" y="511"/>
                </a:cubicBezTo>
                <a:cubicBezTo>
                  <a:pt x="2797" y="763"/>
                  <a:pt x="2797" y="763"/>
                  <a:pt x="2797" y="763"/>
                </a:cubicBezTo>
                <a:lnTo>
                  <a:pt x="2653" y="763"/>
                </a:lnTo>
                <a:close/>
                <a:moveTo>
                  <a:pt x="2319" y="637"/>
                </a:moveTo>
                <a:cubicBezTo>
                  <a:pt x="2319" y="554"/>
                  <a:pt x="2251" y="486"/>
                  <a:pt x="2168" y="486"/>
                </a:cubicBezTo>
                <a:cubicBezTo>
                  <a:pt x="2084" y="486"/>
                  <a:pt x="2016" y="554"/>
                  <a:pt x="2016" y="637"/>
                </a:cubicBezTo>
                <a:cubicBezTo>
                  <a:pt x="2016" y="721"/>
                  <a:pt x="2084" y="788"/>
                  <a:pt x="2168" y="788"/>
                </a:cubicBezTo>
                <a:cubicBezTo>
                  <a:pt x="2251" y="788"/>
                  <a:pt x="2319" y="721"/>
                  <a:pt x="2319" y="637"/>
                </a:cubicBezTo>
                <a:close/>
                <a:moveTo>
                  <a:pt x="852" y="424"/>
                </a:moveTo>
                <a:cubicBezTo>
                  <a:pt x="822" y="400"/>
                  <a:pt x="778" y="406"/>
                  <a:pt x="755" y="436"/>
                </a:cubicBezTo>
                <a:cubicBezTo>
                  <a:pt x="598" y="637"/>
                  <a:pt x="598" y="637"/>
                  <a:pt x="598" y="637"/>
                </a:cubicBezTo>
                <a:cubicBezTo>
                  <a:pt x="526" y="562"/>
                  <a:pt x="526" y="562"/>
                  <a:pt x="526" y="562"/>
                </a:cubicBezTo>
                <a:cubicBezTo>
                  <a:pt x="499" y="535"/>
                  <a:pt x="455" y="534"/>
                  <a:pt x="428" y="561"/>
                </a:cubicBezTo>
                <a:cubicBezTo>
                  <a:pt x="400" y="587"/>
                  <a:pt x="400" y="631"/>
                  <a:pt x="427" y="658"/>
                </a:cubicBezTo>
                <a:cubicBezTo>
                  <a:pt x="554" y="790"/>
                  <a:pt x="554" y="790"/>
                  <a:pt x="554" y="790"/>
                </a:cubicBezTo>
                <a:cubicBezTo>
                  <a:pt x="556" y="791"/>
                  <a:pt x="557" y="792"/>
                  <a:pt x="558" y="793"/>
                </a:cubicBezTo>
                <a:cubicBezTo>
                  <a:pt x="559" y="794"/>
                  <a:pt x="560" y="795"/>
                  <a:pt x="562" y="796"/>
                </a:cubicBezTo>
                <a:cubicBezTo>
                  <a:pt x="562" y="797"/>
                  <a:pt x="563" y="797"/>
                  <a:pt x="564" y="798"/>
                </a:cubicBezTo>
                <a:cubicBezTo>
                  <a:pt x="565" y="799"/>
                  <a:pt x="567" y="800"/>
                  <a:pt x="568" y="801"/>
                </a:cubicBezTo>
                <a:cubicBezTo>
                  <a:pt x="571" y="802"/>
                  <a:pt x="573" y="803"/>
                  <a:pt x="575" y="805"/>
                </a:cubicBezTo>
                <a:cubicBezTo>
                  <a:pt x="577" y="805"/>
                  <a:pt x="578" y="806"/>
                  <a:pt x="580" y="806"/>
                </a:cubicBezTo>
                <a:cubicBezTo>
                  <a:pt x="582" y="807"/>
                  <a:pt x="585" y="808"/>
                  <a:pt x="588" y="809"/>
                </a:cubicBezTo>
                <a:cubicBezTo>
                  <a:pt x="589" y="809"/>
                  <a:pt x="590" y="810"/>
                  <a:pt x="592" y="810"/>
                </a:cubicBezTo>
                <a:cubicBezTo>
                  <a:pt x="596" y="810"/>
                  <a:pt x="600" y="811"/>
                  <a:pt x="604" y="811"/>
                </a:cubicBezTo>
                <a:cubicBezTo>
                  <a:pt x="604" y="811"/>
                  <a:pt x="604" y="811"/>
                  <a:pt x="604" y="811"/>
                </a:cubicBezTo>
                <a:cubicBezTo>
                  <a:pt x="609" y="811"/>
                  <a:pt x="614" y="810"/>
                  <a:pt x="618" y="809"/>
                </a:cubicBezTo>
                <a:cubicBezTo>
                  <a:pt x="620" y="809"/>
                  <a:pt x="621" y="808"/>
                  <a:pt x="623" y="808"/>
                </a:cubicBezTo>
                <a:cubicBezTo>
                  <a:pt x="626" y="807"/>
                  <a:pt x="629" y="806"/>
                  <a:pt x="632" y="805"/>
                </a:cubicBezTo>
                <a:cubicBezTo>
                  <a:pt x="634" y="804"/>
                  <a:pt x="635" y="803"/>
                  <a:pt x="637" y="802"/>
                </a:cubicBezTo>
                <a:cubicBezTo>
                  <a:pt x="639" y="801"/>
                  <a:pt x="642" y="799"/>
                  <a:pt x="645" y="797"/>
                </a:cubicBezTo>
                <a:cubicBezTo>
                  <a:pt x="646" y="796"/>
                  <a:pt x="648" y="795"/>
                  <a:pt x="649" y="794"/>
                </a:cubicBezTo>
                <a:cubicBezTo>
                  <a:pt x="650" y="793"/>
                  <a:pt x="651" y="792"/>
                  <a:pt x="652" y="791"/>
                </a:cubicBezTo>
                <a:cubicBezTo>
                  <a:pt x="654" y="790"/>
                  <a:pt x="655" y="788"/>
                  <a:pt x="656" y="787"/>
                </a:cubicBezTo>
                <a:cubicBezTo>
                  <a:pt x="657" y="786"/>
                  <a:pt x="658" y="785"/>
                  <a:pt x="659" y="784"/>
                </a:cubicBezTo>
                <a:cubicBezTo>
                  <a:pt x="864" y="521"/>
                  <a:pt x="864" y="521"/>
                  <a:pt x="864" y="521"/>
                </a:cubicBezTo>
                <a:cubicBezTo>
                  <a:pt x="887" y="491"/>
                  <a:pt x="882" y="447"/>
                  <a:pt x="852" y="424"/>
                </a:cubicBezTo>
                <a:close/>
                <a:moveTo>
                  <a:pt x="649" y="339"/>
                </a:moveTo>
                <a:cubicBezTo>
                  <a:pt x="681" y="339"/>
                  <a:pt x="707" y="313"/>
                  <a:pt x="707" y="281"/>
                </a:cubicBezTo>
                <a:cubicBezTo>
                  <a:pt x="707" y="249"/>
                  <a:pt x="681" y="223"/>
                  <a:pt x="649" y="223"/>
                </a:cubicBezTo>
                <a:cubicBezTo>
                  <a:pt x="617" y="223"/>
                  <a:pt x="591" y="249"/>
                  <a:pt x="591" y="281"/>
                </a:cubicBezTo>
                <a:cubicBezTo>
                  <a:pt x="591" y="313"/>
                  <a:pt x="617" y="339"/>
                  <a:pt x="649" y="339"/>
                </a:cubicBezTo>
                <a:close/>
                <a:moveTo>
                  <a:pt x="281" y="577"/>
                </a:moveTo>
                <a:cubicBezTo>
                  <a:pt x="249" y="577"/>
                  <a:pt x="223" y="603"/>
                  <a:pt x="223" y="635"/>
                </a:cubicBezTo>
                <a:cubicBezTo>
                  <a:pt x="223" y="668"/>
                  <a:pt x="249" y="693"/>
                  <a:pt x="281" y="693"/>
                </a:cubicBezTo>
                <a:cubicBezTo>
                  <a:pt x="313" y="693"/>
                  <a:pt x="339" y="668"/>
                  <a:pt x="339" y="635"/>
                </a:cubicBezTo>
                <a:cubicBezTo>
                  <a:pt x="339" y="603"/>
                  <a:pt x="313" y="577"/>
                  <a:pt x="281" y="577"/>
                </a:cubicBezTo>
                <a:close/>
                <a:moveTo>
                  <a:pt x="928" y="635"/>
                </a:moveTo>
                <a:cubicBezTo>
                  <a:pt x="928" y="667"/>
                  <a:pt x="954" y="693"/>
                  <a:pt x="986" y="693"/>
                </a:cubicBezTo>
                <a:cubicBezTo>
                  <a:pt x="1018" y="693"/>
                  <a:pt x="1044" y="667"/>
                  <a:pt x="1044" y="635"/>
                </a:cubicBezTo>
                <a:cubicBezTo>
                  <a:pt x="1044" y="603"/>
                  <a:pt x="1018" y="577"/>
                  <a:pt x="986" y="577"/>
                </a:cubicBezTo>
                <a:cubicBezTo>
                  <a:pt x="954" y="577"/>
                  <a:pt x="928" y="603"/>
                  <a:pt x="928" y="635"/>
                </a:cubicBezTo>
                <a:close/>
                <a:moveTo>
                  <a:pt x="1285" y="637"/>
                </a:moveTo>
                <a:cubicBezTo>
                  <a:pt x="1284" y="829"/>
                  <a:pt x="1197" y="1001"/>
                  <a:pt x="1062" y="1118"/>
                </a:cubicBezTo>
                <a:cubicBezTo>
                  <a:pt x="949" y="1215"/>
                  <a:pt x="803" y="1274"/>
                  <a:pt x="643" y="1274"/>
                </a:cubicBezTo>
                <a:cubicBezTo>
                  <a:pt x="483" y="1274"/>
                  <a:pt x="336" y="1215"/>
                  <a:pt x="223" y="1118"/>
                </a:cubicBezTo>
                <a:cubicBezTo>
                  <a:pt x="88" y="1001"/>
                  <a:pt x="2" y="829"/>
                  <a:pt x="0" y="637"/>
                </a:cubicBezTo>
                <a:cubicBezTo>
                  <a:pt x="2" y="445"/>
                  <a:pt x="88" y="273"/>
                  <a:pt x="223" y="157"/>
                </a:cubicBezTo>
                <a:cubicBezTo>
                  <a:pt x="336" y="59"/>
                  <a:pt x="483" y="0"/>
                  <a:pt x="643" y="0"/>
                </a:cubicBezTo>
                <a:cubicBezTo>
                  <a:pt x="803" y="0"/>
                  <a:pt x="949" y="60"/>
                  <a:pt x="1062" y="157"/>
                </a:cubicBezTo>
                <a:cubicBezTo>
                  <a:pt x="1197" y="274"/>
                  <a:pt x="1284" y="445"/>
                  <a:pt x="1285" y="637"/>
                </a:cubicBezTo>
                <a:close/>
                <a:moveTo>
                  <a:pt x="1127" y="637"/>
                </a:moveTo>
                <a:cubicBezTo>
                  <a:pt x="1124" y="373"/>
                  <a:pt x="908" y="159"/>
                  <a:pt x="643" y="159"/>
                </a:cubicBezTo>
                <a:cubicBezTo>
                  <a:pt x="377" y="159"/>
                  <a:pt x="162" y="373"/>
                  <a:pt x="158" y="637"/>
                </a:cubicBezTo>
                <a:cubicBezTo>
                  <a:pt x="162" y="902"/>
                  <a:pt x="378" y="1116"/>
                  <a:pt x="643" y="1116"/>
                </a:cubicBezTo>
                <a:cubicBezTo>
                  <a:pt x="908" y="1116"/>
                  <a:pt x="1124" y="902"/>
                  <a:pt x="1127" y="637"/>
                </a:cubicBezTo>
                <a:close/>
                <a:moveTo>
                  <a:pt x="649" y="932"/>
                </a:moveTo>
                <a:cubicBezTo>
                  <a:pt x="617" y="932"/>
                  <a:pt x="591" y="958"/>
                  <a:pt x="591" y="990"/>
                </a:cubicBezTo>
                <a:cubicBezTo>
                  <a:pt x="591" y="1022"/>
                  <a:pt x="617" y="1048"/>
                  <a:pt x="649" y="1048"/>
                </a:cubicBezTo>
                <a:cubicBezTo>
                  <a:pt x="681" y="1048"/>
                  <a:pt x="707" y="1022"/>
                  <a:pt x="707" y="990"/>
                </a:cubicBezTo>
                <a:cubicBezTo>
                  <a:pt x="707" y="958"/>
                  <a:pt x="681" y="932"/>
                  <a:pt x="649" y="932"/>
                </a:cubicBezTo>
                <a:close/>
                <a:moveTo>
                  <a:pt x="2154" y="1863"/>
                </a:moveTo>
                <a:cubicBezTo>
                  <a:pt x="2289" y="1863"/>
                  <a:pt x="2398" y="1754"/>
                  <a:pt x="2398" y="1619"/>
                </a:cubicBezTo>
                <a:cubicBezTo>
                  <a:pt x="2398" y="1484"/>
                  <a:pt x="2289" y="1375"/>
                  <a:pt x="2154" y="1375"/>
                </a:cubicBezTo>
                <a:cubicBezTo>
                  <a:pt x="2019" y="1375"/>
                  <a:pt x="1910" y="1484"/>
                  <a:pt x="1910" y="1619"/>
                </a:cubicBezTo>
                <a:cubicBezTo>
                  <a:pt x="1910" y="1754"/>
                  <a:pt x="2019" y="1863"/>
                  <a:pt x="2154" y="1863"/>
                </a:cubicBezTo>
                <a:close/>
                <a:moveTo>
                  <a:pt x="2700" y="3053"/>
                </a:moveTo>
                <a:cubicBezTo>
                  <a:pt x="2700" y="3557"/>
                  <a:pt x="2700" y="3557"/>
                  <a:pt x="2700" y="3557"/>
                </a:cubicBezTo>
                <a:cubicBezTo>
                  <a:pt x="2700" y="3599"/>
                  <a:pt x="2669" y="3633"/>
                  <a:pt x="2631" y="3633"/>
                </a:cubicBezTo>
                <a:cubicBezTo>
                  <a:pt x="2522" y="3633"/>
                  <a:pt x="2522" y="3633"/>
                  <a:pt x="2522" y="3633"/>
                </a:cubicBezTo>
                <a:cubicBezTo>
                  <a:pt x="2484" y="3633"/>
                  <a:pt x="2453" y="3599"/>
                  <a:pt x="2453" y="3557"/>
                </a:cubicBezTo>
                <a:cubicBezTo>
                  <a:pt x="2453" y="3053"/>
                  <a:pt x="2453" y="3053"/>
                  <a:pt x="2453" y="3053"/>
                </a:cubicBezTo>
                <a:cubicBezTo>
                  <a:pt x="2453" y="3011"/>
                  <a:pt x="2484" y="2977"/>
                  <a:pt x="2522" y="2977"/>
                </a:cubicBezTo>
                <a:cubicBezTo>
                  <a:pt x="2544" y="2977"/>
                  <a:pt x="2544" y="2977"/>
                  <a:pt x="2544" y="2977"/>
                </a:cubicBezTo>
                <a:cubicBezTo>
                  <a:pt x="2544" y="2947"/>
                  <a:pt x="2544" y="2947"/>
                  <a:pt x="2544" y="2947"/>
                </a:cubicBezTo>
                <a:cubicBezTo>
                  <a:pt x="2504" y="2938"/>
                  <a:pt x="2476" y="2906"/>
                  <a:pt x="2471" y="2858"/>
                </a:cubicBezTo>
                <a:cubicBezTo>
                  <a:pt x="2469" y="2843"/>
                  <a:pt x="2470" y="2828"/>
                  <a:pt x="2470" y="2812"/>
                </a:cubicBezTo>
                <a:cubicBezTo>
                  <a:pt x="2470" y="2631"/>
                  <a:pt x="2470" y="2450"/>
                  <a:pt x="2470" y="2269"/>
                </a:cubicBezTo>
                <a:cubicBezTo>
                  <a:pt x="2470" y="2257"/>
                  <a:pt x="2470" y="2245"/>
                  <a:pt x="2470" y="2232"/>
                </a:cubicBezTo>
                <a:cubicBezTo>
                  <a:pt x="2458" y="2232"/>
                  <a:pt x="2447" y="2232"/>
                  <a:pt x="2435" y="2232"/>
                </a:cubicBezTo>
                <a:cubicBezTo>
                  <a:pt x="2435" y="2891"/>
                  <a:pt x="2435" y="2891"/>
                  <a:pt x="2435" y="2891"/>
                </a:cubicBezTo>
                <a:cubicBezTo>
                  <a:pt x="2435" y="3192"/>
                  <a:pt x="2435" y="3192"/>
                  <a:pt x="2435" y="3192"/>
                </a:cubicBezTo>
                <a:cubicBezTo>
                  <a:pt x="2435" y="3430"/>
                  <a:pt x="2435" y="3668"/>
                  <a:pt x="2436" y="3907"/>
                </a:cubicBezTo>
                <a:cubicBezTo>
                  <a:pt x="2436" y="3983"/>
                  <a:pt x="2414" y="4040"/>
                  <a:pt x="2338" y="4067"/>
                </a:cubicBezTo>
                <a:cubicBezTo>
                  <a:pt x="2316" y="4067"/>
                  <a:pt x="2295" y="4067"/>
                  <a:pt x="2273" y="4067"/>
                </a:cubicBezTo>
                <a:cubicBezTo>
                  <a:pt x="2197" y="4039"/>
                  <a:pt x="2174" y="3983"/>
                  <a:pt x="2174" y="3905"/>
                </a:cubicBezTo>
                <a:cubicBezTo>
                  <a:pt x="2177" y="3600"/>
                  <a:pt x="2175" y="3295"/>
                  <a:pt x="2175" y="2990"/>
                </a:cubicBezTo>
                <a:cubicBezTo>
                  <a:pt x="2175" y="2977"/>
                  <a:pt x="2175" y="2965"/>
                  <a:pt x="2175" y="2951"/>
                </a:cubicBezTo>
                <a:cubicBezTo>
                  <a:pt x="2159" y="2951"/>
                  <a:pt x="2147" y="2951"/>
                  <a:pt x="2131" y="2951"/>
                </a:cubicBezTo>
                <a:cubicBezTo>
                  <a:pt x="2131" y="2965"/>
                  <a:pt x="2131" y="2978"/>
                  <a:pt x="2131" y="2991"/>
                </a:cubicBezTo>
                <a:cubicBezTo>
                  <a:pt x="2131" y="3297"/>
                  <a:pt x="2130" y="3603"/>
                  <a:pt x="2132" y="3909"/>
                </a:cubicBezTo>
                <a:cubicBezTo>
                  <a:pt x="2132" y="3986"/>
                  <a:pt x="2108" y="4041"/>
                  <a:pt x="2032" y="4067"/>
                </a:cubicBezTo>
                <a:cubicBezTo>
                  <a:pt x="2010" y="4067"/>
                  <a:pt x="1989" y="4067"/>
                  <a:pt x="1967" y="4067"/>
                </a:cubicBezTo>
                <a:cubicBezTo>
                  <a:pt x="1926" y="4048"/>
                  <a:pt x="1889" y="4024"/>
                  <a:pt x="1879" y="3976"/>
                </a:cubicBezTo>
                <a:cubicBezTo>
                  <a:pt x="1874" y="3953"/>
                  <a:pt x="1874" y="3929"/>
                  <a:pt x="1874" y="3905"/>
                </a:cubicBezTo>
                <a:cubicBezTo>
                  <a:pt x="1873" y="3364"/>
                  <a:pt x="1873" y="2822"/>
                  <a:pt x="1873" y="2281"/>
                </a:cubicBezTo>
                <a:cubicBezTo>
                  <a:pt x="1873" y="2267"/>
                  <a:pt x="1873" y="2253"/>
                  <a:pt x="1873" y="2238"/>
                </a:cubicBezTo>
                <a:cubicBezTo>
                  <a:pt x="1857" y="2238"/>
                  <a:pt x="1845" y="2238"/>
                  <a:pt x="1829" y="2238"/>
                </a:cubicBezTo>
                <a:cubicBezTo>
                  <a:pt x="1829" y="2251"/>
                  <a:pt x="1829" y="2263"/>
                  <a:pt x="1829" y="2275"/>
                </a:cubicBezTo>
                <a:cubicBezTo>
                  <a:pt x="1829" y="2456"/>
                  <a:pt x="1829" y="2637"/>
                  <a:pt x="1829" y="2818"/>
                </a:cubicBezTo>
                <a:cubicBezTo>
                  <a:pt x="1829" y="2834"/>
                  <a:pt x="1830" y="2849"/>
                  <a:pt x="1828" y="2864"/>
                </a:cubicBezTo>
                <a:cubicBezTo>
                  <a:pt x="1821" y="2931"/>
                  <a:pt x="1769" y="2967"/>
                  <a:pt x="1704" y="2952"/>
                </a:cubicBezTo>
                <a:cubicBezTo>
                  <a:pt x="1669" y="2943"/>
                  <a:pt x="1652" y="2917"/>
                  <a:pt x="1635" y="2889"/>
                </a:cubicBezTo>
                <a:cubicBezTo>
                  <a:pt x="1635" y="2637"/>
                  <a:pt x="1639" y="2126"/>
                  <a:pt x="1640" y="2122"/>
                </a:cubicBezTo>
                <a:cubicBezTo>
                  <a:pt x="1671" y="1994"/>
                  <a:pt x="1753" y="1913"/>
                  <a:pt x="1873" y="1893"/>
                </a:cubicBezTo>
                <a:cubicBezTo>
                  <a:pt x="1892" y="1890"/>
                  <a:pt x="1911" y="1888"/>
                  <a:pt x="1931" y="1888"/>
                </a:cubicBezTo>
                <a:cubicBezTo>
                  <a:pt x="1964" y="1888"/>
                  <a:pt x="2375" y="1887"/>
                  <a:pt x="2426" y="1887"/>
                </a:cubicBezTo>
                <a:cubicBezTo>
                  <a:pt x="2426" y="1887"/>
                  <a:pt x="2426" y="1887"/>
                  <a:pt x="2426" y="1887"/>
                </a:cubicBezTo>
                <a:cubicBezTo>
                  <a:pt x="2426" y="1887"/>
                  <a:pt x="2426" y="1887"/>
                  <a:pt x="2426" y="1887"/>
                </a:cubicBezTo>
                <a:cubicBezTo>
                  <a:pt x="2427" y="1887"/>
                  <a:pt x="2428" y="1888"/>
                  <a:pt x="2428" y="1888"/>
                </a:cubicBezTo>
                <a:cubicBezTo>
                  <a:pt x="2547" y="1908"/>
                  <a:pt x="2629" y="1989"/>
                  <a:pt x="2659" y="2116"/>
                </a:cubicBezTo>
                <a:cubicBezTo>
                  <a:pt x="2660" y="2120"/>
                  <a:pt x="2664" y="2631"/>
                  <a:pt x="2664" y="2883"/>
                </a:cubicBezTo>
                <a:cubicBezTo>
                  <a:pt x="2650" y="2907"/>
                  <a:pt x="2635" y="2930"/>
                  <a:pt x="2609" y="2941"/>
                </a:cubicBezTo>
                <a:cubicBezTo>
                  <a:pt x="2609" y="2977"/>
                  <a:pt x="2609" y="2977"/>
                  <a:pt x="2609" y="2977"/>
                </a:cubicBezTo>
                <a:cubicBezTo>
                  <a:pt x="2631" y="2977"/>
                  <a:pt x="2631" y="2977"/>
                  <a:pt x="2631" y="2977"/>
                </a:cubicBezTo>
                <a:cubicBezTo>
                  <a:pt x="2669" y="2977"/>
                  <a:pt x="2700" y="3011"/>
                  <a:pt x="2700" y="3053"/>
                </a:cubicBezTo>
                <a:close/>
                <a:moveTo>
                  <a:pt x="2096" y="1914"/>
                </a:moveTo>
                <a:cubicBezTo>
                  <a:pt x="2130" y="2002"/>
                  <a:pt x="2130" y="2002"/>
                  <a:pt x="2130" y="2002"/>
                </a:cubicBezTo>
                <a:cubicBezTo>
                  <a:pt x="2152" y="2002"/>
                  <a:pt x="2152" y="2002"/>
                  <a:pt x="2152" y="2002"/>
                </a:cubicBezTo>
                <a:cubicBezTo>
                  <a:pt x="2156" y="2002"/>
                  <a:pt x="2156" y="2002"/>
                  <a:pt x="2156" y="2002"/>
                </a:cubicBezTo>
                <a:cubicBezTo>
                  <a:pt x="2177" y="2002"/>
                  <a:pt x="2177" y="2002"/>
                  <a:pt x="2177" y="2002"/>
                </a:cubicBezTo>
                <a:cubicBezTo>
                  <a:pt x="2211" y="1914"/>
                  <a:pt x="2211" y="1914"/>
                  <a:pt x="2211" y="1914"/>
                </a:cubicBezTo>
                <a:cubicBezTo>
                  <a:pt x="2156" y="1914"/>
                  <a:pt x="2156" y="1914"/>
                  <a:pt x="2156" y="1914"/>
                </a:cubicBezTo>
                <a:cubicBezTo>
                  <a:pt x="2152" y="1914"/>
                  <a:pt x="2152" y="1914"/>
                  <a:pt x="2152" y="1914"/>
                </a:cubicBezTo>
                <a:lnTo>
                  <a:pt x="2096" y="1914"/>
                </a:lnTo>
                <a:close/>
                <a:moveTo>
                  <a:pt x="2216" y="2440"/>
                </a:moveTo>
                <a:cubicBezTo>
                  <a:pt x="2177" y="2041"/>
                  <a:pt x="2177" y="2041"/>
                  <a:pt x="2177" y="2041"/>
                </a:cubicBezTo>
                <a:cubicBezTo>
                  <a:pt x="2154" y="2041"/>
                  <a:pt x="2154" y="2041"/>
                  <a:pt x="2154" y="2041"/>
                </a:cubicBezTo>
                <a:cubicBezTo>
                  <a:pt x="2131" y="2041"/>
                  <a:pt x="2131" y="2041"/>
                  <a:pt x="2131" y="2041"/>
                </a:cubicBezTo>
                <a:cubicBezTo>
                  <a:pt x="2091" y="2440"/>
                  <a:pt x="2091" y="2440"/>
                  <a:pt x="2091" y="2440"/>
                </a:cubicBezTo>
                <a:cubicBezTo>
                  <a:pt x="2154" y="2491"/>
                  <a:pt x="2154" y="2491"/>
                  <a:pt x="2154" y="2491"/>
                </a:cubicBezTo>
                <a:lnTo>
                  <a:pt x="2216" y="244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76" name="Google Shape;576;p28"/>
          <p:cNvSpPr/>
          <p:nvPr/>
        </p:nvSpPr>
        <p:spPr>
          <a:xfrm>
            <a:off x="21651301" y="344700"/>
            <a:ext cx="2112600" cy="211260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577" name="Google Shape;577;p28"/>
          <p:cNvSpPr/>
          <p:nvPr/>
        </p:nvSpPr>
        <p:spPr>
          <a:xfrm>
            <a:off x="22098042" y="901242"/>
            <a:ext cx="1219086" cy="999472"/>
          </a:xfrm>
          <a:custGeom>
            <a:rect b="b" l="l" r="r" t="t"/>
            <a:pathLst>
              <a:path extrusionOk="0" h="289" w="353">
                <a:moveTo>
                  <a:pt x="38" y="216"/>
                </a:moveTo>
                <a:cubicBezTo>
                  <a:pt x="49" y="213"/>
                  <a:pt x="68" y="201"/>
                  <a:pt x="68" y="173"/>
                </a:cubicBezTo>
                <a:cubicBezTo>
                  <a:pt x="68" y="148"/>
                  <a:pt x="60" y="138"/>
                  <a:pt x="55" y="132"/>
                </a:cubicBezTo>
                <a:cubicBezTo>
                  <a:pt x="55" y="131"/>
                  <a:pt x="55" y="131"/>
                  <a:pt x="55" y="131"/>
                </a:cubicBezTo>
                <a:cubicBezTo>
                  <a:pt x="55" y="131"/>
                  <a:pt x="55" y="131"/>
                  <a:pt x="55" y="131"/>
                </a:cubicBezTo>
                <a:cubicBezTo>
                  <a:pt x="54" y="130"/>
                  <a:pt x="53" y="126"/>
                  <a:pt x="55" y="117"/>
                </a:cubicBezTo>
                <a:cubicBezTo>
                  <a:pt x="56" y="113"/>
                  <a:pt x="56" y="109"/>
                  <a:pt x="54" y="106"/>
                </a:cubicBezTo>
                <a:cubicBezTo>
                  <a:pt x="51" y="99"/>
                  <a:pt x="45" y="85"/>
                  <a:pt x="49" y="75"/>
                </a:cubicBezTo>
                <a:cubicBezTo>
                  <a:pt x="56" y="58"/>
                  <a:pt x="59" y="57"/>
                  <a:pt x="67" y="53"/>
                </a:cubicBezTo>
                <a:cubicBezTo>
                  <a:pt x="68" y="53"/>
                  <a:pt x="69" y="53"/>
                  <a:pt x="69" y="52"/>
                </a:cubicBezTo>
                <a:cubicBezTo>
                  <a:pt x="71" y="51"/>
                  <a:pt x="79" y="48"/>
                  <a:pt x="88" y="48"/>
                </a:cubicBezTo>
                <a:cubicBezTo>
                  <a:pt x="92" y="48"/>
                  <a:pt x="95" y="49"/>
                  <a:pt x="98" y="50"/>
                </a:cubicBezTo>
                <a:cubicBezTo>
                  <a:pt x="98" y="47"/>
                  <a:pt x="99" y="45"/>
                  <a:pt x="100" y="42"/>
                </a:cubicBezTo>
                <a:cubicBezTo>
                  <a:pt x="101" y="39"/>
                  <a:pt x="102" y="37"/>
                  <a:pt x="103" y="35"/>
                </a:cubicBezTo>
                <a:cubicBezTo>
                  <a:pt x="98" y="33"/>
                  <a:pt x="93" y="32"/>
                  <a:pt x="88" y="32"/>
                </a:cubicBezTo>
                <a:cubicBezTo>
                  <a:pt x="76" y="32"/>
                  <a:pt x="65" y="36"/>
                  <a:pt x="61" y="39"/>
                </a:cubicBezTo>
                <a:cubicBezTo>
                  <a:pt x="48" y="44"/>
                  <a:pt x="42" y="50"/>
                  <a:pt x="34" y="69"/>
                </a:cubicBezTo>
                <a:cubicBezTo>
                  <a:pt x="27" y="86"/>
                  <a:pt x="36" y="104"/>
                  <a:pt x="40" y="113"/>
                </a:cubicBezTo>
                <a:cubicBezTo>
                  <a:pt x="35" y="133"/>
                  <a:pt x="42" y="140"/>
                  <a:pt x="42" y="140"/>
                </a:cubicBezTo>
                <a:cubicBezTo>
                  <a:pt x="45" y="145"/>
                  <a:pt x="52" y="153"/>
                  <a:pt x="52" y="173"/>
                </a:cubicBezTo>
                <a:cubicBezTo>
                  <a:pt x="52" y="197"/>
                  <a:pt x="34" y="201"/>
                  <a:pt x="34" y="201"/>
                </a:cubicBezTo>
                <a:cubicBezTo>
                  <a:pt x="19" y="206"/>
                  <a:pt x="0" y="217"/>
                  <a:pt x="0" y="249"/>
                </a:cubicBezTo>
                <a:cubicBezTo>
                  <a:pt x="0" y="249"/>
                  <a:pt x="0" y="257"/>
                  <a:pt x="8" y="257"/>
                </a:cubicBezTo>
                <a:cubicBezTo>
                  <a:pt x="43" y="257"/>
                  <a:pt x="43" y="257"/>
                  <a:pt x="43" y="257"/>
                </a:cubicBezTo>
                <a:cubicBezTo>
                  <a:pt x="45" y="251"/>
                  <a:pt x="48" y="245"/>
                  <a:pt x="51" y="241"/>
                </a:cubicBezTo>
                <a:cubicBezTo>
                  <a:pt x="16" y="241"/>
                  <a:pt x="16" y="241"/>
                  <a:pt x="16" y="241"/>
                </a:cubicBezTo>
                <a:cubicBezTo>
                  <a:pt x="19" y="225"/>
                  <a:pt x="28" y="220"/>
                  <a:pt x="38" y="216"/>
                </a:cubicBezTo>
                <a:moveTo>
                  <a:pt x="319" y="201"/>
                </a:moveTo>
                <a:cubicBezTo>
                  <a:pt x="319" y="201"/>
                  <a:pt x="301" y="197"/>
                  <a:pt x="301" y="173"/>
                </a:cubicBezTo>
                <a:cubicBezTo>
                  <a:pt x="301" y="153"/>
                  <a:pt x="307" y="145"/>
                  <a:pt x="311" y="140"/>
                </a:cubicBezTo>
                <a:cubicBezTo>
                  <a:pt x="311" y="140"/>
                  <a:pt x="318" y="133"/>
                  <a:pt x="312" y="113"/>
                </a:cubicBezTo>
                <a:cubicBezTo>
                  <a:pt x="317" y="104"/>
                  <a:pt x="325" y="86"/>
                  <a:pt x="318" y="69"/>
                </a:cubicBezTo>
                <a:cubicBezTo>
                  <a:pt x="310" y="50"/>
                  <a:pt x="304" y="44"/>
                  <a:pt x="292" y="39"/>
                </a:cubicBezTo>
                <a:cubicBezTo>
                  <a:pt x="287" y="36"/>
                  <a:pt x="276" y="32"/>
                  <a:pt x="265" y="32"/>
                </a:cubicBezTo>
                <a:cubicBezTo>
                  <a:pt x="259" y="32"/>
                  <a:pt x="254" y="33"/>
                  <a:pt x="248" y="35"/>
                </a:cubicBezTo>
                <a:cubicBezTo>
                  <a:pt x="250" y="40"/>
                  <a:pt x="252" y="46"/>
                  <a:pt x="253" y="51"/>
                </a:cubicBezTo>
                <a:cubicBezTo>
                  <a:pt x="254" y="51"/>
                  <a:pt x="254" y="50"/>
                  <a:pt x="254" y="50"/>
                </a:cubicBezTo>
                <a:cubicBezTo>
                  <a:pt x="257" y="49"/>
                  <a:pt x="260" y="48"/>
                  <a:pt x="265" y="48"/>
                </a:cubicBezTo>
                <a:cubicBezTo>
                  <a:pt x="273" y="48"/>
                  <a:pt x="281" y="51"/>
                  <a:pt x="283" y="52"/>
                </a:cubicBezTo>
                <a:cubicBezTo>
                  <a:pt x="284" y="53"/>
                  <a:pt x="284" y="53"/>
                  <a:pt x="285" y="53"/>
                </a:cubicBezTo>
                <a:cubicBezTo>
                  <a:pt x="293" y="57"/>
                  <a:pt x="296" y="58"/>
                  <a:pt x="303" y="75"/>
                </a:cubicBezTo>
                <a:cubicBezTo>
                  <a:pt x="307" y="85"/>
                  <a:pt x="301" y="99"/>
                  <a:pt x="298" y="106"/>
                </a:cubicBezTo>
                <a:cubicBezTo>
                  <a:pt x="297" y="109"/>
                  <a:pt x="296" y="113"/>
                  <a:pt x="297" y="117"/>
                </a:cubicBezTo>
                <a:cubicBezTo>
                  <a:pt x="299" y="126"/>
                  <a:pt x="298" y="130"/>
                  <a:pt x="298" y="131"/>
                </a:cubicBezTo>
                <a:cubicBezTo>
                  <a:pt x="298" y="131"/>
                  <a:pt x="298" y="131"/>
                  <a:pt x="298" y="131"/>
                </a:cubicBezTo>
                <a:cubicBezTo>
                  <a:pt x="297" y="132"/>
                  <a:pt x="297" y="132"/>
                  <a:pt x="297" y="132"/>
                </a:cubicBezTo>
                <a:cubicBezTo>
                  <a:pt x="293" y="138"/>
                  <a:pt x="285" y="148"/>
                  <a:pt x="285" y="173"/>
                </a:cubicBezTo>
                <a:cubicBezTo>
                  <a:pt x="285" y="201"/>
                  <a:pt x="303" y="213"/>
                  <a:pt x="314" y="216"/>
                </a:cubicBezTo>
                <a:cubicBezTo>
                  <a:pt x="324" y="220"/>
                  <a:pt x="334" y="225"/>
                  <a:pt x="336" y="241"/>
                </a:cubicBezTo>
                <a:cubicBezTo>
                  <a:pt x="301" y="241"/>
                  <a:pt x="301" y="241"/>
                  <a:pt x="301" y="241"/>
                </a:cubicBezTo>
                <a:cubicBezTo>
                  <a:pt x="304" y="245"/>
                  <a:pt x="307" y="251"/>
                  <a:pt x="309" y="257"/>
                </a:cubicBezTo>
                <a:cubicBezTo>
                  <a:pt x="345" y="257"/>
                  <a:pt x="345" y="257"/>
                  <a:pt x="345" y="257"/>
                </a:cubicBezTo>
                <a:cubicBezTo>
                  <a:pt x="353" y="257"/>
                  <a:pt x="353" y="249"/>
                  <a:pt x="353" y="249"/>
                </a:cubicBezTo>
                <a:cubicBezTo>
                  <a:pt x="353" y="217"/>
                  <a:pt x="333" y="206"/>
                  <a:pt x="319" y="201"/>
                </a:cubicBezTo>
                <a:moveTo>
                  <a:pt x="240" y="218"/>
                </a:moveTo>
                <a:cubicBezTo>
                  <a:pt x="240" y="218"/>
                  <a:pt x="211" y="211"/>
                  <a:pt x="211" y="181"/>
                </a:cubicBezTo>
                <a:cubicBezTo>
                  <a:pt x="211" y="155"/>
                  <a:pt x="223" y="146"/>
                  <a:pt x="228" y="139"/>
                </a:cubicBezTo>
                <a:cubicBezTo>
                  <a:pt x="228" y="139"/>
                  <a:pt x="237" y="131"/>
                  <a:pt x="231" y="105"/>
                </a:cubicBezTo>
                <a:cubicBezTo>
                  <a:pt x="241" y="90"/>
                  <a:pt x="245" y="66"/>
                  <a:pt x="232" y="37"/>
                </a:cubicBezTo>
                <a:cubicBezTo>
                  <a:pt x="225" y="20"/>
                  <a:pt x="219" y="11"/>
                  <a:pt x="209" y="5"/>
                </a:cubicBezTo>
                <a:cubicBezTo>
                  <a:pt x="202" y="1"/>
                  <a:pt x="194" y="0"/>
                  <a:pt x="186" y="0"/>
                </a:cubicBezTo>
                <a:cubicBezTo>
                  <a:pt x="172" y="0"/>
                  <a:pt x="158" y="5"/>
                  <a:pt x="152" y="9"/>
                </a:cubicBezTo>
                <a:cubicBezTo>
                  <a:pt x="136" y="16"/>
                  <a:pt x="125" y="22"/>
                  <a:pt x="115" y="48"/>
                </a:cubicBezTo>
                <a:cubicBezTo>
                  <a:pt x="107" y="69"/>
                  <a:pt x="117" y="92"/>
                  <a:pt x="122" y="104"/>
                </a:cubicBezTo>
                <a:cubicBezTo>
                  <a:pt x="116" y="130"/>
                  <a:pt x="125" y="139"/>
                  <a:pt x="125" y="139"/>
                </a:cubicBezTo>
                <a:cubicBezTo>
                  <a:pt x="129" y="146"/>
                  <a:pt x="141" y="155"/>
                  <a:pt x="141" y="181"/>
                </a:cubicBezTo>
                <a:cubicBezTo>
                  <a:pt x="141" y="211"/>
                  <a:pt x="112" y="218"/>
                  <a:pt x="112" y="218"/>
                </a:cubicBezTo>
                <a:cubicBezTo>
                  <a:pt x="94" y="225"/>
                  <a:pt x="56" y="238"/>
                  <a:pt x="56" y="281"/>
                </a:cubicBezTo>
                <a:cubicBezTo>
                  <a:pt x="56" y="281"/>
                  <a:pt x="56" y="289"/>
                  <a:pt x="64" y="289"/>
                </a:cubicBezTo>
                <a:cubicBezTo>
                  <a:pt x="289" y="289"/>
                  <a:pt x="289" y="289"/>
                  <a:pt x="289" y="289"/>
                </a:cubicBezTo>
                <a:cubicBezTo>
                  <a:pt x="297" y="289"/>
                  <a:pt x="297" y="281"/>
                  <a:pt x="297" y="281"/>
                </a:cubicBezTo>
                <a:cubicBezTo>
                  <a:pt x="297" y="238"/>
                  <a:pt x="258" y="225"/>
                  <a:pt x="240" y="218"/>
                </a:cubicBezTo>
                <a:moveTo>
                  <a:pt x="72" y="273"/>
                </a:moveTo>
                <a:cubicBezTo>
                  <a:pt x="76" y="250"/>
                  <a:pt x="96" y="241"/>
                  <a:pt x="116" y="234"/>
                </a:cubicBezTo>
                <a:cubicBezTo>
                  <a:pt x="117" y="234"/>
                  <a:pt x="117" y="234"/>
                  <a:pt x="117" y="234"/>
                </a:cubicBezTo>
                <a:cubicBezTo>
                  <a:pt x="131" y="230"/>
                  <a:pt x="157" y="214"/>
                  <a:pt x="157" y="181"/>
                </a:cubicBezTo>
                <a:cubicBezTo>
                  <a:pt x="157" y="153"/>
                  <a:pt x="146" y="140"/>
                  <a:pt x="140" y="132"/>
                </a:cubicBezTo>
                <a:cubicBezTo>
                  <a:pt x="138" y="131"/>
                  <a:pt x="137" y="129"/>
                  <a:pt x="137" y="129"/>
                </a:cubicBezTo>
                <a:cubicBezTo>
                  <a:pt x="137" y="128"/>
                  <a:pt x="134" y="122"/>
                  <a:pt x="138" y="107"/>
                </a:cubicBezTo>
                <a:cubicBezTo>
                  <a:pt x="139" y="100"/>
                  <a:pt x="137" y="97"/>
                  <a:pt x="137" y="97"/>
                </a:cubicBezTo>
                <a:cubicBezTo>
                  <a:pt x="132" y="87"/>
                  <a:pt x="124" y="69"/>
                  <a:pt x="130" y="54"/>
                </a:cubicBezTo>
                <a:cubicBezTo>
                  <a:pt x="138" y="33"/>
                  <a:pt x="146" y="29"/>
                  <a:pt x="159" y="23"/>
                </a:cubicBezTo>
                <a:cubicBezTo>
                  <a:pt x="160" y="23"/>
                  <a:pt x="160" y="22"/>
                  <a:pt x="161" y="22"/>
                </a:cubicBezTo>
                <a:cubicBezTo>
                  <a:pt x="164" y="20"/>
                  <a:pt x="174" y="16"/>
                  <a:pt x="186" y="16"/>
                </a:cubicBezTo>
                <a:cubicBezTo>
                  <a:pt x="192" y="16"/>
                  <a:pt x="197" y="17"/>
                  <a:pt x="201" y="19"/>
                </a:cubicBezTo>
                <a:cubicBezTo>
                  <a:pt x="206" y="22"/>
                  <a:pt x="210" y="27"/>
                  <a:pt x="217" y="44"/>
                </a:cubicBezTo>
                <a:cubicBezTo>
                  <a:pt x="230" y="73"/>
                  <a:pt x="222" y="89"/>
                  <a:pt x="218" y="95"/>
                </a:cubicBezTo>
                <a:cubicBezTo>
                  <a:pt x="215" y="99"/>
                  <a:pt x="214" y="104"/>
                  <a:pt x="215" y="108"/>
                </a:cubicBezTo>
                <a:cubicBezTo>
                  <a:pt x="218" y="122"/>
                  <a:pt x="216" y="127"/>
                  <a:pt x="216" y="129"/>
                </a:cubicBezTo>
                <a:cubicBezTo>
                  <a:pt x="216" y="129"/>
                  <a:pt x="214" y="131"/>
                  <a:pt x="213" y="132"/>
                </a:cubicBezTo>
                <a:cubicBezTo>
                  <a:pt x="207" y="140"/>
                  <a:pt x="195" y="153"/>
                  <a:pt x="195" y="181"/>
                </a:cubicBezTo>
                <a:cubicBezTo>
                  <a:pt x="195" y="214"/>
                  <a:pt x="221" y="230"/>
                  <a:pt x="235" y="234"/>
                </a:cubicBezTo>
                <a:cubicBezTo>
                  <a:pt x="236" y="234"/>
                  <a:pt x="236" y="234"/>
                  <a:pt x="236" y="234"/>
                </a:cubicBezTo>
                <a:cubicBezTo>
                  <a:pt x="256" y="241"/>
                  <a:pt x="276" y="250"/>
                  <a:pt x="280" y="273"/>
                </a:cubicBezTo>
                <a:lnTo>
                  <a:pt x="72" y="273"/>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nvGrpSpPr>
          <p:cNvPr id="578" name="Google Shape;578;p28"/>
          <p:cNvGrpSpPr/>
          <p:nvPr/>
        </p:nvGrpSpPr>
        <p:grpSpPr>
          <a:xfrm>
            <a:off x="11517818" y="5369642"/>
            <a:ext cx="6302069" cy="8345086"/>
            <a:chOff x="8462963" y="3838576"/>
            <a:chExt cx="7458070" cy="9875841"/>
          </a:xfrm>
        </p:grpSpPr>
        <p:sp>
          <p:nvSpPr>
            <p:cNvPr id="579" name="Google Shape;579;p28"/>
            <p:cNvSpPr/>
            <p:nvPr/>
          </p:nvSpPr>
          <p:spPr>
            <a:xfrm>
              <a:off x="8462963" y="3838576"/>
              <a:ext cx="7458070" cy="9875841"/>
            </a:xfrm>
            <a:custGeom>
              <a:rect b="b" l="l" r="r" t="t"/>
              <a:pathLst>
                <a:path extrusionOk="0" h="6839" w="5163">
                  <a:moveTo>
                    <a:pt x="5068" y="3843"/>
                  </a:moveTo>
                  <a:cubicBezTo>
                    <a:pt x="5043" y="3852"/>
                    <a:pt x="5015" y="3857"/>
                    <a:pt x="4987" y="3860"/>
                  </a:cubicBezTo>
                  <a:cubicBezTo>
                    <a:pt x="4932" y="3865"/>
                    <a:pt x="4875" y="3865"/>
                    <a:pt x="4825" y="3890"/>
                  </a:cubicBezTo>
                  <a:cubicBezTo>
                    <a:pt x="4790" y="3908"/>
                    <a:pt x="4761" y="3937"/>
                    <a:pt x="4744" y="3973"/>
                  </a:cubicBezTo>
                  <a:cubicBezTo>
                    <a:pt x="4727" y="4009"/>
                    <a:pt x="4723" y="4050"/>
                    <a:pt x="4731" y="4088"/>
                  </a:cubicBezTo>
                  <a:cubicBezTo>
                    <a:pt x="4736" y="4114"/>
                    <a:pt x="4746" y="4138"/>
                    <a:pt x="4755" y="4163"/>
                  </a:cubicBezTo>
                  <a:cubicBezTo>
                    <a:pt x="4764" y="4187"/>
                    <a:pt x="4772" y="4213"/>
                    <a:pt x="4771" y="4239"/>
                  </a:cubicBezTo>
                  <a:cubicBezTo>
                    <a:pt x="4770" y="4266"/>
                    <a:pt x="4760" y="4292"/>
                    <a:pt x="4744" y="4313"/>
                  </a:cubicBezTo>
                  <a:cubicBezTo>
                    <a:pt x="4728" y="4335"/>
                    <a:pt x="4706" y="4352"/>
                    <a:pt x="4682" y="4365"/>
                  </a:cubicBezTo>
                  <a:cubicBezTo>
                    <a:pt x="4672" y="4370"/>
                    <a:pt x="4661" y="4375"/>
                    <a:pt x="4653" y="4384"/>
                  </a:cubicBezTo>
                  <a:cubicBezTo>
                    <a:pt x="4649" y="4388"/>
                    <a:pt x="4645" y="4392"/>
                    <a:pt x="4643" y="4398"/>
                  </a:cubicBezTo>
                  <a:cubicBezTo>
                    <a:pt x="4642" y="4404"/>
                    <a:pt x="4642" y="4410"/>
                    <a:pt x="4644" y="4415"/>
                  </a:cubicBezTo>
                  <a:cubicBezTo>
                    <a:pt x="4647" y="4421"/>
                    <a:pt x="4652" y="4426"/>
                    <a:pt x="4658" y="4429"/>
                  </a:cubicBezTo>
                  <a:cubicBezTo>
                    <a:pt x="4663" y="4433"/>
                    <a:pt x="4670" y="4436"/>
                    <a:pt x="4675" y="4440"/>
                  </a:cubicBezTo>
                  <a:cubicBezTo>
                    <a:pt x="4680" y="4445"/>
                    <a:pt x="4684" y="4452"/>
                    <a:pt x="4687" y="4459"/>
                  </a:cubicBezTo>
                  <a:cubicBezTo>
                    <a:pt x="4689" y="4466"/>
                    <a:pt x="4691" y="4473"/>
                    <a:pt x="4692" y="4481"/>
                  </a:cubicBezTo>
                  <a:cubicBezTo>
                    <a:pt x="4696" y="4513"/>
                    <a:pt x="4697" y="4547"/>
                    <a:pt x="4690" y="4579"/>
                  </a:cubicBezTo>
                  <a:cubicBezTo>
                    <a:pt x="4683" y="4611"/>
                    <a:pt x="4669" y="4642"/>
                    <a:pt x="4647" y="4666"/>
                  </a:cubicBezTo>
                  <a:cubicBezTo>
                    <a:pt x="4621" y="4695"/>
                    <a:pt x="4587" y="4713"/>
                    <a:pt x="4554" y="4732"/>
                  </a:cubicBezTo>
                  <a:cubicBezTo>
                    <a:pt x="4520" y="4750"/>
                    <a:pt x="4487" y="4769"/>
                    <a:pt x="4461" y="4797"/>
                  </a:cubicBezTo>
                  <a:cubicBezTo>
                    <a:pt x="4435" y="4825"/>
                    <a:pt x="4419" y="4863"/>
                    <a:pt x="4420" y="4902"/>
                  </a:cubicBezTo>
                  <a:cubicBezTo>
                    <a:pt x="4421" y="4947"/>
                    <a:pt x="4443" y="4988"/>
                    <a:pt x="4466" y="5027"/>
                  </a:cubicBezTo>
                  <a:cubicBezTo>
                    <a:pt x="4488" y="5066"/>
                    <a:pt x="4514" y="5104"/>
                    <a:pt x="4524" y="5147"/>
                  </a:cubicBezTo>
                  <a:cubicBezTo>
                    <a:pt x="4538" y="5207"/>
                    <a:pt x="4520" y="5272"/>
                    <a:pt x="4484" y="5322"/>
                  </a:cubicBezTo>
                  <a:cubicBezTo>
                    <a:pt x="4448" y="5373"/>
                    <a:pt x="4396" y="5408"/>
                    <a:pt x="4339" y="5432"/>
                  </a:cubicBezTo>
                  <a:cubicBezTo>
                    <a:pt x="4267" y="5461"/>
                    <a:pt x="4189" y="5471"/>
                    <a:pt x="4113" y="5472"/>
                  </a:cubicBezTo>
                  <a:cubicBezTo>
                    <a:pt x="4036" y="5473"/>
                    <a:pt x="3959" y="5465"/>
                    <a:pt x="3882" y="5459"/>
                  </a:cubicBezTo>
                  <a:cubicBezTo>
                    <a:pt x="3806" y="5452"/>
                    <a:pt x="3729" y="5447"/>
                    <a:pt x="3652" y="5455"/>
                  </a:cubicBezTo>
                  <a:cubicBezTo>
                    <a:pt x="3575" y="5462"/>
                    <a:pt x="3499" y="5482"/>
                    <a:pt x="3434" y="5522"/>
                  </a:cubicBezTo>
                  <a:cubicBezTo>
                    <a:pt x="3377" y="5557"/>
                    <a:pt x="3329" y="5609"/>
                    <a:pt x="3309" y="5673"/>
                  </a:cubicBezTo>
                  <a:cubicBezTo>
                    <a:pt x="3292" y="5729"/>
                    <a:pt x="3298" y="5789"/>
                    <a:pt x="3306" y="5847"/>
                  </a:cubicBezTo>
                  <a:cubicBezTo>
                    <a:pt x="3314" y="5905"/>
                    <a:pt x="3324" y="5964"/>
                    <a:pt x="3313" y="6022"/>
                  </a:cubicBezTo>
                  <a:cubicBezTo>
                    <a:pt x="3304" y="6073"/>
                    <a:pt x="3279" y="6120"/>
                    <a:pt x="3250" y="6162"/>
                  </a:cubicBezTo>
                  <a:cubicBezTo>
                    <a:pt x="3220" y="6205"/>
                    <a:pt x="3186" y="6244"/>
                    <a:pt x="3154" y="6285"/>
                  </a:cubicBezTo>
                  <a:cubicBezTo>
                    <a:pt x="3142" y="6301"/>
                    <a:pt x="3265" y="6519"/>
                    <a:pt x="3432" y="6839"/>
                  </a:cubicBezTo>
                  <a:cubicBezTo>
                    <a:pt x="0" y="6839"/>
                    <a:pt x="0" y="6839"/>
                    <a:pt x="0" y="6839"/>
                  </a:cubicBezTo>
                  <a:cubicBezTo>
                    <a:pt x="2" y="6834"/>
                    <a:pt x="4" y="6829"/>
                    <a:pt x="6" y="6824"/>
                  </a:cubicBezTo>
                  <a:cubicBezTo>
                    <a:pt x="187" y="6384"/>
                    <a:pt x="726" y="5632"/>
                    <a:pt x="741" y="5587"/>
                  </a:cubicBezTo>
                  <a:cubicBezTo>
                    <a:pt x="842" y="5289"/>
                    <a:pt x="876" y="4968"/>
                    <a:pt x="836" y="4656"/>
                  </a:cubicBezTo>
                  <a:cubicBezTo>
                    <a:pt x="829" y="4601"/>
                    <a:pt x="820" y="4546"/>
                    <a:pt x="809" y="4491"/>
                  </a:cubicBezTo>
                  <a:cubicBezTo>
                    <a:pt x="788" y="4394"/>
                    <a:pt x="748" y="4303"/>
                    <a:pt x="696" y="4219"/>
                  </a:cubicBezTo>
                  <a:cubicBezTo>
                    <a:pt x="509" y="3919"/>
                    <a:pt x="358" y="3597"/>
                    <a:pt x="250" y="3261"/>
                  </a:cubicBezTo>
                  <a:cubicBezTo>
                    <a:pt x="140" y="2919"/>
                    <a:pt x="74" y="2561"/>
                    <a:pt x="70" y="2201"/>
                  </a:cubicBezTo>
                  <a:cubicBezTo>
                    <a:pt x="66" y="1826"/>
                    <a:pt x="67" y="1436"/>
                    <a:pt x="280" y="1079"/>
                  </a:cubicBezTo>
                  <a:cubicBezTo>
                    <a:pt x="765" y="266"/>
                    <a:pt x="1529" y="15"/>
                    <a:pt x="2008" y="2"/>
                  </a:cubicBezTo>
                  <a:cubicBezTo>
                    <a:pt x="2038" y="1"/>
                    <a:pt x="2068" y="0"/>
                    <a:pt x="2098" y="1"/>
                  </a:cubicBezTo>
                  <a:cubicBezTo>
                    <a:pt x="2098" y="1"/>
                    <a:pt x="2098" y="1"/>
                    <a:pt x="2098" y="1"/>
                  </a:cubicBezTo>
                  <a:cubicBezTo>
                    <a:pt x="2546" y="5"/>
                    <a:pt x="3014" y="98"/>
                    <a:pt x="3420" y="289"/>
                  </a:cubicBezTo>
                  <a:cubicBezTo>
                    <a:pt x="3713" y="426"/>
                    <a:pt x="3971" y="637"/>
                    <a:pt x="4170" y="892"/>
                  </a:cubicBezTo>
                  <a:cubicBezTo>
                    <a:pt x="4334" y="1103"/>
                    <a:pt x="4433" y="1357"/>
                    <a:pt x="4498" y="1615"/>
                  </a:cubicBezTo>
                  <a:cubicBezTo>
                    <a:pt x="4548" y="1813"/>
                    <a:pt x="4579" y="2016"/>
                    <a:pt x="4644" y="2210"/>
                  </a:cubicBezTo>
                  <a:cubicBezTo>
                    <a:pt x="4658" y="2250"/>
                    <a:pt x="4673" y="2291"/>
                    <a:pt x="4682" y="2332"/>
                  </a:cubicBezTo>
                  <a:cubicBezTo>
                    <a:pt x="4692" y="2374"/>
                    <a:pt x="4696" y="2418"/>
                    <a:pt x="4687" y="2460"/>
                  </a:cubicBezTo>
                  <a:cubicBezTo>
                    <a:pt x="4677" y="2509"/>
                    <a:pt x="4650" y="2552"/>
                    <a:pt x="4626" y="2596"/>
                  </a:cubicBezTo>
                  <a:cubicBezTo>
                    <a:pt x="4601" y="2639"/>
                    <a:pt x="4578" y="2685"/>
                    <a:pt x="4576" y="2735"/>
                  </a:cubicBezTo>
                  <a:cubicBezTo>
                    <a:pt x="4574" y="2780"/>
                    <a:pt x="4589" y="2824"/>
                    <a:pt x="4612" y="2863"/>
                  </a:cubicBezTo>
                  <a:cubicBezTo>
                    <a:pt x="4635" y="2902"/>
                    <a:pt x="4664" y="2937"/>
                    <a:pt x="4692" y="2972"/>
                  </a:cubicBezTo>
                  <a:cubicBezTo>
                    <a:pt x="4818" y="3136"/>
                    <a:pt x="4909" y="3325"/>
                    <a:pt x="5040" y="3485"/>
                  </a:cubicBezTo>
                  <a:cubicBezTo>
                    <a:pt x="5078" y="3530"/>
                    <a:pt x="5119" y="3574"/>
                    <a:pt x="5143" y="3628"/>
                  </a:cubicBezTo>
                  <a:cubicBezTo>
                    <a:pt x="5155" y="3654"/>
                    <a:pt x="5163" y="3684"/>
                    <a:pt x="5162" y="3713"/>
                  </a:cubicBezTo>
                  <a:cubicBezTo>
                    <a:pt x="5162" y="3742"/>
                    <a:pt x="5153" y="3772"/>
                    <a:pt x="5135" y="3795"/>
                  </a:cubicBezTo>
                  <a:cubicBezTo>
                    <a:pt x="5118" y="3817"/>
                    <a:pt x="5094" y="3833"/>
                    <a:pt x="5068" y="3843"/>
                  </a:cubicBezTo>
                  <a:close/>
                </a:path>
              </a:pathLst>
            </a:custGeom>
            <a:solidFill>
              <a:srgbClr val="C9C9C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80" name="Google Shape;580;p28"/>
            <p:cNvSpPr/>
            <p:nvPr/>
          </p:nvSpPr>
          <p:spPr>
            <a:xfrm>
              <a:off x="8861426" y="4324350"/>
              <a:ext cx="5864223" cy="4311650"/>
            </a:xfrm>
            <a:custGeom>
              <a:rect b="b" l="l" r="r" t="t"/>
              <a:pathLst>
                <a:path extrusionOk="0" h="2986" w="4060">
                  <a:moveTo>
                    <a:pt x="73" y="1593"/>
                  </a:moveTo>
                  <a:cubicBezTo>
                    <a:pt x="67" y="1536"/>
                    <a:pt x="122" y="1528"/>
                    <a:pt x="97" y="1476"/>
                  </a:cubicBezTo>
                  <a:cubicBezTo>
                    <a:pt x="0" y="1279"/>
                    <a:pt x="75" y="1202"/>
                    <a:pt x="126" y="1115"/>
                  </a:cubicBezTo>
                  <a:cubicBezTo>
                    <a:pt x="192" y="1005"/>
                    <a:pt x="288" y="967"/>
                    <a:pt x="416" y="913"/>
                  </a:cubicBezTo>
                  <a:cubicBezTo>
                    <a:pt x="428" y="908"/>
                    <a:pt x="392" y="759"/>
                    <a:pt x="424" y="701"/>
                  </a:cubicBezTo>
                  <a:cubicBezTo>
                    <a:pt x="462" y="631"/>
                    <a:pt x="494" y="594"/>
                    <a:pt x="546" y="562"/>
                  </a:cubicBezTo>
                  <a:cubicBezTo>
                    <a:pt x="665" y="490"/>
                    <a:pt x="723" y="549"/>
                    <a:pt x="746" y="469"/>
                  </a:cubicBezTo>
                  <a:cubicBezTo>
                    <a:pt x="850" y="106"/>
                    <a:pt x="1271" y="205"/>
                    <a:pt x="1377" y="197"/>
                  </a:cubicBezTo>
                  <a:cubicBezTo>
                    <a:pt x="1493" y="189"/>
                    <a:pt x="1582" y="0"/>
                    <a:pt x="1772" y="44"/>
                  </a:cubicBezTo>
                  <a:cubicBezTo>
                    <a:pt x="1784" y="47"/>
                    <a:pt x="1916" y="111"/>
                    <a:pt x="1928" y="111"/>
                  </a:cubicBezTo>
                  <a:cubicBezTo>
                    <a:pt x="2034" y="117"/>
                    <a:pt x="1986" y="90"/>
                    <a:pt x="2155" y="59"/>
                  </a:cubicBezTo>
                  <a:cubicBezTo>
                    <a:pt x="2216" y="48"/>
                    <a:pt x="2331" y="52"/>
                    <a:pt x="2394" y="58"/>
                  </a:cubicBezTo>
                  <a:cubicBezTo>
                    <a:pt x="2435" y="61"/>
                    <a:pt x="2480" y="126"/>
                    <a:pt x="2520" y="133"/>
                  </a:cubicBezTo>
                  <a:cubicBezTo>
                    <a:pt x="2572" y="141"/>
                    <a:pt x="2627" y="120"/>
                    <a:pt x="2682" y="130"/>
                  </a:cubicBezTo>
                  <a:cubicBezTo>
                    <a:pt x="2756" y="144"/>
                    <a:pt x="2813" y="245"/>
                    <a:pt x="2833" y="242"/>
                  </a:cubicBezTo>
                  <a:cubicBezTo>
                    <a:pt x="2892" y="234"/>
                    <a:pt x="3045" y="219"/>
                    <a:pt x="3123" y="262"/>
                  </a:cubicBezTo>
                  <a:cubicBezTo>
                    <a:pt x="3198" y="304"/>
                    <a:pt x="3267" y="424"/>
                    <a:pt x="3260" y="439"/>
                  </a:cubicBezTo>
                  <a:cubicBezTo>
                    <a:pt x="3424" y="456"/>
                    <a:pt x="3597" y="530"/>
                    <a:pt x="3662" y="582"/>
                  </a:cubicBezTo>
                  <a:cubicBezTo>
                    <a:pt x="3801" y="694"/>
                    <a:pt x="3863" y="721"/>
                    <a:pt x="3857" y="1101"/>
                  </a:cubicBezTo>
                  <a:cubicBezTo>
                    <a:pt x="4060" y="1303"/>
                    <a:pt x="4031" y="1445"/>
                    <a:pt x="3905" y="1528"/>
                  </a:cubicBezTo>
                  <a:cubicBezTo>
                    <a:pt x="3902" y="1530"/>
                    <a:pt x="3825" y="1784"/>
                    <a:pt x="3804" y="1809"/>
                  </a:cubicBezTo>
                  <a:cubicBezTo>
                    <a:pt x="3752" y="1871"/>
                    <a:pt x="3593" y="1811"/>
                    <a:pt x="3500" y="1840"/>
                  </a:cubicBezTo>
                  <a:cubicBezTo>
                    <a:pt x="3411" y="1868"/>
                    <a:pt x="3413" y="1944"/>
                    <a:pt x="3269" y="1982"/>
                  </a:cubicBezTo>
                  <a:cubicBezTo>
                    <a:pt x="3236" y="1991"/>
                    <a:pt x="3028" y="1965"/>
                    <a:pt x="3027" y="1960"/>
                  </a:cubicBezTo>
                  <a:cubicBezTo>
                    <a:pt x="3036" y="2023"/>
                    <a:pt x="3040" y="2009"/>
                    <a:pt x="3028" y="2079"/>
                  </a:cubicBezTo>
                  <a:cubicBezTo>
                    <a:pt x="3008" y="2195"/>
                    <a:pt x="2955" y="2282"/>
                    <a:pt x="2867" y="2343"/>
                  </a:cubicBezTo>
                  <a:cubicBezTo>
                    <a:pt x="2797" y="2391"/>
                    <a:pt x="2614" y="2376"/>
                    <a:pt x="2532" y="2354"/>
                  </a:cubicBezTo>
                  <a:cubicBezTo>
                    <a:pt x="2536" y="2318"/>
                    <a:pt x="2517" y="2375"/>
                    <a:pt x="2490" y="2400"/>
                  </a:cubicBezTo>
                  <a:cubicBezTo>
                    <a:pt x="2341" y="2543"/>
                    <a:pt x="2207" y="2485"/>
                    <a:pt x="2124" y="2359"/>
                  </a:cubicBezTo>
                  <a:cubicBezTo>
                    <a:pt x="2104" y="2327"/>
                    <a:pt x="2144" y="2409"/>
                    <a:pt x="2121" y="2420"/>
                  </a:cubicBezTo>
                  <a:cubicBezTo>
                    <a:pt x="1917" y="2550"/>
                    <a:pt x="1762" y="2425"/>
                    <a:pt x="1749" y="2424"/>
                  </a:cubicBezTo>
                  <a:cubicBezTo>
                    <a:pt x="1610" y="2401"/>
                    <a:pt x="1665" y="2576"/>
                    <a:pt x="1483" y="2747"/>
                  </a:cubicBezTo>
                  <a:cubicBezTo>
                    <a:pt x="1444" y="2781"/>
                    <a:pt x="1354" y="2820"/>
                    <a:pt x="1294" y="2740"/>
                  </a:cubicBezTo>
                  <a:cubicBezTo>
                    <a:pt x="1213" y="2986"/>
                    <a:pt x="885" y="2856"/>
                    <a:pt x="795" y="2820"/>
                  </a:cubicBezTo>
                  <a:cubicBezTo>
                    <a:pt x="722" y="2791"/>
                    <a:pt x="679" y="2648"/>
                    <a:pt x="634" y="2582"/>
                  </a:cubicBezTo>
                  <a:cubicBezTo>
                    <a:pt x="618" y="2560"/>
                    <a:pt x="362" y="2639"/>
                    <a:pt x="505" y="2230"/>
                  </a:cubicBezTo>
                  <a:cubicBezTo>
                    <a:pt x="512" y="2209"/>
                    <a:pt x="447" y="2206"/>
                    <a:pt x="360" y="2172"/>
                  </a:cubicBezTo>
                  <a:cubicBezTo>
                    <a:pt x="308" y="2153"/>
                    <a:pt x="219" y="2139"/>
                    <a:pt x="181" y="2099"/>
                  </a:cubicBezTo>
                  <a:cubicBezTo>
                    <a:pt x="118" y="2035"/>
                    <a:pt x="70" y="1950"/>
                    <a:pt x="50" y="1863"/>
                  </a:cubicBezTo>
                  <a:cubicBezTo>
                    <a:pt x="31" y="1777"/>
                    <a:pt x="81" y="1674"/>
                    <a:pt x="73" y="159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81" name="Google Shape;581;p28"/>
            <p:cNvSpPr/>
            <p:nvPr/>
          </p:nvSpPr>
          <p:spPr>
            <a:xfrm>
              <a:off x="13076238" y="5272088"/>
              <a:ext cx="644525" cy="649288"/>
            </a:xfrm>
            <a:custGeom>
              <a:rect b="b" l="l" r="r" t="t"/>
              <a:pathLst>
                <a:path extrusionOk="0" h="449" w="446">
                  <a:moveTo>
                    <a:pt x="440" y="182"/>
                  </a:moveTo>
                  <a:cubicBezTo>
                    <a:pt x="433" y="110"/>
                    <a:pt x="393" y="43"/>
                    <a:pt x="332" y="0"/>
                  </a:cubicBezTo>
                  <a:cubicBezTo>
                    <a:pt x="304" y="40"/>
                    <a:pt x="304" y="40"/>
                    <a:pt x="304" y="40"/>
                  </a:cubicBezTo>
                  <a:cubicBezTo>
                    <a:pt x="354" y="75"/>
                    <a:pt x="386" y="128"/>
                    <a:pt x="392" y="186"/>
                  </a:cubicBezTo>
                  <a:cubicBezTo>
                    <a:pt x="397" y="242"/>
                    <a:pt x="378" y="295"/>
                    <a:pt x="338" y="337"/>
                  </a:cubicBezTo>
                  <a:cubicBezTo>
                    <a:pt x="291" y="385"/>
                    <a:pt x="209" y="409"/>
                    <a:pt x="145" y="395"/>
                  </a:cubicBezTo>
                  <a:cubicBezTo>
                    <a:pt x="117" y="389"/>
                    <a:pt x="77" y="368"/>
                    <a:pt x="60" y="341"/>
                  </a:cubicBezTo>
                  <a:cubicBezTo>
                    <a:pt x="52" y="329"/>
                    <a:pt x="50" y="317"/>
                    <a:pt x="53" y="305"/>
                  </a:cubicBezTo>
                  <a:cubicBezTo>
                    <a:pt x="62" y="267"/>
                    <a:pt x="131" y="228"/>
                    <a:pt x="176" y="202"/>
                  </a:cubicBezTo>
                  <a:cubicBezTo>
                    <a:pt x="183" y="198"/>
                    <a:pt x="189" y="195"/>
                    <a:pt x="196" y="191"/>
                  </a:cubicBezTo>
                  <a:cubicBezTo>
                    <a:pt x="238" y="214"/>
                    <a:pt x="285" y="224"/>
                    <a:pt x="319" y="226"/>
                  </a:cubicBezTo>
                  <a:cubicBezTo>
                    <a:pt x="320" y="202"/>
                    <a:pt x="320" y="202"/>
                    <a:pt x="320" y="202"/>
                  </a:cubicBezTo>
                  <a:cubicBezTo>
                    <a:pt x="321" y="178"/>
                    <a:pt x="321" y="178"/>
                    <a:pt x="321" y="178"/>
                  </a:cubicBezTo>
                  <a:cubicBezTo>
                    <a:pt x="321" y="178"/>
                    <a:pt x="321" y="178"/>
                    <a:pt x="321" y="178"/>
                  </a:cubicBezTo>
                  <a:cubicBezTo>
                    <a:pt x="321" y="178"/>
                    <a:pt x="321" y="178"/>
                    <a:pt x="321" y="178"/>
                  </a:cubicBezTo>
                  <a:cubicBezTo>
                    <a:pt x="321" y="178"/>
                    <a:pt x="321" y="178"/>
                    <a:pt x="321" y="178"/>
                  </a:cubicBezTo>
                  <a:cubicBezTo>
                    <a:pt x="314" y="178"/>
                    <a:pt x="156" y="167"/>
                    <a:pt x="146" y="46"/>
                  </a:cubicBezTo>
                  <a:cubicBezTo>
                    <a:pt x="98" y="50"/>
                    <a:pt x="98" y="50"/>
                    <a:pt x="98" y="50"/>
                  </a:cubicBezTo>
                  <a:cubicBezTo>
                    <a:pt x="102" y="98"/>
                    <a:pt x="123" y="134"/>
                    <a:pt x="152" y="161"/>
                  </a:cubicBezTo>
                  <a:cubicBezTo>
                    <a:pt x="93" y="194"/>
                    <a:pt x="20" y="236"/>
                    <a:pt x="6" y="294"/>
                  </a:cubicBezTo>
                  <a:cubicBezTo>
                    <a:pt x="0" y="319"/>
                    <a:pt x="5" y="344"/>
                    <a:pt x="20" y="367"/>
                  </a:cubicBezTo>
                  <a:cubicBezTo>
                    <a:pt x="45" y="408"/>
                    <a:pt x="96" y="434"/>
                    <a:pt x="134" y="442"/>
                  </a:cubicBezTo>
                  <a:cubicBezTo>
                    <a:pt x="162" y="448"/>
                    <a:pt x="191" y="449"/>
                    <a:pt x="219" y="445"/>
                  </a:cubicBezTo>
                  <a:cubicBezTo>
                    <a:pt x="277" y="437"/>
                    <a:pt x="333" y="410"/>
                    <a:pt x="372" y="370"/>
                  </a:cubicBezTo>
                  <a:cubicBezTo>
                    <a:pt x="422" y="319"/>
                    <a:pt x="446" y="252"/>
                    <a:pt x="440" y="182"/>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82" name="Google Shape;582;p28"/>
            <p:cNvSpPr/>
            <p:nvPr/>
          </p:nvSpPr>
          <p:spPr>
            <a:xfrm>
              <a:off x="9204326" y="6586538"/>
              <a:ext cx="511175" cy="766763"/>
            </a:xfrm>
            <a:custGeom>
              <a:rect b="b" l="l" r="r" t="t"/>
              <a:pathLst>
                <a:path extrusionOk="0" h="531" w="354">
                  <a:moveTo>
                    <a:pt x="255" y="386"/>
                  </a:moveTo>
                  <a:cubicBezTo>
                    <a:pt x="122" y="279"/>
                    <a:pt x="56" y="142"/>
                    <a:pt x="82" y="86"/>
                  </a:cubicBezTo>
                  <a:cubicBezTo>
                    <a:pt x="94" y="57"/>
                    <a:pt x="133" y="58"/>
                    <a:pt x="163" y="63"/>
                  </a:cubicBezTo>
                  <a:cubicBezTo>
                    <a:pt x="172" y="16"/>
                    <a:pt x="172" y="16"/>
                    <a:pt x="172" y="16"/>
                  </a:cubicBezTo>
                  <a:cubicBezTo>
                    <a:pt x="82" y="0"/>
                    <a:pt x="49" y="41"/>
                    <a:pt x="38" y="66"/>
                  </a:cubicBezTo>
                  <a:cubicBezTo>
                    <a:pt x="0" y="150"/>
                    <a:pt x="78" y="301"/>
                    <a:pt x="215" y="415"/>
                  </a:cubicBezTo>
                  <a:cubicBezTo>
                    <a:pt x="187" y="442"/>
                    <a:pt x="171" y="479"/>
                    <a:pt x="164" y="525"/>
                  </a:cubicBezTo>
                  <a:cubicBezTo>
                    <a:pt x="212" y="531"/>
                    <a:pt x="212" y="531"/>
                    <a:pt x="212" y="531"/>
                  </a:cubicBezTo>
                  <a:cubicBezTo>
                    <a:pt x="217" y="490"/>
                    <a:pt x="233" y="459"/>
                    <a:pt x="258" y="440"/>
                  </a:cubicBezTo>
                  <a:cubicBezTo>
                    <a:pt x="297" y="411"/>
                    <a:pt x="347" y="416"/>
                    <a:pt x="348" y="417"/>
                  </a:cubicBezTo>
                  <a:cubicBezTo>
                    <a:pt x="354" y="369"/>
                    <a:pt x="354" y="369"/>
                    <a:pt x="354" y="369"/>
                  </a:cubicBezTo>
                  <a:cubicBezTo>
                    <a:pt x="352" y="369"/>
                    <a:pt x="303" y="363"/>
                    <a:pt x="255" y="386"/>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83" name="Google Shape;583;p28"/>
            <p:cNvSpPr/>
            <p:nvPr/>
          </p:nvSpPr>
          <p:spPr>
            <a:xfrm>
              <a:off x="12933363" y="4908550"/>
              <a:ext cx="1574799" cy="1106489"/>
            </a:xfrm>
            <a:custGeom>
              <a:rect b="b" l="l" r="r" t="t"/>
              <a:pathLst>
                <a:path extrusionOk="0" h="766" w="1090">
                  <a:moveTo>
                    <a:pt x="1019" y="766"/>
                  </a:moveTo>
                  <a:cubicBezTo>
                    <a:pt x="1073" y="662"/>
                    <a:pt x="1090" y="527"/>
                    <a:pt x="1063" y="412"/>
                  </a:cubicBezTo>
                  <a:cubicBezTo>
                    <a:pt x="1000" y="152"/>
                    <a:pt x="716" y="61"/>
                    <a:pt x="551" y="30"/>
                  </a:cubicBezTo>
                  <a:cubicBezTo>
                    <a:pt x="390" y="0"/>
                    <a:pt x="181" y="1"/>
                    <a:pt x="76" y="97"/>
                  </a:cubicBezTo>
                  <a:cubicBezTo>
                    <a:pt x="23" y="146"/>
                    <a:pt x="0" y="214"/>
                    <a:pt x="8" y="299"/>
                  </a:cubicBezTo>
                  <a:cubicBezTo>
                    <a:pt x="56" y="294"/>
                    <a:pt x="56" y="294"/>
                    <a:pt x="56" y="294"/>
                  </a:cubicBezTo>
                  <a:cubicBezTo>
                    <a:pt x="49" y="224"/>
                    <a:pt x="66" y="171"/>
                    <a:pt x="109" y="133"/>
                  </a:cubicBezTo>
                  <a:cubicBezTo>
                    <a:pt x="200" y="49"/>
                    <a:pt x="393" y="49"/>
                    <a:pt x="543" y="77"/>
                  </a:cubicBezTo>
                  <a:cubicBezTo>
                    <a:pt x="695" y="106"/>
                    <a:pt x="960" y="189"/>
                    <a:pt x="1016" y="423"/>
                  </a:cubicBezTo>
                  <a:cubicBezTo>
                    <a:pt x="1041" y="527"/>
                    <a:pt x="1025" y="650"/>
                    <a:pt x="976" y="743"/>
                  </a:cubicBezTo>
                  <a:lnTo>
                    <a:pt x="1019" y="766"/>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84" name="Google Shape;584;p28"/>
            <p:cNvSpPr/>
            <p:nvPr/>
          </p:nvSpPr>
          <p:spPr>
            <a:xfrm>
              <a:off x="12847638" y="4592638"/>
              <a:ext cx="776288" cy="412750"/>
            </a:xfrm>
            <a:custGeom>
              <a:rect b="b" l="l" r="r" t="t"/>
              <a:pathLst>
                <a:path extrusionOk="0" h="286" w="538">
                  <a:moveTo>
                    <a:pt x="491" y="286"/>
                  </a:moveTo>
                  <a:cubicBezTo>
                    <a:pt x="538" y="276"/>
                    <a:pt x="538" y="276"/>
                    <a:pt x="538" y="276"/>
                  </a:cubicBezTo>
                  <a:cubicBezTo>
                    <a:pt x="537" y="270"/>
                    <a:pt x="506" y="127"/>
                    <a:pt x="374" y="54"/>
                  </a:cubicBezTo>
                  <a:cubicBezTo>
                    <a:pt x="276" y="0"/>
                    <a:pt x="150" y="0"/>
                    <a:pt x="0" y="55"/>
                  </a:cubicBezTo>
                  <a:cubicBezTo>
                    <a:pt x="16" y="100"/>
                    <a:pt x="16" y="100"/>
                    <a:pt x="16" y="100"/>
                  </a:cubicBezTo>
                  <a:cubicBezTo>
                    <a:pt x="153" y="50"/>
                    <a:pt x="265" y="49"/>
                    <a:pt x="351" y="96"/>
                  </a:cubicBezTo>
                  <a:cubicBezTo>
                    <a:pt x="463" y="159"/>
                    <a:pt x="491" y="285"/>
                    <a:pt x="491" y="286"/>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85" name="Google Shape;585;p28"/>
            <p:cNvSpPr/>
            <p:nvPr/>
          </p:nvSpPr>
          <p:spPr>
            <a:xfrm>
              <a:off x="12228513" y="4437063"/>
              <a:ext cx="754063" cy="536575"/>
            </a:xfrm>
            <a:custGeom>
              <a:rect b="b" l="l" r="r" t="t"/>
              <a:pathLst>
                <a:path extrusionOk="0" h="372" w="522">
                  <a:moveTo>
                    <a:pt x="48" y="372"/>
                  </a:moveTo>
                  <a:cubicBezTo>
                    <a:pt x="94" y="358"/>
                    <a:pt x="94" y="358"/>
                    <a:pt x="94" y="358"/>
                  </a:cubicBezTo>
                  <a:cubicBezTo>
                    <a:pt x="53" y="224"/>
                    <a:pt x="154" y="133"/>
                    <a:pt x="159" y="129"/>
                  </a:cubicBezTo>
                  <a:cubicBezTo>
                    <a:pt x="160" y="127"/>
                    <a:pt x="160" y="127"/>
                    <a:pt x="160" y="127"/>
                  </a:cubicBezTo>
                  <a:cubicBezTo>
                    <a:pt x="211" y="74"/>
                    <a:pt x="263" y="49"/>
                    <a:pt x="314" y="55"/>
                  </a:cubicBezTo>
                  <a:cubicBezTo>
                    <a:pt x="411" y="65"/>
                    <a:pt x="480" y="176"/>
                    <a:pt x="481" y="177"/>
                  </a:cubicBezTo>
                  <a:cubicBezTo>
                    <a:pt x="522" y="152"/>
                    <a:pt x="522" y="152"/>
                    <a:pt x="522" y="152"/>
                  </a:cubicBezTo>
                  <a:cubicBezTo>
                    <a:pt x="519" y="146"/>
                    <a:pt x="440" y="19"/>
                    <a:pt x="319" y="7"/>
                  </a:cubicBezTo>
                  <a:cubicBezTo>
                    <a:pt x="252" y="0"/>
                    <a:pt x="187" y="29"/>
                    <a:pt x="126" y="93"/>
                  </a:cubicBezTo>
                  <a:cubicBezTo>
                    <a:pt x="113" y="105"/>
                    <a:pt x="0" y="213"/>
                    <a:pt x="48" y="372"/>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86" name="Google Shape;586;p28"/>
            <p:cNvSpPr/>
            <p:nvPr/>
          </p:nvSpPr>
          <p:spPr>
            <a:xfrm>
              <a:off x="11566526" y="4159250"/>
              <a:ext cx="962026" cy="417513"/>
            </a:xfrm>
            <a:custGeom>
              <a:rect b="b" l="l" r="r" t="t"/>
              <a:pathLst>
                <a:path extrusionOk="0" h="289" w="665">
                  <a:moveTo>
                    <a:pt x="629" y="263"/>
                  </a:moveTo>
                  <a:cubicBezTo>
                    <a:pt x="665" y="231"/>
                    <a:pt x="665" y="231"/>
                    <a:pt x="665" y="231"/>
                  </a:cubicBezTo>
                  <a:cubicBezTo>
                    <a:pt x="460" y="0"/>
                    <a:pt x="19" y="237"/>
                    <a:pt x="0" y="247"/>
                  </a:cubicBezTo>
                  <a:cubicBezTo>
                    <a:pt x="24" y="289"/>
                    <a:pt x="24" y="289"/>
                    <a:pt x="24" y="289"/>
                  </a:cubicBezTo>
                  <a:cubicBezTo>
                    <a:pt x="28" y="287"/>
                    <a:pt x="450" y="60"/>
                    <a:pt x="629" y="263"/>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87" name="Google Shape;587;p28"/>
            <p:cNvSpPr/>
            <p:nvPr/>
          </p:nvSpPr>
          <p:spPr>
            <a:xfrm>
              <a:off x="13898563" y="6529388"/>
              <a:ext cx="644525" cy="506413"/>
            </a:xfrm>
            <a:custGeom>
              <a:rect b="b" l="l" r="r" t="t"/>
              <a:pathLst>
                <a:path extrusionOk="0" h="351" w="446">
                  <a:moveTo>
                    <a:pt x="206" y="343"/>
                  </a:moveTo>
                  <a:cubicBezTo>
                    <a:pt x="247" y="337"/>
                    <a:pt x="283" y="323"/>
                    <a:pt x="315" y="301"/>
                  </a:cubicBezTo>
                  <a:cubicBezTo>
                    <a:pt x="446" y="208"/>
                    <a:pt x="446" y="8"/>
                    <a:pt x="446" y="0"/>
                  </a:cubicBezTo>
                  <a:cubicBezTo>
                    <a:pt x="398" y="0"/>
                    <a:pt x="398" y="0"/>
                    <a:pt x="398" y="0"/>
                  </a:cubicBezTo>
                  <a:cubicBezTo>
                    <a:pt x="422" y="0"/>
                    <a:pt x="422" y="0"/>
                    <a:pt x="422" y="0"/>
                  </a:cubicBezTo>
                  <a:cubicBezTo>
                    <a:pt x="398" y="0"/>
                    <a:pt x="398" y="0"/>
                    <a:pt x="398" y="0"/>
                  </a:cubicBezTo>
                  <a:cubicBezTo>
                    <a:pt x="398" y="2"/>
                    <a:pt x="397" y="184"/>
                    <a:pt x="287" y="262"/>
                  </a:cubicBezTo>
                  <a:cubicBezTo>
                    <a:pt x="222" y="307"/>
                    <a:pt x="131" y="310"/>
                    <a:pt x="16" y="269"/>
                  </a:cubicBezTo>
                  <a:cubicBezTo>
                    <a:pt x="0" y="314"/>
                    <a:pt x="0" y="314"/>
                    <a:pt x="0" y="314"/>
                  </a:cubicBezTo>
                  <a:cubicBezTo>
                    <a:pt x="78" y="342"/>
                    <a:pt x="147" y="351"/>
                    <a:pt x="206" y="343"/>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88" name="Google Shape;588;p28"/>
            <p:cNvSpPr/>
            <p:nvPr/>
          </p:nvSpPr>
          <p:spPr>
            <a:xfrm>
              <a:off x="10701338" y="4325938"/>
              <a:ext cx="1008062" cy="801688"/>
            </a:xfrm>
            <a:custGeom>
              <a:rect b="b" l="l" r="r" t="t"/>
              <a:pathLst>
                <a:path extrusionOk="0" h="556" w="697">
                  <a:moveTo>
                    <a:pt x="114" y="556"/>
                  </a:moveTo>
                  <a:cubicBezTo>
                    <a:pt x="139" y="515"/>
                    <a:pt x="139" y="515"/>
                    <a:pt x="139" y="515"/>
                  </a:cubicBezTo>
                  <a:cubicBezTo>
                    <a:pt x="76" y="476"/>
                    <a:pt x="47" y="427"/>
                    <a:pt x="53" y="369"/>
                  </a:cubicBezTo>
                  <a:cubicBezTo>
                    <a:pt x="63" y="270"/>
                    <a:pt x="177" y="155"/>
                    <a:pt x="320" y="102"/>
                  </a:cubicBezTo>
                  <a:cubicBezTo>
                    <a:pt x="456" y="51"/>
                    <a:pt x="581" y="67"/>
                    <a:pt x="664" y="144"/>
                  </a:cubicBezTo>
                  <a:cubicBezTo>
                    <a:pt x="697" y="109"/>
                    <a:pt x="697" y="109"/>
                    <a:pt x="697" y="109"/>
                  </a:cubicBezTo>
                  <a:cubicBezTo>
                    <a:pt x="601" y="19"/>
                    <a:pt x="457" y="0"/>
                    <a:pt x="303" y="57"/>
                  </a:cubicBezTo>
                  <a:cubicBezTo>
                    <a:pt x="142" y="117"/>
                    <a:pt x="17" y="246"/>
                    <a:pt x="5" y="364"/>
                  </a:cubicBezTo>
                  <a:cubicBezTo>
                    <a:pt x="0" y="417"/>
                    <a:pt x="14" y="494"/>
                    <a:pt x="114" y="55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89" name="Google Shape;589;p28"/>
            <p:cNvSpPr/>
            <p:nvPr/>
          </p:nvSpPr>
          <p:spPr>
            <a:xfrm>
              <a:off x="9842501" y="4516438"/>
              <a:ext cx="1035050" cy="615950"/>
            </a:xfrm>
            <a:custGeom>
              <a:rect b="b" l="l" r="r" t="t"/>
              <a:pathLst>
                <a:path extrusionOk="0" h="427" w="717">
                  <a:moveTo>
                    <a:pt x="48" y="427"/>
                  </a:moveTo>
                  <a:cubicBezTo>
                    <a:pt x="48" y="425"/>
                    <a:pt x="81" y="245"/>
                    <a:pt x="237" y="142"/>
                  </a:cubicBezTo>
                  <a:cubicBezTo>
                    <a:pt x="355" y="65"/>
                    <a:pt x="513" y="50"/>
                    <a:pt x="706" y="98"/>
                  </a:cubicBezTo>
                  <a:cubicBezTo>
                    <a:pt x="717" y="51"/>
                    <a:pt x="717" y="51"/>
                    <a:pt x="717" y="51"/>
                  </a:cubicBezTo>
                  <a:cubicBezTo>
                    <a:pt x="510" y="0"/>
                    <a:pt x="340" y="17"/>
                    <a:pt x="210" y="103"/>
                  </a:cubicBezTo>
                  <a:cubicBezTo>
                    <a:pt x="36" y="217"/>
                    <a:pt x="2" y="411"/>
                    <a:pt x="0" y="419"/>
                  </a:cubicBezTo>
                  <a:cubicBezTo>
                    <a:pt x="48" y="427"/>
                    <a:pt x="48" y="427"/>
                    <a:pt x="48" y="427"/>
                  </a:cubicBezTo>
                  <a:cubicBezTo>
                    <a:pt x="24" y="423"/>
                    <a:pt x="24" y="423"/>
                    <a:pt x="24" y="423"/>
                  </a:cubicBezTo>
                  <a:lnTo>
                    <a:pt x="48" y="42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90" name="Google Shape;590;p28"/>
            <p:cNvSpPr/>
            <p:nvPr/>
          </p:nvSpPr>
          <p:spPr>
            <a:xfrm>
              <a:off x="9390063" y="4995863"/>
              <a:ext cx="512763" cy="650875"/>
            </a:xfrm>
            <a:custGeom>
              <a:rect b="b" l="l" r="r" t="t"/>
              <a:pathLst>
                <a:path extrusionOk="0" h="451" w="355">
                  <a:moveTo>
                    <a:pt x="26" y="451"/>
                  </a:moveTo>
                  <a:cubicBezTo>
                    <a:pt x="73" y="445"/>
                    <a:pt x="73" y="445"/>
                    <a:pt x="73" y="445"/>
                  </a:cubicBezTo>
                  <a:cubicBezTo>
                    <a:pt x="73" y="443"/>
                    <a:pt x="50" y="276"/>
                    <a:pt x="140" y="159"/>
                  </a:cubicBezTo>
                  <a:cubicBezTo>
                    <a:pt x="188" y="97"/>
                    <a:pt x="260" y="59"/>
                    <a:pt x="355" y="48"/>
                  </a:cubicBezTo>
                  <a:cubicBezTo>
                    <a:pt x="349" y="0"/>
                    <a:pt x="349" y="0"/>
                    <a:pt x="349" y="0"/>
                  </a:cubicBezTo>
                  <a:cubicBezTo>
                    <a:pt x="241" y="13"/>
                    <a:pt x="157" y="57"/>
                    <a:pt x="101" y="130"/>
                  </a:cubicBezTo>
                  <a:cubicBezTo>
                    <a:pt x="0" y="263"/>
                    <a:pt x="25" y="444"/>
                    <a:pt x="26" y="45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91" name="Google Shape;591;p28"/>
            <p:cNvSpPr/>
            <p:nvPr/>
          </p:nvSpPr>
          <p:spPr>
            <a:xfrm>
              <a:off x="8845551" y="5502275"/>
              <a:ext cx="1312862" cy="1114424"/>
            </a:xfrm>
            <a:custGeom>
              <a:rect b="b" l="l" r="r" t="t"/>
              <a:pathLst>
                <a:path extrusionOk="0" h="772" w="909">
                  <a:moveTo>
                    <a:pt x="143" y="772"/>
                  </a:moveTo>
                  <a:cubicBezTo>
                    <a:pt x="181" y="743"/>
                    <a:pt x="181" y="743"/>
                    <a:pt x="181" y="743"/>
                  </a:cubicBezTo>
                  <a:cubicBezTo>
                    <a:pt x="124" y="666"/>
                    <a:pt x="8" y="469"/>
                    <a:pt x="159" y="295"/>
                  </a:cubicBezTo>
                  <a:cubicBezTo>
                    <a:pt x="271" y="167"/>
                    <a:pt x="483" y="51"/>
                    <a:pt x="656" y="90"/>
                  </a:cubicBezTo>
                  <a:cubicBezTo>
                    <a:pt x="759" y="112"/>
                    <a:pt x="828" y="185"/>
                    <a:pt x="863" y="305"/>
                  </a:cubicBezTo>
                  <a:cubicBezTo>
                    <a:pt x="909" y="292"/>
                    <a:pt x="909" y="292"/>
                    <a:pt x="909" y="292"/>
                  </a:cubicBezTo>
                  <a:cubicBezTo>
                    <a:pt x="859" y="119"/>
                    <a:pt x="750" y="61"/>
                    <a:pt x="667" y="43"/>
                  </a:cubicBezTo>
                  <a:cubicBezTo>
                    <a:pt x="475" y="0"/>
                    <a:pt x="244" y="125"/>
                    <a:pt x="123" y="264"/>
                  </a:cubicBezTo>
                  <a:cubicBezTo>
                    <a:pt x="0" y="405"/>
                    <a:pt x="7" y="590"/>
                    <a:pt x="143" y="77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92" name="Google Shape;592;p28"/>
            <p:cNvSpPr/>
            <p:nvPr/>
          </p:nvSpPr>
          <p:spPr>
            <a:xfrm>
              <a:off x="8848726" y="6451600"/>
              <a:ext cx="1176338" cy="1109663"/>
            </a:xfrm>
            <a:custGeom>
              <a:rect b="b" l="l" r="r" t="t"/>
              <a:pathLst>
                <a:path extrusionOk="0" h="769" w="814">
                  <a:moveTo>
                    <a:pt x="555" y="762"/>
                  </a:moveTo>
                  <a:cubicBezTo>
                    <a:pt x="619" y="752"/>
                    <a:pt x="665" y="727"/>
                    <a:pt x="697" y="701"/>
                  </a:cubicBezTo>
                  <a:cubicBezTo>
                    <a:pt x="791" y="623"/>
                    <a:pt x="814" y="500"/>
                    <a:pt x="806" y="419"/>
                  </a:cubicBezTo>
                  <a:cubicBezTo>
                    <a:pt x="758" y="424"/>
                    <a:pt x="758" y="424"/>
                    <a:pt x="758" y="424"/>
                  </a:cubicBezTo>
                  <a:cubicBezTo>
                    <a:pt x="766" y="499"/>
                    <a:pt x="740" y="603"/>
                    <a:pt x="666" y="664"/>
                  </a:cubicBezTo>
                  <a:cubicBezTo>
                    <a:pt x="596" y="722"/>
                    <a:pt x="492" y="733"/>
                    <a:pt x="367" y="695"/>
                  </a:cubicBezTo>
                  <a:cubicBezTo>
                    <a:pt x="74" y="607"/>
                    <a:pt x="52" y="285"/>
                    <a:pt x="129" y="13"/>
                  </a:cubicBezTo>
                  <a:cubicBezTo>
                    <a:pt x="83" y="0"/>
                    <a:pt x="83" y="0"/>
                    <a:pt x="83" y="0"/>
                  </a:cubicBezTo>
                  <a:cubicBezTo>
                    <a:pt x="0" y="294"/>
                    <a:pt x="27" y="643"/>
                    <a:pt x="353" y="741"/>
                  </a:cubicBezTo>
                  <a:cubicBezTo>
                    <a:pt x="434" y="765"/>
                    <a:pt x="501" y="769"/>
                    <a:pt x="555" y="762"/>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93" name="Google Shape;593;p28"/>
            <p:cNvSpPr/>
            <p:nvPr/>
          </p:nvSpPr>
          <p:spPr>
            <a:xfrm>
              <a:off x="12630151" y="6153150"/>
              <a:ext cx="1393824" cy="1084264"/>
            </a:xfrm>
            <a:custGeom>
              <a:rect b="b" l="l" r="r" t="t"/>
              <a:pathLst>
                <a:path extrusionOk="0" h="751" w="965">
                  <a:moveTo>
                    <a:pt x="615" y="744"/>
                  </a:moveTo>
                  <a:cubicBezTo>
                    <a:pt x="759" y="723"/>
                    <a:pt x="908" y="643"/>
                    <a:pt x="934" y="489"/>
                  </a:cubicBezTo>
                  <a:cubicBezTo>
                    <a:pt x="965" y="307"/>
                    <a:pt x="774" y="151"/>
                    <a:pt x="601" y="73"/>
                  </a:cubicBezTo>
                  <a:cubicBezTo>
                    <a:pt x="437" y="0"/>
                    <a:pt x="167" y="55"/>
                    <a:pt x="0" y="150"/>
                  </a:cubicBezTo>
                  <a:cubicBezTo>
                    <a:pt x="24" y="192"/>
                    <a:pt x="24" y="192"/>
                    <a:pt x="24" y="192"/>
                  </a:cubicBezTo>
                  <a:cubicBezTo>
                    <a:pt x="199" y="92"/>
                    <a:pt x="449" y="58"/>
                    <a:pt x="581" y="117"/>
                  </a:cubicBezTo>
                  <a:cubicBezTo>
                    <a:pt x="739" y="188"/>
                    <a:pt x="913" y="326"/>
                    <a:pt x="887" y="481"/>
                  </a:cubicBezTo>
                  <a:cubicBezTo>
                    <a:pt x="858" y="652"/>
                    <a:pt x="629" y="721"/>
                    <a:pt x="478" y="696"/>
                  </a:cubicBezTo>
                  <a:cubicBezTo>
                    <a:pt x="413" y="685"/>
                    <a:pt x="334" y="651"/>
                    <a:pt x="314" y="601"/>
                  </a:cubicBezTo>
                  <a:cubicBezTo>
                    <a:pt x="288" y="539"/>
                    <a:pt x="303" y="496"/>
                    <a:pt x="360" y="467"/>
                  </a:cubicBezTo>
                  <a:cubicBezTo>
                    <a:pt x="338" y="424"/>
                    <a:pt x="338" y="424"/>
                    <a:pt x="338" y="424"/>
                  </a:cubicBezTo>
                  <a:cubicBezTo>
                    <a:pt x="259" y="465"/>
                    <a:pt x="235" y="535"/>
                    <a:pt x="270" y="620"/>
                  </a:cubicBezTo>
                  <a:cubicBezTo>
                    <a:pt x="299" y="691"/>
                    <a:pt x="396" y="731"/>
                    <a:pt x="470" y="743"/>
                  </a:cubicBezTo>
                  <a:cubicBezTo>
                    <a:pt x="514" y="751"/>
                    <a:pt x="564" y="751"/>
                    <a:pt x="615" y="744"/>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94" name="Google Shape;594;p28"/>
            <p:cNvSpPr/>
            <p:nvPr/>
          </p:nvSpPr>
          <p:spPr>
            <a:xfrm>
              <a:off x="12419013" y="7159625"/>
              <a:ext cx="868362" cy="671513"/>
            </a:xfrm>
            <a:custGeom>
              <a:rect b="b" l="l" r="r" t="t"/>
              <a:pathLst>
                <a:path extrusionOk="0" h="465" w="601">
                  <a:moveTo>
                    <a:pt x="309" y="443"/>
                  </a:moveTo>
                  <a:cubicBezTo>
                    <a:pt x="344" y="438"/>
                    <a:pt x="380" y="428"/>
                    <a:pt x="413" y="409"/>
                  </a:cubicBezTo>
                  <a:cubicBezTo>
                    <a:pt x="526" y="347"/>
                    <a:pt x="589" y="210"/>
                    <a:pt x="601" y="3"/>
                  </a:cubicBezTo>
                  <a:cubicBezTo>
                    <a:pt x="553" y="0"/>
                    <a:pt x="553" y="0"/>
                    <a:pt x="553" y="0"/>
                  </a:cubicBezTo>
                  <a:cubicBezTo>
                    <a:pt x="542" y="190"/>
                    <a:pt x="487" y="313"/>
                    <a:pt x="390" y="367"/>
                  </a:cubicBezTo>
                  <a:cubicBezTo>
                    <a:pt x="237" y="452"/>
                    <a:pt x="26" y="338"/>
                    <a:pt x="24" y="337"/>
                  </a:cubicBezTo>
                  <a:cubicBezTo>
                    <a:pt x="0" y="380"/>
                    <a:pt x="0" y="380"/>
                    <a:pt x="0" y="380"/>
                  </a:cubicBezTo>
                  <a:cubicBezTo>
                    <a:pt x="8" y="384"/>
                    <a:pt x="159" y="465"/>
                    <a:pt x="309" y="443"/>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95" name="Google Shape;595;p28"/>
            <p:cNvSpPr/>
            <p:nvPr/>
          </p:nvSpPr>
          <p:spPr>
            <a:xfrm>
              <a:off x="11868151" y="7666038"/>
              <a:ext cx="682625" cy="271463"/>
            </a:xfrm>
            <a:custGeom>
              <a:rect b="b" l="l" r="r" t="t"/>
              <a:pathLst>
                <a:path extrusionOk="0" h="187" w="473">
                  <a:moveTo>
                    <a:pt x="247" y="184"/>
                  </a:moveTo>
                  <a:cubicBezTo>
                    <a:pt x="365" y="167"/>
                    <a:pt x="468" y="68"/>
                    <a:pt x="473" y="63"/>
                  </a:cubicBezTo>
                  <a:cubicBezTo>
                    <a:pt x="440" y="29"/>
                    <a:pt x="440" y="29"/>
                    <a:pt x="440" y="29"/>
                  </a:cubicBezTo>
                  <a:cubicBezTo>
                    <a:pt x="438" y="30"/>
                    <a:pt x="304" y="159"/>
                    <a:pt x="184" y="135"/>
                  </a:cubicBezTo>
                  <a:cubicBezTo>
                    <a:pt x="126" y="124"/>
                    <a:pt x="79" y="79"/>
                    <a:pt x="44" y="0"/>
                  </a:cubicBezTo>
                  <a:cubicBezTo>
                    <a:pt x="0" y="20"/>
                    <a:pt x="0" y="20"/>
                    <a:pt x="0" y="20"/>
                  </a:cubicBezTo>
                  <a:cubicBezTo>
                    <a:pt x="42" y="114"/>
                    <a:pt x="101" y="168"/>
                    <a:pt x="175" y="183"/>
                  </a:cubicBezTo>
                  <a:cubicBezTo>
                    <a:pt x="199" y="187"/>
                    <a:pt x="223" y="187"/>
                    <a:pt x="247" y="184"/>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96" name="Google Shape;596;p28"/>
            <p:cNvSpPr/>
            <p:nvPr/>
          </p:nvSpPr>
          <p:spPr>
            <a:xfrm>
              <a:off x="11069638" y="6834188"/>
              <a:ext cx="903288" cy="1123951"/>
            </a:xfrm>
            <a:custGeom>
              <a:rect b="b" l="l" r="r" t="t"/>
              <a:pathLst>
                <a:path extrusionOk="0" h="779" w="625">
                  <a:moveTo>
                    <a:pt x="450" y="762"/>
                  </a:moveTo>
                  <a:cubicBezTo>
                    <a:pt x="508" y="754"/>
                    <a:pt x="567" y="729"/>
                    <a:pt x="625" y="682"/>
                  </a:cubicBezTo>
                  <a:cubicBezTo>
                    <a:pt x="594" y="645"/>
                    <a:pt x="594" y="645"/>
                    <a:pt x="594" y="645"/>
                  </a:cubicBezTo>
                  <a:cubicBezTo>
                    <a:pt x="442" y="771"/>
                    <a:pt x="277" y="718"/>
                    <a:pt x="182" y="609"/>
                  </a:cubicBezTo>
                  <a:cubicBezTo>
                    <a:pt x="85" y="499"/>
                    <a:pt x="55" y="323"/>
                    <a:pt x="187" y="199"/>
                  </a:cubicBezTo>
                  <a:cubicBezTo>
                    <a:pt x="257" y="133"/>
                    <a:pt x="419" y="56"/>
                    <a:pt x="504" y="90"/>
                  </a:cubicBezTo>
                  <a:cubicBezTo>
                    <a:pt x="522" y="45"/>
                    <a:pt x="522" y="45"/>
                    <a:pt x="522" y="45"/>
                  </a:cubicBezTo>
                  <a:cubicBezTo>
                    <a:pt x="409" y="0"/>
                    <a:pt x="225" y="97"/>
                    <a:pt x="154" y="164"/>
                  </a:cubicBezTo>
                  <a:cubicBezTo>
                    <a:pt x="0" y="308"/>
                    <a:pt x="33" y="513"/>
                    <a:pt x="146" y="641"/>
                  </a:cubicBezTo>
                  <a:cubicBezTo>
                    <a:pt x="218" y="723"/>
                    <a:pt x="331" y="779"/>
                    <a:pt x="450" y="762"/>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97" name="Google Shape;597;p28"/>
            <p:cNvSpPr/>
            <p:nvPr/>
          </p:nvSpPr>
          <p:spPr>
            <a:xfrm>
              <a:off x="11398251" y="7232650"/>
              <a:ext cx="238125" cy="449263"/>
            </a:xfrm>
            <a:custGeom>
              <a:rect b="b" l="l" r="r" t="t"/>
              <a:pathLst>
                <a:path extrusionOk="0" h="312" w="165">
                  <a:moveTo>
                    <a:pt x="56" y="179"/>
                  </a:moveTo>
                  <a:cubicBezTo>
                    <a:pt x="50" y="155"/>
                    <a:pt x="61" y="127"/>
                    <a:pt x="88" y="95"/>
                  </a:cubicBezTo>
                  <a:cubicBezTo>
                    <a:pt x="100" y="99"/>
                    <a:pt x="111" y="100"/>
                    <a:pt x="121" y="99"/>
                  </a:cubicBezTo>
                  <a:cubicBezTo>
                    <a:pt x="138" y="96"/>
                    <a:pt x="152" y="90"/>
                    <a:pt x="154" y="88"/>
                  </a:cubicBezTo>
                  <a:cubicBezTo>
                    <a:pt x="132" y="46"/>
                    <a:pt x="132" y="46"/>
                    <a:pt x="132" y="46"/>
                  </a:cubicBezTo>
                  <a:cubicBezTo>
                    <a:pt x="132" y="46"/>
                    <a:pt x="109" y="54"/>
                    <a:pt x="94" y="46"/>
                  </a:cubicBezTo>
                  <a:cubicBezTo>
                    <a:pt x="81" y="39"/>
                    <a:pt x="72" y="0"/>
                    <a:pt x="72" y="0"/>
                  </a:cubicBezTo>
                  <a:cubicBezTo>
                    <a:pt x="25" y="6"/>
                    <a:pt x="25" y="6"/>
                    <a:pt x="25" y="6"/>
                  </a:cubicBezTo>
                  <a:cubicBezTo>
                    <a:pt x="31" y="47"/>
                    <a:pt x="36" y="64"/>
                    <a:pt x="44" y="73"/>
                  </a:cubicBezTo>
                  <a:cubicBezTo>
                    <a:pt x="12" y="114"/>
                    <a:pt x="0" y="153"/>
                    <a:pt x="9" y="191"/>
                  </a:cubicBezTo>
                  <a:cubicBezTo>
                    <a:pt x="29" y="275"/>
                    <a:pt x="146" y="311"/>
                    <a:pt x="151" y="312"/>
                  </a:cubicBezTo>
                  <a:cubicBezTo>
                    <a:pt x="165" y="266"/>
                    <a:pt x="165" y="266"/>
                    <a:pt x="165" y="266"/>
                  </a:cubicBezTo>
                  <a:cubicBezTo>
                    <a:pt x="138" y="258"/>
                    <a:pt x="67" y="227"/>
                    <a:pt x="56" y="179"/>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98" name="Google Shape;598;p28"/>
            <p:cNvSpPr/>
            <p:nvPr/>
          </p:nvSpPr>
          <p:spPr>
            <a:xfrm>
              <a:off x="11626851" y="7616825"/>
              <a:ext cx="9525" cy="33338"/>
            </a:xfrm>
            <a:custGeom>
              <a:rect b="b" l="l" r="r" t="t"/>
              <a:pathLst>
                <a:path extrusionOk="0" h="21" w="6">
                  <a:moveTo>
                    <a:pt x="6" y="0"/>
                  </a:moveTo>
                  <a:lnTo>
                    <a:pt x="6" y="0"/>
                  </a:lnTo>
                  <a:lnTo>
                    <a:pt x="0" y="21"/>
                  </a:lnTo>
                  <a:lnTo>
                    <a:pt x="6" y="0"/>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99" name="Google Shape;599;p28"/>
            <p:cNvSpPr/>
            <p:nvPr/>
          </p:nvSpPr>
          <p:spPr>
            <a:xfrm>
              <a:off x="11610976" y="6499225"/>
              <a:ext cx="641350" cy="658813"/>
            </a:xfrm>
            <a:custGeom>
              <a:rect b="b" l="l" r="r" t="t"/>
              <a:pathLst>
                <a:path extrusionOk="0" h="456" w="444">
                  <a:moveTo>
                    <a:pt x="443" y="456"/>
                  </a:moveTo>
                  <a:cubicBezTo>
                    <a:pt x="444" y="408"/>
                    <a:pt x="444" y="408"/>
                    <a:pt x="444" y="408"/>
                  </a:cubicBezTo>
                  <a:cubicBezTo>
                    <a:pt x="316" y="405"/>
                    <a:pt x="218" y="366"/>
                    <a:pt x="154" y="293"/>
                  </a:cubicBezTo>
                  <a:cubicBezTo>
                    <a:pt x="50" y="176"/>
                    <a:pt x="66" y="7"/>
                    <a:pt x="66" y="5"/>
                  </a:cubicBezTo>
                  <a:cubicBezTo>
                    <a:pt x="18" y="0"/>
                    <a:pt x="18" y="0"/>
                    <a:pt x="18" y="0"/>
                  </a:cubicBezTo>
                  <a:cubicBezTo>
                    <a:pt x="18" y="8"/>
                    <a:pt x="0" y="192"/>
                    <a:pt x="117" y="325"/>
                  </a:cubicBezTo>
                  <a:cubicBezTo>
                    <a:pt x="191" y="409"/>
                    <a:pt x="300" y="453"/>
                    <a:pt x="443" y="456"/>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00" name="Google Shape;600;p28"/>
            <p:cNvSpPr/>
            <p:nvPr/>
          </p:nvSpPr>
          <p:spPr>
            <a:xfrm>
              <a:off x="12068176" y="6473825"/>
              <a:ext cx="865188" cy="800101"/>
            </a:xfrm>
            <a:custGeom>
              <a:rect b="b" l="l" r="r" t="t"/>
              <a:pathLst>
                <a:path extrusionOk="0" h="554" w="599">
                  <a:moveTo>
                    <a:pt x="559" y="329"/>
                  </a:moveTo>
                  <a:cubicBezTo>
                    <a:pt x="558" y="329"/>
                    <a:pt x="546" y="339"/>
                    <a:pt x="523" y="342"/>
                  </a:cubicBezTo>
                  <a:cubicBezTo>
                    <a:pt x="523" y="342"/>
                    <a:pt x="522" y="342"/>
                    <a:pt x="522" y="342"/>
                  </a:cubicBezTo>
                  <a:cubicBezTo>
                    <a:pt x="497" y="346"/>
                    <a:pt x="468" y="341"/>
                    <a:pt x="434" y="316"/>
                  </a:cubicBezTo>
                  <a:cubicBezTo>
                    <a:pt x="406" y="357"/>
                    <a:pt x="406" y="357"/>
                    <a:pt x="406" y="357"/>
                  </a:cubicBezTo>
                  <a:cubicBezTo>
                    <a:pt x="423" y="370"/>
                    <a:pt x="440" y="381"/>
                    <a:pt x="457" y="389"/>
                  </a:cubicBezTo>
                  <a:cubicBezTo>
                    <a:pt x="400" y="489"/>
                    <a:pt x="314" y="502"/>
                    <a:pt x="306" y="503"/>
                  </a:cubicBezTo>
                  <a:cubicBezTo>
                    <a:pt x="228" y="505"/>
                    <a:pt x="170" y="482"/>
                    <a:pt x="132" y="434"/>
                  </a:cubicBezTo>
                  <a:cubicBezTo>
                    <a:pt x="54" y="336"/>
                    <a:pt x="75" y="160"/>
                    <a:pt x="89" y="83"/>
                  </a:cubicBezTo>
                  <a:cubicBezTo>
                    <a:pt x="99" y="84"/>
                    <a:pt x="108" y="84"/>
                    <a:pt x="117" y="83"/>
                  </a:cubicBezTo>
                  <a:cubicBezTo>
                    <a:pt x="135" y="80"/>
                    <a:pt x="151" y="73"/>
                    <a:pt x="162" y="66"/>
                  </a:cubicBezTo>
                  <a:cubicBezTo>
                    <a:pt x="134" y="26"/>
                    <a:pt x="134" y="26"/>
                    <a:pt x="134" y="26"/>
                  </a:cubicBezTo>
                  <a:cubicBezTo>
                    <a:pt x="127" y="31"/>
                    <a:pt x="85" y="55"/>
                    <a:pt x="48" y="0"/>
                  </a:cubicBezTo>
                  <a:cubicBezTo>
                    <a:pt x="8" y="28"/>
                    <a:pt x="8" y="28"/>
                    <a:pt x="8" y="28"/>
                  </a:cubicBezTo>
                  <a:cubicBezTo>
                    <a:pt x="19" y="44"/>
                    <a:pt x="31" y="56"/>
                    <a:pt x="44" y="64"/>
                  </a:cubicBezTo>
                  <a:cubicBezTo>
                    <a:pt x="28" y="143"/>
                    <a:pt x="0" y="345"/>
                    <a:pt x="94" y="464"/>
                  </a:cubicBezTo>
                  <a:cubicBezTo>
                    <a:pt x="142" y="524"/>
                    <a:pt x="214" y="554"/>
                    <a:pt x="308" y="551"/>
                  </a:cubicBezTo>
                  <a:cubicBezTo>
                    <a:pt x="309" y="551"/>
                    <a:pt x="309" y="551"/>
                    <a:pt x="309" y="551"/>
                  </a:cubicBezTo>
                  <a:cubicBezTo>
                    <a:pt x="310" y="551"/>
                    <a:pt x="311" y="551"/>
                    <a:pt x="313" y="551"/>
                  </a:cubicBezTo>
                  <a:cubicBezTo>
                    <a:pt x="335" y="548"/>
                    <a:pt x="439" y="527"/>
                    <a:pt x="504" y="403"/>
                  </a:cubicBezTo>
                  <a:cubicBezTo>
                    <a:pt x="513" y="404"/>
                    <a:pt x="522" y="404"/>
                    <a:pt x="531" y="403"/>
                  </a:cubicBezTo>
                  <a:cubicBezTo>
                    <a:pt x="532" y="402"/>
                    <a:pt x="532" y="402"/>
                    <a:pt x="533" y="402"/>
                  </a:cubicBezTo>
                  <a:cubicBezTo>
                    <a:pt x="576" y="395"/>
                    <a:pt x="597" y="366"/>
                    <a:pt x="599" y="363"/>
                  </a:cubicBezTo>
                  <a:lnTo>
                    <a:pt x="559" y="329"/>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01" name="Google Shape;601;p28"/>
            <p:cNvSpPr/>
            <p:nvPr/>
          </p:nvSpPr>
          <p:spPr>
            <a:xfrm>
              <a:off x="13163552" y="6492875"/>
              <a:ext cx="595313" cy="457200"/>
            </a:xfrm>
            <a:custGeom>
              <a:rect b="b" l="l" r="r" t="t"/>
              <a:pathLst>
                <a:path extrusionOk="0" h="317" w="412">
                  <a:moveTo>
                    <a:pt x="92" y="57"/>
                  </a:moveTo>
                  <a:cubicBezTo>
                    <a:pt x="94" y="34"/>
                    <a:pt x="89" y="14"/>
                    <a:pt x="83" y="0"/>
                  </a:cubicBezTo>
                  <a:cubicBezTo>
                    <a:pt x="61" y="11"/>
                    <a:pt x="61" y="11"/>
                    <a:pt x="61" y="11"/>
                  </a:cubicBezTo>
                  <a:cubicBezTo>
                    <a:pt x="39" y="21"/>
                    <a:pt x="39" y="21"/>
                    <a:pt x="39" y="21"/>
                  </a:cubicBezTo>
                  <a:cubicBezTo>
                    <a:pt x="43" y="30"/>
                    <a:pt x="60" y="76"/>
                    <a:pt x="0" y="106"/>
                  </a:cubicBezTo>
                  <a:cubicBezTo>
                    <a:pt x="21" y="149"/>
                    <a:pt x="21" y="149"/>
                    <a:pt x="21" y="149"/>
                  </a:cubicBezTo>
                  <a:cubicBezTo>
                    <a:pt x="48" y="135"/>
                    <a:pt x="65" y="119"/>
                    <a:pt x="76" y="102"/>
                  </a:cubicBezTo>
                  <a:cubicBezTo>
                    <a:pt x="355" y="167"/>
                    <a:pt x="342" y="305"/>
                    <a:pt x="341" y="310"/>
                  </a:cubicBezTo>
                  <a:cubicBezTo>
                    <a:pt x="389" y="317"/>
                    <a:pt x="389" y="317"/>
                    <a:pt x="389" y="317"/>
                  </a:cubicBezTo>
                  <a:cubicBezTo>
                    <a:pt x="390" y="310"/>
                    <a:pt x="412" y="133"/>
                    <a:pt x="92" y="5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02" name="Google Shape;602;p28"/>
            <p:cNvSpPr/>
            <p:nvPr/>
          </p:nvSpPr>
          <p:spPr>
            <a:xfrm>
              <a:off x="12241213" y="7107238"/>
              <a:ext cx="901700" cy="474663"/>
            </a:xfrm>
            <a:custGeom>
              <a:rect b="b" l="l" r="r" t="t"/>
              <a:pathLst>
                <a:path extrusionOk="0" h="328" w="624">
                  <a:moveTo>
                    <a:pt x="374" y="314"/>
                  </a:moveTo>
                  <a:cubicBezTo>
                    <a:pt x="566" y="287"/>
                    <a:pt x="602" y="115"/>
                    <a:pt x="624" y="10"/>
                  </a:cubicBezTo>
                  <a:cubicBezTo>
                    <a:pt x="577" y="0"/>
                    <a:pt x="577" y="0"/>
                    <a:pt x="577" y="0"/>
                  </a:cubicBezTo>
                  <a:cubicBezTo>
                    <a:pt x="548" y="136"/>
                    <a:pt x="509" y="259"/>
                    <a:pt x="341" y="269"/>
                  </a:cubicBezTo>
                  <a:cubicBezTo>
                    <a:pt x="186" y="279"/>
                    <a:pt x="111" y="145"/>
                    <a:pt x="46" y="27"/>
                  </a:cubicBezTo>
                  <a:cubicBezTo>
                    <a:pt x="43" y="21"/>
                    <a:pt x="43" y="21"/>
                    <a:pt x="43" y="21"/>
                  </a:cubicBezTo>
                  <a:cubicBezTo>
                    <a:pt x="0" y="44"/>
                    <a:pt x="0" y="44"/>
                    <a:pt x="0" y="44"/>
                  </a:cubicBezTo>
                  <a:cubicBezTo>
                    <a:pt x="4" y="50"/>
                    <a:pt x="4" y="50"/>
                    <a:pt x="4" y="50"/>
                  </a:cubicBezTo>
                  <a:cubicBezTo>
                    <a:pt x="73" y="174"/>
                    <a:pt x="158" y="328"/>
                    <a:pt x="344" y="317"/>
                  </a:cubicBezTo>
                  <a:cubicBezTo>
                    <a:pt x="354" y="317"/>
                    <a:pt x="364" y="316"/>
                    <a:pt x="374" y="314"/>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03" name="Google Shape;603;p28"/>
            <p:cNvSpPr/>
            <p:nvPr/>
          </p:nvSpPr>
          <p:spPr>
            <a:xfrm>
              <a:off x="11161713" y="5989638"/>
              <a:ext cx="811213" cy="661987"/>
            </a:xfrm>
            <a:custGeom>
              <a:rect b="b" l="l" r="r" t="t"/>
              <a:pathLst>
                <a:path extrusionOk="0" h="458" w="562">
                  <a:moveTo>
                    <a:pt x="562" y="456"/>
                  </a:moveTo>
                  <a:cubicBezTo>
                    <a:pt x="562" y="444"/>
                    <a:pt x="552" y="151"/>
                    <a:pt x="377" y="54"/>
                  </a:cubicBezTo>
                  <a:cubicBezTo>
                    <a:pt x="280" y="0"/>
                    <a:pt x="153" y="19"/>
                    <a:pt x="0" y="110"/>
                  </a:cubicBezTo>
                  <a:cubicBezTo>
                    <a:pt x="24" y="151"/>
                    <a:pt x="24" y="151"/>
                    <a:pt x="24" y="151"/>
                  </a:cubicBezTo>
                  <a:cubicBezTo>
                    <a:pt x="161" y="70"/>
                    <a:pt x="272" y="51"/>
                    <a:pt x="354" y="96"/>
                  </a:cubicBezTo>
                  <a:cubicBezTo>
                    <a:pt x="505" y="180"/>
                    <a:pt x="514" y="455"/>
                    <a:pt x="514" y="458"/>
                  </a:cubicBezTo>
                  <a:lnTo>
                    <a:pt x="562" y="45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04" name="Google Shape;604;p28"/>
            <p:cNvSpPr/>
            <p:nvPr/>
          </p:nvSpPr>
          <p:spPr>
            <a:xfrm>
              <a:off x="11763376" y="5981700"/>
              <a:ext cx="965200" cy="914400"/>
            </a:xfrm>
            <a:custGeom>
              <a:rect b="b" l="l" r="r" t="t"/>
              <a:pathLst>
                <a:path extrusionOk="0" h="633" w="668">
                  <a:moveTo>
                    <a:pt x="587" y="555"/>
                  </a:moveTo>
                  <a:cubicBezTo>
                    <a:pt x="618" y="470"/>
                    <a:pt x="668" y="275"/>
                    <a:pt x="562" y="132"/>
                  </a:cubicBezTo>
                  <a:cubicBezTo>
                    <a:pt x="514" y="67"/>
                    <a:pt x="447" y="29"/>
                    <a:pt x="363" y="18"/>
                  </a:cubicBezTo>
                  <a:cubicBezTo>
                    <a:pt x="215" y="0"/>
                    <a:pt x="62" y="74"/>
                    <a:pt x="0" y="125"/>
                  </a:cubicBezTo>
                  <a:cubicBezTo>
                    <a:pt x="30" y="163"/>
                    <a:pt x="30" y="163"/>
                    <a:pt x="30" y="163"/>
                  </a:cubicBezTo>
                  <a:cubicBezTo>
                    <a:pt x="90" y="113"/>
                    <a:pt x="231" y="51"/>
                    <a:pt x="357" y="66"/>
                  </a:cubicBezTo>
                  <a:cubicBezTo>
                    <a:pt x="427" y="75"/>
                    <a:pt x="483" y="106"/>
                    <a:pt x="523" y="160"/>
                  </a:cubicBezTo>
                  <a:cubicBezTo>
                    <a:pt x="600" y="264"/>
                    <a:pt x="585" y="418"/>
                    <a:pt x="543" y="537"/>
                  </a:cubicBezTo>
                  <a:cubicBezTo>
                    <a:pt x="520" y="531"/>
                    <a:pt x="494" y="530"/>
                    <a:pt x="464" y="536"/>
                  </a:cubicBezTo>
                  <a:cubicBezTo>
                    <a:pt x="473" y="583"/>
                    <a:pt x="473" y="583"/>
                    <a:pt x="473" y="583"/>
                  </a:cubicBezTo>
                  <a:cubicBezTo>
                    <a:pt x="565" y="565"/>
                    <a:pt x="594" y="630"/>
                    <a:pt x="595" y="633"/>
                  </a:cubicBezTo>
                  <a:cubicBezTo>
                    <a:pt x="639" y="614"/>
                    <a:pt x="639" y="614"/>
                    <a:pt x="639" y="614"/>
                  </a:cubicBezTo>
                  <a:cubicBezTo>
                    <a:pt x="632" y="597"/>
                    <a:pt x="615" y="573"/>
                    <a:pt x="587" y="555"/>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05" name="Google Shape;605;p28"/>
            <p:cNvSpPr/>
            <p:nvPr/>
          </p:nvSpPr>
          <p:spPr>
            <a:xfrm>
              <a:off x="11655426" y="7100888"/>
              <a:ext cx="538163" cy="422275"/>
            </a:xfrm>
            <a:custGeom>
              <a:rect b="b" l="l" r="r" t="t"/>
              <a:pathLst>
                <a:path extrusionOk="0" h="292" w="373">
                  <a:moveTo>
                    <a:pt x="167" y="285"/>
                  </a:moveTo>
                  <a:cubicBezTo>
                    <a:pt x="204" y="280"/>
                    <a:pt x="237" y="267"/>
                    <a:pt x="265" y="246"/>
                  </a:cubicBezTo>
                  <a:cubicBezTo>
                    <a:pt x="373" y="167"/>
                    <a:pt x="373" y="7"/>
                    <a:pt x="373" y="0"/>
                  </a:cubicBezTo>
                  <a:cubicBezTo>
                    <a:pt x="325" y="0"/>
                    <a:pt x="325" y="0"/>
                    <a:pt x="325" y="0"/>
                  </a:cubicBezTo>
                  <a:cubicBezTo>
                    <a:pt x="325" y="2"/>
                    <a:pt x="324" y="143"/>
                    <a:pt x="236" y="208"/>
                  </a:cubicBezTo>
                  <a:cubicBezTo>
                    <a:pt x="184" y="246"/>
                    <a:pt x="109" y="250"/>
                    <a:pt x="14" y="220"/>
                  </a:cubicBezTo>
                  <a:cubicBezTo>
                    <a:pt x="0" y="266"/>
                    <a:pt x="0" y="266"/>
                    <a:pt x="0" y="266"/>
                  </a:cubicBezTo>
                  <a:cubicBezTo>
                    <a:pt x="62" y="286"/>
                    <a:pt x="118" y="292"/>
                    <a:pt x="167" y="285"/>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06" name="Google Shape;606;p28"/>
            <p:cNvSpPr/>
            <p:nvPr/>
          </p:nvSpPr>
          <p:spPr>
            <a:xfrm>
              <a:off x="14136688" y="5884863"/>
              <a:ext cx="512763" cy="847725"/>
            </a:xfrm>
            <a:custGeom>
              <a:rect b="b" l="l" r="r" t="t"/>
              <a:pathLst>
                <a:path extrusionOk="0" h="587" w="355">
                  <a:moveTo>
                    <a:pt x="222" y="0"/>
                  </a:moveTo>
                  <a:cubicBezTo>
                    <a:pt x="187" y="32"/>
                    <a:pt x="187" y="32"/>
                    <a:pt x="187" y="32"/>
                  </a:cubicBezTo>
                  <a:cubicBezTo>
                    <a:pt x="264" y="117"/>
                    <a:pt x="307" y="217"/>
                    <a:pt x="305" y="306"/>
                  </a:cubicBezTo>
                  <a:cubicBezTo>
                    <a:pt x="303" y="397"/>
                    <a:pt x="237" y="441"/>
                    <a:pt x="86" y="452"/>
                  </a:cubicBezTo>
                  <a:cubicBezTo>
                    <a:pt x="86" y="427"/>
                    <a:pt x="79" y="402"/>
                    <a:pt x="63" y="379"/>
                  </a:cubicBezTo>
                  <a:cubicBezTo>
                    <a:pt x="24" y="408"/>
                    <a:pt x="24" y="408"/>
                    <a:pt x="24" y="408"/>
                  </a:cubicBezTo>
                  <a:cubicBezTo>
                    <a:pt x="66" y="464"/>
                    <a:pt x="1" y="558"/>
                    <a:pt x="0" y="559"/>
                  </a:cubicBezTo>
                  <a:cubicBezTo>
                    <a:pt x="40" y="587"/>
                    <a:pt x="40" y="587"/>
                    <a:pt x="40" y="587"/>
                  </a:cubicBezTo>
                  <a:cubicBezTo>
                    <a:pt x="42" y="584"/>
                    <a:pt x="67" y="547"/>
                    <a:pt x="79" y="500"/>
                  </a:cubicBezTo>
                  <a:cubicBezTo>
                    <a:pt x="98" y="500"/>
                    <a:pt x="120" y="498"/>
                    <a:pt x="143" y="495"/>
                  </a:cubicBezTo>
                  <a:cubicBezTo>
                    <a:pt x="237" y="481"/>
                    <a:pt x="351" y="441"/>
                    <a:pt x="353" y="307"/>
                  </a:cubicBezTo>
                  <a:cubicBezTo>
                    <a:pt x="355" y="206"/>
                    <a:pt x="307" y="94"/>
                    <a:pt x="222" y="0"/>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07" name="Google Shape;607;p28"/>
            <p:cNvSpPr/>
            <p:nvPr/>
          </p:nvSpPr>
          <p:spPr>
            <a:xfrm>
              <a:off x="13474702" y="5678488"/>
              <a:ext cx="792163" cy="831851"/>
            </a:xfrm>
            <a:custGeom>
              <a:rect b="b" l="l" r="r" t="t"/>
              <a:pathLst>
                <a:path extrusionOk="0" h="576" w="548">
                  <a:moveTo>
                    <a:pt x="539" y="124"/>
                  </a:moveTo>
                  <a:cubicBezTo>
                    <a:pt x="532" y="126"/>
                    <a:pt x="364" y="157"/>
                    <a:pt x="316" y="0"/>
                  </a:cubicBezTo>
                  <a:cubicBezTo>
                    <a:pt x="270" y="14"/>
                    <a:pt x="270" y="14"/>
                    <a:pt x="270" y="14"/>
                  </a:cubicBezTo>
                  <a:cubicBezTo>
                    <a:pt x="284" y="59"/>
                    <a:pt x="306" y="92"/>
                    <a:pt x="333" y="117"/>
                  </a:cubicBezTo>
                  <a:cubicBezTo>
                    <a:pt x="304" y="156"/>
                    <a:pt x="257" y="232"/>
                    <a:pt x="253" y="324"/>
                  </a:cubicBezTo>
                  <a:cubicBezTo>
                    <a:pt x="190" y="319"/>
                    <a:pt x="59" y="288"/>
                    <a:pt x="48" y="123"/>
                  </a:cubicBezTo>
                  <a:cubicBezTo>
                    <a:pt x="0" y="126"/>
                    <a:pt x="0" y="126"/>
                    <a:pt x="0" y="126"/>
                  </a:cubicBezTo>
                  <a:cubicBezTo>
                    <a:pt x="5" y="202"/>
                    <a:pt x="32" y="263"/>
                    <a:pt x="81" y="306"/>
                  </a:cubicBezTo>
                  <a:cubicBezTo>
                    <a:pt x="139" y="356"/>
                    <a:pt x="213" y="369"/>
                    <a:pt x="255" y="372"/>
                  </a:cubicBezTo>
                  <a:cubicBezTo>
                    <a:pt x="265" y="448"/>
                    <a:pt x="307" y="516"/>
                    <a:pt x="380" y="576"/>
                  </a:cubicBezTo>
                  <a:cubicBezTo>
                    <a:pt x="410" y="539"/>
                    <a:pt x="410" y="539"/>
                    <a:pt x="410" y="539"/>
                  </a:cubicBezTo>
                  <a:cubicBezTo>
                    <a:pt x="342" y="483"/>
                    <a:pt x="305" y="420"/>
                    <a:pt x="301" y="351"/>
                  </a:cubicBezTo>
                  <a:cubicBezTo>
                    <a:pt x="295" y="262"/>
                    <a:pt x="344" y="183"/>
                    <a:pt x="372" y="145"/>
                  </a:cubicBezTo>
                  <a:cubicBezTo>
                    <a:pt x="427" y="176"/>
                    <a:pt x="491" y="180"/>
                    <a:pt x="535" y="174"/>
                  </a:cubicBezTo>
                  <a:cubicBezTo>
                    <a:pt x="540" y="173"/>
                    <a:pt x="544" y="172"/>
                    <a:pt x="548" y="171"/>
                  </a:cubicBezTo>
                  <a:lnTo>
                    <a:pt x="539" y="124"/>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cxnSp>
          <p:nvCxnSpPr>
            <p:cNvPr id="608" name="Google Shape;608;p28"/>
            <p:cNvCxnSpPr/>
            <p:nvPr/>
          </p:nvCxnSpPr>
          <p:spPr>
            <a:xfrm>
              <a:off x="13714413" y="5495925"/>
              <a:ext cx="0" cy="0"/>
            </a:xfrm>
            <a:prstGeom prst="straightConnector1">
              <a:avLst/>
            </a:prstGeom>
            <a:noFill/>
            <a:ln>
              <a:noFill/>
            </a:ln>
          </p:spPr>
        </p:cxnSp>
        <p:cxnSp>
          <p:nvCxnSpPr>
            <p:cNvPr id="609" name="Google Shape;609;p28"/>
            <p:cNvCxnSpPr/>
            <p:nvPr/>
          </p:nvCxnSpPr>
          <p:spPr>
            <a:xfrm>
              <a:off x="13714413" y="5495925"/>
              <a:ext cx="0" cy="0"/>
            </a:xfrm>
            <a:prstGeom prst="straightConnector1">
              <a:avLst/>
            </a:prstGeom>
            <a:noFill/>
            <a:ln>
              <a:noFill/>
            </a:ln>
          </p:spPr>
        </p:cxnSp>
        <p:sp>
          <p:nvSpPr>
            <p:cNvPr id="610" name="Google Shape;610;p28"/>
            <p:cNvSpPr/>
            <p:nvPr/>
          </p:nvSpPr>
          <p:spPr>
            <a:xfrm>
              <a:off x="13704888" y="5162550"/>
              <a:ext cx="434975" cy="363538"/>
            </a:xfrm>
            <a:custGeom>
              <a:rect b="b" l="l" r="r" t="t"/>
              <a:pathLst>
                <a:path extrusionOk="0" h="252" w="301">
                  <a:moveTo>
                    <a:pt x="121" y="49"/>
                  </a:moveTo>
                  <a:cubicBezTo>
                    <a:pt x="134" y="26"/>
                    <a:pt x="137" y="7"/>
                    <a:pt x="137" y="5"/>
                  </a:cubicBezTo>
                  <a:cubicBezTo>
                    <a:pt x="89" y="0"/>
                    <a:pt x="89" y="0"/>
                    <a:pt x="89" y="0"/>
                  </a:cubicBezTo>
                  <a:cubicBezTo>
                    <a:pt x="89" y="2"/>
                    <a:pt x="81" y="57"/>
                    <a:pt x="0" y="73"/>
                  </a:cubicBezTo>
                  <a:cubicBezTo>
                    <a:pt x="10" y="121"/>
                    <a:pt x="10" y="121"/>
                    <a:pt x="10" y="121"/>
                  </a:cubicBezTo>
                  <a:cubicBezTo>
                    <a:pt x="43" y="114"/>
                    <a:pt x="68" y="101"/>
                    <a:pt x="86" y="87"/>
                  </a:cubicBezTo>
                  <a:cubicBezTo>
                    <a:pt x="185" y="121"/>
                    <a:pt x="259" y="251"/>
                    <a:pt x="259" y="252"/>
                  </a:cubicBezTo>
                  <a:cubicBezTo>
                    <a:pt x="301" y="229"/>
                    <a:pt x="301" y="229"/>
                    <a:pt x="301" y="229"/>
                  </a:cubicBezTo>
                  <a:cubicBezTo>
                    <a:pt x="298" y="223"/>
                    <a:pt x="227" y="97"/>
                    <a:pt x="121" y="49"/>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11" name="Google Shape;611;p28"/>
            <p:cNvSpPr/>
            <p:nvPr/>
          </p:nvSpPr>
          <p:spPr>
            <a:xfrm>
              <a:off x="12538076" y="5289550"/>
              <a:ext cx="741363" cy="958849"/>
            </a:xfrm>
            <a:custGeom>
              <a:rect b="b" l="l" r="r" t="t"/>
              <a:pathLst>
                <a:path extrusionOk="0" h="664" w="513">
                  <a:moveTo>
                    <a:pt x="391" y="307"/>
                  </a:moveTo>
                  <a:cubicBezTo>
                    <a:pt x="308" y="214"/>
                    <a:pt x="191" y="167"/>
                    <a:pt x="79" y="179"/>
                  </a:cubicBezTo>
                  <a:cubicBezTo>
                    <a:pt x="83" y="128"/>
                    <a:pt x="94" y="74"/>
                    <a:pt x="114" y="16"/>
                  </a:cubicBezTo>
                  <a:cubicBezTo>
                    <a:pt x="68" y="0"/>
                    <a:pt x="68" y="0"/>
                    <a:pt x="68" y="0"/>
                  </a:cubicBezTo>
                  <a:cubicBezTo>
                    <a:pt x="0" y="201"/>
                    <a:pt x="23" y="367"/>
                    <a:pt x="139" y="509"/>
                  </a:cubicBezTo>
                  <a:cubicBezTo>
                    <a:pt x="124" y="523"/>
                    <a:pt x="110" y="541"/>
                    <a:pt x="100" y="565"/>
                  </a:cubicBezTo>
                  <a:cubicBezTo>
                    <a:pt x="144" y="584"/>
                    <a:pt x="144" y="584"/>
                    <a:pt x="144" y="584"/>
                  </a:cubicBezTo>
                  <a:cubicBezTo>
                    <a:pt x="177" y="505"/>
                    <a:pt x="270" y="516"/>
                    <a:pt x="271" y="516"/>
                  </a:cubicBezTo>
                  <a:cubicBezTo>
                    <a:pt x="277" y="468"/>
                    <a:pt x="277" y="468"/>
                    <a:pt x="277" y="468"/>
                  </a:cubicBezTo>
                  <a:cubicBezTo>
                    <a:pt x="252" y="465"/>
                    <a:pt x="211" y="468"/>
                    <a:pt x="173" y="486"/>
                  </a:cubicBezTo>
                  <a:cubicBezTo>
                    <a:pt x="179" y="482"/>
                    <a:pt x="179" y="482"/>
                    <a:pt x="179" y="482"/>
                  </a:cubicBezTo>
                  <a:cubicBezTo>
                    <a:pt x="115" y="405"/>
                    <a:pt x="82" y="321"/>
                    <a:pt x="78" y="228"/>
                  </a:cubicBezTo>
                  <a:cubicBezTo>
                    <a:pt x="178" y="214"/>
                    <a:pt x="280" y="254"/>
                    <a:pt x="355" y="339"/>
                  </a:cubicBezTo>
                  <a:cubicBezTo>
                    <a:pt x="434" y="428"/>
                    <a:pt x="462" y="546"/>
                    <a:pt x="426" y="648"/>
                  </a:cubicBezTo>
                  <a:cubicBezTo>
                    <a:pt x="472" y="664"/>
                    <a:pt x="472" y="664"/>
                    <a:pt x="472" y="664"/>
                  </a:cubicBezTo>
                  <a:cubicBezTo>
                    <a:pt x="513" y="546"/>
                    <a:pt x="482" y="409"/>
                    <a:pt x="391" y="307"/>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12" name="Google Shape;612;p28"/>
            <p:cNvSpPr/>
            <p:nvPr/>
          </p:nvSpPr>
          <p:spPr>
            <a:xfrm>
              <a:off x="12095163" y="4787900"/>
              <a:ext cx="971551" cy="801688"/>
            </a:xfrm>
            <a:custGeom>
              <a:rect b="b" l="l" r="r" t="t"/>
              <a:pathLst>
                <a:path extrusionOk="0" h="556" w="672">
                  <a:moveTo>
                    <a:pt x="74" y="556"/>
                  </a:moveTo>
                  <a:cubicBezTo>
                    <a:pt x="116" y="533"/>
                    <a:pt x="116" y="533"/>
                    <a:pt x="116" y="533"/>
                  </a:cubicBezTo>
                  <a:cubicBezTo>
                    <a:pt x="63" y="434"/>
                    <a:pt x="50" y="335"/>
                    <a:pt x="78" y="255"/>
                  </a:cubicBezTo>
                  <a:cubicBezTo>
                    <a:pt x="102" y="189"/>
                    <a:pt x="152" y="140"/>
                    <a:pt x="227" y="108"/>
                  </a:cubicBezTo>
                  <a:cubicBezTo>
                    <a:pt x="356" y="54"/>
                    <a:pt x="542" y="70"/>
                    <a:pt x="632" y="206"/>
                  </a:cubicBezTo>
                  <a:cubicBezTo>
                    <a:pt x="672" y="179"/>
                    <a:pt x="672" y="179"/>
                    <a:pt x="672" y="179"/>
                  </a:cubicBezTo>
                  <a:cubicBezTo>
                    <a:pt x="566" y="20"/>
                    <a:pt x="359" y="0"/>
                    <a:pt x="209" y="64"/>
                  </a:cubicBezTo>
                  <a:cubicBezTo>
                    <a:pt x="122" y="100"/>
                    <a:pt x="61" y="161"/>
                    <a:pt x="33" y="239"/>
                  </a:cubicBezTo>
                  <a:cubicBezTo>
                    <a:pt x="0" y="332"/>
                    <a:pt x="14" y="445"/>
                    <a:pt x="74" y="556"/>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13" name="Google Shape;613;p28"/>
            <p:cNvSpPr/>
            <p:nvPr/>
          </p:nvSpPr>
          <p:spPr>
            <a:xfrm>
              <a:off x="11371263" y="5449888"/>
              <a:ext cx="742951" cy="508000"/>
            </a:xfrm>
            <a:custGeom>
              <a:rect b="b" l="l" r="r" t="t"/>
              <a:pathLst>
                <a:path extrusionOk="0" h="352" w="515">
                  <a:moveTo>
                    <a:pt x="509" y="262"/>
                  </a:moveTo>
                  <a:cubicBezTo>
                    <a:pt x="509" y="262"/>
                    <a:pt x="233" y="298"/>
                    <a:pt x="113" y="86"/>
                  </a:cubicBezTo>
                  <a:cubicBezTo>
                    <a:pt x="150" y="57"/>
                    <a:pt x="159" y="12"/>
                    <a:pt x="160" y="10"/>
                  </a:cubicBezTo>
                  <a:cubicBezTo>
                    <a:pt x="113" y="0"/>
                    <a:pt x="113" y="0"/>
                    <a:pt x="113" y="0"/>
                  </a:cubicBezTo>
                  <a:cubicBezTo>
                    <a:pt x="113" y="1"/>
                    <a:pt x="105" y="36"/>
                    <a:pt x="77" y="52"/>
                  </a:cubicBezTo>
                  <a:cubicBezTo>
                    <a:pt x="61" y="62"/>
                    <a:pt x="40" y="63"/>
                    <a:pt x="14" y="55"/>
                  </a:cubicBezTo>
                  <a:cubicBezTo>
                    <a:pt x="0" y="101"/>
                    <a:pt x="0" y="101"/>
                    <a:pt x="0" y="101"/>
                  </a:cubicBezTo>
                  <a:cubicBezTo>
                    <a:pt x="22" y="108"/>
                    <a:pt x="43" y="110"/>
                    <a:pt x="61" y="108"/>
                  </a:cubicBezTo>
                  <a:cubicBezTo>
                    <a:pt x="197" y="352"/>
                    <a:pt x="515" y="310"/>
                    <a:pt x="515" y="310"/>
                  </a:cubicBezTo>
                  <a:lnTo>
                    <a:pt x="509" y="262"/>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14" name="Google Shape;614;p28"/>
            <p:cNvSpPr/>
            <p:nvPr/>
          </p:nvSpPr>
          <p:spPr>
            <a:xfrm>
              <a:off x="11107738" y="4956175"/>
              <a:ext cx="896938" cy="700088"/>
            </a:xfrm>
            <a:custGeom>
              <a:rect b="b" l="l" r="r" t="t"/>
              <a:pathLst>
                <a:path extrusionOk="0" h="485" w="621">
                  <a:moveTo>
                    <a:pt x="617" y="485"/>
                  </a:moveTo>
                  <a:cubicBezTo>
                    <a:pt x="617" y="475"/>
                    <a:pt x="621" y="251"/>
                    <a:pt x="461" y="116"/>
                  </a:cubicBezTo>
                  <a:cubicBezTo>
                    <a:pt x="353" y="26"/>
                    <a:pt x="198" y="0"/>
                    <a:pt x="0" y="40"/>
                  </a:cubicBezTo>
                  <a:cubicBezTo>
                    <a:pt x="10" y="87"/>
                    <a:pt x="10" y="87"/>
                    <a:pt x="10" y="87"/>
                  </a:cubicBezTo>
                  <a:cubicBezTo>
                    <a:pt x="192" y="50"/>
                    <a:pt x="334" y="72"/>
                    <a:pt x="430" y="153"/>
                  </a:cubicBezTo>
                  <a:cubicBezTo>
                    <a:pt x="572" y="272"/>
                    <a:pt x="569" y="482"/>
                    <a:pt x="569" y="484"/>
                  </a:cubicBezTo>
                  <a:lnTo>
                    <a:pt x="617" y="485"/>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15" name="Google Shape;615;p28"/>
            <p:cNvSpPr/>
            <p:nvPr/>
          </p:nvSpPr>
          <p:spPr>
            <a:xfrm>
              <a:off x="10714038" y="6280150"/>
              <a:ext cx="752475" cy="547688"/>
            </a:xfrm>
            <a:custGeom>
              <a:rect b="b" l="l" r="r" t="t"/>
              <a:pathLst>
                <a:path extrusionOk="0" h="379" w="521">
                  <a:moveTo>
                    <a:pt x="521" y="159"/>
                  </a:moveTo>
                  <a:cubicBezTo>
                    <a:pt x="521" y="96"/>
                    <a:pt x="469" y="26"/>
                    <a:pt x="370" y="14"/>
                  </a:cubicBezTo>
                  <a:cubicBezTo>
                    <a:pt x="241" y="0"/>
                    <a:pt x="96" y="27"/>
                    <a:pt x="0" y="83"/>
                  </a:cubicBezTo>
                  <a:cubicBezTo>
                    <a:pt x="25" y="124"/>
                    <a:pt x="25" y="124"/>
                    <a:pt x="25" y="124"/>
                  </a:cubicBezTo>
                  <a:cubicBezTo>
                    <a:pt x="112" y="73"/>
                    <a:pt x="245" y="49"/>
                    <a:pt x="364" y="62"/>
                  </a:cubicBezTo>
                  <a:cubicBezTo>
                    <a:pt x="439" y="71"/>
                    <a:pt x="473" y="118"/>
                    <a:pt x="473" y="159"/>
                  </a:cubicBezTo>
                  <a:cubicBezTo>
                    <a:pt x="473" y="198"/>
                    <a:pt x="442" y="228"/>
                    <a:pt x="393" y="241"/>
                  </a:cubicBezTo>
                  <a:cubicBezTo>
                    <a:pt x="368" y="186"/>
                    <a:pt x="308" y="166"/>
                    <a:pt x="305" y="165"/>
                  </a:cubicBezTo>
                  <a:cubicBezTo>
                    <a:pt x="291" y="211"/>
                    <a:pt x="291" y="211"/>
                    <a:pt x="291" y="211"/>
                  </a:cubicBezTo>
                  <a:cubicBezTo>
                    <a:pt x="298" y="188"/>
                    <a:pt x="298" y="188"/>
                    <a:pt x="298" y="188"/>
                  </a:cubicBezTo>
                  <a:cubicBezTo>
                    <a:pt x="290" y="211"/>
                    <a:pt x="290" y="211"/>
                    <a:pt x="290" y="211"/>
                  </a:cubicBezTo>
                  <a:cubicBezTo>
                    <a:pt x="291" y="211"/>
                    <a:pt x="336" y="226"/>
                    <a:pt x="351" y="264"/>
                  </a:cubicBezTo>
                  <a:cubicBezTo>
                    <a:pt x="361" y="289"/>
                    <a:pt x="357" y="320"/>
                    <a:pt x="338" y="357"/>
                  </a:cubicBezTo>
                  <a:cubicBezTo>
                    <a:pt x="381" y="379"/>
                    <a:pt x="381" y="379"/>
                    <a:pt x="381" y="379"/>
                  </a:cubicBezTo>
                  <a:cubicBezTo>
                    <a:pt x="398" y="346"/>
                    <a:pt x="406" y="316"/>
                    <a:pt x="405" y="288"/>
                  </a:cubicBezTo>
                  <a:cubicBezTo>
                    <a:pt x="489" y="267"/>
                    <a:pt x="521" y="208"/>
                    <a:pt x="521" y="159"/>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16" name="Google Shape;616;p28"/>
            <p:cNvSpPr/>
            <p:nvPr/>
          </p:nvSpPr>
          <p:spPr>
            <a:xfrm>
              <a:off x="10090151" y="5110163"/>
              <a:ext cx="927101" cy="1403350"/>
            </a:xfrm>
            <a:custGeom>
              <a:rect b="b" l="l" r="r" t="t"/>
              <a:pathLst>
                <a:path extrusionOk="0" h="971" w="641">
                  <a:moveTo>
                    <a:pt x="543" y="550"/>
                  </a:moveTo>
                  <a:cubicBezTo>
                    <a:pt x="512" y="587"/>
                    <a:pt x="512" y="587"/>
                    <a:pt x="512" y="587"/>
                  </a:cubicBezTo>
                  <a:cubicBezTo>
                    <a:pt x="568" y="634"/>
                    <a:pt x="594" y="683"/>
                    <a:pt x="588" y="731"/>
                  </a:cubicBezTo>
                  <a:cubicBezTo>
                    <a:pt x="581" y="789"/>
                    <a:pt x="528" y="845"/>
                    <a:pt x="444" y="886"/>
                  </a:cubicBezTo>
                  <a:cubicBezTo>
                    <a:pt x="372" y="920"/>
                    <a:pt x="291" y="929"/>
                    <a:pt x="227" y="908"/>
                  </a:cubicBezTo>
                  <a:cubicBezTo>
                    <a:pt x="94" y="866"/>
                    <a:pt x="48" y="724"/>
                    <a:pt x="49" y="607"/>
                  </a:cubicBezTo>
                  <a:cubicBezTo>
                    <a:pt x="50" y="482"/>
                    <a:pt x="78" y="306"/>
                    <a:pt x="152" y="218"/>
                  </a:cubicBezTo>
                  <a:cubicBezTo>
                    <a:pt x="186" y="177"/>
                    <a:pt x="276" y="136"/>
                    <a:pt x="341" y="136"/>
                  </a:cubicBezTo>
                  <a:cubicBezTo>
                    <a:pt x="342" y="174"/>
                    <a:pt x="354" y="207"/>
                    <a:pt x="366" y="227"/>
                  </a:cubicBezTo>
                  <a:cubicBezTo>
                    <a:pt x="387" y="214"/>
                    <a:pt x="387" y="214"/>
                    <a:pt x="387" y="214"/>
                  </a:cubicBezTo>
                  <a:cubicBezTo>
                    <a:pt x="408" y="202"/>
                    <a:pt x="408" y="202"/>
                    <a:pt x="408" y="202"/>
                  </a:cubicBezTo>
                  <a:cubicBezTo>
                    <a:pt x="408" y="202"/>
                    <a:pt x="408" y="202"/>
                    <a:pt x="408" y="202"/>
                  </a:cubicBezTo>
                  <a:cubicBezTo>
                    <a:pt x="408" y="202"/>
                    <a:pt x="408" y="202"/>
                    <a:pt x="408" y="202"/>
                  </a:cubicBezTo>
                  <a:cubicBezTo>
                    <a:pt x="408" y="202"/>
                    <a:pt x="408" y="202"/>
                    <a:pt x="408" y="202"/>
                  </a:cubicBezTo>
                  <a:cubicBezTo>
                    <a:pt x="405" y="198"/>
                    <a:pt x="355" y="110"/>
                    <a:pt x="431" y="33"/>
                  </a:cubicBezTo>
                  <a:cubicBezTo>
                    <a:pt x="396" y="0"/>
                    <a:pt x="396" y="0"/>
                    <a:pt x="396" y="0"/>
                  </a:cubicBezTo>
                  <a:cubicBezTo>
                    <a:pt x="369" y="28"/>
                    <a:pt x="354" y="58"/>
                    <a:pt x="347" y="88"/>
                  </a:cubicBezTo>
                  <a:cubicBezTo>
                    <a:pt x="264" y="86"/>
                    <a:pt x="159" y="135"/>
                    <a:pt x="115" y="187"/>
                  </a:cubicBezTo>
                  <a:cubicBezTo>
                    <a:pt x="33" y="285"/>
                    <a:pt x="2" y="474"/>
                    <a:pt x="1" y="606"/>
                  </a:cubicBezTo>
                  <a:cubicBezTo>
                    <a:pt x="0" y="741"/>
                    <a:pt x="55" y="903"/>
                    <a:pt x="212" y="954"/>
                  </a:cubicBezTo>
                  <a:cubicBezTo>
                    <a:pt x="254" y="967"/>
                    <a:pt x="302" y="971"/>
                    <a:pt x="351" y="964"/>
                  </a:cubicBezTo>
                  <a:cubicBezTo>
                    <a:pt x="389" y="958"/>
                    <a:pt x="428" y="947"/>
                    <a:pt x="465" y="929"/>
                  </a:cubicBezTo>
                  <a:cubicBezTo>
                    <a:pt x="566" y="880"/>
                    <a:pt x="626" y="812"/>
                    <a:pt x="636" y="737"/>
                  </a:cubicBezTo>
                  <a:cubicBezTo>
                    <a:pt x="641" y="692"/>
                    <a:pt x="630" y="623"/>
                    <a:pt x="543" y="55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17" name="Google Shape;617;p28"/>
            <p:cNvSpPr/>
            <p:nvPr/>
          </p:nvSpPr>
          <p:spPr>
            <a:xfrm>
              <a:off x="10861676" y="5121275"/>
              <a:ext cx="425450" cy="509588"/>
            </a:xfrm>
            <a:custGeom>
              <a:rect b="b" l="l" r="r" t="t"/>
              <a:pathLst>
                <a:path extrusionOk="0" h="353" w="294">
                  <a:moveTo>
                    <a:pt x="65" y="349"/>
                  </a:moveTo>
                  <a:cubicBezTo>
                    <a:pt x="64" y="338"/>
                    <a:pt x="59" y="81"/>
                    <a:pt x="294" y="48"/>
                  </a:cubicBezTo>
                  <a:cubicBezTo>
                    <a:pt x="287" y="0"/>
                    <a:pt x="287" y="0"/>
                    <a:pt x="287" y="0"/>
                  </a:cubicBezTo>
                  <a:cubicBezTo>
                    <a:pt x="0" y="41"/>
                    <a:pt x="19" y="350"/>
                    <a:pt x="19" y="353"/>
                  </a:cubicBezTo>
                  <a:lnTo>
                    <a:pt x="65" y="34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18" name="Google Shape;618;p28"/>
            <p:cNvSpPr/>
            <p:nvPr/>
          </p:nvSpPr>
          <p:spPr>
            <a:xfrm>
              <a:off x="10520363" y="6477000"/>
              <a:ext cx="771525" cy="701675"/>
            </a:xfrm>
            <a:custGeom>
              <a:rect b="b" l="l" r="r" t="t"/>
              <a:pathLst>
                <a:path extrusionOk="0" h="486" w="534">
                  <a:moveTo>
                    <a:pt x="507" y="467"/>
                  </a:moveTo>
                  <a:cubicBezTo>
                    <a:pt x="523" y="465"/>
                    <a:pt x="533" y="463"/>
                    <a:pt x="534" y="463"/>
                  </a:cubicBezTo>
                  <a:cubicBezTo>
                    <a:pt x="524" y="416"/>
                    <a:pt x="524" y="416"/>
                    <a:pt x="524" y="416"/>
                  </a:cubicBezTo>
                  <a:cubicBezTo>
                    <a:pt x="522" y="416"/>
                    <a:pt x="329" y="458"/>
                    <a:pt x="191" y="351"/>
                  </a:cubicBezTo>
                  <a:cubicBezTo>
                    <a:pt x="101" y="282"/>
                    <a:pt x="53" y="163"/>
                    <a:pt x="48" y="0"/>
                  </a:cubicBezTo>
                  <a:cubicBezTo>
                    <a:pt x="0" y="1"/>
                    <a:pt x="0" y="1"/>
                    <a:pt x="0" y="1"/>
                  </a:cubicBezTo>
                  <a:cubicBezTo>
                    <a:pt x="5" y="180"/>
                    <a:pt x="60" y="311"/>
                    <a:pt x="162" y="390"/>
                  </a:cubicBezTo>
                  <a:cubicBezTo>
                    <a:pt x="287" y="486"/>
                    <a:pt x="445" y="476"/>
                    <a:pt x="507" y="46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19" name="Google Shape;619;p28"/>
            <p:cNvSpPr/>
            <p:nvPr/>
          </p:nvSpPr>
          <p:spPr>
            <a:xfrm>
              <a:off x="11182351" y="4591050"/>
              <a:ext cx="915987" cy="414338"/>
            </a:xfrm>
            <a:custGeom>
              <a:rect b="b" l="l" r="r" t="t"/>
              <a:pathLst>
                <a:path extrusionOk="0" h="287" w="634">
                  <a:moveTo>
                    <a:pt x="74" y="96"/>
                  </a:moveTo>
                  <a:cubicBezTo>
                    <a:pt x="65" y="68"/>
                    <a:pt x="49" y="44"/>
                    <a:pt x="35" y="30"/>
                  </a:cubicBezTo>
                  <a:cubicBezTo>
                    <a:pt x="17" y="46"/>
                    <a:pt x="17" y="46"/>
                    <a:pt x="17" y="46"/>
                  </a:cubicBezTo>
                  <a:cubicBezTo>
                    <a:pt x="0" y="63"/>
                    <a:pt x="0" y="63"/>
                    <a:pt x="0" y="63"/>
                  </a:cubicBezTo>
                  <a:cubicBezTo>
                    <a:pt x="0" y="63"/>
                    <a:pt x="0" y="63"/>
                    <a:pt x="0" y="63"/>
                  </a:cubicBezTo>
                  <a:cubicBezTo>
                    <a:pt x="0" y="63"/>
                    <a:pt x="0" y="63"/>
                    <a:pt x="0" y="63"/>
                  </a:cubicBezTo>
                  <a:cubicBezTo>
                    <a:pt x="0" y="63"/>
                    <a:pt x="0" y="63"/>
                    <a:pt x="0" y="63"/>
                  </a:cubicBezTo>
                  <a:cubicBezTo>
                    <a:pt x="3" y="66"/>
                    <a:pt x="56" y="123"/>
                    <a:pt x="19" y="168"/>
                  </a:cubicBezTo>
                  <a:cubicBezTo>
                    <a:pt x="56" y="199"/>
                    <a:pt x="56" y="199"/>
                    <a:pt x="56" y="199"/>
                  </a:cubicBezTo>
                  <a:cubicBezTo>
                    <a:pt x="70" y="181"/>
                    <a:pt x="77" y="162"/>
                    <a:pt x="79" y="144"/>
                  </a:cubicBezTo>
                  <a:cubicBezTo>
                    <a:pt x="145" y="124"/>
                    <a:pt x="458" y="41"/>
                    <a:pt x="592" y="287"/>
                  </a:cubicBezTo>
                  <a:cubicBezTo>
                    <a:pt x="634" y="264"/>
                    <a:pt x="634" y="264"/>
                    <a:pt x="634" y="264"/>
                  </a:cubicBezTo>
                  <a:cubicBezTo>
                    <a:pt x="491" y="0"/>
                    <a:pt x="163" y="71"/>
                    <a:pt x="74" y="96"/>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20" name="Google Shape;620;p28"/>
            <p:cNvSpPr/>
            <p:nvPr/>
          </p:nvSpPr>
          <p:spPr>
            <a:xfrm>
              <a:off x="9653588" y="4781550"/>
              <a:ext cx="735013" cy="796925"/>
            </a:xfrm>
            <a:custGeom>
              <a:rect b="b" l="l" r="r" t="t"/>
              <a:pathLst>
                <a:path extrusionOk="0" h="552" w="509">
                  <a:moveTo>
                    <a:pt x="506" y="29"/>
                  </a:moveTo>
                  <a:cubicBezTo>
                    <a:pt x="469" y="0"/>
                    <a:pt x="469" y="0"/>
                    <a:pt x="469" y="0"/>
                  </a:cubicBezTo>
                  <a:cubicBezTo>
                    <a:pt x="430" y="49"/>
                    <a:pt x="410" y="95"/>
                    <a:pt x="407" y="137"/>
                  </a:cubicBezTo>
                  <a:cubicBezTo>
                    <a:pt x="0" y="310"/>
                    <a:pt x="77" y="542"/>
                    <a:pt x="81" y="552"/>
                  </a:cubicBezTo>
                  <a:cubicBezTo>
                    <a:pt x="103" y="544"/>
                    <a:pt x="103" y="544"/>
                    <a:pt x="103" y="544"/>
                  </a:cubicBezTo>
                  <a:cubicBezTo>
                    <a:pt x="126" y="536"/>
                    <a:pt x="126" y="536"/>
                    <a:pt x="126" y="536"/>
                  </a:cubicBezTo>
                  <a:cubicBezTo>
                    <a:pt x="123" y="528"/>
                    <a:pt x="64" y="340"/>
                    <a:pt x="413" y="187"/>
                  </a:cubicBezTo>
                  <a:cubicBezTo>
                    <a:pt x="423" y="219"/>
                    <a:pt x="445" y="249"/>
                    <a:pt x="479" y="277"/>
                  </a:cubicBezTo>
                  <a:cubicBezTo>
                    <a:pt x="509" y="239"/>
                    <a:pt x="509" y="239"/>
                    <a:pt x="509" y="239"/>
                  </a:cubicBezTo>
                  <a:cubicBezTo>
                    <a:pt x="438" y="183"/>
                    <a:pt x="438" y="118"/>
                    <a:pt x="506" y="2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21" name="Google Shape;621;p28"/>
            <p:cNvSpPr/>
            <p:nvPr/>
          </p:nvSpPr>
          <p:spPr>
            <a:xfrm>
              <a:off x="10442576" y="7591425"/>
              <a:ext cx="887413" cy="793750"/>
            </a:xfrm>
            <a:custGeom>
              <a:rect b="b" l="l" r="r" t="t"/>
              <a:pathLst>
                <a:path extrusionOk="0" h="550" w="615">
                  <a:moveTo>
                    <a:pt x="302" y="546"/>
                  </a:moveTo>
                  <a:cubicBezTo>
                    <a:pt x="332" y="542"/>
                    <a:pt x="361" y="530"/>
                    <a:pt x="388" y="509"/>
                  </a:cubicBezTo>
                  <a:cubicBezTo>
                    <a:pt x="506" y="421"/>
                    <a:pt x="566" y="260"/>
                    <a:pt x="615" y="130"/>
                  </a:cubicBezTo>
                  <a:cubicBezTo>
                    <a:pt x="570" y="113"/>
                    <a:pt x="570" y="113"/>
                    <a:pt x="570" y="113"/>
                  </a:cubicBezTo>
                  <a:cubicBezTo>
                    <a:pt x="570" y="113"/>
                    <a:pt x="570" y="113"/>
                    <a:pt x="570" y="113"/>
                  </a:cubicBezTo>
                  <a:cubicBezTo>
                    <a:pt x="524" y="237"/>
                    <a:pt x="466" y="391"/>
                    <a:pt x="360" y="470"/>
                  </a:cubicBezTo>
                  <a:cubicBezTo>
                    <a:pt x="319" y="501"/>
                    <a:pt x="275" y="508"/>
                    <a:pt x="230" y="490"/>
                  </a:cubicBezTo>
                  <a:cubicBezTo>
                    <a:pt x="144" y="456"/>
                    <a:pt x="77" y="345"/>
                    <a:pt x="61" y="258"/>
                  </a:cubicBezTo>
                  <a:cubicBezTo>
                    <a:pt x="50" y="192"/>
                    <a:pt x="58" y="69"/>
                    <a:pt x="96" y="36"/>
                  </a:cubicBezTo>
                  <a:cubicBezTo>
                    <a:pt x="64" y="0"/>
                    <a:pt x="64" y="0"/>
                    <a:pt x="64" y="0"/>
                  </a:cubicBezTo>
                  <a:cubicBezTo>
                    <a:pt x="0" y="56"/>
                    <a:pt x="5" y="215"/>
                    <a:pt x="14" y="267"/>
                  </a:cubicBezTo>
                  <a:cubicBezTo>
                    <a:pt x="31" y="365"/>
                    <a:pt x="107" y="493"/>
                    <a:pt x="212" y="535"/>
                  </a:cubicBezTo>
                  <a:cubicBezTo>
                    <a:pt x="242" y="547"/>
                    <a:pt x="273" y="550"/>
                    <a:pt x="302" y="546"/>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22" name="Google Shape;622;p28"/>
            <p:cNvSpPr/>
            <p:nvPr/>
          </p:nvSpPr>
          <p:spPr>
            <a:xfrm>
              <a:off x="9432926" y="7499350"/>
              <a:ext cx="619125" cy="595313"/>
            </a:xfrm>
            <a:custGeom>
              <a:rect b="b" l="l" r="r" t="t"/>
              <a:pathLst>
                <a:path extrusionOk="0" h="412" w="429">
                  <a:moveTo>
                    <a:pt x="257" y="403"/>
                  </a:moveTo>
                  <a:cubicBezTo>
                    <a:pt x="305" y="396"/>
                    <a:pt x="362" y="378"/>
                    <a:pt x="429" y="349"/>
                  </a:cubicBezTo>
                  <a:cubicBezTo>
                    <a:pt x="409" y="305"/>
                    <a:pt x="409" y="305"/>
                    <a:pt x="409" y="305"/>
                  </a:cubicBezTo>
                  <a:cubicBezTo>
                    <a:pt x="274" y="364"/>
                    <a:pt x="179" y="373"/>
                    <a:pt x="137" y="332"/>
                  </a:cubicBezTo>
                  <a:cubicBezTo>
                    <a:pt x="70" y="266"/>
                    <a:pt x="126" y="84"/>
                    <a:pt x="153" y="19"/>
                  </a:cubicBezTo>
                  <a:cubicBezTo>
                    <a:pt x="109" y="0"/>
                    <a:pt x="109" y="0"/>
                    <a:pt x="109" y="0"/>
                  </a:cubicBezTo>
                  <a:cubicBezTo>
                    <a:pt x="105" y="11"/>
                    <a:pt x="0" y="265"/>
                    <a:pt x="103" y="366"/>
                  </a:cubicBezTo>
                  <a:cubicBezTo>
                    <a:pt x="138" y="400"/>
                    <a:pt x="189" y="412"/>
                    <a:pt x="257" y="403"/>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23" name="Google Shape;623;p28"/>
            <p:cNvSpPr/>
            <p:nvPr/>
          </p:nvSpPr>
          <p:spPr>
            <a:xfrm>
              <a:off x="9752013" y="8031163"/>
              <a:ext cx="1023938" cy="482600"/>
            </a:xfrm>
            <a:custGeom>
              <a:rect b="b" l="l" r="r" t="t"/>
              <a:pathLst>
                <a:path extrusionOk="0" h="335" w="709">
                  <a:moveTo>
                    <a:pt x="458" y="326"/>
                  </a:moveTo>
                  <a:cubicBezTo>
                    <a:pt x="593" y="307"/>
                    <a:pt x="702" y="241"/>
                    <a:pt x="709" y="237"/>
                  </a:cubicBezTo>
                  <a:cubicBezTo>
                    <a:pt x="683" y="196"/>
                    <a:pt x="683" y="196"/>
                    <a:pt x="683" y="196"/>
                  </a:cubicBezTo>
                  <a:cubicBezTo>
                    <a:pt x="681" y="197"/>
                    <a:pt x="459" y="332"/>
                    <a:pt x="270" y="264"/>
                  </a:cubicBezTo>
                  <a:cubicBezTo>
                    <a:pt x="168" y="228"/>
                    <a:pt x="93" y="139"/>
                    <a:pt x="46" y="0"/>
                  </a:cubicBezTo>
                  <a:cubicBezTo>
                    <a:pt x="0" y="16"/>
                    <a:pt x="0" y="16"/>
                    <a:pt x="0" y="16"/>
                  </a:cubicBezTo>
                  <a:cubicBezTo>
                    <a:pt x="52" y="169"/>
                    <a:pt x="138" y="268"/>
                    <a:pt x="254" y="309"/>
                  </a:cubicBezTo>
                  <a:cubicBezTo>
                    <a:pt x="322" y="334"/>
                    <a:pt x="393" y="335"/>
                    <a:pt x="458" y="326"/>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24" name="Google Shape;624;p28"/>
            <p:cNvSpPr/>
            <p:nvPr/>
          </p:nvSpPr>
          <p:spPr>
            <a:xfrm>
              <a:off x="10436226" y="7105650"/>
              <a:ext cx="565150" cy="828675"/>
            </a:xfrm>
            <a:custGeom>
              <a:rect b="b" l="l" r="r" t="t"/>
              <a:pathLst>
                <a:path extrusionOk="0" h="574" w="391">
                  <a:moveTo>
                    <a:pt x="121" y="125"/>
                  </a:moveTo>
                  <a:cubicBezTo>
                    <a:pt x="148" y="83"/>
                    <a:pt x="159" y="34"/>
                    <a:pt x="161" y="2"/>
                  </a:cubicBezTo>
                  <a:cubicBezTo>
                    <a:pt x="113" y="0"/>
                    <a:pt x="113" y="0"/>
                    <a:pt x="113" y="0"/>
                  </a:cubicBezTo>
                  <a:cubicBezTo>
                    <a:pt x="113" y="5"/>
                    <a:pt x="104" y="134"/>
                    <a:pt x="0" y="154"/>
                  </a:cubicBezTo>
                  <a:cubicBezTo>
                    <a:pt x="9" y="201"/>
                    <a:pt x="9" y="201"/>
                    <a:pt x="9" y="201"/>
                  </a:cubicBezTo>
                  <a:cubicBezTo>
                    <a:pt x="42" y="195"/>
                    <a:pt x="68" y="180"/>
                    <a:pt x="89" y="161"/>
                  </a:cubicBezTo>
                  <a:cubicBezTo>
                    <a:pt x="334" y="364"/>
                    <a:pt x="282" y="552"/>
                    <a:pt x="279" y="560"/>
                  </a:cubicBezTo>
                  <a:cubicBezTo>
                    <a:pt x="325" y="574"/>
                    <a:pt x="325" y="574"/>
                    <a:pt x="325" y="574"/>
                  </a:cubicBezTo>
                  <a:cubicBezTo>
                    <a:pt x="328" y="565"/>
                    <a:pt x="391" y="349"/>
                    <a:pt x="121" y="125"/>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25" name="Google Shape;625;p28"/>
            <p:cNvSpPr/>
            <p:nvPr/>
          </p:nvSpPr>
          <p:spPr>
            <a:xfrm>
              <a:off x="9234488" y="5781675"/>
              <a:ext cx="920750" cy="787400"/>
            </a:xfrm>
            <a:custGeom>
              <a:rect b="b" l="l" r="r" t="t"/>
              <a:pathLst>
                <a:path extrusionOk="0" h="545" w="637">
                  <a:moveTo>
                    <a:pt x="632" y="508"/>
                  </a:moveTo>
                  <a:cubicBezTo>
                    <a:pt x="627" y="486"/>
                    <a:pt x="627" y="486"/>
                    <a:pt x="627" y="486"/>
                  </a:cubicBezTo>
                  <a:cubicBezTo>
                    <a:pt x="627" y="486"/>
                    <a:pt x="627" y="486"/>
                    <a:pt x="627" y="486"/>
                  </a:cubicBezTo>
                  <a:cubicBezTo>
                    <a:pt x="627" y="486"/>
                    <a:pt x="627" y="486"/>
                    <a:pt x="627" y="486"/>
                  </a:cubicBezTo>
                  <a:cubicBezTo>
                    <a:pt x="627" y="486"/>
                    <a:pt x="627" y="486"/>
                    <a:pt x="627" y="486"/>
                  </a:cubicBezTo>
                  <a:cubicBezTo>
                    <a:pt x="625" y="486"/>
                    <a:pt x="542" y="504"/>
                    <a:pt x="492" y="461"/>
                  </a:cubicBezTo>
                  <a:cubicBezTo>
                    <a:pt x="464" y="437"/>
                    <a:pt x="452" y="397"/>
                    <a:pt x="455" y="342"/>
                  </a:cubicBezTo>
                  <a:cubicBezTo>
                    <a:pt x="475" y="328"/>
                    <a:pt x="495" y="311"/>
                    <a:pt x="513" y="289"/>
                  </a:cubicBezTo>
                  <a:cubicBezTo>
                    <a:pt x="476" y="258"/>
                    <a:pt x="476" y="258"/>
                    <a:pt x="476" y="258"/>
                  </a:cubicBezTo>
                  <a:cubicBezTo>
                    <a:pt x="432" y="311"/>
                    <a:pt x="378" y="334"/>
                    <a:pt x="325" y="324"/>
                  </a:cubicBezTo>
                  <a:cubicBezTo>
                    <a:pt x="271" y="313"/>
                    <a:pt x="224" y="270"/>
                    <a:pt x="206" y="213"/>
                  </a:cubicBezTo>
                  <a:cubicBezTo>
                    <a:pt x="185" y="151"/>
                    <a:pt x="202" y="86"/>
                    <a:pt x="252" y="32"/>
                  </a:cubicBezTo>
                  <a:cubicBezTo>
                    <a:pt x="217" y="0"/>
                    <a:pt x="217" y="0"/>
                    <a:pt x="217" y="0"/>
                  </a:cubicBezTo>
                  <a:cubicBezTo>
                    <a:pt x="155" y="66"/>
                    <a:pt x="134" y="149"/>
                    <a:pt x="160" y="228"/>
                  </a:cubicBezTo>
                  <a:cubicBezTo>
                    <a:pt x="168" y="252"/>
                    <a:pt x="179" y="274"/>
                    <a:pt x="194" y="293"/>
                  </a:cubicBezTo>
                  <a:cubicBezTo>
                    <a:pt x="185" y="312"/>
                    <a:pt x="153" y="372"/>
                    <a:pt x="76" y="379"/>
                  </a:cubicBezTo>
                  <a:cubicBezTo>
                    <a:pt x="66" y="337"/>
                    <a:pt x="35" y="307"/>
                    <a:pt x="33" y="306"/>
                  </a:cubicBezTo>
                  <a:cubicBezTo>
                    <a:pt x="16" y="324"/>
                    <a:pt x="16" y="324"/>
                    <a:pt x="16" y="324"/>
                  </a:cubicBezTo>
                  <a:cubicBezTo>
                    <a:pt x="0" y="340"/>
                    <a:pt x="0" y="340"/>
                    <a:pt x="0" y="340"/>
                  </a:cubicBezTo>
                  <a:cubicBezTo>
                    <a:pt x="0" y="341"/>
                    <a:pt x="31" y="371"/>
                    <a:pt x="31" y="404"/>
                  </a:cubicBezTo>
                  <a:cubicBezTo>
                    <a:pt x="31" y="419"/>
                    <a:pt x="26" y="432"/>
                    <a:pt x="13" y="444"/>
                  </a:cubicBezTo>
                  <a:cubicBezTo>
                    <a:pt x="47" y="478"/>
                    <a:pt x="47" y="478"/>
                    <a:pt x="47" y="478"/>
                  </a:cubicBezTo>
                  <a:cubicBezTo>
                    <a:pt x="63" y="463"/>
                    <a:pt x="73" y="445"/>
                    <a:pt x="77" y="427"/>
                  </a:cubicBezTo>
                  <a:cubicBezTo>
                    <a:pt x="82" y="426"/>
                    <a:pt x="86" y="426"/>
                    <a:pt x="91" y="425"/>
                  </a:cubicBezTo>
                  <a:cubicBezTo>
                    <a:pt x="163" y="415"/>
                    <a:pt x="207" y="369"/>
                    <a:pt x="229" y="330"/>
                  </a:cubicBezTo>
                  <a:cubicBezTo>
                    <a:pt x="255" y="350"/>
                    <a:pt x="284" y="365"/>
                    <a:pt x="316" y="371"/>
                  </a:cubicBezTo>
                  <a:cubicBezTo>
                    <a:pt x="336" y="375"/>
                    <a:pt x="356" y="376"/>
                    <a:pt x="375" y="373"/>
                  </a:cubicBezTo>
                  <a:cubicBezTo>
                    <a:pt x="386" y="371"/>
                    <a:pt x="396" y="369"/>
                    <a:pt x="406" y="365"/>
                  </a:cubicBezTo>
                  <a:cubicBezTo>
                    <a:pt x="408" y="423"/>
                    <a:pt x="426" y="468"/>
                    <a:pt x="461" y="498"/>
                  </a:cubicBezTo>
                  <a:cubicBezTo>
                    <a:pt x="515" y="545"/>
                    <a:pt x="593" y="540"/>
                    <a:pt x="624" y="535"/>
                  </a:cubicBezTo>
                  <a:cubicBezTo>
                    <a:pt x="632" y="534"/>
                    <a:pt x="637" y="533"/>
                    <a:pt x="637" y="533"/>
                  </a:cubicBezTo>
                  <a:lnTo>
                    <a:pt x="632" y="508"/>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26" name="Google Shape;626;p28"/>
            <p:cNvSpPr/>
            <p:nvPr/>
          </p:nvSpPr>
          <p:spPr>
            <a:xfrm>
              <a:off x="9815513" y="6678613"/>
              <a:ext cx="600075" cy="862013"/>
            </a:xfrm>
            <a:custGeom>
              <a:rect b="b" l="l" r="r" t="t"/>
              <a:pathLst>
                <a:path extrusionOk="0" h="597" w="416">
                  <a:moveTo>
                    <a:pt x="327" y="597"/>
                  </a:moveTo>
                  <a:cubicBezTo>
                    <a:pt x="409" y="391"/>
                    <a:pt x="416" y="236"/>
                    <a:pt x="339" y="138"/>
                  </a:cubicBezTo>
                  <a:cubicBezTo>
                    <a:pt x="230" y="0"/>
                    <a:pt x="0" y="30"/>
                    <a:pt x="0" y="30"/>
                  </a:cubicBezTo>
                  <a:cubicBezTo>
                    <a:pt x="7" y="78"/>
                    <a:pt x="7" y="78"/>
                    <a:pt x="7" y="78"/>
                  </a:cubicBezTo>
                  <a:cubicBezTo>
                    <a:pt x="7" y="78"/>
                    <a:pt x="209" y="51"/>
                    <a:pt x="301" y="168"/>
                  </a:cubicBezTo>
                  <a:cubicBezTo>
                    <a:pt x="367" y="252"/>
                    <a:pt x="360" y="390"/>
                    <a:pt x="285" y="579"/>
                  </a:cubicBezTo>
                  <a:lnTo>
                    <a:pt x="327" y="597"/>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27" name="Google Shape;627;p28"/>
            <p:cNvSpPr/>
            <p:nvPr/>
          </p:nvSpPr>
          <p:spPr>
            <a:xfrm>
              <a:off x="9899651" y="7535863"/>
              <a:ext cx="528638" cy="728663"/>
            </a:xfrm>
            <a:custGeom>
              <a:rect b="b" l="l" r="r" t="t"/>
              <a:pathLst>
                <a:path extrusionOk="0" h="505" w="366">
                  <a:moveTo>
                    <a:pt x="303" y="394"/>
                  </a:moveTo>
                  <a:cubicBezTo>
                    <a:pt x="313" y="346"/>
                    <a:pt x="323" y="249"/>
                    <a:pt x="270" y="175"/>
                  </a:cubicBezTo>
                  <a:cubicBezTo>
                    <a:pt x="230" y="119"/>
                    <a:pt x="163" y="87"/>
                    <a:pt x="70" y="82"/>
                  </a:cubicBezTo>
                  <a:cubicBezTo>
                    <a:pt x="68" y="60"/>
                    <a:pt x="62" y="40"/>
                    <a:pt x="51" y="25"/>
                  </a:cubicBezTo>
                  <a:cubicBezTo>
                    <a:pt x="39" y="9"/>
                    <a:pt x="22" y="1"/>
                    <a:pt x="2" y="0"/>
                  </a:cubicBezTo>
                  <a:cubicBezTo>
                    <a:pt x="0" y="48"/>
                    <a:pt x="0" y="48"/>
                    <a:pt x="0" y="48"/>
                  </a:cubicBezTo>
                  <a:cubicBezTo>
                    <a:pt x="6" y="48"/>
                    <a:pt x="9" y="50"/>
                    <a:pt x="12" y="54"/>
                  </a:cubicBezTo>
                  <a:cubicBezTo>
                    <a:pt x="29" y="76"/>
                    <a:pt x="23" y="141"/>
                    <a:pt x="14" y="181"/>
                  </a:cubicBezTo>
                  <a:cubicBezTo>
                    <a:pt x="61" y="192"/>
                    <a:pt x="61" y="192"/>
                    <a:pt x="61" y="192"/>
                  </a:cubicBezTo>
                  <a:cubicBezTo>
                    <a:pt x="63" y="183"/>
                    <a:pt x="68" y="158"/>
                    <a:pt x="70" y="128"/>
                  </a:cubicBezTo>
                  <a:cubicBezTo>
                    <a:pt x="147" y="134"/>
                    <a:pt x="201" y="158"/>
                    <a:pt x="232" y="202"/>
                  </a:cubicBezTo>
                  <a:cubicBezTo>
                    <a:pt x="272" y="257"/>
                    <a:pt x="267" y="332"/>
                    <a:pt x="259" y="375"/>
                  </a:cubicBezTo>
                  <a:cubicBezTo>
                    <a:pt x="240" y="372"/>
                    <a:pt x="216" y="375"/>
                    <a:pt x="188" y="394"/>
                  </a:cubicBezTo>
                  <a:cubicBezTo>
                    <a:pt x="215" y="433"/>
                    <a:pt x="215" y="433"/>
                    <a:pt x="215" y="433"/>
                  </a:cubicBezTo>
                  <a:cubicBezTo>
                    <a:pt x="231" y="421"/>
                    <a:pt x="246" y="418"/>
                    <a:pt x="260" y="423"/>
                  </a:cubicBezTo>
                  <a:cubicBezTo>
                    <a:pt x="292" y="433"/>
                    <a:pt x="315" y="486"/>
                    <a:pt x="321" y="505"/>
                  </a:cubicBezTo>
                  <a:cubicBezTo>
                    <a:pt x="366" y="491"/>
                    <a:pt x="366" y="491"/>
                    <a:pt x="366" y="491"/>
                  </a:cubicBezTo>
                  <a:cubicBezTo>
                    <a:pt x="363" y="483"/>
                    <a:pt x="344" y="425"/>
                    <a:pt x="303" y="394"/>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cxnSp>
        <p:nvCxnSpPr>
          <p:cNvPr id="628" name="Google Shape;628;p28"/>
          <p:cNvCxnSpPr/>
          <p:nvPr/>
        </p:nvCxnSpPr>
        <p:spPr>
          <a:xfrm>
            <a:off x="10518601" y="5509184"/>
            <a:ext cx="1290300" cy="0"/>
          </a:xfrm>
          <a:prstGeom prst="straightConnector1">
            <a:avLst/>
          </a:prstGeom>
          <a:noFill/>
          <a:ln cap="flat" cmpd="sng" w="28575">
            <a:solidFill>
              <a:schemeClr val="accent1"/>
            </a:solidFill>
            <a:prstDash val="solid"/>
            <a:miter lim="800000"/>
            <a:headEnd len="sm" w="sm" type="none"/>
            <a:tailEnd len="sm" w="sm" type="none"/>
          </a:ln>
        </p:spPr>
      </p:cxnSp>
      <p:cxnSp>
        <p:nvCxnSpPr>
          <p:cNvPr id="629" name="Google Shape;629;p28"/>
          <p:cNvCxnSpPr/>
          <p:nvPr/>
        </p:nvCxnSpPr>
        <p:spPr>
          <a:xfrm>
            <a:off x="11804896" y="5511079"/>
            <a:ext cx="862200" cy="862200"/>
          </a:xfrm>
          <a:prstGeom prst="straightConnector1">
            <a:avLst/>
          </a:prstGeom>
          <a:noFill/>
          <a:ln cap="flat" cmpd="sng" w="28575">
            <a:solidFill>
              <a:schemeClr val="accent1"/>
            </a:solidFill>
            <a:prstDash val="solid"/>
            <a:miter lim="800000"/>
            <a:headEnd len="sm" w="sm" type="none"/>
            <a:tailEnd len="sm" w="sm" type="none"/>
          </a:ln>
        </p:spPr>
      </p:cxnSp>
      <p:sp>
        <p:nvSpPr>
          <p:cNvPr id="630" name="Google Shape;630;p28"/>
          <p:cNvSpPr txBox="1"/>
          <p:nvPr/>
        </p:nvSpPr>
        <p:spPr>
          <a:xfrm>
            <a:off x="6905763" y="5679000"/>
            <a:ext cx="3314100" cy="8865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000000"/>
              </a:buClr>
              <a:buSzPts val="2400"/>
              <a:buFont typeface="Arial"/>
              <a:buNone/>
            </a:pPr>
            <a:r>
              <a:rPr lang="en-US" sz="1800">
                <a:solidFill>
                  <a:schemeClr val="dk2"/>
                </a:solidFill>
                <a:latin typeface="Lato Light"/>
                <a:ea typeface="Lato Light"/>
                <a:cs typeface="Lato Light"/>
                <a:sym typeface="Lato Light"/>
              </a:rPr>
              <a:t>Preocupaciones, inquietudes, miedos, frustraciones, obstáculos...</a:t>
            </a:r>
            <a:r>
              <a:rPr b="0" i="0" lang="en-US" sz="1800" u="none" cap="none" strike="noStrike">
                <a:solidFill>
                  <a:schemeClr val="dk2"/>
                </a:solidFill>
                <a:latin typeface="Lato Light"/>
                <a:ea typeface="Lato Light"/>
                <a:cs typeface="Lato Light"/>
                <a:sym typeface="Lato Light"/>
              </a:rPr>
              <a:t> </a:t>
            </a:r>
            <a:endParaRPr b="0" i="0" sz="1800" u="none" cap="none" strike="noStrike">
              <a:solidFill>
                <a:srgbClr val="000000"/>
              </a:solidFill>
              <a:latin typeface="Arial"/>
              <a:ea typeface="Arial"/>
              <a:cs typeface="Arial"/>
              <a:sym typeface="Arial"/>
            </a:endParaRPr>
          </a:p>
        </p:txBody>
      </p:sp>
      <p:sp>
        <p:nvSpPr>
          <p:cNvPr id="631" name="Google Shape;631;p28"/>
          <p:cNvSpPr txBox="1"/>
          <p:nvPr/>
        </p:nvSpPr>
        <p:spPr>
          <a:xfrm>
            <a:off x="6606900" y="5166450"/>
            <a:ext cx="3612900" cy="5910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000000"/>
              </a:buClr>
              <a:buSzPts val="3200"/>
              <a:buFont typeface="Arial"/>
              <a:buNone/>
            </a:pPr>
            <a:r>
              <a:rPr b="1" lang="en-US" sz="3000">
                <a:solidFill>
                  <a:schemeClr val="dk2"/>
                </a:solidFill>
                <a:latin typeface="Lato"/>
                <a:ea typeface="Lato"/>
                <a:cs typeface="Lato"/>
                <a:sym typeface="Lato"/>
              </a:rPr>
              <a:t>Problemas</a:t>
            </a:r>
            <a:endParaRPr b="0" i="0" sz="3000" u="none" cap="none" strike="noStrike">
              <a:solidFill>
                <a:srgbClr val="000000"/>
              </a:solidFill>
              <a:latin typeface="Arial"/>
              <a:ea typeface="Arial"/>
              <a:cs typeface="Arial"/>
              <a:sym typeface="Arial"/>
            </a:endParaRPr>
          </a:p>
        </p:txBody>
      </p:sp>
      <p:cxnSp>
        <p:nvCxnSpPr>
          <p:cNvPr id="632" name="Google Shape;632;p28"/>
          <p:cNvCxnSpPr/>
          <p:nvPr/>
        </p:nvCxnSpPr>
        <p:spPr>
          <a:xfrm>
            <a:off x="10518601" y="10181502"/>
            <a:ext cx="1290300" cy="0"/>
          </a:xfrm>
          <a:prstGeom prst="straightConnector1">
            <a:avLst/>
          </a:prstGeom>
          <a:noFill/>
          <a:ln cap="flat" cmpd="sng" w="28575">
            <a:solidFill>
              <a:schemeClr val="accent6"/>
            </a:solidFill>
            <a:prstDash val="solid"/>
            <a:miter lim="800000"/>
            <a:headEnd len="sm" w="sm" type="none"/>
            <a:tailEnd len="sm" w="sm" type="none"/>
          </a:ln>
        </p:spPr>
      </p:cxnSp>
      <p:cxnSp>
        <p:nvCxnSpPr>
          <p:cNvPr id="633" name="Google Shape;633;p28"/>
          <p:cNvCxnSpPr/>
          <p:nvPr/>
        </p:nvCxnSpPr>
        <p:spPr>
          <a:xfrm flipH="1" rot="10800000">
            <a:off x="11809381" y="9199411"/>
            <a:ext cx="979500" cy="978300"/>
          </a:xfrm>
          <a:prstGeom prst="straightConnector1">
            <a:avLst/>
          </a:prstGeom>
          <a:noFill/>
          <a:ln cap="flat" cmpd="sng" w="28575">
            <a:solidFill>
              <a:schemeClr val="accent6"/>
            </a:solidFill>
            <a:prstDash val="solid"/>
            <a:miter lim="800000"/>
            <a:headEnd len="sm" w="sm" type="none"/>
            <a:tailEnd len="sm" w="sm" type="none"/>
          </a:ln>
        </p:spPr>
      </p:cxnSp>
      <p:sp>
        <p:nvSpPr>
          <p:cNvPr id="634" name="Google Shape;634;p28"/>
          <p:cNvSpPr txBox="1"/>
          <p:nvPr/>
        </p:nvSpPr>
        <p:spPr>
          <a:xfrm>
            <a:off x="6992975" y="10419700"/>
            <a:ext cx="3226800" cy="8865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000000"/>
              </a:buClr>
              <a:buSzPts val="2400"/>
              <a:buFont typeface="Arial"/>
              <a:buNone/>
            </a:pPr>
            <a:r>
              <a:rPr lang="en-US" sz="1800">
                <a:solidFill>
                  <a:schemeClr val="dk2"/>
                </a:solidFill>
                <a:latin typeface="Lato Light"/>
                <a:ea typeface="Lato Light"/>
                <a:cs typeface="Lato Light"/>
                <a:sym typeface="Lato Light"/>
              </a:rPr>
              <a:t>Fisiológicas, de seguridad, de afiliación, de reconocimiento y de autorealización que estén insatisfechas y le preocupen en este momento o en el futuro.</a:t>
            </a:r>
            <a:r>
              <a:rPr b="0" i="0" lang="en-US" sz="1800" u="none" cap="none" strike="noStrike">
                <a:solidFill>
                  <a:schemeClr val="dk2"/>
                </a:solidFill>
                <a:latin typeface="Lato Light"/>
                <a:ea typeface="Lato Light"/>
                <a:cs typeface="Lato Light"/>
                <a:sym typeface="Lato Light"/>
              </a:rPr>
              <a:t> </a:t>
            </a:r>
            <a:endParaRPr b="0" i="0" sz="1800" u="none" cap="none" strike="noStrike">
              <a:solidFill>
                <a:srgbClr val="000000"/>
              </a:solidFill>
              <a:latin typeface="Arial"/>
              <a:ea typeface="Arial"/>
              <a:cs typeface="Arial"/>
              <a:sym typeface="Arial"/>
            </a:endParaRPr>
          </a:p>
        </p:txBody>
      </p:sp>
      <p:sp>
        <p:nvSpPr>
          <p:cNvPr id="635" name="Google Shape;635;p28"/>
          <p:cNvSpPr txBox="1"/>
          <p:nvPr/>
        </p:nvSpPr>
        <p:spPr>
          <a:xfrm>
            <a:off x="6606900" y="9881742"/>
            <a:ext cx="3612900" cy="5910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000000"/>
              </a:buClr>
              <a:buSzPts val="3200"/>
              <a:buFont typeface="Arial"/>
              <a:buNone/>
            </a:pPr>
            <a:r>
              <a:rPr b="1" lang="en-US" sz="3000">
                <a:solidFill>
                  <a:schemeClr val="dk2"/>
                </a:solidFill>
                <a:latin typeface="Lato"/>
                <a:ea typeface="Lato"/>
                <a:cs typeface="Lato"/>
                <a:sym typeface="Lato"/>
              </a:rPr>
              <a:t>Necesidades</a:t>
            </a:r>
            <a:endParaRPr b="0" i="0" sz="3000" u="none" cap="none" strike="noStrike">
              <a:solidFill>
                <a:srgbClr val="000000"/>
              </a:solidFill>
              <a:latin typeface="Arial"/>
              <a:ea typeface="Arial"/>
              <a:cs typeface="Arial"/>
              <a:sym typeface="Arial"/>
            </a:endParaRPr>
          </a:p>
        </p:txBody>
      </p:sp>
      <p:sp>
        <p:nvSpPr>
          <p:cNvPr id="636" name="Google Shape;636;p28"/>
          <p:cNvSpPr txBox="1"/>
          <p:nvPr/>
        </p:nvSpPr>
        <p:spPr>
          <a:xfrm>
            <a:off x="19020700" y="5576755"/>
            <a:ext cx="3690300" cy="886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lang="en-US" sz="1800">
                <a:solidFill>
                  <a:schemeClr val="dk2"/>
                </a:solidFill>
                <a:latin typeface="Lato Light"/>
                <a:ea typeface="Lato Light"/>
                <a:cs typeface="Lato Light"/>
                <a:sym typeface="Lato Light"/>
              </a:rPr>
              <a:t>Temas que más les interese, estilo, diseño… </a:t>
            </a:r>
            <a:endParaRPr b="0" i="0" sz="1800" u="none" cap="none" strike="noStrike">
              <a:solidFill>
                <a:srgbClr val="000000"/>
              </a:solidFill>
              <a:latin typeface="Arial"/>
              <a:ea typeface="Arial"/>
              <a:cs typeface="Arial"/>
              <a:sym typeface="Arial"/>
            </a:endParaRPr>
          </a:p>
        </p:txBody>
      </p:sp>
      <p:sp>
        <p:nvSpPr>
          <p:cNvPr id="637" name="Google Shape;637;p28"/>
          <p:cNvSpPr txBox="1"/>
          <p:nvPr/>
        </p:nvSpPr>
        <p:spPr>
          <a:xfrm>
            <a:off x="19020700" y="5115000"/>
            <a:ext cx="36903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000">
                <a:solidFill>
                  <a:schemeClr val="dk2"/>
                </a:solidFill>
                <a:latin typeface="Lato"/>
                <a:ea typeface="Lato"/>
                <a:cs typeface="Lato"/>
                <a:sym typeface="Lato"/>
              </a:rPr>
              <a:t>Gustos e intereses</a:t>
            </a:r>
            <a:endParaRPr b="0" i="0" sz="3000" u="none" cap="none" strike="noStrike">
              <a:solidFill>
                <a:srgbClr val="000000"/>
              </a:solidFill>
              <a:latin typeface="Arial"/>
              <a:ea typeface="Arial"/>
              <a:cs typeface="Arial"/>
              <a:sym typeface="Arial"/>
            </a:endParaRPr>
          </a:p>
        </p:txBody>
      </p:sp>
      <p:sp>
        <p:nvSpPr>
          <p:cNvPr id="638" name="Google Shape;638;p28"/>
          <p:cNvSpPr txBox="1"/>
          <p:nvPr/>
        </p:nvSpPr>
        <p:spPr>
          <a:xfrm>
            <a:off x="19020700" y="10343500"/>
            <a:ext cx="3690300" cy="886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lang="en-US" sz="1800">
                <a:solidFill>
                  <a:schemeClr val="dk2"/>
                </a:solidFill>
                <a:latin typeface="Lato Light"/>
                <a:ea typeface="Lato Light"/>
                <a:cs typeface="Lato Light"/>
                <a:sym typeface="Lato Light"/>
              </a:rPr>
              <a:t>Lo que esperan obtener de un producto o servicio, lo que más valoran a la hora de elegir.</a:t>
            </a:r>
            <a:endParaRPr b="0" i="0" sz="1800" u="none" cap="none" strike="noStrike">
              <a:solidFill>
                <a:srgbClr val="000000"/>
              </a:solidFill>
              <a:latin typeface="Arial"/>
              <a:ea typeface="Arial"/>
              <a:cs typeface="Arial"/>
              <a:sym typeface="Arial"/>
            </a:endParaRPr>
          </a:p>
        </p:txBody>
      </p:sp>
      <p:sp>
        <p:nvSpPr>
          <p:cNvPr id="639" name="Google Shape;639;p28"/>
          <p:cNvSpPr txBox="1"/>
          <p:nvPr/>
        </p:nvSpPr>
        <p:spPr>
          <a:xfrm>
            <a:off x="19020700" y="9881744"/>
            <a:ext cx="36903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000">
                <a:solidFill>
                  <a:schemeClr val="dk2"/>
                </a:solidFill>
                <a:latin typeface="Lato"/>
                <a:ea typeface="Lato"/>
                <a:cs typeface="Lato"/>
                <a:sym typeface="Lato"/>
              </a:rPr>
              <a:t>Beneficios y valores</a:t>
            </a:r>
            <a:endParaRPr b="0" i="0" sz="3000" u="none" cap="none" strike="noStrike">
              <a:solidFill>
                <a:srgbClr val="000000"/>
              </a:solidFill>
              <a:latin typeface="Arial"/>
              <a:ea typeface="Arial"/>
              <a:cs typeface="Arial"/>
              <a:sym typeface="Arial"/>
            </a:endParaRPr>
          </a:p>
        </p:txBody>
      </p:sp>
      <p:cxnSp>
        <p:nvCxnSpPr>
          <p:cNvPr id="640" name="Google Shape;640;p28"/>
          <p:cNvCxnSpPr/>
          <p:nvPr/>
        </p:nvCxnSpPr>
        <p:spPr>
          <a:xfrm rot="10800000">
            <a:off x="17396451" y="10181502"/>
            <a:ext cx="1290300" cy="0"/>
          </a:xfrm>
          <a:prstGeom prst="straightConnector1">
            <a:avLst/>
          </a:prstGeom>
          <a:noFill/>
          <a:ln cap="flat" cmpd="sng" w="28575">
            <a:solidFill>
              <a:schemeClr val="accent4"/>
            </a:solidFill>
            <a:prstDash val="solid"/>
            <a:miter lim="800000"/>
            <a:headEnd len="sm" w="sm" type="none"/>
            <a:tailEnd len="sm" w="sm" type="none"/>
          </a:ln>
        </p:spPr>
      </p:cxnSp>
      <p:cxnSp>
        <p:nvCxnSpPr>
          <p:cNvPr id="641" name="Google Shape;641;p28"/>
          <p:cNvCxnSpPr/>
          <p:nvPr/>
        </p:nvCxnSpPr>
        <p:spPr>
          <a:xfrm rot="10800000">
            <a:off x="15550671" y="8339611"/>
            <a:ext cx="1845300" cy="1838100"/>
          </a:xfrm>
          <a:prstGeom prst="straightConnector1">
            <a:avLst/>
          </a:prstGeom>
          <a:noFill/>
          <a:ln cap="flat" cmpd="sng" w="28575">
            <a:solidFill>
              <a:schemeClr val="accent5"/>
            </a:solidFill>
            <a:prstDash val="solid"/>
            <a:miter lim="800000"/>
            <a:headEnd len="sm" w="sm" type="none"/>
            <a:tailEnd len="sm" w="sm" type="none"/>
          </a:ln>
        </p:spPr>
      </p:cxnSp>
      <p:cxnSp>
        <p:nvCxnSpPr>
          <p:cNvPr id="642" name="Google Shape;642;p28"/>
          <p:cNvCxnSpPr/>
          <p:nvPr/>
        </p:nvCxnSpPr>
        <p:spPr>
          <a:xfrm flipH="1">
            <a:off x="17396439" y="5505601"/>
            <a:ext cx="1006200" cy="3600"/>
          </a:xfrm>
          <a:prstGeom prst="straightConnector1">
            <a:avLst/>
          </a:prstGeom>
          <a:noFill/>
          <a:ln cap="flat" cmpd="sng" w="28575">
            <a:solidFill>
              <a:schemeClr val="accent3"/>
            </a:solidFill>
            <a:prstDash val="solid"/>
            <a:miter lim="800000"/>
            <a:headEnd len="sm" w="sm" type="none"/>
            <a:tailEnd len="sm" w="sm" type="none"/>
          </a:ln>
        </p:spPr>
      </p:cxnSp>
      <p:cxnSp>
        <p:nvCxnSpPr>
          <p:cNvPr id="643" name="Google Shape;643;p28"/>
          <p:cNvCxnSpPr/>
          <p:nvPr/>
        </p:nvCxnSpPr>
        <p:spPr>
          <a:xfrm flipH="1">
            <a:off x="16413755" y="5511079"/>
            <a:ext cx="986700" cy="999300"/>
          </a:xfrm>
          <a:prstGeom prst="straightConnector1">
            <a:avLst/>
          </a:prstGeom>
          <a:noFill/>
          <a:ln cap="flat" cmpd="sng" w="28575">
            <a:solidFill>
              <a:schemeClr val="accent3"/>
            </a:solidFill>
            <a:prstDash val="solid"/>
            <a:miter lim="800000"/>
            <a:headEnd len="sm" w="sm" type="none"/>
            <a:tailEnd len="sm" w="sm" type="none"/>
          </a:ln>
        </p:spPr>
      </p:cxnSp>
      <p:sp>
        <p:nvSpPr>
          <p:cNvPr id="644" name="Google Shape;644;p28"/>
          <p:cNvSpPr/>
          <p:nvPr/>
        </p:nvSpPr>
        <p:spPr>
          <a:xfrm>
            <a:off x="10508089" y="5356701"/>
            <a:ext cx="332100" cy="3321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645" name="Google Shape;645;p28"/>
          <p:cNvSpPr/>
          <p:nvPr/>
        </p:nvSpPr>
        <p:spPr>
          <a:xfrm>
            <a:off x="10508089" y="10023450"/>
            <a:ext cx="332100" cy="332100"/>
          </a:xfrm>
          <a:prstGeom prst="ellipse">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646" name="Google Shape;646;p28"/>
          <p:cNvSpPr/>
          <p:nvPr/>
        </p:nvSpPr>
        <p:spPr>
          <a:xfrm>
            <a:off x="18354620" y="10023450"/>
            <a:ext cx="332100" cy="332100"/>
          </a:xfrm>
          <a:prstGeom prst="ellipse">
            <a:avLst/>
          </a:prstGeom>
          <a:solidFill>
            <a:schemeClr val="accent5"/>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647" name="Google Shape;647;p28"/>
          <p:cNvSpPr/>
          <p:nvPr/>
        </p:nvSpPr>
        <p:spPr>
          <a:xfrm>
            <a:off x="18354620" y="5323644"/>
            <a:ext cx="332100" cy="33210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648" name="Google Shape;648;p28"/>
          <p:cNvSpPr txBox="1"/>
          <p:nvPr/>
        </p:nvSpPr>
        <p:spPr>
          <a:xfrm>
            <a:off x="1667027" y="6986287"/>
            <a:ext cx="6775200" cy="6801900"/>
          </a:xfrm>
          <a:prstGeom prst="rect">
            <a:avLst/>
          </a:prstGeom>
          <a:noFill/>
          <a:ln>
            <a:noFill/>
          </a:ln>
        </p:spPr>
        <p:txBody>
          <a:bodyPr anchorCtr="0" anchor="t" bIns="0" lIns="0" spcFirstLastPara="1" rIns="0" wrap="square" tIns="0">
            <a:noAutofit/>
          </a:bodyPr>
          <a:lstStyle/>
          <a:p>
            <a:pPr indent="-342900" lvl="0" marL="457200" marR="0" rtl="0" algn="just">
              <a:lnSpc>
                <a:spcPct val="150000"/>
              </a:lnSpc>
              <a:spcBef>
                <a:spcPts val="0"/>
              </a:spcBef>
              <a:spcAft>
                <a:spcPts val="0"/>
              </a:spcAft>
              <a:buClr>
                <a:schemeClr val="accent5"/>
              </a:buClr>
              <a:buSzPts val="1800"/>
              <a:buFont typeface="Lato Light"/>
              <a:buChar char="●"/>
            </a:pPr>
            <a:r>
              <a:rPr lang="en-US" sz="1800">
                <a:solidFill>
                  <a:schemeClr val="dk2"/>
                </a:solidFill>
                <a:latin typeface="Lato Light"/>
                <a:ea typeface="Lato Light"/>
                <a:cs typeface="Lato Light"/>
                <a:sym typeface="Lato Light"/>
              </a:rPr>
              <a:t>¿Cómo se llama?</a:t>
            </a:r>
            <a:endParaRPr sz="1800">
              <a:solidFill>
                <a:schemeClr val="dk2"/>
              </a:solidFill>
              <a:latin typeface="Lato Light"/>
              <a:ea typeface="Lato Light"/>
              <a:cs typeface="Lato Light"/>
              <a:sym typeface="Lato Light"/>
            </a:endParaRPr>
          </a:p>
          <a:p>
            <a:pPr indent="-342900" lvl="0" marL="457200" rtl="0" algn="just">
              <a:lnSpc>
                <a:spcPct val="150000"/>
              </a:lnSpc>
              <a:spcBef>
                <a:spcPts val="0"/>
              </a:spcBef>
              <a:spcAft>
                <a:spcPts val="0"/>
              </a:spcAft>
              <a:buClr>
                <a:schemeClr val="accent5"/>
              </a:buClr>
              <a:buSzPts val="1800"/>
              <a:buFont typeface="Lato Light"/>
              <a:buChar char="●"/>
            </a:pPr>
            <a:r>
              <a:rPr lang="en-US" sz="1800">
                <a:solidFill>
                  <a:schemeClr val="dk2"/>
                </a:solidFill>
                <a:latin typeface="Lato Light"/>
                <a:ea typeface="Lato Light"/>
                <a:cs typeface="Lato Light"/>
                <a:sym typeface="Lato Light"/>
              </a:rPr>
              <a:t>¿Qué edad tiene?</a:t>
            </a:r>
            <a:endParaRPr sz="1800">
              <a:solidFill>
                <a:schemeClr val="dk2"/>
              </a:solidFill>
              <a:latin typeface="Lato Light"/>
              <a:ea typeface="Lato Light"/>
              <a:cs typeface="Lato Light"/>
              <a:sym typeface="Lato Light"/>
            </a:endParaRPr>
          </a:p>
          <a:p>
            <a:pPr indent="-342900" lvl="0" marL="457200" rtl="0" algn="just">
              <a:lnSpc>
                <a:spcPct val="150000"/>
              </a:lnSpc>
              <a:spcBef>
                <a:spcPts val="0"/>
              </a:spcBef>
              <a:spcAft>
                <a:spcPts val="0"/>
              </a:spcAft>
              <a:buClr>
                <a:schemeClr val="accent5"/>
              </a:buClr>
              <a:buSzPts val="1800"/>
              <a:buFont typeface="Lato Light"/>
              <a:buChar char="●"/>
            </a:pPr>
            <a:r>
              <a:rPr lang="en-US" sz="1800">
                <a:solidFill>
                  <a:schemeClr val="dk2"/>
                </a:solidFill>
                <a:latin typeface="Lato Light"/>
                <a:ea typeface="Lato Light"/>
                <a:cs typeface="Lato Light"/>
                <a:sym typeface="Lato Light"/>
              </a:rPr>
              <a:t>¿Hombre o mujer?¿cuál es su orientación sexual?</a:t>
            </a:r>
            <a:endParaRPr sz="1800">
              <a:solidFill>
                <a:schemeClr val="dk2"/>
              </a:solidFill>
              <a:latin typeface="Lato Light"/>
              <a:ea typeface="Lato Light"/>
              <a:cs typeface="Lato Light"/>
              <a:sym typeface="Lato Light"/>
            </a:endParaRPr>
          </a:p>
          <a:p>
            <a:pPr indent="-342900" lvl="0" marL="457200" rtl="0" algn="just">
              <a:lnSpc>
                <a:spcPct val="150000"/>
              </a:lnSpc>
              <a:spcBef>
                <a:spcPts val="0"/>
              </a:spcBef>
              <a:spcAft>
                <a:spcPts val="0"/>
              </a:spcAft>
              <a:buClr>
                <a:schemeClr val="accent5"/>
              </a:buClr>
              <a:buSzPts val="1800"/>
              <a:buFont typeface="Lato Light"/>
              <a:buChar char="●"/>
            </a:pPr>
            <a:r>
              <a:rPr lang="en-US" sz="1800">
                <a:solidFill>
                  <a:schemeClr val="dk2"/>
                </a:solidFill>
                <a:latin typeface="Lato Light"/>
                <a:ea typeface="Lato Light"/>
                <a:cs typeface="Lato Light"/>
                <a:sym typeface="Lato Light"/>
              </a:rPr>
              <a:t>¿Dónde vive?</a:t>
            </a:r>
            <a:endParaRPr sz="1800">
              <a:solidFill>
                <a:schemeClr val="dk2"/>
              </a:solidFill>
              <a:latin typeface="Lato Light"/>
              <a:ea typeface="Lato Light"/>
              <a:cs typeface="Lato Light"/>
              <a:sym typeface="Lato Light"/>
            </a:endParaRPr>
          </a:p>
          <a:p>
            <a:pPr indent="-342900" lvl="0" marL="457200" rtl="0" algn="just">
              <a:lnSpc>
                <a:spcPct val="150000"/>
              </a:lnSpc>
              <a:spcBef>
                <a:spcPts val="0"/>
              </a:spcBef>
              <a:spcAft>
                <a:spcPts val="0"/>
              </a:spcAft>
              <a:buClr>
                <a:schemeClr val="accent5"/>
              </a:buClr>
              <a:buSzPts val="1800"/>
              <a:buFont typeface="Lato Light"/>
              <a:buChar char="●"/>
            </a:pPr>
            <a:r>
              <a:rPr lang="en-US" sz="1800">
                <a:solidFill>
                  <a:schemeClr val="dk2"/>
                </a:solidFill>
                <a:latin typeface="Lato Light"/>
                <a:ea typeface="Lato Light"/>
                <a:cs typeface="Lato Light"/>
                <a:sym typeface="Lato Light"/>
              </a:rPr>
              <a:t>¿Qué estudios tiene?</a:t>
            </a:r>
            <a:endParaRPr sz="1800">
              <a:solidFill>
                <a:schemeClr val="dk2"/>
              </a:solidFill>
              <a:latin typeface="Lato Light"/>
              <a:ea typeface="Lato Light"/>
              <a:cs typeface="Lato Light"/>
              <a:sym typeface="Lato Light"/>
            </a:endParaRPr>
          </a:p>
          <a:p>
            <a:pPr indent="-342900" lvl="0" marL="457200" rtl="0" algn="just">
              <a:lnSpc>
                <a:spcPct val="150000"/>
              </a:lnSpc>
              <a:spcBef>
                <a:spcPts val="0"/>
              </a:spcBef>
              <a:spcAft>
                <a:spcPts val="0"/>
              </a:spcAft>
              <a:buClr>
                <a:schemeClr val="accent5"/>
              </a:buClr>
              <a:buSzPts val="1800"/>
              <a:buFont typeface="Lato Light"/>
              <a:buChar char="●"/>
            </a:pPr>
            <a:r>
              <a:rPr lang="en-US" sz="1800">
                <a:solidFill>
                  <a:schemeClr val="dk2"/>
                </a:solidFill>
                <a:latin typeface="Lato Light"/>
                <a:ea typeface="Lato Light"/>
                <a:cs typeface="Lato Light"/>
                <a:sym typeface="Lato Light"/>
              </a:rPr>
              <a:t>¿Cuál es su situación familiar?</a:t>
            </a:r>
            <a:endParaRPr sz="1800">
              <a:solidFill>
                <a:schemeClr val="dk2"/>
              </a:solidFill>
              <a:latin typeface="Lato Light"/>
              <a:ea typeface="Lato Light"/>
              <a:cs typeface="Lato Light"/>
              <a:sym typeface="Lato Light"/>
            </a:endParaRPr>
          </a:p>
          <a:p>
            <a:pPr indent="-342900" lvl="0" marL="457200" rtl="0" algn="just">
              <a:lnSpc>
                <a:spcPct val="150000"/>
              </a:lnSpc>
              <a:spcBef>
                <a:spcPts val="0"/>
              </a:spcBef>
              <a:spcAft>
                <a:spcPts val="0"/>
              </a:spcAft>
              <a:buClr>
                <a:schemeClr val="accent5"/>
              </a:buClr>
              <a:buSzPts val="1800"/>
              <a:buFont typeface="Lato Light"/>
              <a:buChar char="●"/>
            </a:pPr>
            <a:r>
              <a:rPr lang="en-US" sz="1800">
                <a:solidFill>
                  <a:schemeClr val="dk2"/>
                </a:solidFill>
                <a:latin typeface="Lato Light"/>
                <a:ea typeface="Lato Light"/>
                <a:cs typeface="Lato Light"/>
                <a:sym typeface="Lato Light"/>
              </a:rPr>
              <a:t>¿Cuál es su profesión?</a:t>
            </a:r>
            <a:endParaRPr sz="1800">
              <a:solidFill>
                <a:schemeClr val="dk2"/>
              </a:solidFill>
              <a:latin typeface="Lato Light"/>
              <a:ea typeface="Lato Light"/>
              <a:cs typeface="Lato Light"/>
              <a:sym typeface="Lato Light"/>
            </a:endParaRPr>
          </a:p>
          <a:p>
            <a:pPr indent="-342900" lvl="0" marL="457200" rtl="0" algn="just">
              <a:lnSpc>
                <a:spcPct val="150000"/>
              </a:lnSpc>
              <a:spcBef>
                <a:spcPts val="0"/>
              </a:spcBef>
              <a:spcAft>
                <a:spcPts val="0"/>
              </a:spcAft>
              <a:buClr>
                <a:schemeClr val="accent5"/>
              </a:buClr>
              <a:buSzPts val="1800"/>
              <a:buFont typeface="Lato Light"/>
              <a:buChar char="●"/>
            </a:pPr>
            <a:r>
              <a:rPr lang="en-US" sz="1800">
                <a:solidFill>
                  <a:schemeClr val="dk2"/>
                </a:solidFill>
                <a:latin typeface="Lato Light"/>
                <a:ea typeface="Lato Light"/>
                <a:cs typeface="Lato Light"/>
                <a:sym typeface="Lato Light"/>
              </a:rPr>
              <a:t>¿Qué aficiones tiene?</a:t>
            </a:r>
            <a:endParaRPr sz="1800">
              <a:solidFill>
                <a:schemeClr val="dk2"/>
              </a:solidFill>
              <a:latin typeface="Lato Light"/>
              <a:ea typeface="Lato Light"/>
              <a:cs typeface="Lato Light"/>
              <a:sym typeface="Lato Light"/>
            </a:endParaRPr>
          </a:p>
          <a:p>
            <a:pPr indent="-342900" lvl="0" marL="457200" rtl="0" algn="just">
              <a:lnSpc>
                <a:spcPct val="150000"/>
              </a:lnSpc>
              <a:spcBef>
                <a:spcPts val="0"/>
              </a:spcBef>
              <a:spcAft>
                <a:spcPts val="0"/>
              </a:spcAft>
              <a:buClr>
                <a:schemeClr val="accent5"/>
              </a:buClr>
              <a:buSzPts val="1800"/>
              <a:buFont typeface="Lato Light"/>
              <a:buChar char="●"/>
            </a:pPr>
            <a:r>
              <a:rPr lang="en-US" sz="1800">
                <a:solidFill>
                  <a:schemeClr val="dk2"/>
                </a:solidFill>
                <a:latin typeface="Lato Light"/>
                <a:ea typeface="Lato Light"/>
                <a:cs typeface="Lato Light"/>
                <a:sym typeface="Lato Light"/>
              </a:rPr>
              <a:t>¿Qué hábitos tiene?</a:t>
            </a:r>
            <a:endParaRPr sz="1800">
              <a:solidFill>
                <a:schemeClr val="dk1"/>
              </a:solidFill>
            </a:endParaRPr>
          </a:p>
          <a:p>
            <a:pPr indent="-342900" lvl="0" marL="457200" marR="0" rtl="0" algn="just">
              <a:lnSpc>
                <a:spcPct val="150000"/>
              </a:lnSpc>
              <a:spcBef>
                <a:spcPts val="0"/>
              </a:spcBef>
              <a:spcAft>
                <a:spcPts val="0"/>
              </a:spcAft>
              <a:buClr>
                <a:schemeClr val="accent5"/>
              </a:buClr>
              <a:buSzPts val="1800"/>
              <a:buFont typeface="Lato Light"/>
              <a:buChar char="●"/>
            </a:pPr>
            <a:r>
              <a:rPr lang="en-US" sz="1800">
                <a:solidFill>
                  <a:schemeClr val="dk2"/>
                </a:solidFill>
                <a:latin typeface="Lato Light"/>
                <a:ea typeface="Lato Light"/>
                <a:cs typeface="Lato Light"/>
                <a:sym typeface="Lato Light"/>
              </a:rPr>
              <a:t>¿Cómo se informa de la actualidad?</a:t>
            </a:r>
            <a:endParaRPr sz="1800">
              <a:solidFill>
                <a:schemeClr val="dk2"/>
              </a:solidFill>
              <a:latin typeface="Lato Light"/>
              <a:ea typeface="Lato Light"/>
              <a:cs typeface="Lato Light"/>
              <a:sym typeface="Lato Light"/>
            </a:endParaRPr>
          </a:p>
          <a:p>
            <a:pPr indent="-342900" lvl="0" marL="457200" marR="0" rtl="0" algn="just">
              <a:lnSpc>
                <a:spcPct val="150000"/>
              </a:lnSpc>
              <a:spcBef>
                <a:spcPts val="0"/>
              </a:spcBef>
              <a:spcAft>
                <a:spcPts val="0"/>
              </a:spcAft>
              <a:buClr>
                <a:schemeClr val="accent5"/>
              </a:buClr>
              <a:buSzPts val="1800"/>
              <a:buFont typeface="Lato Light"/>
              <a:buChar char="●"/>
            </a:pPr>
            <a:r>
              <a:rPr lang="en-US" sz="1800">
                <a:solidFill>
                  <a:schemeClr val="dk2"/>
                </a:solidFill>
                <a:latin typeface="Lato Light"/>
                <a:ea typeface="Lato Light"/>
                <a:cs typeface="Lato Light"/>
                <a:sym typeface="Lato Light"/>
              </a:rPr>
              <a:t>¿Utiliza redes sociales? ¿cómo de activo es?</a:t>
            </a:r>
            <a:endParaRPr sz="1800">
              <a:solidFill>
                <a:schemeClr val="dk2"/>
              </a:solidFill>
              <a:latin typeface="Lato Light"/>
              <a:ea typeface="Lato Light"/>
              <a:cs typeface="Lato Light"/>
              <a:sym typeface="Lato Light"/>
            </a:endParaRPr>
          </a:p>
          <a:p>
            <a:pPr indent="-342900" lvl="0" marL="457200" marR="0" rtl="0" algn="just">
              <a:lnSpc>
                <a:spcPct val="150000"/>
              </a:lnSpc>
              <a:spcBef>
                <a:spcPts val="0"/>
              </a:spcBef>
              <a:spcAft>
                <a:spcPts val="0"/>
              </a:spcAft>
              <a:buClr>
                <a:schemeClr val="accent5"/>
              </a:buClr>
              <a:buSzPts val="1800"/>
              <a:buFont typeface="Lato Light"/>
              <a:buChar char="●"/>
            </a:pPr>
            <a:r>
              <a:rPr lang="en-US" sz="1800">
                <a:solidFill>
                  <a:schemeClr val="dk2"/>
                </a:solidFill>
                <a:latin typeface="Lato Light"/>
                <a:ea typeface="Lato Light"/>
                <a:cs typeface="Lato Light"/>
                <a:sym typeface="Lato Light"/>
              </a:rPr>
              <a:t>¿Quién o qué  influye en sus decisiones?</a:t>
            </a:r>
            <a:endParaRPr sz="1800">
              <a:solidFill>
                <a:schemeClr val="dk2"/>
              </a:solidFill>
              <a:latin typeface="Lato Light"/>
              <a:ea typeface="Lato Light"/>
              <a:cs typeface="Lato Light"/>
              <a:sym typeface="Lato Light"/>
            </a:endParaRPr>
          </a:p>
          <a:p>
            <a:pPr indent="-342900" lvl="0" marL="457200" marR="0" rtl="0" algn="just">
              <a:lnSpc>
                <a:spcPct val="150000"/>
              </a:lnSpc>
              <a:spcBef>
                <a:spcPts val="0"/>
              </a:spcBef>
              <a:spcAft>
                <a:spcPts val="0"/>
              </a:spcAft>
              <a:buClr>
                <a:schemeClr val="accent5"/>
              </a:buClr>
              <a:buSzPts val="1800"/>
              <a:buFont typeface="Lato Light"/>
              <a:buChar char="●"/>
            </a:pPr>
            <a:r>
              <a:rPr lang="en-US" sz="1800">
                <a:solidFill>
                  <a:schemeClr val="dk2"/>
                </a:solidFill>
                <a:latin typeface="Lato Light"/>
                <a:ea typeface="Lato Light"/>
                <a:cs typeface="Lato Light"/>
                <a:sym typeface="Lato Light"/>
              </a:rPr>
              <a:t>¿Cómo se relaciona con los demás?</a:t>
            </a:r>
            <a:endParaRPr sz="1800">
              <a:solidFill>
                <a:schemeClr val="dk2"/>
              </a:solidFill>
              <a:latin typeface="Lato Light"/>
              <a:ea typeface="Lato Light"/>
              <a:cs typeface="Lato Light"/>
              <a:sym typeface="Lato Light"/>
            </a:endParaRPr>
          </a:p>
          <a:p>
            <a:pPr indent="-342900" lvl="0" marL="457200" marR="0" rtl="0" algn="just">
              <a:lnSpc>
                <a:spcPct val="150000"/>
              </a:lnSpc>
              <a:spcBef>
                <a:spcPts val="0"/>
              </a:spcBef>
              <a:spcAft>
                <a:spcPts val="0"/>
              </a:spcAft>
              <a:buClr>
                <a:schemeClr val="accent5"/>
              </a:buClr>
              <a:buSzPts val="1800"/>
              <a:buFont typeface="Lato Light"/>
              <a:buChar char="●"/>
            </a:pPr>
            <a:r>
              <a:rPr lang="en-US" sz="1800">
                <a:solidFill>
                  <a:schemeClr val="dk2"/>
                </a:solidFill>
                <a:latin typeface="Lato Light"/>
                <a:ea typeface="Lato Light"/>
                <a:cs typeface="Lato Light"/>
                <a:sym typeface="Lato Light"/>
              </a:rPr>
              <a:t>¿Cómo es su aspecto físico? ¿cómo viste?</a:t>
            </a:r>
            <a:endParaRPr sz="1800">
              <a:solidFill>
                <a:schemeClr val="dk2"/>
              </a:solidFill>
              <a:latin typeface="Lato Light"/>
              <a:ea typeface="Lato Light"/>
              <a:cs typeface="Lato Light"/>
              <a:sym typeface="Lato Light"/>
            </a:endParaRPr>
          </a:p>
        </p:txBody>
      </p:sp>
      <p:sp>
        <p:nvSpPr>
          <p:cNvPr id="649" name="Google Shape;649;p28"/>
          <p:cNvSpPr txBox="1"/>
          <p:nvPr/>
        </p:nvSpPr>
        <p:spPr>
          <a:xfrm>
            <a:off x="1667025" y="6218150"/>
            <a:ext cx="67752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¿Quién es?</a:t>
            </a:r>
            <a:endParaRPr b="0" i="0" sz="1400" u="none" cap="none" strike="noStrike">
              <a:solidFill>
                <a:srgbClr val="000000"/>
              </a:solidFill>
              <a:latin typeface="Arial"/>
              <a:ea typeface="Arial"/>
              <a:cs typeface="Arial"/>
              <a:sym typeface="Arial"/>
            </a:endParaRPr>
          </a:p>
        </p:txBody>
      </p:sp>
      <p:sp>
        <p:nvSpPr>
          <p:cNvPr id="650" name="Google Shape;650;p28"/>
          <p:cNvSpPr/>
          <p:nvPr/>
        </p:nvSpPr>
        <p:spPr>
          <a:xfrm>
            <a:off x="1676400" y="2999263"/>
            <a:ext cx="4982400" cy="3086700"/>
          </a:xfrm>
          <a:prstGeom prst="rect">
            <a:avLst/>
          </a:prstGeom>
          <a:gradFill>
            <a:gsLst>
              <a:gs pos="0">
                <a:srgbClr val="9C9C9C"/>
              </a:gs>
              <a:gs pos="50000">
                <a:srgbClr val="C3C3C3"/>
              </a:gs>
              <a:gs pos="100000">
                <a:srgbClr val="E2E2E2"/>
              </a:gs>
            </a:gsLst>
            <a:lin ang="16200038" scaled="0"/>
          </a:gradFill>
          <a:ln cap="flat" cmpd="sng" w="762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chemeClr val="lt1"/>
              </a:solidFill>
              <a:latin typeface="Calibri"/>
              <a:ea typeface="Calibri"/>
              <a:cs typeface="Calibri"/>
              <a:sym typeface="Calibri"/>
            </a:endParaRPr>
          </a:p>
        </p:txBody>
      </p:sp>
      <p:sp>
        <p:nvSpPr>
          <p:cNvPr id="651" name="Google Shape;651;p28"/>
          <p:cNvSpPr txBox="1"/>
          <p:nvPr/>
        </p:nvSpPr>
        <p:spPr>
          <a:xfrm>
            <a:off x="2831260" y="4269284"/>
            <a:ext cx="2672400" cy="546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2200"/>
              <a:buFont typeface="Lato"/>
              <a:buNone/>
            </a:pPr>
            <a:r>
              <a:rPr lang="en-US" sz="2200">
                <a:solidFill>
                  <a:schemeClr val="lt1"/>
                </a:solidFill>
                <a:latin typeface="Lato"/>
                <a:ea typeface="Lato"/>
                <a:cs typeface="Lato"/>
                <a:sym typeface="Lato"/>
              </a:rPr>
              <a:t>Foto o dibujo del prototipo de cliente</a:t>
            </a:r>
            <a:endParaRPr b="0" i="0" sz="2200" u="none" cap="none" strike="noStrike">
              <a:solidFill>
                <a:schemeClr val="lt1"/>
              </a:solidFill>
              <a:latin typeface="Lato"/>
              <a:ea typeface="Lato"/>
              <a:cs typeface="Lato"/>
              <a:sym typeface="La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55" name="Shape 655"/>
        <p:cNvGrpSpPr/>
        <p:nvPr/>
      </p:nvGrpSpPr>
      <p:grpSpPr>
        <a:xfrm>
          <a:off x="0" y="0"/>
          <a:ext cx="0" cy="0"/>
          <a:chOff x="0" y="0"/>
          <a:chExt cx="0" cy="0"/>
        </a:xfrm>
      </p:grpSpPr>
      <p:sp>
        <p:nvSpPr>
          <p:cNvPr id="656" name="Google Shape;656;p29"/>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Customer Journey</a:t>
            </a:r>
            <a:endParaRPr/>
          </a:p>
        </p:txBody>
      </p:sp>
      <p:sp>
        <p:nvSpPr>
          <p:cNvPr id="657" name="Google Shape;657;p29"/>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solidFill>
                  <a:srgbClr val="000000"/>
                </a:solidFill>
              </a:rPr>
              <a:t>Análisis </a:t>
            </a:r>
            <a:r>
              <a:rPr lang="en-US">
                <a:solidFill>
                  <a:schemeClr val="dk1"/>
                </a:solidFill>
              </a:rPr>
              <a:t>externo</a:t>
            </a:r>
            <a:r>
              <a:rPr lang="en-US">
                <a:solidFill>
                  <a:srgbClr val="000000"/>
                </a:solidFill>
              </a:rPr>
              <a:t> </a:t>
            </a:r>
            <a:r>
              <a:rPr lang="en-US">
                <a:solidFill>
                  <a:schemeClr val="accent3"/>
                </a:solidFill>
              </a:rPr>
              <a:t>| Clientes</a:t>
            </a:r>
            <a:endParaRPr b="1" i="0" sz="8800" u="none" cap="none" strike="noStrike">
              <a:solidFill>
                <a:schemeClr val="accent3"/>
              </a:solidFill>
              <a:latin typeface="Lato"/>
              <a:ea typeface="Lato"/>
              <a:cs typeface="Lato"/>
              <a:sym typeface="Lato"/>
            </a:endParaRPr>
          </a:p>
        </p:txBody>
      </p:sp>
      <p:sp>
        <p:nvSpPr>
          <p:cNvPr id="658" name="Google Shape;658;p29"/>
          <p:cNvSpPr/>
          <p:nvPr/>
        </p:nvSpPr>
        <p:spPr>
          <a:xfrm>
            <a:off x="21651301" y="344700"/>
            <a:ext cx="2112600" cy="2112600"/>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659" name="Google Shape;659;p29"/>
          <p:cNvSpPr/>
          <p:nvPr/>
        </p:nvSpPr>
        <p:spPr>
          <a:xfrm>
            <a:off x="22253663" y="717789"/>
            <a:ext cx="938638" cy="1366410"/>
          </a:xfrm>
          <a:custGeom>
            <a:rect b="b" l="l" r="r" t="t"/>
            <a:pathLst>
              <a:path extrusionOk="0" h="4067" w="2797">
                <a:moveTo>
                  <a:pt x="399" y="1619"/>
                </a:moveTo>
                <a:cubicBezTo>
                  <a:pt x="399" y="1484"/>
                  <a:pt x="508" y="1375"/>
                  <a:pt x="643" y="1375"/>
                </a:cubicBezTo>
                <a:cubicBezTo>
                  <a:pt x="778" y="1375"/>
                  <a:pt x="887" y="1484"/>
                  <a:pt x="887" y="1619"/>
                </a:cubicBezTo>
                <a:cubicBezTo>
                  <a:pt x="887" y="1754"/>
                  <a:pt x="778" y="1863"/>
                  <a:pt x="643" y="1863"/>
                </a:cubicBezTo>
                <a:cubicBezTo>
                  <a:pt x="508" y="1863"/>
                  <a:pt x="399" y="1754"/>
                  <a:pt x="399" y="1619"/>
                </a:cubicBezTo>
                <a:close/>
                <a:moveTo>
                  <a:pt x="1189" y="3053"/>
                </a:moveTo>
                <a:cubicBezTo>
                  <a:pt x="1189" y="3557"/>
                  <a:pt x="1189" y="3557"/>
                  <a:pt x="1189" y="3557"/>
                </a:cubicBezTo>
                <a:cubicBezTo>
                  <a:pt x="1189" y="3599"/>
                  <a:pt x="1158" y="3633"/>
                  <a:pt x="1120" y="3633"/>
                </a:cubicBezTo>
                <a:cubicBezTo>
                  <a:pt x="1011" y="3633"/>
                  <a:pt x="1011" y="3633"/>
                  <a:pt x="1011" y="3633"/>
                </a:cubicBezTo>
                <a:cubicBezTo>
                  <a:pt x="973" y="3633"/>
                  <a:pt x="942" y="3599"/>
                  <a:pt x="942" y="3557"/>
                </a:cubicBezTo>
                <a:cubicBezTo>
                  <a:pt x="942" y="3053"/>
                  <a:pt x="942" y="3053"/>
                  <a:pt x="942" y="3053"/>
                </a:cubicBezTo>
                <a:cubicBezTo>
                  <a:pt x="942" y="3011"/>
                  <a:pt x="973" y="2977"/>
                  <a:pt x="1011" y="2977"/>
                </a:cubicBezTo>
                <a:cubicBezTo>
                  <a:pt x="1033" y="2977"/>
                  <a:pt x="1033" y="2977"/>
                  <a:pt x="1033" y="2977"/>
                </a:cubicBezTo>
                <a:cubicBezTo>
                  <a:pt x="1033" y="2947"/>
                  <a:pt x="1033" y="2947"/>
                  <a:pt x="1033" y="2947"/>
                </a:cubicBezTo>
                <a:cubicBezTo>
                  <a:pt x="993" y="2938"/>
                  <a:pt x="965" y="2906"/>
                  <a:pt x="960" y="2858"/>
                </a:cubicBezTo>
                <a:cubicBezTo>
                  <a:pt x="958" y="2843"/>
                  <a:pt x="959" y="2828"/>
                  <a:pt x="959" y="2812"/>
                </a:cubicBezTo>
                <a:cubicBezTo>
                  <a:pt x="959" y="2631"/>
                  <a:pt x="959" y="2450"/>
                  <a:pt x="959" y="2269"/>
                </a:cubicBezTo>
                <a:cubicBezTo>
                  <a:pt x="959" y="2257"/>
                  <a:pt x="959" y="2245"/>
                  <a:pt x="959" y="2232"/>
                </a:cubicBezTo>
                <a:cubicBezTo>
                  <a:pt x="946" y="2232"/>
                  <a:pt x="936" y="2232"/>
                  <a:pt x="924" y="2232"/>
                </a:cubicBezTo>
                <a:cubicBezTo>
                  <a:pt x="924" y="2891"/>
                  <a:pt x="924" y="2891"/>
                  <a:pt x="924" y="2891"/>
                </a:cubicBezTo>
                <a:cubicBezTo>
                  <a:pt x="924" y="3192"/>
                  <a:pt x="924" y="3192"/>
                  <a:pt x="924" y="3192"/>
                </a:cubicBezTo>
                <a:cubicBezTo>
                  <a:pt x="924" y="3430"/>
                  <a:pt x="924" y="3668"/>
                  <a:pt x="925" y="3907"/>
                </a:cubicBezTo>
                <a:cubicBezTo>
                  <a:pt x="925" y="3983"/>
                  <a:pt x="903" y="4040"/>
                  <a:pt x="827" y="4067"/>
                </a:cubicBezTo>
                <a:cubicBezTo>
                  <a:pt x="805" y="4067"/>
                  <a:pt x="784" y="4067"/>
                  <a:pt x="762" y="4067"/>
                </a:cubicBezTo>
                <a:cubicBezTo>
                  <a:pt x="686" y="4039"/>
                  <a:pt x="663" y="3983"/>
                  <a:pt x="663" y="3905"/>
                </a:cubicBezTo>
                <a:cubicBezTo>
                  <a:pt x="666" y="3600"/>
                  <a:pt x="664" y="3295"/>
                  <a:pt x="664" y="2990"/>
                </a:cubicBezTo>
                <a:cubicBezTo>
                  <a:pt x="664" y="2977"/>
                  <a:pt x="664" y="2965"/>
                  <a:pt x="664" y="2951"/>
                </a:cubicBezTo>
                <a:cubicBezTo>
                  <a:pt x="648" y="2951"/>
                  <a:pt x="636" y="2951"/>
                  <a:pt x="620" y="2951"/>
                </a:cubicBezTo>
                <a:cubicBezTo>
                  <a:pt x="620" y="2965"/>
                  <a:pt x="620" y="2978"/>
                  <a:pt x="620" y="2991"/>
                </a:cubicBezTo>
                <a:cubicBezTo>
                  <a:pt x="620" y="3297"/>
                  <a:pt x="619" y="3603"/>
                  <a:pt x="621" y="3909"/>
                </a:cubicBezTo>
                <a:cubicBezTo>
                  <a:pt x="621" y="3986"/>
                  <a:pt x="597" y="4041"/>
                  <a:pt x="521" y="4067"/>
                </a:cubicBezTo>
                <a:cubicBezTo>
                  <a:pt x="499" y="4067"/>
                  <a:pt x="478" y="4067"/>
                  <a:pt x="456" y="4067"/>
                </a:cubicBezTo>
                <a:cubicBezTo>
                  <a:pt x="415" y="4048"/>
                  <a:pt x="378" y="4024"/>
                  <a:pt x="368" y="3976"/>
                </a:cubicBezTo>
                <a:cubicBezTo>
                  <a:pt x="363" y="3953"/>
                  <a:pt x="363" y="3929"/>
                  <a:pt x="363" y="3905"/>
                </a:cubicBezTo>
                <a:cubicBezTo>
                  <a:pt x="362" y="3364"/>
                  <a:pt x="362" y="2822"/>
                  <a:pt x="362" y="2281"/>
                </a:cubicBezTo>
                <a:cubicBezTo>
                  <a:pt x="362" y="2267"/>
                  <a:pt x="362" y="2253"/>
                  <a:pt x="362" y="2238"/>
                </a:cubicBezTo>
                <a:cubicBezTo>
                  <a:pt x="346" y="2238"/>
                  <a:pt x="334" y="2238"/>
                  <a:pt x="318" y="2238"/>
                </a:cubicBezTo>
                <a:cubicBezTo>
                  <a:pt x="318" y="2251"/>
                  <a:pt x="318" y="2263"/>
                  <a:pt x="318" y="2275"/>
                </a:cubicBezTo>
                <a:cubicBezTo>
                  <a:pt x="318" y="2456"/>
                  <a:pt x="318" y="2637"/>
                  <a:pt x="318" y="2818"/>
                </a:cubicBezTo>
                <a:cubicBezTo>
                  <a:pt x="318" y="2834"/>
                  <a:pt x="319" y="2849"/>
                  <a:pt x="317" y="2864"/>
                </a:cubicBezTo>
                <a:cubicBezTo>
                  <a:pt x="310" y="2931"/>
                  <a:pt x="258" y="2967"/>
                  <a:pt x="193" y="2952"/>
                </a:cubicBezTo>
                <a:cubicBezTo>
                  <a:pt x="158" y="2943"/>
                  <a:pt x="140" y="2917"/>
                  <a:pt x="124" y="2889"/>
                </a:cubicBezTo>
                <a:cubicBezTo>
                  <a:pt x="124" y="2637"/>
                  <a:pt x="128" y="2126"/>
                  <a:pt x="129" y="2122"/>
                </a:cubicBezTo>
                <a:cubicBezTo>
                  <a:pt x="160" y="1994"/>
                  <a:pt x="242" y="1913"/>
                  <a:pt x="362" y="1893"/>
                </a:cubicBezTo>
                <a:cubicBezTo>
                  <a:pt x="381" y="1890"/>
                  <a:pt x="400" y="1888"/>
                  <a:pt x="420" y="1888"/>
                </a:cubicBezTo>
                <a:cubicBezTo>
                  <a:pt x="453" y="1888"/>
                  <a:pt x="864" y="1887"/>
                  <a:pt x="915" y="1887"/>
                </a:cubicBezTo>
                <a:cubicBezTo>
                  <a:pt x="915" y="1887"/>
                  <a:pt x="915" y="1887"/>
                  <a:pt x="915" y="1887"/>
                </a:cubicBezTo>
                <a:cubicBezTo>
                  <a:pt x="915" y="1887"/>
                  <a:pt x="915" y="1887"/>
                  <a:pt x="915" y="1887"/>
                </a:cubicBezTo>
                <a:cubicBezTo>
                  <a:pt x="916" y="1887"/>
                  <a:pt x="917" y="1888"/>
                  <a:pt x="917" y="1888"/>
                </a:cubicBezTo>
                <a:cubicBezTo>
                  <a:pt x="1036" y="1908"/>
                  <a:pt x="1118" y="1989"/>
                  <a:pt x="1148" y="2116"/>
                </a:cubicBezTo>
                <a:cubicBezTo>
                  <a:pt x="1149" y="2120"/>
                  <a:pt x="1153" y="2631"/>
                  <a:pt x="1153" y="2883"/>
                </a:cubicBezTo>
                <a:cubicBezTo>
                  <a:pt x="1139" y="2907"/>
                  <a:pt x="1124" y="2930"/>
                  <a:pt x="1098" y="2941"/>
                </a:cubicBezTo>
                <a:cubicBezTo>
                  <a:pt x="1098" y="2977"/>
                  <a:pt x="1098" y="2977"/>
                  <a:pt x="1098" y="2977"/>
                </a:cubicBezTo>
                <a:cubicBezTo>
                  <a:pt x="1120" y="2977"/>
                  <a:pt x="1120" y="2977"/>
                  <a:pt x="1120" y="2977"/>
                </a:cubicBezTo>
                <a:cubicBezTo>
                  <a:pt x="1158" y="2977"/>
                  <a:pt x="1189" y="3011"/>
                  <a:pt x="1189" y="3053"/>
                </a:cubicBezTo>
                <a:close/>
                <a:moveTo>
                  <a:pt x="585" y="1914"/>
                </a:moveTo>
                <a:cubicBezTo>
                  <a:pt x="619" y="2002"/>
                  <a:pt x="619" y="2002"/>
                  <a:pt x="619" y="2002"/>
                </a:cubicBezTo>
                <a:cubicBezTo>
                  <a:pt x="641" y="2002"/>
                  <a:pt x="641" y="2002"/>
                  <a:pt x="641" y="2002"/>
                </a:cubicBezTo>
                <a:cubicBezTo>
                  <a:pt x="645" y="2002"/>
                  <a:pt x="645" y="2002"/>
                  <a:pt x="645" y="2002"/>
                </a:cubicBezTo>
                <a:cubicBezTo>
                  <a:pt x="666" y="2002"/>
                  <a:pt x="666" y="2002"/>
                  <a:pt x="666" y="2002"/>
                </a:cubicBezTo>
                <a:cubicBezTo>
                  <a:pt x="700" y="1914"/>
                  <a:pt x="700" y="1914"/>
                  <a:pt x="700" y="1914"/>
                </a:cubicBezTo>
                <a:cubicBezTo>
                  <a:pt x="645" y="1914"/>
                  <a:pt x="645" y="1914"/>
                  <a:pt x="645" y="1914"/>
                </a:cubicBezTo>
                <a:cubicBezTo>
                  <a:pt x="641" y="1914"/>
                  <a:pt x="641" y="1914"/>
                  <a:pt x="641" y="1914"/>
                </a:cubicBezTo>
                <a:lnTo>
                  <a:pt x="585" y="1914"/>
                </a:lnTo>
                <a:close/>
                <a:moveTo>
                  <a:pt x="705" y="2440"/>
                </a:moveTo>
                <a:cubicBezTo>
                  <a:pt x="666" y="2041"/>
                  <a:pt x="666" y="2041"/>
                  <a:pt x="666" y="2041"/>
                </a:cubicBezTo>
                <a:cubicBezTo>
                  <a:pt x="643" y="2041"/>
                  <a:pt x="643" y="2041"/>
                  <a:pt x="643" y="2041"/>
                </a:cubicBezTo>
                <a:cubicBezTo>
                  <a:pt x="620" y="2041"/>
                  <a:pt x="620" y="2041"/>
                  <a:pt x="620" y="2041"/>
                </a:cubicBezTo>
                <a:cubicBezTo>
                  <a:pt x="580" y="2440"/>
                  <a:pt x="580" y="2440"/>
                  <a:pt x="580" y="2440"/>
                </a:cubicBezTo>
                <a:cubicBezTo>
                  <a:pt x="643" y="2491"/>
                  <a:pt x="643" y="2491"/>
                  <a:pt x="643" y="2491"/>
                </a:cubicBezTo>
                <a:lnTo>
                  <a:pt x="705" y="2440"/>
                </a:lnTo>
                <a:close/>
                <a:moveTo>
                  <a:pt x="2653" y="763"/>
                </a:moveTo>
                <a:cubicBezTo>
                  <a:pt x="2648" y="783"/>
                  <a:pt x="2642" y="802"/>
                  <a:pt x="2634" y="821"/>
                </a:cubicBezTo>
                <a:cubicBezTo>
                  <a:pt x="2751" y="905"/>
                  <a:pt x="2751" y="905"/>
                  <a:pt x="2751" y="905"/>
                </a:cubicBezTo>
                <a:cubicBezTo>
                  <a:pt x="2603" y="1109"/>
                  <a:pt x="2603" y="1109"/>
                  <a:pt x="2603" y="1109"/>
                </a:cubicBezTo>
                <a:cubicBezTo>
                  <a:pt x="2486" y="1024"/>
                  <a:pt x="2486" y="1024"/>
                  <a:pt x="2486" y="1024"/>
                </a:cubicBezTo>
                <a:cubicBezTo>
                  <a:pt x="2471" y="1037"/>
                  <a:pt x="2454" y="1049"/>
                  <a:pt x="2437" y="1060"/>
                </a:cubicBezTo>
                <a:cubicBezTo>
                  <a:pt x="2482" y="1197"/>
                  <a:pt x="2482" y="1197"/>
                  <a:pt x="2482" y="1197"/>
                </a:cubicBezTo>
                <a:cubicBezTo>
                  <a:pt x="2242" y="1275"/>
                  <a:pt x="2242" y="1275"/>
                  <a:pt x="2242" y="1275"/>
                </a:cubicBezTo>
                <a:cubicBezTo>
                  <a:pt x="2198" y="1138"/>
                  <a:pt x="2198" y="1138"/>
                  <a:pt x="2198" y="1138"/>
                </a:cubicBezTo>
                <a:cubicBezTo>
                  <a:pt x="2188" y="1138"/>
                  <a:pt x="2178" y="1139"/>
                  <a:pt x="2168" y="1139"/>
                </a:cubicBezTo>
                <a:cubicBezTo>
                  <a:pt x="2157" y="1139"/>
                  <a:pt x="2147" y="1138"/>
                  <a:pt x="2137" y="1138"/>
                </a:cubicBezTo>
                <a:cubicBezTo>
                  <a:pt x="2093" y="1275"/>
                  <a:pt x="2093" y="1275"/>
                  <a:pt x="2093" y="1275"/>
                </a:cubicBezTo>
                <a:cubicBezTo>
                  <a:pt x="1853" y="1197"/>
                  <a:pt x="1853" y="1197"/>
                  <a:pt x="1853" y="1197"/>
                </a:cubicBezTo>
                <a:cubicBezTo>
                  <a:pt x="1898" y="1060"/>
                  <a:pt x="1898" y="1060"/>
                  <a:pt x="1898" y="1060"/>
                </a:cubicBezTo>
                <a:cubicBezTo>
                  <a:pt x="1881" y="1049"/>
                  <a:pt x="1864" y="1037"/>
                  <a:pt x="1849" y="1024"/>
                </a:cubicBezTo>
                <a:cubicBezTo>
                  <a:pt x="1732" y="1109"/>
                  <a:pt x="1732" y="1109"/>
                  <a:pt x="1732" y="1109"/>
                </a:cubicBezTo>
                <a:cubicBezTo>
                  <a:pt x="1584" y="905"/>
                  <a:pt x="1584" y="905"/>
                  <a:pt x="1584" y="905"/>
                </a:cubicBezTo>
                <a:cubicBezTo>
                  <a:pt x="1701" y="821"/>
                  <a:pt x="1701" y="821"/>
                  <a:pt x="1701" y="821"/>
                </a:cubicBezTo>
                <a:cubicBezTo>
                  <a:pt x="1694" y="802"/>
                  <a:pt x="1687" y="783"/>
                  <a:pt x="1682" y="763"/>
                </a:cubicBezTo>
                <a:cubicBezTo>
                  <a:pt x="1538" y="763"/>
                  <a:pt x="1538" y="763"/>
                  <a:pt x="1538" y="763"/>
                </a:cubicBezTo>
                <a:cubicBezTo>
                  <a:pt x="1538" y="511"/>
                  <a:pt x="1538" y="511"/>
                  <a:pt x="1538" y="511"/>
                </a:cubicBezTo>
                <a:cubicBezTo>
                  <a:pt x="1682" y="511"/>
                  <a:pt x="1682" y="511"/>
                  <a:pt x="1682" y="511"/>
                </a:cubicBezTo>
                <a:cubicBezTo>
                  <a:pt x="1687" y="492"/>
                  <a:pt x="1694" y="472"/>
                  <a:pt x="1701" y="454"/>
                </a:cubicBezTo>
                <a:cubicBezTo>
                  <a:pt x="1584" y="369"/>
                  <a:pt x="1584" y="369"/>
                  <a:pt x="1584" y="369"/>
                </a:cubicBezTo>
                <a:cubicBezTo>
                  <a:pt x="1732" y="165"/>
                  <a:pt x="1732" y="165"/>
                  <a:pt x="1732" y="165"/>
                </a:cubicBezTo>
                <a:cubicBezTo>
                  <a:pt x="1849" y="250"/>
                  <a:pt x="1849" y="250"/>
                  <a:pt x="1849" y="250"/>
                </a:cubicBezTo>
                <a:cubicBezTo>
                  <a:pt x="1864" y="237"/>
                  <a:pt x="1881" y="225"/>
                  <a:pt x="1898" y="215"/>
                </a:cubicBezTo>
                <a:cubicBezTo>
                  <a:pt x="1853" y="77"/>
                  <a:pt x="1853" y="77"/>
                  <a:pt x="1853" y="77"/>
                </a:cubicBezTo>
                <a:cubicBezTo>
                  <a:pt x="2093" y="0"/>
                  <a:pt x="2093" y="0"/>
                  <a:pt x="2093" y="0"/>
                </a:cubicBezTo>
                <a:cubicBezTo>
                  <a:pt x="2137" y="137"/>
                  <a:pt x="2137" y="137"/>
                  <a:pt x="2137" y="137"/>
                </a:cubicBezTo>
                <a:cubicBezTo>
                  <a:pt x="2147" y="136"/>
                  <a:pt x="2157" y="136"/>
                  <a:pt x="2168" y="136"/>
                </a:cubicBezTo>
                <a:cubicBezTo>
                  <a:pt x="2178" y="136"/>
                  <a:pt x="2188" y="136"/>
                  <a:pt x="2198" y="137"/>
                </a:cubicBezTo>
                <a:cubicBezTo>
                  <a:pt x="2242" y="0"/>
                  <a:pt x="2242" y="0"/>
                  <a:pt x="2242" y="0"/>
                </a:cubicBezTo>
                <a:cubicBezTo>
                  <a:pt x="2482" y="77"/>
                  <a:pt x="2482" y="77"/>
                  <a:pt x="2482" y="77"/>
                </a:cubicBezTo>
                <a:cubicBezTo>
                  <a:pt x="2437" y="215"/>
                  <a:pt x="2437" y="215"/>
                  <a:pt x="2437" y="215"/>
                </a:cubicBezTo>
                <a:cubicBezTo>
                  <a:pt x="2454" y="225"/>
                  <a:pt x="2471" y="237"/>
                  <a:pt x="2486" y="250"/>
                </a:cubicBezTo>
                <a:cubicBezTo>
                  <a:pt x="2603" y="165"/>
                  <a:pt x="2603" y="165"/>
                  <a:pt x="2603" y="165"/>
                </a:cubicBezTo>
                <a:cubicBezTo>
                  <a:pt x="2751" y="369"/>
                  <a:pt x="2751" y="369"/>
                  <a:pt x="2751" y="369"/>
                </a:cubicBezTo>
                <a:cubicBezTo>
                  <a:pt x="2634" y="454"/>
                  <a:pt x="2634" y="454"/>
                  <a:pt x="2634" y="454"/>
                </a:cubicBezTo>
                <a:cubicBezTo>
                  <a:pt x="2642" y="472"/>
                  <a:pt x="2648" y="492"/>
                  <a:pt x="2653" y="511"/>
                </a:cubicBezTo>
                <a:cubicBezTo>
                  <a:pt x="2797" y="511"/>
                  <a:pt x="2797" y="511"/>
                  <a:pt x="2797" y="511"/>
                </a:cubicBezTo>
                <a:cubicBezTo>
                  <a:pt x="2797" y="763"/>
                  <a:pt x="2797" y="763"/>
                  <a:pt x="2797" y="763"/>
                </a:cubicBezTo>
                <a:lnTo>
                  <a:pt x="2653" y="763"/>
                </a:lnTo>
                <a:close/>
                <a:moveTo>
                  <a:pt x="2319" y="637"/>
                </a:moveTo>
                <a:cubicBezTo>
                  <a:pt x="2319" y="554"/>
                  <a:pt x="2251" y="486"/>
                  <a:pt x="2168" y="486"/>
                </a:cubicBezTo>
                <a:cubicBezTo>
                  <a:pt x="2084" y="486"/>
                  <a:pt x="2016" y="554"/>
                  <a:pt x="2016" y="637"/>
                </a:cubicBezTo>
                <a:cubicBezTo>
                  <a:pt x="2016" y="721"/>
                  <a:pt x="2084" y="788"/>
                  <a:pt x="2168" y="788"/>
                </a:cubicBezTo>
                <a:cubicBezTo>
                  <a:pt x="2251" y="788"/>
                  <a:pt x="2319" y="721"/>
                  <a:pt x="2319" y="637"/>
                </a:cubicBezTo>
                <a:close/>
                <a:moveTo>
                  <a:pt x="852" y="424"/>
                </a:moveTo>
                <a:cubicBezTo>
                  <a:pt x="822" y="400"/>
                  <a:pt x="778" y="406"/>
                  <a:pt x="755" y="436"/>
                </a:cubicBezTo>
                <a:cubicBezTo>
                  <a:pt x="598" y="637"/>
                  <a:pt x="598" y="637"/>
                  <a:pt x="598" y="637"/>
                </a:cubicBezTo>
                <a:cubicBezTo>
                  <a:pt x="526" y="562"/>
                  <a:pt x="526" y="562"/>
                  <a:pt x="526" y="562"/>
                </a:cubicBezTo>
                <a:cubicBezTo>
                  <a:pt x="499" y="535"/>
                  <a:pt x="455" y="534"/>
                  <a:pt x="428" y="561"/>
                </a:cubicBezTo>
                <a:cubicBezTo>
                  <a:pt x="400" y="587"/>
                  <a:pt x="400" y="631"/>
                  <a:pt x="427" y="658"/>
                </a:cubicBezTo>
                <a:cubicBezTo>
                  <a:pt x="554" y="790"/>
                  <a:pt x="554" y="790"/>
                  <a:pt x="554" y="790"/>
                </a:cubicBezTo>
                <a:cubicBezTo>
                  <a:pt x="556" y="791"/>
                  <a:pt x="557" y="792"/>
                  <a:pt x="558" y="793"/>
                </a:cubicBezTo>
                <a:cubicBezTo>
                  <a:pt x="559" y="794"/>
                  <a:pt x="560" y="795"/>
                  <a:pt x="562" y="796"/>
                </a:cubicBezTo>
                <a:cubicBezTo>
                  <a:pt x="562" y="797"/>
                  <a:pt x="563" y="797"/>
                  <a:pt x="564" y="798"/>
                </a:cubicBezTo>
                <a:cubicBezTo>
                  <a:pt x="565" y="799"/>
                  <a:pt x="567" y="800"/>
                  <a:pt x="568" y="801"/>
                </a:cubicBezTo>
                <a:cubicBezTo>
                  <a:pt x="571" y="802"/>
                  <a:pt x="573" y="803"/>
                  <a:pt x="575" y="805"/>
                </a:cubicBezTo>
                <a:cubicBezTo>
                  <a:pt x="577" y="805"/>
                  <a:pt x="578" y="806"/>
                  <a:pt x="580" y="806"/>
                </a:cubicBezTo>
                <a:cubicBezTo>
                  <a:pt x="582" y="807"/>
                  <a:pt x="585" y="808"/>
                  <a:pt x="588" y="809"/>
                </a:cubicBezTo>
                <a:cubicBezTo>
                  <a:pt x="589" y="809"/>
                  <a:pt x="590" y="810"/>
                  <a:pt x="592" y="810"/>
                </a:cubicBezTo>
                <a:cubicBezTo>
                  <a:pt x="596" y="810"/>
                  <a:pt x="600" y="811"/>
                  <a:pt x="604" y="811"/>
                </a:cubicBezTo>
                <a:cubicBezTo>
                  <a:pt x="604" y="811"/>
                  <a:pt x="604" y="811"/>
                  <a:pt x="604" y="811"/>
                </a:cubicBezTo>
                <a:cubicBezTo>
                  <a:pt x="609" y="811"/>
                  <a:pt x="614" y="810"/>
                  <a:pt x="618" y="809"/>
                </a:cubicBezTo>
                <a:cubicBezTo>
                  <a:pt x="620" y="809"/>
                  <a:pt x="621" y="808"/>
                  <a:pt x="623" y="808"/>
                </a:cubicBezTo>
                <a:cubicBezTo>
                  <a:pt x="626" y="807"/>
                  <a:pt x="629" y="806"/>
                  <a:pt x="632" y="805"/>
                </a:cubicBezTo>
                <a:cubicBezTo>
                  <a:pt x="634" y="804"/>
                  <a:pt x="635" y="803"/>
                  <a:pt x="637" y="802"/>
                </a:cubicBezTo>
                <a:cubicBezTo>
                  <a:pt x="639" y="801"/>
                  <a:pt x="642" y="799"/>
                  <a:pt x="645" y="797"/>
                </a:cubicBezTo>
                <a:cubicBezTo>
                  <a:pt x="646" y="796"/>
                  <a:pt x="648" y="795"/>
                  <a:pt x="649" y="794"/>
                </a:cubicBezTo>
                <a:cubicBezTo>
                  <a:pt x="650" y="793"/>
                  <a:pt x="651" y="792"/>
                  <a:pt x="652" y="791"/>
                </a:cubicBezTo>
                <a:cubicBezTo>
                  <a:pt x="654" y="790"/>
                  <a:pt x="655" y="788"/>
                  <a:pt x="656" y="787"/>
                </a:cubicBezTo>
                <a:cubicBezTo>
                  <a:pt x="657" y="786"/>
                  <a:pt x="658" y="785"/>
                  <a:pt x="659" y="784"/>
                </a:cubicBezTo>
                <a:cubicBezTo>
                  <a:pt x="864" y="521"/>
                  <a:pt x="864" y="521"/>
                  <a:pt x="864" y="521"/>
                </a:cubicBezTo>
                <a:cubicBezTo>
                  <a:pt x="887" y="491"/>
                  <a:pt x="882" y="447"/>
                  <a:pt x="852" y="424"/>
                </a:cubicBezTo>
                <a:close/>
                <a:moveTo>
                  <a:pt x="649" y="339"/>
                </a:moveTo>
                <a:cubicBezTo>
                  <a:pt x="681" y="339"/>
                  <a:pt x="707" y="313"/>
                  <a:pt x="707" y="281"/>
                </a:cubicBezTo>
                <a:cubicBezTo>
                  <a:pt x="707" y="249"/>
                  <a:pt x="681" y="223"/>
                  <a:pt x="649" y="223"/>
                </a:cubicBezTo>
                <a:cubicBezTo>
                  <a:pt x="617" y="223"/>
                  <a:pt x="591" y="249"/>
                  <a:pt x="591" y="281"/>
                </a:cubicBezTo>
                <a:cubicBezTo>
                  <a:pt x="591" y="313"/>
                  <a:pt x="617" y="339"/>
                  <a:pt x="649" y="339"/>
                </a:cubicBezTo>
                <a:close/>
                <a:moveTo>
                  <a:pt x="281" y="577"/>
                </a:moveTo>
                <a:cubicBezTo>
                  <a:pt x="249" y="577"/>
                  <a:pt x="223" y="603"/>
                  <a:pt x="223" y="635"/>
                </a:cubicBezTo>
                <a:cubicBezTo>
                  <a:pt x="223" y="668"/>
                  <a:pt x="249" y="693"/>
                  <a:pt x="281" y="693"/>
                </a:cubicBezTo>
                <a:cubicBezTo>
                  <a:pt x="313" y="693"/>
                  <a:pt x="339" y="668"/>
                  <a:pt x="339" y="635"/>
                </a:cubicBezTo>
                <a:cubicBezTo>
                  <a:pt x="339" y="603"/>
                  <a:pt x="313" y="577"/>
                  <a:pt x="281" y="577"/>
                </a:cubicBezTo>
                <a:close/>
                <a:moveTo>
                  <a:pt x="928" y="635"/>
                </a:moveTo>
                <a:cubicBezTo>
                  <a:pt x="928" y="667"/>
                  <a:pt x="954" y="693"/>
                  <a:pt x="986" y="693"/>
                </a:cubicBezTo>
                <a:cubicBezTo>
                  <a:pt x="1018" y="693"/>
                  <a:pt x="1044" y="667"/>
                  <a:pt x="1044" y="635"/>
                </a:cubicBezTo>
                <a:cubicBezTo>
                  <a:pt x="1044" y="603"/>
                  <a:pt x="1018" y="577"/>
                  <a:pt x="986" y="577"/>
                </a:cubicBezTo>
                <a:cubicBezTo>
                  <a:pt x="954" y="577"/>
                  <a:pt x="928" y="603"/>
                  <a:pt x="928" y="635"/>
                </a:cubicBezTo>
                <a:close/>
                <a:moveTo>
                  <a:pt x="1285" y="637"/>
                </a:moveTo>
                <a:cubicBezTo>
                  <a:pt x="1284" y="829"/>
                  <a:pt x="1197" y="1001"/>
                  <a:pt x="1062" y="1118"/>
                </a:cubicBezTo>
                <a:cubicBezTo>
                  <a:pt x="949" y="1215"/>
                  <a:pt x="803" y="1274"/>
                  <a:pt x="643" y="1274"/>
                </a:cubicBezTo>
                <a:cubicBezTo>
                  <a:pt x="483" y="1274"/>
                  <a:pt x="336" y="1215"/>
                  <a:pt x="223" y="1118"/>
                </a:cubicBezTo>
                <a:cubicBezTo>
                  <a:pt x="88" y="1001"/>
                  <a:pt x="2" y="829"/>
                  <a:pt x="0" y="637"/>
                </a:cubicBezTo>
                <a:cubicBezTo>
                  <a:pt x="2" y="445"/>
                  <a:pt x="88" y="273"/>
                  <a:pt x="223" y="157"/>
                </a:cubicBezTo>
                <a:cubicBezTo>
                  <a:pt x="336" y="59"/>
                  <a:pt x="483" y="0"/>
                  <a:pt x="643" y="0"/>
                </a:cubicBezTo>
                <a:cubicBezTo>
                  <a:pt x="803" y="0"/>
                  <a:pt x="949" y="60"/>
                  <a:pt x="1062" y="157"/>
                </a:cubicBezTo>
                <a:cubicBezTo>
                  <a:pt x="1197" y="274"/>
                  <a:pt x="1284" y="445"/>
                  <a:pt x="1285" y="637"/>
                </a:cubicBezTo>
                <a:close/>
                <a:moveTo>
                  <a:pt x="1127" y="637"/>
                </a:moveTo>
                <a:cubicBezTo>
                  <a:pt x="1124" y="373"/>
                  <a:pt x="908" y="159"/>
                  <a:pt x="643" y="159"/>
                </a:cubicBezTo>
                <a:cubicBezTo>
                  <a:pt x="377" y="159"/>
                  <a:pt x="162" y="373"/>
                  <a:pt x="158" y="637"/>
                </a:cubicBezTo>
                <a:cubicBezTo>
                  <a:pt x="162" y="902"/>
                  <a:pt x="378" y="1116"/>
                  <a:pt x="643" y="1116"/>
                </a:cubicBezTo>
                <a:cubicBezTo>
                  <a:pt x="908" y="1116"/>
                  <a:pt x="1124" y="902"/>
                  <a:pt x="1127" y="637"/>
                </a:cubicBezTo>
                <a:close/>
                <a:moveTo>
                  <a:pt x="649" y="932"/>
                </a:moveTo>
                <a:cubicBezTo>
                  <a:pt x="617" y="932"/>
                  <a:pt x="591" y="958"/>
                  <a:pt x="591" y="990"/>
                </a:cubicBezTo>
                <a:cubicBezTo>
                  <a:pt x="591" y="1022"/>
                  <a:pt x="617" y="1048"/>
                  <a:pt x="649" y="1048"/>
                </a:cubicBezTo>
                <a:cubicBezTo>
                  <a:pt x="681" y="1048"/>
                  <a:pt x="707" y="1022"/>
                  <a:pt x="707" y="990"/>
                </a:cubicBezTo>
                <a:cubicBezTo>
                  <a:pt x="707" y="958"/>
                  <a:pt x="681" y="932"/>
                  <a:pt x="649" y="932"/>
                </a:cubicBezTo>
                <a:close/>
                <a:moveTo>
                  <a:pt x="2154" y="1863"/>
                </a:moveTo>
                <a:cubicBezTo>
                  <a:pt x="2289" y="1863"/>
                  <a:pt x="2398" y="1754"/>
                  <a:pt x="2398" y="1619"/>
                </a:cubicBezTo>
                <a:cubicBezTo>
                  <a:pt x="2398" y="1484"/>
                  <a:pt x="2289" y="1375"/>
                  <a:pt x="2154" y="1375"/>
                </a:cubicBezTo>
                <a:cubicBezTo>
                  <a:pt x="2019" y="1375"/>
                  <a:pt x="1910" y="1484"/>
                  <a:pt x="1910" y="1619"/>
                </a:cubicBezTo>
                <a:cubicBezTo>
                  <a:pt x="1910" y="1754"/>
                  <a:pt x="2019" y="1863"/>
                  <a:pt x="2154" y="1863"/>
                </a:cubicBezTo>
                <a:close/>
                <a:moveTo>
                  <a:pt x="2700" y="3053"/>
                </a:moveTo>
                <a:cubicBezTo>
                  <a:pt x="2700" y="3557"/>
                  <a:pt x="2700" y="3557"/>
                  <a:pt x="2700" y="3557"/>
                </a:cubicBezTo>
                <a:cubicBezTo>
                  <a:pt x="2700" y="3599"/>
                  <a:pt x="2669" y="3633"/>
                  <a:pt x="2631" y="3633"/>
                </a:cubicBezTo>
                <a:cubicBezTo>
                  <a:pt x="2522" y="3633"/>
                  <a:pt x="2522" y="3633"/>
                  <a:pt x="2522" y="3633"/>
                </a:cubicBezTo>
                <a:cubicBezTo>
                  <a:pt x="2484" y="3633"/>
                  <a:pt x="2453" y="3599"/>
                  <a:pt x="2453" y="3557"/>
                </a:cubicBezTo>
                <a:cubicBezTo>
                  <a:pt x="2453" y="3053"/>
                  <a:pt x="2453" y="3053"/>
                  <a:pt x="2453" y="3053"/>
                </a:cubicBezTo>
                <a:cubicBezTo>
                  <a:pt x="2453" y="3011"/>
                  <a:pt x="2484" y="2977"/>
                  <a:pt x="2522" y="2977"/>
                </a:cubicBezTo>
                <a:cubicBezTo>
                  <a:pt x="2544" y="2977"/>
                  <a:pt x="2544" y="2977"/>
                  <a:pt x="2544" y="2977"/>
                </a:cubicBezTo>
                <a:cubicBezTo>
                  <a:pt x="2544" y="2947"/>
                  <a:pt x="2544" y="2947"/>
                  <a:pt x="2544" y="2947"/>
                </a:cubicBezTo>
                <a:cubicBezTo>
                  <a:pt x="2504" y="2938"/>
                  <a:pt x="2476" y="2906"/>
                  <a:pt x="2471" y="2858"/>
                </a:cubicBezTo>
                <a:cubicBezTo>
                  <a:pt x="2469" y="2843"/>
                  <a:pt x="2470" y="2828"/>
                  <a:pt x="2470" y="2812"/>
                </a:cubicBezTo>
                <a:cubicBezTo>
                  <a:pt x="2470" y="2631"/>
                  <a:pt x="2470" y="2450"/>
                  <a:pt x="2470" y="2269"/>
                </a:cubicBezTo>
                <a:cubicBezTo>
                  <a:pt x="2470" y="2257"/>
                  <a:pt x="2470" y="2245"/>
                  <a:pt x="2470" y="2232"/>
                </a:cubicBezTo>
                <a:cubicBezTo>
                  <a:pt x="2458" y="2232"/>
                  <a:pt x="2447" y="2232"/>
                  <a:pt x="2435" y="2232"/>
                </a:cubicBezTo>
                <a:cubicBezTo>
                  <a:pt x="2435" y="2891"/>
                  <a:pt x="2435" y="2891"/>
                  <a:pt x="2435" y="2891"/>
                </a:cubicBezTo>
                <a:cubicBezTo>
                  <a:pt x="2435" y="3192"/>
                  <a:pt x="2435" y="3192"/>
                  <a:pt x="2435" y="3192"/>
                </a:cubicBezTo>
                <a:cubicBezTo>
                  <a:pt x="2435" y="3430"/>
                  <a:pt x="2435" y="3668"/>
                  <a:pt x="2436" y="3907"/>
                </a:cubicBezTo>
                <a:cubicBezTo>
                  <a:pt x="2436" y="3983"/>
                  <a:pt x="2414" y="4040"/>
                  <a:pt x="2338" y="4067"/>
                </a:cubicBezTo>
                <a:cubicBezTo>
                  <a:pt x="2316" y="4067"/>
                  <a:pt x="2295" y="4067"/>
                  <a:pt x="2273" y="4067"/>
                </a:cubicBezTo>
                <a:cubicBezTo>
                  <a:pt x="2197" y="4039"/>
                  <a:pt x="2174" y="3983"/>
                  <a:pt x="2174" y="3905"/>
                </a:cubicBezTo>
                <a:cubicBezTo>
                  <a:pt x="2177" y="3600"/>
                  <a:pt x="2175" y="3295"/>
                  <a:pt x="2175" y="2990"/>
                </a:cubicBezTo>
                <a:cubicBezTo>
                  <a:pt x="2175" y="2977"/>
                  <a:pt x="2175" y="2965"/>
                  <a:pt x="2175" y="2951"/>
                </a:cubicBezTo>
                <a:cubicBezTo>
                  <a:pt x="2159" y="2951"/>
                  <a:pt x="2147" y="2951"/>
                  <a:pt x="2131" y="2951"/>
                </a:cubicBezTo>
                <a:cubicBezTo>
                  <a:pt x="2131" y="2965"/>
                  <a:pt x="2131" y="2978"/>
                  <a:pt x="2131" y="2991"/>
                </a:cubicBezTo>
                <a:cubicBezTo>
                  <a:pt x="2131" y="3297"/>
                  <a:pt x="2130" y="3603"/>
                  <a:pt x="2132" y="3909"/>
                </a:cubicBezTo>
                <a:cubicBezTo>
                  <a:pt x="2132" y="3986"/>
                  <a:pt x="2108" y="4041"/>
                  <a:pt x="2032" y="4067"/>
                </a:cubicBezTo>
                <a:cubicBezTo>
                  <a:pt x="2010" y="4067"/>
                  <a:pt x="1989" y="4067"/>
                  <a:pt x="1967" y="4067"/>
                </a:cubicBezTo>
                <a:cubicBezTo>
                  <a:pt x="1926" y="4048"/>
                  <a:pt x="1889" y="4024"/>
                  <a:pt x="1879" y="3976"/>
                </a:cubicBezTo>
                <a:cubicBezTo>
                  <a:pt x="1874" y="3953"/>
                  <a:pt x="1874" y="3929"/>
                  <a:pt x="1874" y="3905"/>
                </a:cubicBezTo>
                <a:cubicBezTo>
                  <a:pt x="1873" y="3364"/>
                  <a:pt x="1873" y="2822"/>
                  <a:pt x="1873" y="2281"/>
                </a:cubicBezTo>
                <a:cubicBezTo>
                  <a:pt x="1873" y="2267"/>
                  <a:pt x="1873" y="2253"/>
                  <a:pt x="1873" y="2238"/>
                </a:cubicBezTo>
                <a:cubicBezTo>
                  <a:pt x="1857" y="2238"/>
                  <a:pt x="1845" y="2238"/>
                  <a:pt x="1829" y="2238"/>
                </a:cubicBezTo>
                <a:cubicBezTo>
                  <a:pt x="1829" y="2251"/>
                  <a:pt x="1829" y="2263"/>
                  <a:pt x="1829" y="2275"/>
                </a:cubicBezTo>
                <a:cubicBezTo>
                  <a:pt x="1829" y="2456"/>
                  <a:pt x="1829" y="2637"/>
                  <a:pt x="1829" y="2818"/>
                </a:cubicBezTo>
                <a:cubicBezTo>
                  <a:pt x="1829" y="2834"/>
                  <a:pt x="1830" y="2849"/>
                  <a:pt x="1828" y="2864"/>
                </a:cubicBezTo>
                <a:cubicBezTo>
                  <a:pt x="1821" y="2931"/>
                  <a:pt x="1769" y="2967"/>
                  <a:pt x="1704" y="2952"/>
                </a:cubicBezTo>
                <a:cubicBezTo>
                  <a:pt x="1669" y="2943"/>
                  <a:pt x="1652" y="2917"/>
                  <a:pt x="1635" y="2889"/>
                </a:cubicBezTo>
                <a:cubicBezTo>
                  <a:pt x="1635" y="2637"/>
                  <a:pt x="1639" y="2126"/>
                  <a:pt x="1640" y="2122"/>
                </a:cubicBezTo>
                <a:cubicBezTo>
                  <a:pt x="1671" y="1994"/>
                  <a:pt x="1753" y="1913"/>
                  <a:pt x="1873" y="1893"/>
                </a:cubicBezTo>
                <a:cubicBezTo>
                  <a:pt x="1892" y="1890"/>
                  <a:pt x="1911" y="1888"/>
                  <a:pt x="1931" y="1888"/>
                </a:cubicBezTo>
                <a:cubicBezTo>
                  <a:pt x="1964" y="1888"/>
                  <a:pt x="2375" y="1887"/>
                  <a:pt x="2426" y="1887"/>
                </a:cubicBezTo>
                <a:cubicBezTo>
                  <a:pt x="2426" y="1887"/>
                  <a:pt x="2426" y="1887"/>
                  <a:pt x="2426" y="1887"/>
                </a:cubicBezTo>
                <a:cubicBezTo>
                  <a:pt x="2426" y="1887"/>
                  <a:pt x="2426" y="1887"/>
                  <a:pt x="2426" y="1887"/>
                </a:cubicBezTo>
                <a:cubicBezTo>
                  <a:pt x="2427" y="1887"/>
                  <a:pt x="2428" y="1888"/>
                  <a:pt x="2428" y="1888"/>
                </a:cubicBezTo>
                <a:cubicBezTo>
                  <a:pt x="2547" y="1908"/>
                  <a:pt x="2629" y="1989"/>
                  <a:pt x="2659" y="2116"/>
                </a:cubicBezTo>
                <a:cubicBezTo>
                  <a:pt x="2660" y="2120"/>
                  <a:pt x="2664" y="2631"/>
                  <a:pt x="2664" y="2883"/>
                </a:cubicBezTo>
                <a:cubicBezTo>
                  <a:pt x="2650" y="2907"/>
                  <a:pt x="2635" y="2930"/>
                  <a:pt x="2609" y="2941"/>
                </a:cubicBezTo>
                <a:cubicBezTo>
                  <a:pt x="2609" y="2977"/>
                  <a:pt x="2609" y="2977"/>
                  <a:pt x="2609" y="2977"/>
                </a:cubicBezTo>
                <a:cubicBezTo>
                  <a:pt x="2631" y="2977"/>
                  <a:pt x="2631" y="2977"/>
                  <a:pt x="2631" y="2977"/>
                </a:cubicBezTo>
                <a:cubicBezTo>
                  <a:pt x="2669" y="2977"/>
                  <a:pt x="2700" y="3011"/>
                  <a:pt x="2700" y="3053"/>
                </a:cubicBezTo>
                <a:close/>
                <a:moveTo>
                  <a:pt x="2096" y="1914"/>
                </a:moveTo>
                <a:cubicBezTo>
                  <a:pt x="2130" y="2002"/>
                  <a:pt x="2130" y="2002"/>
                  <a:pt x="2130" y="2002"/>
                </a:cubicBezTo>
                <a:cubicBezTo>
                  <a:pt x="2152" y="2002"/>
                  <a:pt x="2152" y="2002"/>
                  <a:pt x="2152" y="2002"/>
                </a:cubicBezTo>
                <a:cubicBezTo>
                  <a:pt x="2156" y="2002"/>
                  <a:pt x="2156" y="2002"/>
                  <a:pt x="2156" y="2002"/>
                </a:cubicBezTo>
                <a:cubicBezTo>
                  <a:pt x="2177" y="2002"/>
                  <a:pt x="2177" y="2002"/>
                  <a:pt x="2177" y="2002"/>
                </a:cubicBezTo>
                <a:cubicBezTo>
                  <a:pt x="2211" y="1914"/>
                  <a:pt x="2211" y="1914"/>
                  <a:pt x="2211" y="1914"/>
                </a:cubicBezTo>
                <a:cubicBezTo>
                  <a:pt x="2156" y="1914"/>
                  <a:pt x="2156" y="1914"/>
                  <a:pt x="2156" y="1914"/>
                </a:cubicBezTo>
                <a:cubicBezTo>
                  <a:pt x="2152" y="1914"/>
                  <a:pt x="2152" y="1914"/>
                  <a:pt x="2152" y="1914"/>
                </a:cubicBezTo>
                <a:lnTo>
                  <a:pt x="2096" y="1914"/>
                </a:lnTo>
                <a:close/>
                <a:moveTo>
                  <a:pt x="2216" y="2440"/>
                </a:moveTo>
                <a:cubicBezTo>
                  <a:pt x="2177" y="2041"/>
                  <a:pt x="2177" y="2041"/>
                  <a:pt x="2177" y="2041"/>
                </a:cubicBezTo>
                <a:cubicBezTo>
                  <a:pt x="2154" y="2041"/>
                  <a:pt x="2154" y="2041"/>
                  <a:pt x="2154" y="2041"/>
                </a:cubicBezTo>
                <a:cubicBezTo>
                  <a:pt x="2131" y="2041"/>
                  <a:pt x="2131" y="2041"/>
                  <a:pt x="2131" y="2041"/>
                </a:cubicBezTo>
                <a:cubicBezTo>
                  <a:pt x="2091" y="2440"/>
                  <a:pt x="2091" y="2440"/>
                  <a:pt x="2091" y="2440"/>
                </a:cubicBezTo>
                <a:cubicBezTo>
                  <a:pt x="2154" y="2491"/>
                  <a:pt x="2154" y="2491"/>
                  <a:pt x="2154" y="2491"/>
                </a:cubicBezTo>
                <a:lnTo>
                  <a:pt x="2216" y="244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60" name="Google Shape;660;p29"/>
          <p:cNvSpPr/>
          <p:nvPr/>
        </p:nvSpPr>
        <p:spPr>
          <a:xfrm>
            <a:off x="21651301" y="344700"/>
            <a:ext cx="2112600" cy="211260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661" name="Google Shape;661;p29"/>
          <p:cNvSpPr/>
          <p:nvPr/>
        </p:nvSpPr>
        <p:spPr>
          <a:xfrm>
            <a:off x="22098042" y="901242"/>
            <a:ext cx="1219086" cy="999472"/>
          </a:xfrm>
          <a:custGeom>
            <a:rect b="b" l="l" r="r" t="t"/>
            <a:pathLst>
              <a:path extrusionOk="0" h="289" w="353">
                <a:moveTo>
                  <a:pt x="38" y="216"/>
                </a:moveTo>
                <a:cubicBezTo>
                  <a:pt x="49" y="213"/>
                  <a:pt x="68" y="201"/>
                  <a:pt x="68" y="173"/>
                </a:cubicBezTo>
                <a:cubicBezTo>
                  <a:pt x="68" y="148"/>
                  <a:pt x="60" y="138"/>
                  <a:pt x="55" y="132"/>
                </a:cubicBezTo>
                <a:cubicBezTo>
                  <a:pt x="55" y="131"/>
                  <a:pt x="55" y="131"/>
                  <a:pt x="55" y="131"/>
                </a:cubicBezTo>
                <a:cubicBezTo>
                  <a:pt x="55" y="131"/>
                  <a:pt x="55" y="131"/>
                  <a:pt x="55" y="131"/>
                </a:cubicBezTo>
                <a:cubicBezTo>
                  <a:pt x="54" y="130"/>
                  <a:pt x="53" y="126"/>
                  <a:pt x="55" y="117"/>
                </a:cubicBezTo>
                <a:cubicBezTo>
                  <a:pt x="56" y="113"/>
                  <a:pt x="56" y="109"/>
                  <a:pt x="54" y="106"/>
                </a:cubicBezTo>
                <a:cubicBezTo>
                  <a:pt x="51" y="99"/>
                  <a:pt x="45" y="85"/>
                  <a:pt x="49" y="75"/>
                </a:cubicBezTo>
                <a:cubicBezTo>
                  <a:pt x="56" y="58"/>
                  <a:pt x="59" y="57"/>
                  <a:pt x="67" y="53"/>
                </a:cubicBezTo>
                <a:cubicBezTo>
                  <a:pt x="68" y="53"/>
                  <a:pt x="69" y="53"/>
                  <a:pt x="69" y="52"/>
                </a:cubicBezTo>
                <a:cubicBezTo>
                  <a:pt x="71" y="51"/>
                  <a:pt x="79" y="48"/>
                  <a:pt x="88" y="48"/>
                </a:cubicBezTo>
                <a:cubicBezTo>
                  <a:pt x="92" y="48"/>
                  <a:pt x="95" y="49"/>
                  <a:pt x="98" y="50"/>
                </a:cubicBezTo>
                <a:cubicBezTo>
                  <a:pt x="98" y="47"/>
                  <a:pt x="99" y="45"/>
                  <a:pt x="100" y="42"/>
                </a:cubicBezTo>
                <a:cubicBezTo>
                  <a:pt x="101" y="39"/>
                  <a:pt x="102" y="37"/>
                  <a:pt x="103" y="35"/>
                </a:cubicBezTo>
                <a:cubicBezTo>
                  <a:pt x="98" y="33"/>
                  <a:pt x="93" y="32"/>
                  <a:pt x="88" y="32"/>
                </a:cubicBezTo>
                <a:cubicBezTo>
                  <a:pt x="76" y="32"/>
                  <a:pt x="65" y="36"/>
                  <a:pt x="61" y="39"/>
                </a:cubicBezTo>
                <a:cubicBezTo>
                  <a:pt x="48" y="44"/>
                  <a:pt x="42" y="50"/>
                  <a:pt x="34" y="69"/>
                </a:cubicBezTo>
                <a:cubicBezTo>
                  <a:pt x="27" y="86"/>
                  <a:pt x="36" y="104"/>
                  <a:pt x="40" y="113"/>
                </a:cubicBezTo>
                <a:cubicBezTo>
                  <a:pt x="35" y="133"/>
                  <a:pt x="42" y="140"/>
                  <a:pt x="42" y="140"/>
                </a:cubicBezTo>
                <a:cubicBezTo>
                  <a:pt x="45" y="145"/>
                  <a:pt x="52" y="153"/>
                  <a:pt x="52" y="173"/>
                </a:cubicBezTo>
                <a:cubicBezTo>
                  <a:pt x="52" y="197"/>
                  <a:pt x="34" y="201"/>
                  <a:pt x="34" y="201"/>
                </a:cubicBezTo>
                <a:cubicBezTo>
                  <a:pt x="19" y="206"/>
                  <a:pt x="0" y="217"/>
                  <a:pt x="0" y="249"/>
                </a:cubicBezTo>
                <a:cubicBezTo>
                  <a:pt x="0" y="249"/>
                  <a:pt x="0" y="257"/>
                  <a:pt x="8" y="257"/>
                </a:cubicBezTo>
                <a:cubicBezTo>
                  <a:pt x="43" y="257"/>
                  <a:pt x="43" y="257"/>
                  <a:pt x="43" y="257"/>
                </a:cubicBezTo>
                <a:cubicBezTo>
                  <a:pt x="45" y="251"/>
                  <a:pt x="48" y="245"/>
                  <a:pt x="51" y="241"/>
                </a:cubicBezTo>
                <a:cubicBezTo>
                  <a:pt x="16" y="241"/>
                  <a:pt x="16" y="241"/>
                  <a:pt x="16" y="241"/>
                </a:cubicBezTo>
                <a:cubicBezTo>
                  <a:pt x="19" y="225"/>
                  <a:pt x="28" y="220"/>
                  <a:pt x="38" y="216"/>
                </a:cubicBezTo>
                <a:moveTo>
                  <a:pt x="319" y="201"/>
                </a:moveTo>
                <a:cubicBezTo>
                  <a:pt x="319" y="201"/>
                  <a:pt x="301" y="197"/>
                  <a:pt x="301" y="173"/>
                </a:cubicBezTo>
                <a:cubicBezTo>
                  <a:pt x="301" y="153"/>
                  <a:pt x="307" y="145"/>
                  <a:pt x="311" y="140"/>
                </a:cubicBezTo>
                <a:cubicBezTo>
                  <a:pt x="311" y="140"/>
                  <a:pt x="318" y="133"/>
                  <a:pt x="312" y="113"/>
                </a:cubicBezTo>
                <a:cubicBezTo>
                  <a:pt x="317" y="104"/>
                  <a:pt x="325" y="86"/>
                  <a:pt x="318" y="69"/>
                </a:cubicBezTo>
                <a:cubicBezTo>
                  <a:pt x="310" y="50"/>
                  <a:pt x="304" y="44"/>
                  <a:pt x="292" y="39"/>
                </a:cubicBezTo>
                <a:cubicBezTo>
                  <a:pt x="287" y="36"/>
                  <a:pt x="276" y="32"/>
                  <a:pt x="265" y="32"/>
                </a:cubicBezTo>
                <a:cubicBezTo>
                  <a:pt x="259" y="32"/>
                  <a:pt x="254" y="33"/>
                  <a:pt x="248" y="35"/>
                </a:cubicBezTo>
                <a:cubicBezTo>
                  <a:pt x="250" y="40"/>
                  <a:pt x="252" y="46"/>
                  <a:pt x="253" y="51"/>
                </a:cubicBezTo>
                <a:cubicBezTo>
                  <a:pt x="254" y="51"/>
                  <a:pt x="254" y="50"/>
                  <a:pt x="254" y="50"/>
                </a:cubicBezTo>
                <a:cubicBezTo>
                  <a:pt x="257" y="49"/>
                  <a:pt x="260" y="48"/>
                  <a:pt x="265" y="48"/>
                </a:cubicBezTo>
                <a:cubicBezTo>
                  <a:pt x="273" y="48"/>
                  <a:pt x="281" y="51"/>
                  <a:pt x="283" y="52"/>
                </a:cubicBezTo>
                <a:cubicBezTo>
                  <a:pt x="284" y="53"/>
                  <a:pt x="284" y="53"/>
                  <a:pt x="285" y="53"/>
                </a:cubicBezTo>
                <a:cubicBezTo>
                  <a:pt x="293" y="57"/>
                  <a:pt x="296" y="58"/>
                  <a:pt x="303" y="75"/>
                </a:cubicBezTo>
                <a:cubicBezTo>
                  <a:pt x="307" y="85"/>
                  <a:pt x="301" y="99"/>
                  <a:pt x="298" y="106"/>
                </a:cubicBezTo>
                <a:cubicBezTo>
                  <a:pt x="297" y="109"/>
                  <a:pt x="296" y="113"/>
                  <a:pt x="297" y="117"/>
                </a:cubicBezTo>
                <a:cubicBezTo>
                  <a:pt x="299" y="126"/>
                  <a:pt x="298" y="130"/>
                  <a:pt x="298" y="131"/>
                </a:cubicBezTo>
                <a:cubicBezTo>
                  <a:pt x="298" y="131"/>
                  <a:pt x="298" y="131"/>
                  <a:pt x="298" y="131"/>
                </a:cubicBezTo>
                <a:cubicBezTo>
                  <a:pt x="297" y="132"/>
                  <a:pt x="297" y="132"/>
                  <a:pt x="297" y="132"/>
                </a:cubicBezTo>
                <a:cubicBezTo>
                  <a:pt x="293" y="138"/>
                  <a:pt x="285" y="148"/>
                  <a:pt x="285" y="173"/>
                </a:cubicBezTo>
                <a:cubicBezTo>
                  <a:pt x="285" y="201"/>
                  <a:pt x="303" y="213"/>
                  <a:pt x="314" y="216"/>
                </a:cubicBezTo>
                <a:cubicBezTo>
                  <a:pt x="324" y="220"/>
                  <a:pt x="334" y="225"/>
                  <a:pt x="336" y="241"/>
                </a:cubicBezTo>
                <a:cubicBezTo>
                  <a:pt x="301" y="241"/>
                  <a:pt x="301" y="241"/>
                  <a:pt x="301" y="241"/>
                </a:cubicBezTo>
                <a:cubicBezTo>
                  <a:pt x="304" y="245"/>
                  <a:pt x="307" y="251"/>
                  <a:pt x="309" y="257"/>
                </a:cubicBezTo>
                <a:cubicBezTo>
                  <a:pt x="345" y="257"/>
                  <a:pt x="345" y="257"/>
                  <a:pt x="345" y="257"/>
                </a:cubicBezTo>
                <a:cubicBezTo>
                  <a:pt x="353" y="257"/>
                  <a:pt x="353" y="249"/>
                  <a:pt x="353" y="249"/>
                </a:cubicBezTo>
                <a:cubicBezTo>
                  <a:pt x="353" y="217"/>
                  <a:pt x="333" y="206"/>
                  <a:pt x="319" y="201"/>
                </a:cubicBezTo>
                <a:moveTo>
                  <a:pt x="240" y="218"/>
                </a:moveTo>
                <a:cubicBezTo>
                  <a:pt x="240" y="218"/>
                  <a:pt x="211" y="211"/>
                  <a:pt x="211" y="181"/>
                </a:cubicBezTo>
                <a:cubicBezTo>
                  <a:pt x="211" y="155"/>
                  <a:pt x="223" y="146"/>
                  <a:pt x="228" y="139"/>
                </a:cubicBezTo>
                <a:cubicBezTo>
                  <a:pt x="228" y="139"/>
                  <a:pt x="237" y="131"/>
                  <a:pt x="231" y="105"/>
                </a:cubicBezTo>
                <a:cubicBezTo>
                  <a:pt x="241" y="90"/>
                  <a:pt x="245" y="66"/>
                  <a:pt x="232" y="37"/>
                </a:cubicBezTo>
                <a:cubicBezTo>
                  <a:pt x="225" y="20"/>
                  <a:pt x="219" y="11"/>
                  <a:pt x="209" y="5"/>
                </a:cubicBezTo>
                <a:cubicBezTo>
                  <a:pt x="202" y="1"/>
                  <a:pt x="194" y="0"/>
                  <a:pt x="186" y="0"/>
                </a:cubicBezTo>
                <a:cubicBezTo>
                  <a:pt x="172" y="0"/>
                  <a:pt x="158" y="5"/>
                  <a:pt x="152" y="9"/>
                </a:cubicBezTo>
                <a:cubicBezTo>
                  <a:pt x="136" y="16"/>
                  <a:pt x="125" y="22"/>
                  <a:pt x="115" y="48"/>
                </a:cubicBezTo>
                <a:cubicBezTo>
                  <a:pt x="107" y="69"/>
                  <a:pt x="117" y="92"/>
                  <a:pt x="122" y="104"/>
                </a:cubicBezTo>
                <a:cubicBezTo>
                  <a:pt x="116" y="130"/>
                  <a:pt x="125" y="139"/>
                  <a:pt x="125" y="139"/>
                </a:cubicBezTo>
                <a:cubicBezTo>
                  <a:pt x="129" y="146"/>
                  <a:pt x="141" y="155"/>
                  <a:pt x="141" y="181"/>
                </a:cubicBezTo>
                <a:cubicBezTo>
                  <a:pt x="141" y="211"/>
                  <a:pt x="112" y="218"/>
                  <a:pt x="112" y="218"/>
                </a:cubicBezTo>
                <a:cubicBezTo>
                  <a:pt x="94" y="225"/>
                  <a:pt x="56" y="238"/>
                  <a:pt x="56" y="281"/>
                </a:cubicBezTo>
                <a:cubicBezTo>
                  <a:pt x="56" y="281"/>
                  <a:pt x="56" y="289"/>
                  <a:pt x="64" y="289"/>
                </a:cubicBezTo>
                <a:cubicBezTo>
                  <a:pt x="289" y="289"/>
                  <a:pt x="289" y="289"/>
                  <a:pt x="289" y="289"/>
                </a:cubicBezTo>
                <a:cubicBezTo>
                  <a:pt x="297" y="289"/>
                  <a:pt x="297" y="281"/>
                  <a:pt x="297" y="281"/>
                </a:cubicBezTo>
                <a:cubicBezTo>
                  <a:pt x="297" y="238"/>
                  <a:pt x="258" y="225"/>
                  <a:pt x="240" y="218"/>
                </a:cubicBezTo>
                <a:moveTo>
                  <a:pt x="72" y="273"/>
                </a:moveTo>
                <a:cubicBezTo>
                  <a:pt x="76" y="250"/>
                  <a:pt x="96" y="241"/>
                  <a:pt x="116" y="234"/>
                </a:cubicBezTo>
                <a:cubicBezTo>
                  <a:pt x="117" y="234"/>
                  <a:pt x="117" y="234"/>
                  <a:pt x="117" y="234"/>
                </a:cubicBezTo>
                <a:cubicBezTo>
                  <a:pt x="131" y="230"/>
                  <a:pt x="157" y="214"/>
                  <a:pt x="157" y="181"/>
                </a:cubicBezTo>
                <a:cubicBezTo>
                  <a:pt x="157" y="153"/>
                  <a:pt x="146" y="140"/>
                  <a:pt x="140" y="132"/>
                </a:cubicBezTo>
                <a:cubicBezTo>
                  <a:pt x="138" y="131"/>
                  <a:pt x="137" y="129"/>
                  <a:pt x="137" y="129"/>
                </a:cubicBezTo>
                <a:cubicBezTo>
                  <a:pt x="137" y="128"/>
                  <a:pt x="134" y="122"/>
                  <a:pt x="138" y="107"/>
                </a:cubicBezTo>
                <a:cubicBezTo>
                  <a:pt x="139" y="100"/>
                  <a:pt x="137" y="97"/>
                  <a:pt x="137" y="97"/>
                </a:cubicBezTo>
                <a:cubicBezTo>
                  <a:pt x="132" y="87"/>
                  <a:pt x="124" y="69"/>
                  <a:pt x="130" y="54"/>
                </a:cubicBezTo>
                <a:cubicBezTo>
                  <a:pt x="138" y="33"/>
                  <a:pt x="146" y="29"/>
                  <a:pt x="159" y="23"/>
                </a:cubicBezTo>
                <a:cubicBezTo>
                  <a:pt x="160" y="23"/>
                  <a:pt x="160" y="22"/>
                  <a:pt x="161" y="22"/>
                </a:cubicBezTo>
                <a:cubicBezTo>
                  <a:pt x="164" y="20"/>
                  <a:pt x="174" y="16"/>
                  <a:pt x="186" y="16"/>
                </a:cubicBezTo>
                <a:cubicBezTo>
                  <a:pt x="192" y="16"/>
                  <a:pt x="197" y="17"/>
                  <a:pt x="201" y="19"/>
                </a:cubicBezTo>
                <a:cubicBezTo>
                  <a:pt x="206" y="22"/>
                  <a:pt x="210" y="27"/>
                  <a:pt x="217" y="44"/>
                </a:cubicBezTo>
                <a:cubicBezTo>
                  <a:pt x="230" y="73"/>
                  <a:pt x="222" y="89"/>
                  <a:pt x="218" y="95"/>
                </a:cubicBezTo>
                <a:cubicBezTo>
                  <a:pt x="215" y="99"/>
                  <a:pt x="214" y="104"/>
                  <a:pt x="215" y="108"/>
                </a:cubicBezTo>
                <a:cubicBezTo>
                  <a:pt x="218" y="122"/>
                  <a:pt x="216" y="127"/>
                  <a:pt x="216" y="129"/>
                </a:cubicBezTo>
                <a:cubicBezTo>
                  <a:pt x="216" y="129"/>
                  <a:pt x="214" y="131"/>
                  <a:pt x="213" y="132"/>
                </a:cubicBezTo>
                <a:cubicBezTo>
                  <a:pt x="207" y="140"/>
                  <a:pt x="195" y="153"/>
                  <a:pt x="195" y="181"/>
                </a:cubicBezTo>
                <a:cubicBezTo>
                  <a:pt x="195" y="214"/>
                  <a:pt x="221" y="230"/>
                  <a:pt x="235" y="234"/>
                </a:cubicBezTo>
                <a:cubicBezTo>
                  <a:pt x="236" y="234"/>
                  <a:pt x="236" y="234"/>
                  <a:pt x="236" y="234"/>
                </a:cubicBezTo>
                <a:cubicBezTo>
                  <a:pt x="256" y="241"/>
                  <a:pt x="276" y="250"/>
                  <a:pt x="280" y="273"/>
                </a:cubicBezTo>
                <a:lnTo>
                  <a:pt x="72" y="273"/>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62" name="Google Shape;662;p29"/>
          <p:cNvSpPr/>
          <p:nvPr/>
        </p:nvSpPr>
        <p:spPr>
          <a:xfrm rot="10800000">
            <a:off x="1758953" y="4229098"/>
            <a:ext cx="5217482" cy="3376667"/>
          </a:xfrm>
          <a:custGeom>
            <a:rect b="b" l="l" r="r" t="t"/>
            <a:pathLst>
              <a:path extrusionOk="0" h="1893" w="3787">
                <a:moveTo>
                  <a:pt x="3787" y="0"/>
                </a:moveTo>
                <a:lnTo>
                  <a:pt x="3787" y="1893"/>
                </a:lnTo>
                <a:lnTo>
                  <a:pt x="0" y="1893"/>
                </a:lnTo>
                <a:lnTo>
                  <a:pt x="0" y="0"/>
                </a:lnTo>
              </a:path>
            </a:pathLst>
          </a:custGeom>
          <a:noFill/>
          <a:ln cap="rnd" cmpd="sng" w="18097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63" name="Google Shape;663;p29"/>
          <p:cNvSpPr/>
          <p:nvPr/>
        </p:nvSpPr>
        <p:spPr>
          <a:xfrm>
            <a:off x="6976435" y="7605765"/>
            <a:ext cx="5217482" cy="3376667"/>
          </a:xfrm>
          <a:custGeom>
            <a:rect b="b" l="l" r="r" t="t"/>
            <a:pathLst>
              <a:path extrusionOk="0" h="1893" w="3787">
                <a:moveTo>
                  <a:pt x="3787" y="0"/>
                </a:moveTo>
                <a:lnTo>
                  <a:pt x="3787" y="1893"/>
                </a:lnTo>
                <a:lnTo>
                  <a:pt x="0" y="1893"/>
                </a:lnTo>
                <a:lnTo>
                  <a:pt x="0" y="0"/>
                </a:lnTo>
              </a:path>
            </a:pathLst>
          </a:custGeom>
          <a:noFill/>
          <a:ln cap="rnd" cmpd="sng" w="18097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64" name="Google Shape;664;p29"/>
          <p:cNvSpPr/>
          <p:nvPr/>
        </p:nvSpPr>
        <p:spPr>
          <a:xfrm rot="10800000">
            <a:off x="12193922" y="4229098"/>
            <a:ext cx="5217482" cy="3376667"/>
          </a:xfrm>
          <a:custGeom>
            <a:rect b="b" l="l" r="r" t="t"/>
            <a:pathLst>
              <a:path extrusionOk="0" h="1893" w="3787">
                <a:moveTo>
                  <a:pt x="3787" y="0"/>
                </a:moveTo>
                <a:lnTo>
                  <a:pt x="3787" y="1893"/>
                </a:lnTo>
                <a:lnTo>
                  <a:pt x="0" y="1893"/>
                </a:lnTo>
                <a:lnTo>
                  <a:pt x="0" y="0"/>
                </a:lnTo>
              </a:path>
            </a:pathLst>
          </a:custGeom>
          <a:noFill/>
          <a:ln cap="rnd" cmpd="sng" w="180975">
            <a:solidFill>
              <a:schemeClr val="accent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65" name="Google Shape;665;p29"/>
          <p:cNvSpPr/>
          <p:nvPr/>
        </p:nvSpPr>
        <p:spPr>
          <a:xfrm>
            <a:off x="17411405" y="7605765"/>
            <a:ext cx="5217482" cy="3376667"/>
          </a:xfrm>
          <a:custGeom>
            <a:rect b="b" l="l" r="r" t="t"/>
            <a:pathLst>
              <a:path extrusionOk="0" h="1893" w="3787">
                <a:moveTo>
                  <a:pt x="3787" y="0"/>
                </a:moveTo>
                <a:lnTo>
                  <a:pt x="3787" y="1893"/>
                </a:lnTo>
                <a:lnTo>
                  <a:pt x="0" y="1893"/>
                </a:lnTo>
                <a:lnTo>
                  <a:pt x="0" y="0"/>
                </a:lnTo>
              </a:path>
            </a:pathLst>
          </a:custGeom>
          <a:noFill/>
          <a:ln cap="rnd" cmpd="sng" w="18097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cxnSp>
        <p:nvCxnSpPr>
          <p:cNvPr id="666" name="Google Shape;666;p29"/>
          <p:cNvCxnSpPr/>
          <p:nvPr/>
        </p:nvCxnSpPr>
        <p:spPr>
          <a:xfrm>
            <a:off x="3872897" y="6409806"/>
            <a:ext cx="989700" cy="0"/>
          </a:xfrm>
          <a:prstGeom prst="straightConnector1">
            <a:avLst/>
          </a:prstGeom>
          <a:noFill/>
          <a:ln cap="flat" cmpd="sng" w="38100">
            <a:solidFill>
              <a:srgbClr val="C9C9C9"/>
            </a:solidFill>
            <a:prstDash val="solid"/>
            <a:miter lim="800000"/>
            <a:headEnd len="sm" w="sm" type="none"/>
            <a:tailEnd len="sm" w="sm" type="none"/>
          </a:ln>
        </p:spPr>
      </p:cxnSp>
      <p:sp>
        <p:nvSpPr>
          <p:cNvPr id="667" name="Google Shape;667;p29"/>
          <p:cNvSpPr txBox="1"/>
          <p:nvPr/>
        </p:nvSpPr>
        <p:spPr>
          <a:xfrm>
            <a:off x="2645600" y="7523327"/>
            <a:ext cx="3444300" cy="4923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lang="en-US" sz="2200">
                <a:solidFill>
                  <a:schemeClr val="dk2"/>
                </a:solidFill>
                <a:latin typeface="Lato Light"/>
                <a:ea typeface="Lato Light"/>
                <a:cs typeface="Lato Light"/>
                <a:sym typeface="Lato Light"/>
              </a:rPr>
              <a:t>Publicidad</a:t>
            </a:r>
            <a:endParaRPr sz="2200">
              <a:solidFill>
                <a:schemeClr val="dk2"/>
              </a:solidFill>
              <a:latin typeface="Lato Light"/>
              <a:ea typeface="Lato Light"/>
              <a:cs typeface="Lato Light"/>
              <a:sym typeface="Lato Light"/>
            </a:endParaRPr>
          </a:p>
          <a:p>
            <a:pPr indent="0" lvl="0" marL="0" marR="0" rtl="0" algn="l">
              <a:lnSpc>
                <a:spcPct val="120000"/>
              </a:lnSpc>
              <a:spcBef>
                <a:spcPts val="0"/>
              </a:spcBef>
              <a:spcAft>
                <a:spcPts val="0"/>
              </a:spcAft>
              <a:buClr>
                <a:srgbClr val="000000"/>
              </a:buClr>
              <a:buSzPts val="2200"/>
              <a:buFont typeface="Arial"/>
              <a:buNone/>
            </a:pPr>
            <a:r>
              <a:t/>
            </a:r>
            <a:endParaRPr sz="2200">
              <a:solidFill>
                <a:schemeClr val="dk2"/>
              </a:solidFill>
              <a:latin typeface="Lato Light"/>
              <a:ea typeface="Lato Light"/>
              <a:cs typeface="Lato Light"/>
              <a:sym typeface="Lato Light"/>
            </a:endParaRPr>
          </a:p>
        </p:txBody>
      </p:sp>
      <p:sp>
        <p:nvSpPr>
          <p:cNvPr id="668" name="Google Shape;668;p29"/>
          <p:cNvSpPr txBox="1"/>
          <p:nvPr/>
        </p:nvSpPr>
        <p:spPr>
          <a:xfrm>
            <a:off x="2645593" y="6853068"/>
            <a:ext cx="3444300" cy="492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Atención</a:t>
            </a:r>
            <a:endParaRPr b="0" i="0" sz="1400" u="none" cap="none" strike="noStrike">
              <a:solidFill>
                <a:srgbClr val="000000"/>
              </a:solidFill>
              <a:latin typeface="Arial"/>
              <a:ea typeface="Arial"/>
              <a:cs typeface="Arial"/>
              <a:sym typeface="Arial"/>
            </a:endParaRPr>
          </a:p>
        </p:txBody>
      </p:sp>
      <p:sp>
        <p:nvSpPr>
          <p:cNvPr id="669" name="Google Shape;669;p29"/>
          <p:cNvSpPr txBox="1"/>
          <p:nvPr/>
        </p:nvSpPr>
        <p:spPr>
          <a:xfrm>
            <a:off x="7863075" y="7523327"/>
            <a:ext cx="3444300" cy="4923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lang="en-US" sz="2200">
                <a:solidFill>
                  <a:schemeClr val="dk2"/>
                </a:solidFill>
                <a:latin typeface="Lato Light"/>
                <a:ea typeface="Lato Light"/>
                <a:cs typeface="Lato Light"/>
                <a:sym typeface="Lato Light"/>
              </a:rPr>
              <a:t>Blogs</a:t>
            </a:r>
            <a:endParaRPr b="0" i="0" sz="2200" u="none" cap="none" strike="noStrike">
              <a:solidFill>
                <a:schemeClr val="dk2"/>
              </a:solidFill>
              <a:latin typeface="Lato Light"/>
              <a:ea typeface="Lato Light"/>
              <a:cs typeface="Lato Light"/>
              <a:sym typeface="Lato Light"/>
            </a:endParaRPr>
          </a:p>
        </p:txBody>
      </p:sp>
      <p:sp>
        <p:nvSpPr>
          <p:cNvPr id="670" name="Google Shape;670;p29"/>
          <p:cNvSpPr txBox="1"/>
          <p:nvPr/>
        </p:nvSpPr>
        <p:spPr>
          <a:xfrm>
            <a:off x="7863078" y="6853068"/>
            <a:ext cx="3444300" cy="492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Interés</a:t>
            </a:r>
            <a:endParaRPr b="0" i="0" sz="1400" u="none" cap="none" strike="noStrike">
              <a:solidFill>
                <a:srgbClr val="000000"/>
              </a:solidFill>
              <a:latin typeface="Arial"/>
              <a:ea typeface="Arial"/>
              <a:cs typeface="Arial"/>
              <a:sym typeface="Arial"/>
            </a:endParaRPr>
          </a:p>
        </p:txBody>
      </p:sp>
      <p:sp>
        <p:nvSpPr>
          <p:cNvPr id="671" name="Google Shape;671;p29"/>
          <p:cNvSpPr txBox="1"/>
          <p:nvPr/>
        </p:nvSpPr>
        <p:spPr>
          <a:xfrm>
            <a:off x="13080562" y="7523327"/>
            <a:ext cx="3444300" cy="4923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lang="en-US" sz="2200">
                <a:solidFill>
                  <a:schemeClr val="dk2"/>
                </a:solidFill>
                <a:latin typeface="Lato Light"/>
                <a:ea typeface="Lato Light"/>
                <a:cs typeface="Lato Light"/>
                <a:sym typeface="Lato Light"/>
              </a:rPr>
              <a:t>Web</a:t>
            </a:r>
            <a:endParaRPr b="0" i="0" sz="2200" u="none" cap="none" strike="noStrike">
              <a:solidFill>
                <a:schemeClr val="dk2"/>
              </a:solidFill>
              <a:latin typeface="Lato Light"/>
              <a:ea typeface="Lato Light"/>
              <a:cs typeface="Lato Light"/>
              <a:sym typeface="Lato Light"/>
            </a:endParaRPr>
          </a:p>
        </p:txBody>
      </p:sp>
      <p:sp>
        <p:nvSpPr>
          <p:cNvPr id="672" name="Google Shape;672;p29"/>
          <p:cNvSpPr txBox="1"/>
          <p:nvPr/>
        </p:nvSpPr>
        <p:spPr>
          <a:xfrm>
            <a:off x="13080563" y="6853068"/>
            <a:ext cx="3444300" cy="492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Deseo</a:t>
            </a:r>
            <a:endParaRPr b="0" i="0" sz="1400" u="none" cap="none" strike="noStrike">
              <a:solidFill>
                <a:srgbClr val="000000"/>
              </a:solidFill>
              <a:latin typeface="Arial"/>
              <a:ea typeface="Arial"/>
              <a:cs typeface="Arial"/>
              <a:sym typeface="Arial"/>
            </a:endParaRPr>
          </a:p>
        </p:txBody>
      </p:sp>
      <p:sp>
        <p:nvSpPr>
          <p:cNvPr id="673" name="Google Shape;673;p29"/>
          <p:cNvSpPr txBox="1"/>
          <p:nvPr/>
        </p:nvSpPr>
        <p:spPr>
          <a:xfrm>
            <a:off x="18298049" y="7523327"/>
            <a:ext cx="3444300" cy="4923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lang="en-US" sz="2200">
                <a:solidFill>
                  <a:schemeClr val="dk2"/>
                </a:solidFill>
                <a:latin typeface="Lato Light"/>
                <a:ea typeface="Lato Light"/>
                <a:cs typeface="Lato Light"/>
                <a:sym typeface="Lato Light"/>
              </a:rPr>
              <a:t>Tienda</a:t>
            </a:r>
            <a:endParaRPr b="0" i="0" sz="2200" u="none" cap="none" strike="noStrike">
              <a:solidFill>
                <a:schemeClr val="dk2"/>
              </a:solidFill>
              <a:latin typeface="Lato Light"/>
              <a:ea typeface="Lato Light"/>
              <a:cs typeface="Lato Light"/>
              <a:sym typeface="Lato Light"/>
            </a:endParaRPr>
          </a:p>
        </p:txBody>
      </p:sp>
      <p:sp>
        <p:nvSpPr>
          <p:cNvPr id="674" name="Google Shape;674;p29"/>
          <p:cNvSpPr txBox="1"/>
          <p:nvPr/>
        </p:nvSpPr>
        <p:spPr>
          <a:xfrm>
            <a:off x="18298048" y="6853068"/>
            <a:ext cx="3444300" cy="492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Acción</a:t>
            </a:r>
            <a:endParaRPr b="0" i="0" sz="1400" u="none" cap="none" strike="noStrike">
              <a:solidFill>
                <a:srgbClr val="000000"/>
              </a:solidFill>
              <a:latin typeface="Arial"/>
              <a:ea typeface="Arial"/>
              <a:cs typeface="Arial"/>
              <a:sym typeface="Arial"/>
            </a:endParaRPr>
          </a:p>
        </p:txBody>
      </p:sp>
      <p:grpSp>
        <p:nvGrpSpPr>
          <p:cNvPr id="675" name="Google Shape;675;p29"/>
          <p:cNvGrpSpPr/>
          <p:nvPr/>
        </p:nvGrpSpPr>
        <p:grpSpPr>
          <a:xfrm>
            <a:off x="4050339" y="3885772"/>
            <a:ext cx="634800" cy="634800"/>
            <a:chOff x="3995691" y="3875617"/>
            <a:chExt cx="634800" cy="634800"/>
          </a:xfrm>
        </p:grpSpPr>
        <p:sp>
          <p:nvSpPr>
            <p:cNvPr id="676" name="Google Shape;676;p29"/>
            <p:cNvSpPr/>
            <p:nvPr/>
          </p:nvSpPr>
          <p:spPr>
            <a:xfrm>
              <a:off x="3995691" y="3875617"/>
              <a:ext cx="634800" cy="634800"/>
            </a:xfrm>
            <a:prstGeom prst="ellipse">
              <a:avLst/>
            </a:prstGeom>
            <a:solidFill>
              <a:schemeClr val="lt1"/>
            </a:solid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677" name="Google Shape;677;p29"/>
            <p:cNvSpPr txBox="1"/>
            <p:nvPr/>
          </p:nvSpPr>
          <p:spPr>
            <a:xfrm>
              <a:off x="4104556" y="3989837"/>
              <a:ext cx="417000" cy="406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i="0" lang="en-US" sz="2200" u="none" cap="none" strike="noStrike">
                  <a:solidFill>
                    <a:schemeClr val="dk2"/>
                  </a:solidFill>
                  <a:latin typeface="Lato"/>
                  <a:ea typeface="Lato"/>
                  <a:cs typeface="Lato"/>
                  <a:sym typeface="Lato"/>
                </a:rPr>
                <a:t>01</a:t>
              </a:r>
              <a:endParaRPr b="0" i="0" sz="1400" u="none" cap="none" strike="noStrike">
                <a:solidFill>
                  <a:srgbClr val="000000"/>
                </a:solidFill>
                <a:latin typeface="Arial"/>
                <a:ea typeface="Arial"/>
                <a:cs typeface="Arial"/>
                <a:sym typeface="Arial"/>
              </a:endParaRPr>
            </a:p>
          </p:txBody>
        </p:sp>
      </p:grpSp>
      <p:grpSp>
        <p:nvGrpSpPr>
          <p:cNvPr id="678" name="Google Shape;678;p29"/>
          <p:cNvGrpSpPr/>
          <p:nvPr/>
        </p:nvGrpSpPr>
        <p:grpSpPr>
          <a:xfrm>
            <a:off x="9267824" y="10663317"/>
            <a:ext cx="634800" cy="634800"/>
            <a:chOff x="3995691" y="3875617"/>
            <a:chExt cx="634800" cy="634800"/>
          </a:xfrm>
        </p:grpSpPr>
        <p:sp>
          <p:nvSpPr>
            <p:cNvPr id="679" name="Google Shape;679;p29"/>
            <p:cNvSpPr/>
            <p:nvPr/>
          </p:nvSpPr>
          <p:spPr>
            <a:xfrm>
              <a:off x="3995691" y="3875617"/>
              <a:ext cx="634800" cy="634800"/>
            </a:xfrm>
            <a:prstGeom prst="ellipse">
              <a:avLst/>
            </a:prstGeom>
            <a:solidFill>
              <a:schemeClr val="lt1"/>
            </a:solid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680" name="Google Shape;680;p29"/>
            <p:cNvSpPr txBox="1"/>
            <p:nvPr/>
          </p:nvSpPr>
          <p:spPr>
            <a:xfrm>
              <a:off x="4104556" y="3989837"/>
              <a:ext cx="417000" cy="406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i="0" lang="en-US" sz="2200" u="none" cap="none" strike="noStrike">
                  <a:solidFill>
                    <a:schemeClr val="dk2"/>
                  </a:solidFill>
                  <a:latin typeface="Lato"/>
                  <a:ea typeface="Lato"/>
                  <a:cs typeface="Lato"/>
                  <a:sym typeface="Lato"/>
                </a:rPr>
                <a:t>02</a:t>
              </a:r>
              <a:endParaRPr b="0" i="0" sz="1400" u="none" cap="none" strike="noStrike">
                <a:solidFill>
                  <a:srgbClr val="000000"/>
                </a:solidFill>
                <a:latin typeface="Arial"/>
                <a:ea typeface="Arial"/>
                <a:cs typeface="Arial"/>
                <a:sym typeface="Arial"/>
              </a:endParaRPr>
            </a:p>
          </p:txBody>
        </p:sp>
      </p:grpSp>
      <p:grpSp>
        <p:nvGrpSpPr>
          <p:cNvPr id="681" name="Google Shape;681;p29"/>
          <p:cNvGrpSpPr/>
          <p:nvPr/>
        </p:nvGrpSpPr>
        <p:grpSpPr>
          <a:xfrm>
            <a:off x="19702794" y="10663317"/>
            <a:ext cx="634800" cy="634800"/>
            <a:chOff x="3995691" y="3875617"/>
            <a:chExt cx="634800" cy="634800"/>
          </a:xfrm>
        </p:grpSpPr>
        <p:sp>
          <p:nvSpPr>
            <p:cNvPr id="682" name="Google Shape;682;p29"/>
            <p:cNvSpPr/>
            <p:nvPr/>
          </p:nvSpPr>
          <p:spPr>
            <a:xfrm>
              <a:off x="3995691" y="3875617"/>
              <a:ext cx="634800" cy="634800"/>
            </a:xfrm>
            <a:prstGeom prst="ellipse">
              <a:avLst/>
            </a:prstGeom>
            <a:solidFill>
              <a:schemeClr val="lt1"/>
            </a:solid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683" name="Google Shape;683;p29"/>
            <p:cNvSpPr txBox="1"/>
            <p:nvPr/>
          </p:nvSpPr>
          <p:spPr>
            <a:xfrm>
              <a:off x="4104556" y="3989837"/>
              <a:ext cx="417000" cy="406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i="0" lang="en-US" sz="2200" u="none" cap="none" strike="noStrike">
                  <a:solidFill>
                    <a:schemeClr val="dk2"/>
                  </a:solidFill>
                  <a:latin typeface="Lato"/>
                  <a:ea typeface="Lato"/>
                  <a:cs typeface="Lato"/>
                  <a:sym typeface="Lato"/>
                </a:rPr>
                <a:t>04</a:t>
              </a:r>
              <a:endParaRPr b="0" i="0" sz="1400" u="none" cap="none" strike="noStrike">
                <a:solidFill>
                  <a:srgbClr val="000000"/>
                </a:solidFill>
                <a:latin typeface="Arial"/>
                <a:ea typeface="Arial"/>
                <a:cs typeface="Arial"/>
                <a:sym typeface="Arial"/>
              </a:endParaRPr>
            </a:p>
          </p:txBody>
        </p:sp>
      </p:grpSp>
      <p:grpSp>
        <p:nvGrpSpPr>
          <p:cNvPr id="684" name="Google Shape;684;p29"/>
          <p:cNvGrpSpPr/>
          <p:nvPr/>
        </p:nvGrpSpPr>
        <p:grpSpPr>
          <a:xfrm>
            <a:off x="14485309" y="3885772"/>
            <a:ext cx="634800" cy="634800"/>
            <a:chOff x="3995691" y="3875617"/>
            <a:chExt cx="634800" cy="634800"/>
          </a:xfrm>
        </p:grpSpPr>
        <p:sp>
          <p:nvSpPr>
            <p:cNvPr id="685" name="Google Shape;685;p29"/>
            <p:cNvSpPr/>
            <p:nvPr/>
          </p:nvSpPr>
          <p:spPr>
            <a:xfrm>
              <a:off x="3995691" y="3875617"/>
              <a:ext cx="634800" cy="634800"/>
            </a:xfrm>
            <a:prstGeom prst="ellipse">
              <a:avLst/>
            </a:prstGeom>
            <a:solidFill>
              <a:schemeClr val="lt1"/>
            </a:solidFill>
            <a:ln cap="flat" cmpd="sng" w="2857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686" name="Google Shape;686;p29"/>
            <p:cNvSpPr txBox="1"/>
            <p:nvPr/>
          </p:nvSpPr>
          <p:spPr>
            <a:xfrm>
              <a:off x="4104556" y="3989837"/>
              <a:ext cx="417000" cy="406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i="0" lang="en-US" sz="2200" u="none" cap="none" strike="noStrike">
                  <a:solidFill>
                    <a:schemeClr val="dk2"/>
                  </a:solidFill>
                  <a:latin typeface="Lato"/>
                  <a:ea typeface="Lato"/>
                  <a:cs typeface="Lato"/>
                  <a:sym typeface="Lato"/>
                </a:rPr>
                <a:t>03</a:t>
              </a:r>
              <a:endParaRPr b="0" i="0" sz="1400" u="none" cap="none" strike="noStrike">
                <a:solidFill>
                  <a:srgbClr val="000000"/>
                </a:solidFill>
                <a:latin typeface="Arial"/>
                <a:ea typeface="Arial"/>
                <a:cs typeface="Arial"/>
                <a:sym typeface="Arial"/>
              </a:endParaRPr>
            </a:p>
          </p:txBody>
        </p:sp>
      </p:grpSp>
      <p:cxnSp>
        <p:nvCxnSpPr>
          <p:cNvPr id="687" name="Google Shape;687;p29"/>
          <p:cNvCxnSpPr/>
          <p:nvPr/>
        </p:nvCxnSpPr>
        <p:spPr>
          <a:xfrm>
            <a:off x="9090382" y="6409806"/>
            <a:ext cx="989700" cy="0"/>
          </a:xfrm>
          <a:prstGeom prst="straightConnector1">
            <a:avLst/>
          </a:prstGeom>
          <a:noFill/>
          <a:ln cap="flat" cmpd="sng" w="38100">
            <a:solidFill>
              <a:srgbClr val="C9C9C9"/>
            </a:solidFill>
            <a:prstDash val="solid"/>
            <a:miter lim="800000"/>
            <a:headEnd len="sm" w="sm" type="none"/>
            <a:tailEnd len="sm" w="sm" type="none"/>
          </a:ln>
        </p:spPr>
      </p:cxnSp>
      <p:cxnSp>
        <p:nvCxnSpPr>
          <p:cNvPr id="688" name="Google Shape;688;p29"/>
          <p:cNvCxnSpPr/>
          <p:nvPr/>
        </p:nvCxnSpPr>
        <p:spPr>
          <a:xfrm>
            <a:off x="14307867" y="6409806"/>
            <a:ext cx="989700" cy="0"/>
          </a:xfrm>
          <a:prstGeom prst="straightConnector1">
            <a:avLst/>
          </a:prstGeom>
          <a:noFill/>
          <a:ln cap="flat" cmpd="sng" w="38100">
            <a:solidFill>
              <a:srgbClr val="C9C9C9"/>
            </a:solidFill>
            <a:prstDash val="solid"/>
            <a:miter lim="800000"/>
            <a:headEnd len="sm" w="sm" type="none"/>
            <a:tailEnd len="sm" w="sm" type="none"/>
          </a:ln>
        </p:spPr>
      </p:cxnSp>
      <p:cxnSp>
        <p:nvCxnSpPr>
          <p:cNvPr id="689" name="Google Shape;689;p29"/>
          <p:cNvCxnSpPr/>
          <p:nvPr/>
        </p:nvCxnSpPr>
        <p:spPr>
          <a:xfrm>
            <a:off x="19525352" y="6409806"/>
            <a:ext cx="989700" cy="0"/>
          </a:xfrm>
          <a:prstGeom prst="straightConnector1">
            <a:avLst/>
          </a:prstGeom>
          <a:noFill/>
          <a:ln cap="flat" cmpd="sng" w="38100">
            <a:solidFill>
              <a:srgbClr val="C9C9C9"/>
            </a:solidFill>
            <a:prstDash val="solid"/>
            <a:miter lim="800000"/>
            <a:headEnd len="sm" w="sm" type="none"/>
            <a:tailEnd len="sm" w="sm" type="none"/>
          </a:ln>
        </p:spPr>
      </p:cxnSp>
      <p:sp>
        <p:nvSpPr>
          <p:cNvPr id="690" name="Google Shape;690;p29"/>
          <p:cNvSpPr/>
          <p:nvPr/>
        </p:nvSpPr>
        <p:spPr>
          <a:xfrm>
            <a:off x="19349930" y="5011221"/>
            <a:ext cx="1218701" cy="1021349"/>
          </a:xfrm>
          <a:custGeom>
            <a:rect b="b" l="l" r="r" t="t"/>
            <a:pathLst>
              <a:path extrusionOk="0" h="948" w="1134">
                <a:moveTo>
                  <a:pt x="1119" y="155"/>
                </a:moveTo>
                <a:cubicBezTo>
                  <a:pt x="1107" y="140"/>
                  <a:pt x="1090" y="132"/>
                  <a:pt x="1072" y="132"/>
                </a:cubicBezTo>
                <a:cubicBezTo>
                  <a:pt x="332" y="132"/>
                  <a:pt x="332" y="132"/>
                  <a:pt x="332" y="132"/>
                </a:cubicBezTo>
                <a:cubicBezTo>
                  <a:pt x="323" y="132"/>
                  <a:pt x="314" y="134"/>
                  <a:pt x="306" y="138"/>
                </a:cubicBezTo>
                <a:cubicBezTo>
                  <a:pt x="197" y="37"/>
                  <a:pt x="197" y="37"/>
                  <a:pt x="197" y="37"/>
                </a:cubicBezTo>
                <a:cubicBezTo>
                  <a:pt x="171" y="13"/>
                  <a:pt x="137" y="0"/>
                  <a:pt x="102" y="0"/>
                </a:cubicBezTo>
                <a:cubicBezTo>
                  <a:pt x="20" y="0"/>
                  <a:pt x="20" y="0"/>
                  <a:pt x="20" y="0"/>
                </a:cubicBezTo>
                <a:cubicBezTo>
                  <a:pt x="9" y="0"/>
                  <a:pt x="0" y="9"/>
                  <a:pt x="0" y="20"/>
                </a:cubicBezTo>
                <a:cubicBezTo>
                  <a:pt x="0" y="31"/>
                  <a:pt x="9" y="39"/>
                  <a:pt x="20" y="39"/>
                </a:cubicBezTo>
                <a:cubicBezTo>
                  <a:pt x="102" y="39"/>
                  <a:pt x="102" y="39"/>
                  <a:pt x="102" y="39"/>
                </a:cubicBezTo>
                <a:cubicBezTo>
                  <a:pt x="128" y="39"/>
                  <a:pt x="152" y="49"/>
                  <a:pt x="170" y="66"/>
                </a:cubicBezTo>
                <a:cubicBezTo>
                  <a:pt x="279" y="166"/>
                  <a:pt x="279" y="166"/>
                  <a:pt x="279" y="166"/>
                </a:cubicBezTo>
                <a:cubicBezTo>
                  <a:pt x="273" y="178"/>
                  <a:pt x="271" y="192"/>
                  <a:pt x="275" y="206"/>
                </a:cubicBezTo>
                <a:cubicBezTo>
                  <a:pt x="384" y="644"/>
                  <a:pt x="384" y="644"/>
                  <a:pt x="384" y="644"/>
                </a:cubicBezTo>
                <a:cubicBezTo>
                  <a:pt x="386" y="652"/>
                  <a:pt x="390" y="659"/>
                  <a:pt x="395" y="665"/>
                </a:cubicBezTo>
                <a:cubicBezTo>
                  <a:pt x="334" y="780"/>
                  <a:pt x="334" y="780"/>
                  <a:pt x="334" y="780"/>
                </a:cubicBezTo>
                <a:cubicBezTo>
                  <a:pt x="293" y="786"/>
                  <a:pt x="262" y="821"/>
                  <a:pt x="262" y="863"/>
                </a:cubicBezTo>
                <a:cubicBezTo>
                  <a:pt x="262" y="910"/>
                  <a:pt x="300" y="948"/>
                  <a:pt x="346" y="948"/>
                </a:cubicBezTo>
                <a:cubicBezTo>
                  <a:pt x="386" y="948"/>
                  <a:pt x="419" y="920"/>
                  <a:pt x="428" y="883"/>
                </a:cubicBezTo>
                <a:cubicBezTo>
                  <a:pt x="782" y="883"/>
                  <a:pt x="782" y="883"/>
                  <a:pt x="782" y="883"/>
                </a:cubicBezTo>
                <a:cubicBezTo>
                  <a:pt x="791" y="920"/>
                  <a:pt x="824" y="948"/>
                  <a:pt x="864" y="948"/>
                </a:cubicBezTo>
                <a:cubicBezTo>
                  <a:pt x="910" y="948"/>
                  <a:pt x="948" y="910"/>
                  <a:pt x="948" y="863"/>
                </a:cubicBezTo>
                <a:cubicBezTo>
                  <a:pt x="948" y="817"/>
                  <a:pt x="910" y="779"/>
                  <a:pt x="864" y="779"/>
                </a:cubicBezTo>
                <a:cubicBezTo>
                  <a:pt x="824" y="779"/>
                  <a:pt x="791" y="807"/>
                  <a:pt x="782" y="844"/>
                </a:cubicBezTo>
                <a:cubicBezTo>
                  <a:pt x="428" y="844"/>
                  <a:pt x="428" y="844"/>
                  <a:pt x="428" y="844"/>
                </a:cubicBezTo>
                <a:cubicBezTo>
                  <a:pt x="422" y="816"/>
                  <a:pt x="402" y="794"/>
                  <a:pt x="376" y="785"/>
                </a:cubicBezTo>
                <a:cubicBezTo>
                  <a:pt x="428" y="687"/>
                  <a:pt x="428" y="687"/>
                  <a:pt x="428" y="687"/>
                </a:cubicBezTo>
                <a:cubicBezTo>
                  <a:pt x="432" y="688"/>
                  <a:pt x="437" y="689"/>
                  <a:pt x="442" y="689"/>
                </a:cubicBezTo>
                <a:cubicBezTo>
                  <a:pt x="962" y="689"/>
                  <a:pt x="962" y="689"/>
                  <a:pt x="962" y="689"/>
                </a:cubicBezTo>
                <a:cubicBezTo>
                  <a:pt x="990" y="689"/>
                  <a:pt x="1013" y="671"/>
                  <a:pt x="1020" y="644"/>
                </a:cubicBezTo>
                <a:cubicBezTo>
                  <a:pt x="1129" y="206"/>
                  <a:pt x="1129" y="206"/>
                  <a:pt x="1129" y="206"/>
                </a:cubicBezTo>
                <a:cubicBezTo>
                  <a:pt x="1134" y="188"/>
                  <a:pt x="1130" y="169"/>
                  <a:pt x="1119" y="155"/>
                </a:cubicBezTo>
                <a:close/>
                <a:moveTo>
                  <a:pt x="864" y="818"/>
                </a:moveTo>
                <a:cubicBezTo>
                  <a:pt x="889" y="818"/>
                  <a:pt x="909" y="839"/>
                  <a:pt x="909" y="863"/>
                </a:cubicBezTo>
                <a:cubicBezTo>
                  <a:pt x="909" y="888"/>
                  <a:pt x="889" y="908"/>
                  <a:pt x="864" y="908"/>
                </a:cubicBezTo>
                <a:cubicBezTo>
                  <a:pt x="839" y="908"/>
                  <a:pt x="819" y="888"/>
                  <a:pt x="819" y="863"/>
                </a:cubicBezTo>
                <a:cubicBezTo>
                  <a:pt x="819" y="839"/>
                  <a:pt x="839" y="818"/>
                  <a:pt x="864" y="818"/>
                </a:cubicBezTo>
                <a:close/>
                <a:moveTo>
                  <a:pt x="1072" y="172"/>
                </a:moveTo>
                <a:cubicBezTo>
                  <a:pt x="1078" y="172"/>
                  <a:pt x="1084" y="174"/>
                  <a:pt x="1087" y="179"/>
                </a:cubicBezTo>
                <a:cubicBezTo>
                  <a:pt x="1091" y="184"/>
                  <a:pt x="1093" y="190"/>
                  <a:pt x="1091" y="196"/>
                </a:cubicBezTo>
                <a:cubicBezTo>
                  <a:pt x="1075" y="261"/>
                  <a:pt x="1075" y="261"/>
                  <a:pt x="1075" y="261"/>
                </a:cubicBezTo>
                <a:cubicBezTo>
                  <a:pt x="329" y="261"/>
                  <a:pt x="329" y="261"/>
                  <a:pt x="329" y="261"/>
                </a:cubicBezTo>
                <a:cubicBezTo>
                  <a:pt x="313" y="196"/>
                  <a:pt x="313" y="196"/>
                  <a:pt x="313" y="196"/>
                </a:cubicBezTo>
                <a:cubicBezTo>
                  <a:pt x="312" y="190"/>
                  <a:pt x="313" y="184"/>
                  <a:pt x="317" y="179"/>
                </a:cubicBezTo>
                <a:cubicBezTo>
                  <a:pt x="320" y="174"/>
                  <a:pt x="326" y="172"/>
                  <a:pt x="332" y="172"/>
                </a:cubicBezTo>
                <a:lnTo>
                  <a:pt x="1072" y="172"/>
                </a:lnTo>
                <a:close/>
                <a:moveTo>
                  <a:pt x="1042" y="391"/>
                </a:moveTo>
                <a:cubicBezTo>
                  <a:pt x="362" y="391"/>
                  <a:pt x="362" y="391"/>
                  <a:pt x="362" y="391"/>
                </a:cubicBezTo>
                <a:cubicBezTo>
                  <a:pt x="339" y="301"/>
                  <a:pt x="339" y="301"/>
                  <a:pt x="339" y="301"/>
                </a:cubicBezTo>
                <a:cubicBezTo>
                  <a:pt x="1065" y="301"/>
                  <a:pt x="1065" y="301"/>
                  <a:pt x="1065" y="301"/>
                </a:cubicBezTo>
                <a:lnTo>
                  <a:pt x="1042" y="391"/>
                </a:lnTo>
                <a:close/>
                <a:moveTo>
                  <a:pt x="1010" y="520"/>
                </a:moveTo>
                <a:cubicBezTo>
                  <a:pt x="394" y="520"/>
                  <a:pt x="394" y="520"/>
                  <a:pt x="394" y="520"/>
                </a:cubicBezTo>
                <a:cubicBezTo>
                  <a:pt x="372" y="430"/>
                  <a:pt x="372" y="430"/>
                  <a:pt x="372" y="430"/>
                </a:cubicBezTo>
                <a:cubicBezTo>
                  <a:pt x="1033" y="430"/>
                  <a:pt x="1033" y="430"/>
                  <a:pt x="1033" y="430"/>
                </a:cubicBezTo>
                <a:lnTo>
                  <a:pt x="1010" y="520"/>
                </a:lnTo>
                <a:close/>
                <a:moveTo>
                  <a:pt x="391" y="863"/>
                </a:moveTo>
                <a:cubicBezTo>
                  <a:pt x="391" y="888"/>
                  <a:pt x="371" y="908"/>
                  <a:pt x="346" y="908"/>
                </a:cubicBezTo>
                <a:cubicBezTo>
                  <a:pt x="322" y="908"/>
                  <a:pt x="301" y="888"/>
                  <a:pt x="301" y="863"/>
                </a:cubicBezTo>
                <a:cubicBezTo>
                  <a:pt x="301" y="839"/>
                  <a:pt x="322" y="818"/>
                  <a:pt x="346" y="818"/>
                </a:cubicBezTo>
                <a:cubicBezTo>
                  <a:pt x="371" y="818"/>
                  <a:pt x="391" y="839"/>
                  <a:pt x="391" y="863"/>
                </a:cubicBezTo>
                <a:close/>
                <a:moveTo>
                  <a:pt x="962" y="650"/>
                </a:moveTo>
                <a:cubicBezTo>
                  <a:pt x="442" y="650"/>
                  <a:pt x="442" y="650"/>
                  <a:pt x="442" y="650"/>
                </a:cubicBezTo>
                <a:cubicBezTo>
                  <a:pt x="433" y="650"/>
                  <a:pt x="425" y="643"/>
                  <a:pt x="423" y="635"/>
                </a:cubicBezTo>
                <a:cubicBezTo>
                  <a:pt x="404" y="560"/>
                  <a:pt x="404" y="560"/>
                  <a:pt x="404" y="560"/>
                </a:cubicBezTo>
                <a:cubicBezTo>
                  <a:pt x="1000" y="560"/>
                  <a:pt x="1000" y="560"/>
                  <a:pt x="1000" y="560"/>
                </a:cubicBezTo>
                <a:cubicBezTo>
                  <a:pt x="981" y="635"/>
                  <a:pt x="981" y="635"/>
                  <a:pt x="981" y="635"/>
                </a:cubicBezTo>
                <a:cubicBezTo>
                  <a:pt x="979" y="643"/>
                  <a:pt x="971" y="650"/>
                  <a:pt x="962" y="65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91" name="Google Shape;691;p29"/>
          <p:cNvSpPr/>
          <p:nvPr/>
        </p:nvSpPr>
        <p:spPr>
          <a:xfrm>
            <a:off x="3872900" y="4857574"/>
            <a:ext cx="1164500" cy="1021350"/>
          </a:xfrm>
          <a:custGeom>
            <a:rect b="b" l="l" r="r" t="t"/>
            <a:pathLst>
              <a:path extrusionOk="0" h="353" w="353">
                <a:moveTo>
                  <a:pt x="321" y="104"/>
                </a:moveTo>
                <a:cubicBezTo>
                  <a:pt x="321" y="24"/>
                  <a:pt x="321" y="24"/>
                  <a:pt x="321" y="24"/>
                </a:cubicBezTo>
                <a:cubicBezTo>
                  <a:pt x="321" y="11"/>
                  <a:pt x="311" y="0"/>
                  <a:pt x="297" y="0"/>
                </a:cubicBezTo>
                <a:cubicBezTo>
                  <a:pt x="284" y="0"/>
                  <a:pt x="273" y="11"/>
                  <a:pt x="273" y="24"/>
                </a:cubicBezTo>
                <a:cubicBezTo>
                  <a:pt x="273" y="30"/>
                  <a:pt x="273" y="30"/>
                  <a:pt x="273" y="30"/>
                </a:cubicBezTo>
                <a:cubicBezTo>
                  <a:pt x="40" y="98"/>
                  <a:pt x="40" y="98"/>
                  <a:pt x="40" y="98"/>
                </a:cubicBezTo>
                <a:cubicBezTo>
                  <a:pt x="38" y="97"/>
                  <a:pt x="35" y="96"/>
                  <a:pt x="32" y="96"/>
                </a:cubicBezTo>
                <a:cubicBezTo>
                  <a:pt x="16" y="96"/>
                  <a:pt x="16" y="96"/>
                  <a:pt x="16" y="96"/>
                </a:cubicBezTo>
                <a:cubicBezTo>
                  <a:pt x="7" y="96"/>
                  <a:pt x="0" y="103"/>
                  <a:pt x="0" y="112"/>
                </a:cubicBezTo>
                <a:cubicBezTo>
                  <a:pt x="0" y="192"/>
                  <a:pt x="0" y="192"/>
                  <a:pt x="0" y="192"/>
                </a:cubicBezTo>
                <a:cubicBezTo>
                  <a:pt x="0" y="201"/>
                  <a:pt x="7" y="208"/>
                  <a:pt x="16" y="208"/>
                </a:cubicBezTo>
                <a:cubicBezTo>
                  <a:pt x="32" y="208"/>
                  <a:pt x="32" y="208"/>
                  <a:pt x="32" y="208"/>
                </a:cubicBezTo>
                <a:cubicBezTo>
                  <a:pt x="35" y="208"/>
                  <a:pt x="38" y="208"/>
                  <a:pt x="40" y="206"/>
                </a:cubicBezTo>
                <a:cubicBezTo>
                  <a:pt x="50" y="209"/>
                  <a:pt x="50" y="209"/>
                  <a:pt x="50" y="209"/>
                </a:cubicBezTo>
                <a:cubicBezTo>
                  <a:pt x="81" y="347"/>
                  <a:pt x="81" y="347"/>
                  <a:pt x="81" y="347"/>
                </a:cubicBezTo>
                <a:cubicBezTo>
                  <a:pt x="81" y="347"/>
                  <a:pt x="81" y="347"/>
                  <a:pt x="81" y="347"/>
                </a:cubicBezTo>
                <a:cubicBezTo>
                  <a:pt x="82" y="350"/>
                  <a:pt x="85" y="353"/>
                  <a:pt x="89" y="353"/>
                </a:cubicBezTo>
                <a:cubicBezTo>
                  <a:pt x="153" y="353"/>
                  <a:pt x="153" y="353"/>
                  <a:pt x="153" y="353"/>
                </a:cubicBezTo>
                <a:cubicBezTo>
                  <a:pt x="157" y="353"/>
                  <a:pt x="161" y="349"/>
                  <a:pt x="161" y="345"/>
                </a:cubicBezTo>
                <a:cubicBezTo>
                  <a:pt x="161" y="344"/>
                  <a:pt x="161" y="344"/>
                  <a:pt x="160" y="343"/>
                </a:cubicBezTo>
                <a:cubicBezTo>
                  <a:pt x="161" y="343"/>
                  <a:pt x="161" y="343"/>
                  <a:pt x="161" y="343"/>
                </a:cubicBezTo>
                <a:cubicBezTo>
                  <a:pt x="135" y="234"/>
                  <a:pt x="135" y="234"/>
                  <a:pt x="135" y="234"/>
                </a:cubicBezTo>
                <a:cubicBezTo>
                  <a:pt x="273" y="275"/>
                  <a:pt x="273" y="275"/>
                  <a:pt x="273" y="275"/>
                </a:cubicBezTo>
                <a:cubicBezTo>
                  <a:pt x="273" y="281"/>
                  <a:pt x="273" y="281"/>
                  <a:pt x="273" y="281"/>
                </a:cubicBezTo>
                <a:cubicBezTo>
                  <a:pt x="273" y="294"/>
                  <a:pt x="284" y="305"/>
                  <a:pt x="297" y="305"/>
                </a:cubicBezTo>
                <a:cubicBezTo>
                  <a:pt x="311" y="305"/>
                  <a:pt x="321" y="294"/>
                  <a:pt x="321" y="281"/>
                </a:cubicBezTo>
                <a:cubicBezTo>
                  <a:pt x="321" y="200"/>
                  <a:pt x="321" y="200"/>
                  <a:pt x="321" y="200"/>
                </a:cubicBezTo>
                <a:cubicBezTo>
                  <a:pt x="339" y="200"/>
                  <a:pt x="353" y="186"/>
                  <a:pt x="353" y="168"/>
                </a:cubicBezTo>
                <a:cubicBezTo>
                  <a:pt x="353" y="136"/>
                  <a:pt x="353" y="136"/>
                  <a:pt x="353" y="136"/>
                </a:cubicBezTo>
                <a:cubicBezTo>
                  <a:pt x="353" y="118"/>
                  <a:pt x="339" y="104"/>
                  <a:pt x="321" y="104"/>
                </a:cubicBezTo>
                <a:moveTo>
                  <a:pt x="32" y="192"/>
                </a:moveTo>
                <a:cubicBezTo>
                  <a:pt x="16" y="192"/>
                  <a:pt x="16" y="192"/>
                  <a:pt x="16" y="192"/>
                </a:cubicBezTo>
                <a:cubicBezTo>
                  <a:pt x="16" y="112"/>
                  <a:pt x="16" y="112"/>
                  <a:pt x="16" y="112"/>
                </a:cubicBezTo>
                <a:cubicBezTo>
                  <a:pt x="32" y="112"/>
                  <a:pt x="32" y="112"/>
                  <a:pt x="32" y="112"/>
                </a:cubicBezTo>
                <a:lnTo>
                  <a:pt x="32" y="192"/>
                </a:lnTo>
                <a:close/>
                <a:moveTo>
                  <a:pt x="143" y="337"/>
                </a:moveTo>
                <a:cubicBezTo>
                  <a:pt x="95" y="337"/>
                  <a:pt x="95" y="337"/>
                  <a:pt x="95" y="337"/>
                </a:cubicBezTo>
                <a:cubicBezTo>
                  <a:pt x="91" y="321"/>
                  <a:pt x="91" y="321"/>
                  <a:pt x="91" y="321"/>
                </a:cubicBezTo>
                <a:cubicBezTo>
                  <a:pt x="139" y="321"/>
                  <a:pt x="139" y="321"/>
                  <a:pt x="139" y="321"/>
                </a:cubicBezTo>
                <a:lnTo>
                  <a:pt x="143" y="337"/>
                </a:lnTo>
                <a:close/>
                <a:moveTo>
                  <a:pt x="135" y="305"/>
                </a:moveTo>
                <a:cubicBezTo>
                  <a:pt x="88" y="305"/>
                  <a:pt x="88" y="305"/>
                  <a:pt x="88" y="305"/>
                </a:cubicBezTo>
                <a:cubicBezTo>
                  <a:pt x="68" y="214"/>
                  <a:pt x="68" y="214"/>
                  <a:pt x="68" y="214"/>
                </a:cubicBezTo>
                <a:cubicBezTo>
                  <a:pt x="117" y="229"/>
                  <a:pt x="117" y="229"/>
                  <a:pt x="117" y="229"/>
                </a:cubicBezTo>
                <a:lnTo>
                  <a:pt x="135" y="305"/>
                </a:lnTo>
                <a:close/>
                <a:moveTo>
                  <a:pt x="273" y="258"/>
                </a:moveTo>
                <a:cubicBezTo>
                  <a:pt x="48" y="192"/>
                  <a:pt x="48" y="192"/>
                  <a:pt x="48" y="192"/>
                </a:cubicBezTo>
                <a:cubicBezTo>
                  <a:pt x="48" y="113"/>
                  <a:pt x="48" y="113"/>
                  <a:pt x="48" y="113"/>
                </a:cubicBezTo>
                <a:cubicBezTo>
                  <a:pt x="273" y="47"/>
                  <a:pt x="273" y="47"/>
                  <a:pt x="273" y="47"/>
                </a:cubicBezTo>
                <a:lnTo>
                  <a:pt x="273" y="258"/>
                </a:lnTo>
                <a:close/>
                <a:moveTo>
                  <a:pt x="305" y="281"/>
                </a:moveTo>
                <a:cubicBezTo>
                  <a:pt x="305" y="285"/>
                  <a:pt x="302" y="289"/>
                  <a:pt x="297" y="289"/>
                </a:cubicBezTo>
                <a:cubicBezTo>
                  <a:pt x="293" y="289"/>
                  <a:pt x="289" y="285"/>
                  <a:pt x="289" y="281"/>
                </a:cubicBezTo>
                <a:cubicBezTo>
                  <a:pt x="289" y="24"/>
                  <a:pt x="289" y="24"/>
                  <a:pt x="289" y="24"/>
                </a:cubicBezTo>
                <a:cubicBezTo>
                  <a:pt x="289" y="19"/>
                  <a:pt x="293" y="16"/>
                  <a:pt x="297" y="16"/>
                </a:cubicBezTo>
                <a:cubicBezTo>
                  <a:pt x="302" y="16"/>
                  <a:pt x="305" y="19"/>
                  <a:pt x="305" y="24"/>
                </a:cubicBezTo>
                <a:lnTo>
                  <a:pt x="305" y="281"/>
                </a:lnTo>
                <a:close/>
                <a:moveTo>
                  <a:pt x="337" y="168"/>
                </a:moveTo>
                <a:cubicBezTo>
                  <a:pt x="337" y="177"/>
                  <a:pt x="330" y="184"/>
                  <a:pt x="321" y="184"/>
                </a:cubicBezTo>
                <a:cubicBezTo>
                  <a:pt x="321" y="120"/>
                  <a:pt x="321" y="120"/>
                  <a:pt x="321" y="120"/>
                </a:cubicBezTo>
                <a:cubicBezTo>
                  <a:pt x="330" y="120"/>
                  <a:pt x="337" y="127"/>
                  <a:pt x="337" y="136"/>
                </a:cubicBezTo>
                <a:lnTo>
                  <a:pt x="337" y="168"/>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92" name="Google Shape;692;p29"/>
          <p:cNvSpPr/>
          <p:nvPr/>
        </p:nvSpPr>
        <p:spPr>
          <a:xfrm>
            <a:off x="9136701" y="4863413"/>
            <a:ext cx="896938" cy="1009651"/>
          </a:xfrm>
          <a:custGeom>
            <a:rect b="b" l="l" r="r" t="t"/>
            <a:pathLst>
              <a:path extrusionOk="0" h="1991" w="1767">
                <a:moveTo>
                  <a:pt x="1678" y="604"/>
                </a:moveTo>
                <a:cubicBezTo>
                  <a:pt x="1677" y="585"/>
                  <a:pt x="1661" y="570"/>
                  <a:pt x="1642" y="570"/>
                </a:cubicBezTo>
                <a:cubicBezTo>
                  <a:pt x="1550" y="570"/>
                  <a:pt x="1550" y="570"/>
                  <a:pt x="1550" y="570"/>
                </a:cubicBezTo>
                <a:cubicBezTo>
                  <a:pt x="1550" y="263"/>
                  <a:pt x="1550" y="263"/>
                  <a:pt x="1550" y="263"/>
                </a:cubicBezTo>
                <a:cubicBezTo>
                  <a:pt x="1581" y="263"/>
                  <a:pt x="1581" y="263"/>
                  <a:pt x="1581" y="263"/>
                </a:cubicBezTo>
                <a:cubicBezTo>
                  <a:pt x="1601" y="263"/>
                  <a:pt x="1618" y="246"/>
                  <a:pt x="1618" y="226"/>
                </a:cubicBezTo>
                <a:cubicBezTo>
                  <a:pt x="1618" y="37"/>
                  <a:pt x="1618" y="37"/>
                  <a:pt x="1618" y="37"/>
                </a:cubicBezTo>
                <a:cubicBezTo>
                  <a:pt x="1618" y="17"/>
                  <a:pt x="1601" y="0"/>
                  <a:pt x="1581" y="0"/>
                </a:cubicBezTo>
                <a:cubicBezTo>
                  <a:pt x="1144" y="0"/>
                  <a:pt x="1144" y="0"/>
                  <a:pt x="1144" y="0"/>
                </a:cubicBezTo>
                <a:cubicBezTo>
                  <a:pt x="1124" y="0"/>
                  <a:pt x="1108" y="17"/>
                  <a:pt x="1108" y="37"/>
                </a:cubicBezTo>
                <a:cubicBezTo>
                  <a:pt x="1108" y="226"/>
                  <a:pt x="1108" y="226"/>
                  <a:pt x="1108" y="226"/>
                </a:cubicBezTo>
                <a:cubicBezTo>
                  <a:pt x="1108" y="246"/>
                  <a:pt x="1124" y="263"/>
                  <a:pt x="1144" y="263"/>
                </a:cubicBezTo>
                <a:cubicBezTo>
                  <a:pt x="1176" y="263"/>
                  <a:pt x="1176" y="263"/>
                  <a:pt x="1176" y="263"/>
                </a:cubicBezTo>
                <a:cubicBezTo>
                  <a:pt x="1176" y="570"/>
                  <a:pt x="1176" y="570"/>
                  <a:pt x="1176" y="570"/>
                </a:cubicBezTo>
                <a:cubicBezTo>
                  <a:pt x="1083" y="570"/>
                  <a:pt x="1083" y="570"/>
                  <a:pt x="1083" y="570"/>
                </a:cubicBezTo>
                <a:cubicBezTo>
                  <a:pt x="1064" y="570"/>
                  <a:pt x="1048" y="585"/>
                  <a:pt x="1047" y="604"/>
                </a:cubicBezTo>
                <a:cubicBezTo>
                  <a:pt x="1037" y="754"/>
                  <a:pt x="1037" y="754"/>
                  <a:pt x="1037" y="754"/>
                </a:cubicBezTo>
                <a:cubicBezTo>
                  <a:pt x="729" y="754"/>
                  <a:pt x="729" y="754"/>
                  <a:pt x="729" y="754"/>
                </a:cubicBezTo>
                <a:cubicBezTo>
                  <a:pt x="719" y="604"/>
                  <a:pt x="719" y="604"/>
                  <a:pt x="719" y="604"/>
                </a:cubicBezTo>
                <a:cubicBezTo>
                  <a:pt x="718" y="585"/>
                  <a:pt x="702" y="570"/>
                  <a:pt x="683" y="570"/>
                </a:cubicBezTo>
                <a:cubicBezTo>
                  <a:pt x="591" y="570"/>
                  <a:pt x="591" y="570"/>
                  <a:pt x="591" y="570"/>
                </a:cubicBezTo>
                <a:cubicBezTo>
                  <a:pt x="591" y="263"/>
                  <a:pt x="591" y="263"/>
                  <a:pt x="591" y="263"/>
                </a:cubicBezTo>
                <a:cubicBezTo>
                  <a:pt x="622" y="263"/>
                  <a:pt x="622" y="263"/>
                  <a:pt x="622" y="263"/>
                </a:cubicBezTo>
                <a:cubicBezTo>
                  <a:pt x="642" y="263"/>
                  <a:pt x="659" y="246"/>
                  <a:pt x="659" y="226"/>
                </a:cubicBezTo>
                <a:cubicBezTo>
                  <a:pt x="659" y="37"/>
                  <a:pt x="659" y="37"/>
                  <a:pt x="659" y="37"/>
                </a:cubicBezTo>
                <a:cubicBezTo>
                  <a:pt x="659" y="17"/>
                  <a:pt x="642" y="0"/>
                  <a:pt x="622" y="0"/>
                </a:cubicBezTo>
                <a:cubicBezTo>
                  <a:pt x="185" y="0"/>
                  <a:pt x="185" y="0"/>
                  <a:pt x="185" y="0"/>
                </a:cubicBezTo>
                <a:cubicBezTo>
                  <a:pt x="165" y="0"/>
                  <a:pt x="149" y="17"/>
                  <a:pt x="149" y="37"/>
                </a:cubicBezTo>
                <a:cubicBezTo>
                  <a:pt x="149" y="226"/>
                  <a:pt x="149" y="226"/>
                  <a:pt x="149" y="226"/>
                </a:cubicBezTo>
                <a:cubicBezTo>
                  <a:pt x="149" y="246"/>
                  <a:pt x="165" y="263"/>
                  <a:pt x="185" y="263"/>
                </a:cubicBezTo>
                <a:cubicBezTo>
                  <a:pt x="217" y="263"/>
                  <a:pt x="217" y="263"/>
                  <a:pt x="217" y="263"/>
                </a:cubicBezTo>
                <a:cubicBezTo>
                  <a:pt x="217" y="570"/>
                  <a:pt x="217" y="570"/>
                  <a:pt x="217" y="570"/>
                </a:cubicBezTo>
                <a:cubicBezTo>
                  <a:pt x="124" y="570"/>
                  <a:pt x="124" y="570"/>
                  <a:pt x="124" y="570"/>
                </a:cubicBezTo>
                <a:cubicBezTo>
                  <a:pt x="105" y="570"/>
                  <a:pt x="89" y="585"/>
                  <a:pt x="88" y="604"/>
                </a:cubicBezTo>
                <a:cubicBezTo>
                  <a:pt x="1" y="1952"/>
                  <a:pt x="1" y="1952"/>
                  <a:pt x="1" y="1952"/>
                </a:cubicBezTo>
                <a:cubicBezTo>
                  <a:pt x="0" y="1962"/>
                  <a:pt x="3" y="1972"/>
                  <a:pt x="10" y="1979"/>
                </a:cubicBezTo>
                <a:cubicBezTo>
                  <a:pt x="17" y="1986"/>
                  <a:pt x="27" y="1991"/>
                  <a:pt x="37" y="1991"/>
                </a:cubicBezTo>
                <a:cubicBezTo>
                  <a:pt x="771" y="1991"/>
                  <a:pt x="771" y="1991"/>
                  <a:pt x="771" y="1991"/>
                </a:cubicBezTo>
                <a:cubicBezTo>
                  <a:pt x="781" y="1991"/>
                  <a:pt x="790" y="1986"/>
                  <a:pt x="797" y="1979"/>
                </a:cubicBezTo>
                <a:cubicBezTo>
                  <a:pt x="804" y="1972"/>
                  <a:pt x="808" y="1962"/>
                  <a:pt x="807" y="1952"/>
                </a:cubicBezTo>
                <a:cubicBezTo>
                  <a:pt x="748" y="1040"/>
                  <a:pt x="748" y="1040"/>
                  <a:pt x="748" y="1040"/>
                </a:cubicBezTo>
                <a:cubicBezTo>
                  <a:pt x="1019" y="1040"/>
                  <a:pt x="1019" y="1040"/>
                  <a:pt x="1019" y="1040"/>
                </a:cubicBezTo>
                <a:cubicBezTo>
                  <a:pt x="960" y="1952"/>
                  <a:pt x="960" y="1952"/>
                  <a:pt x="960" y="1952"/>
                </a:cubicBezTo>
                <a:cubicBezTo>
                  <a:pt x="959" y="1962"/>
                  <a:pt x="962" y="1972"/>
                  <a:pt x="969" y="1979"/>
                </a:cubicBezTo>
                <a:cubicBezTo>
                  <a:pt x="976" y="1986"/>
                  <a:pt x="986" y="1991"/>
                  <a:pt x="996" y="1991"/>
                </a:cubicBezTo>
                <a:cubicBezTo>
                  <a:pt x="1730" y="1991"/>
                  <a:pt x="1730" y="1991"/>
                  <a:pt x="1730" y="1991"/>
                </a:cubicBezTo>
                <a:cubicBezTo>
                  <a:pt x="1740" y="1991"/>
                  <a:pt x="1749" y="1986"/>
                  <a:pt x="1756" y="1979"/>
                </a:cubicBezTo>
                <a:cubicBezTo>
                  <a:pt x="1763" y="1972"/>
                  <a:pt x="1767" y="1962"/>
                  <a:pt x="1766" y="1952"/>
                </a:cubicBezTo>
                <a:lnTo>
                  <a:pt x="1678" y="604"/>
                </a:lnTo>
                <a:close/>
                <a:moveTo>
                  <a:pt x="1076" y="1283"/>
                </a:moveTo>
                <a:cubicBezTo>
                  <a:pt x="1650" y="1283"/>
                  <a:pt x="1650" y="1283"/>
                  <a:pt x="1650" y="1283"/>
                </a:cubicBezTo>
                <a:cubicBezTo>
                  <a:pt x="1660" y="1434"/>
                  <a:pt x="1660" y="1434"/>
                  <a:pt x="1660" y="1434"/>
                </a:cubicBezTo>
                <a:cubicBezTo>
                  <a:pt x="1066" y="1434"/>
                  <a:pt x="1066" y="1434"/>
                  <a:pt x="1066" y="1434"/>
                </a:cubicBezTo>
                <a:lnTo>
                  <a:pt x="1076" y="1283"/>
                </a:lnTo>
                <a:close/>
                <a:moveTo>
                  <a:pt x="1180" y="73"/>
                </a:moveTo>
                <a:cubicBezTo>
                  <a:pt x="1545" y="73"/>
                  <a:pt x="1545" y="73"/>
                  <a:pt x="1545" y="73"/>
                </a:cubicBezTo>
                <a:cubicBezTo>
                  <a:pt x="1545" y="190"/>
                  <a:pt x="1545" y="190"/>
                  <a:pt x="1545" y="190"/>
                </a:cubicBezTo>
                <a:cubicBezTo>
                  <a:pt x="1513" y="190"/>
                  <a:pt x="1513" y="190"/>
                  <a:pt x="1513" y="190"/>
                </a:cubicBezTo>
                <a:cubicBezTo>
                  <a:pt x="1212" y="190"/>
                  <a:pt x="1212" y="190"/>
                  <a:pt x="1212" y="190"/>
                </a:cubicBezTo>
                <a:cubicBezTo>
                  <a:pt x="1180" y="190"/>
                  <a:pt x="1180" y="190"/>
                  <a:pt x="1180" y="190"/>
                </a:cubicBezTo>
                <a:lnTo>
                  <a:pt x="1180" y="73"/>
                </a:lnTo>
                <a:close/>
                <a:moveTo>
                  <a:pt x="1248" y="263"/>
                </a:moveTo>
                <a:cubicBezTo>
                  <a:pt x="1477" y="263"/>
                  <a:pt x="1477" y="263"/>
                  <a:pt x="1477" y="263"/>
                </a:cubicBezTo>
                <a:cubicBezTo>
                  <a:pt x="1477" y="570"/>
                  <a:pt x="1477" y="570"/>
                  <a:pt x="1477" y="570"/>
                </a:cubicBezTo>
                <a:cubicBezTo>
                  <a:pt x="1248" y="570"/>
                  <a:pt x="1248" y="570"/>
                  <a:pt x="1248" y="570"/>
                </a:cubicBezTo>
                <a:lnTo>
                  <a:pt x="1248" y="263"/>
                </a:lnTo>
                <a:close/>
                <a:moveTo>
                  <a:pt x="1212" y="642"/>
                </a:moveTo>
                <a:cubicBezTo>
                  <a:pt x="1513" y="642"/>
                  <a:pt x="1513" y="642"/>
                  <a:pt x="1513" y="642"/>
                </a:cubicBezTo>
                <a:cubicBezTo>
                  <a:pt x="1608" y="642"/>
                  <a:pt x="1608" y="642"/>
                  <a:pt x="1608" y="642"/>
                </a:cubicBezTo>
                <a:cubicBezTo>
                  <a:pt x="1645" y="1210"/>
                  <a:pt x="1645" y="1210"/>
                  <a:pt x="1645" y="1210"/>
                </a:cubicBezTo>
                <a:cubicBezTo>
                  <a:pt x="1080" y="1210"/>
                  <a:pt x="1080" y="1210"/>
                  <a:pt x="1080" y="1210"/>
                </a:cubicBezTo>
                <a:cubicBezTo>
                  <a:pt x="1117" y="642"/>
                  <a:pt x="1117" y="642"/>
                  <a:pt x="1117" y="642"/>
                </a:cubicBezTo>
                <a:lnTo>
                  <a:pt x="1212" y="642"/>
                </a:lnTo>
                <a:close/>
                <a:moveTo>
                  <a:pt x="221" y="73"/>
                </a:moveTo>
                <a:cubicBezTo>
                  <a:pt x="586" y="73"/>
                  <a:pt x="586" y="73"/>
                  <a:pt x="586" y="73"/>
                </a:cubicBezTo>
                <a:cubicBezTo>
                  <a:pt x="586" y="190"/>
                  <a:pt x="586" y="190"/>
                  <a:pt x="586" y="190"/>
                </a:cubicBezTo>
                <a:cubicBezTo>
                  <a:pt x="554" y="190"/>
                  <a:pt x="554" y="190"/>
                  <a:pt x="554" y="190"/>
                </a:cubicBezTo>
                <a:cubicBezTo>
                  <a:pt x="253" y="190"/>
                  <a:pt x="253" y="190"/>
                  <a:pt x="253" y="190"/>
                </a:cubicBezTo>
                <a:cubicBezTo>
                  <a:pt x="221" y="190"/>
                  <a:pt x="221" y="190"/>
                  <a:pt x="221" y="190"/>
                </a:cubicBezTo>
                <a:lnTo>
                  <a:pt x="221" y="73"/>
                </a:lnTo>
                <a:close/>
                <a:moveTo>
                  <a:pt x="289" y="263"/>
                </a:moveTo>
                <a:cubicBezTo>
                  <a:pt x="518" y="263"/>
                  <a:pt x="518" y="263"/>
                  <a:pt x="518" y="263"/>
                </a:cubicBezTo>
                <a:cubicBezTo>
                  <a:pt x="518" y="570"/>
                  <a:pt x="518" y="570"/>
                  <a:pt x="518" y="570"/>
                </a:cubicBezTo>
                <a:cubicBezTo>
                  <a:pt x="289" y="570"/>
                  <a:pt x="289" y="570"/>
                  <a:pt x="289" y="570"/>
                </a:cubicBezTo>
                <a:lnTo>
                  <a:pt x="289" y="263"/>
                </a:lnTo>
                <a:close/>
                <a:moveTo>
                  <a:pt x="158" y="642"/>
                </a:moveTo>
                <a:cubicBezTo>
                  <a:pt x="253" y="642"/>
                  <a:pt x="253" y="642"/>
                  <a:pt x="253" y="642"/>
                </a:cubicBezTo>
                <a:cubicBezTo>
                  <a:pt x="554" y="642"/>
                  <a:pt x="554" y="642"/>
                  <a:pt x="554" y="642"/>
                </a:cubicBezTo>
                <a:cubicBezTo>
                  <a:pt x="649" y="642"/>
                  <a:pt x="649" y="642"/>
                  <a:pt x="649" y="642"/>
                </a:cubicBezTo>
                <a:cubicBezTo>
                  <a:pt x="686" y="1210"/>
                  <a:pt x="686" y="1210"/>
                  <a:pt x="686" y="1210"/>
                </a:cubicBezTo>
                <a:cubicBezTo>
                  <a:pt x="121" y="1210"/>
                  <a:pt x="121" y="1210"/>
                  <a:pt x="121" y="1210"/>
                </a:cubicBezTo>
                <a:lnTo>
                  <a:pt x="158" y="642"/>
                </a:lnTo>
                <a:close/>
                <a:moveTo>
                  <a:pt x="117" y="1283"/>
                </a:moveTo>
                <a:cubicBezTo>
                  <a:pt x="691" y="1283"/>
                  <a:pt x="691" y="1283"/>
                  <a:pt x="691" y="1283"/>
                </a:cubicBezTo>
                <a:cubicBezTo>
                  <a:pt x="701" y="1434"/>
                  <a:pt x="701" y="1434"/>
                  <a:pt x="701" y="1434"/>
                </a:cubicBezTo>
                <a:cubicBezTo>
                  <a:pt x="107" y="1434"/>
                  <a:pt x="107" y="1434"/>
                  <a:pt x="107" y="1434"/>
                </a:cubicBezTo>
                <a:lnTo>
                  <a:pt x="117" y="1283"/>
                </a:lnTo>
                <a:close/>
                <a:moveTo>
                  <a:pt x="75" y="1918"/>
                </a:moveTo>
                <a:cubicBezTo>
                  <a:pt x="102" y="1506"/>
                  <a:pt x="102" y="1506"/>
                  <a:pt x="102" y="1506"/>
                </a:cubicBezTo>
                <a:cubicBezTo>
                  <a:pt x="706" y="1506"/>
                  <a:pt x="706" y="1506"/>
                  <a:pt x="706" y="1506"/>
                </a:cubicBezTo>
                <a:cubicBezTo>
                  <a:pt x="732" y="1918"/>
                  <a:pt x="732" y="1918"/>
                  <a:pt x="732" y="1918"/>
                </a:cubicBezTo>
                <a:lnTo>
                  <a:pt x="75" y="1918"/>
                </a:lnTo>
                <a:close/>
                <a:moveTo>
                  <a:pt x="743" y="967"/>
                </a:moveTo>
                <a:cubicBezTo>
                  <a:pt x="734" y="826"/>
                  <a:pt x="734" y="826"/>
                  <a:pt x="734" y="826"/>
                </a:cubicBezTo>
                <a:cubicBezTo>
                  <a:pt x="1033" y="826"/>
                  <a:pt x="1033" y="826"/>
                  <a:pt x="1033" y="826"/>
                </a:cubicBezTo>
                <a:cubicBezTo>
                  <a:pt x="1024" y="967"/>
                  <a:pt x="1024" y="967"/>
                  <a:pt x="1024" y="967"/>
                </a:cubicBezTo>
                <a:lnTo>
                  <a:pt x="743" y="967"/>
                </a:lnTo>
                <a:close/>
                <a:moveTo>
                  <a:pt x="1034" y="1918"/>
                </a:moveTo>
                <a:cubicBezTo>
                  <a:pt x="1061" y="1506"/>
                  <a:pt x="1061" y="1506"/>
                  <a:pt x="1061" y="1506"/>
                </a:cubicBezTo>
                <a:cubicBezTo>
                  <a:pt x="1665" y="1506"/>
                  <a:pt x="1665" y="1506"/>
                  <a:pt x="1665" y="1506"/>
                </a:cubicBezTo>
                <a:cubicBezTo>
                  <a:pt x="1691" y="1918"/>
                  <a:pt x="1691" y="1918"/>
                  <a:pt x="1691" y="1918"/>
                </a:cubicBezTo>
                <a:lnTo>
                  <a:pt x="1034" y="1918"/>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93" name="Google Shape;693;p29"/>
          <p:cNvSpPr/>
          <p:nvPr/>
        </p:nvSpPr>
        <p:spPr>
          <a:xfrm>
            <a:off x="14256363" y="4963775"/>
            <a:ext cx="1092600" cy="976800"/>
          </a:xfrm>
          <a:prstGeom prst="heart">
            <a:avLst/>
          </a:prstGeom>
          <a:solidFill>
            <a:schemeClr val="lt2"/>
          </a:solidFill>
          <a:ln cap="flat" cmpd="sng" w="381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9"/>
          <p:cNvSpPr/>
          <p:nvPr/>
        </p:nvSpPr>
        <p:spPr>
          <a:xfrm>
            <a:off x="22148700" y="6504500"/>
            <a:ext cx="848400" cy="848400"/>
          </a:xfrm>
          <a:prstGeom prst="smileyFace">
            <a:avLst>
              <a:gd fmla="val 4653"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9"/>
          <p:cNvSpPr/>
          <p:nvPr/>
        </p:nvSpPr>
        <p:spPr>
          <a:xfrm>
            <a:off x="1322175" y="7802575"/>
            <a:ext cx="848400" cy="848400"/>
          </a:xfrm>
          <a:prstGeom prst="smileyFace">
            <a:avLst>
              <a:gd fmla="val -4653"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9"/>
          <p:cNvSpPr txBox="1"/>
          <p:nvPr/>
        </p:nvSpPr>
        <p:spPr>
          <a:xfrm>
            <a:off x="2522600" y="8395928"/>
            <a:ext cx="3690300" cy="357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lang="en-US">
                <a:solidFill>
                  <a:schemeClr val="dk2"/>
                </a:solidFill>
                <a:latin typeface="Lato Light"/>
                <a:ea typeface="Lato Light"/>
                <a:cs typeface="Lato Light"/>
                <a:sym typeface="Lato Light"/>
              </a:rPr>
              <a:t>Insert some explanations, information, data about the title here</a:t>
            </a:r>
            <a:br>
              <a:rPr lang="en-US">
                <a:solidFill>
                  <a:schemeClr val="dk2"/>
                </a:solidFill>
                <a:latin typeface="Lato Light"/>
                <a:ea typeface="Lato Light"/>
                <a:cs typeface="Lato Light"/>
                <a:sym typeface="Lato Light"/>
              </a:rPr>
            </a:br>
            <a:endParaRPr b="0" i="0" u="none" cap="none" strike="noStrike">
              <a:solidFill>
                <a:srgbClr val="000000"/>
              </a:solidFill>
              <a:latin typeface="Arial"/>
              <a:ea typeface="Arial"/>
              <a:cs typeface="Arial"/>
              <a:sym typeface="Arial"/>
            </a:endParaRPr>
          </a:p>
        </p:txBody>
      </p:sp>
      <p:sp>
        <p:nvSpPr>
          <p:cNvPr id="697" name="Google Shape;697;p29"/>
          <p:cNvSpPr txBox="1"/>
          <p:nvPr/>
        </p:nvSpPr>
        <p:spPr>
          <a:xfrm>
            <a:off x="2522600" y="8162775"/>
            <a:ext cx="3690300" cy="233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a:solidFill>
                  <a:schemeClr val="dk2"/>
                </a:solidFill>
                <a:latin typeface="Lato"/>
                <a:ea typeface="Lato"/>
                <a:cs typeface="Lato"/>
                <a:sym typeface="Lato"/>
              </a:rPr>
              <a:t>El cliente busca...</a:t>
            </a:r>
            <a:endParaRPr b="0" i="0" u="none" cap="none" strike="noStrike">
              <a:solidFill>
                <a:srgbClr val="000000"/>
              </a:solidFill>
              <a:latin typeface="Arial"/>
              <a:ea typeface="Arial"/>
              <a:cs typeface="Arial"/>
              <a:sym typeface="Arial"/>
            </a:endParaRPr>
          </a:p>
        </p:txBody>
      </p:sp>
      <p:sp>
        <p:nvSpPr>
          <p:cNvPr id="698" name="Google Shape;698;p29"/>
          <p:cNvSpPr txBox="1"/>
          <p:nvPr/>
        </p:nvSpPr>
        <p:spPr>
          <a:xfrm>
            <a:off x="2522600" y="9177278"/>
            <a:ext cx="3690300" cy="3579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2400"/>
              <a:buFont typeface="Arial"/>
              <a:buNone/>
            </a:pPr>
            <a:r>
              <a:rPr lang="en-US">
                <a:solidFill>
                  <a:schemeClr val="dk2"/>
                </a:solidFill>
                <a:latin typeface="Lato Light"/>
                <a:ea typeface="Lato Light"/>
                <a:cs typeface="Lato Light"/>
                <a:sym typeface="Lato Light"/>
              </a:rPr>
              <a:t>Insert some explanations, information, data about the title here</a:t>
            </a:r>
            <a:br>
              <a:rPr lang="en-US">
                <a:solidFill>
                  <a:schemeClr val="dk2"/>
                </a:solidFill>
                <a:latin typeface="Lato Light"/>
                <a:ea typeface="Lato Light"/>
                <a:cs typeface="Lato Light"/>
                <a:sym typeface="Lato Light"/>
              </a:rPr>
            </a:br>
            <a:endParaRPr>
              <a:solidFill>
                <a:schemeClr val="dk1"/>
              </a:solidFill>
            </a:endParaRPr>
          </a:p>
          <a:p>
            <a:pPr indent="0" lvl="0" marL="0" marR="0" rtl="0" algn="l">
              <a:lnSpc>
                <a:spcPct val="120000"/>
              </a:lnSpc>
              <a:spcBef>
                <a:spcPts val="0"/>
              </a:spcBef>
              <a:spcAft>
                <a:spcPts val="0"/>
              </a:spcAft>
              <a:buClr>
                <a:srgbClr val="000000"/>
              </a:buClr>
              <a:buSzPts val="2400"/>
              <a:buFont typeface="Arial"/>
              <a:buNone/>
            </a:pPr>
            <a:r>
              <a:t/>
            </a:r>
            <a:endParaRPr>
              <a:solidFill>
                <a:schemeClr val="dk2"/>
              </a:solidFill>
              <a:latin typeface="Lato Light"/>
              <a:ea typeface="Lato Light"/>
              <a:cs typeface="Lato Light"/>
              <a:sym typeface="Lato Light"/>
            </a:endParaRPr>
          </a:p>
        </p:txBody>
      </p:sp>
      <p:sp>
        <p:nvSpPr>
          <p:cNvPr id="699" name="Google Shape;699;p29"/>
          <p:cNvSpPr txBox="1"/>
          <p:nvPr/>
        </p:nvSpPr>
        <p:spPr>
          <a:xfrm>
            <a:off x="2522600" y="8944125"/>
            <a:ext cx="3690300" cy="233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a:solidFill>
                  <a:schemeClr val="dk2"/>
                </a:solidFill>
                <a:latin typeface="Lato"/>
                <a:ea typeface="Lato"/>
                <a:cs typeface="Lato"/>
                <a:sym typeface="Lato"/>
              </a:rPr>
              <a:t>La empresa ofrece… </a:t>
            </a:r>
            <a:endParaRPr b="0" i="0" u="none" cap="none" strike="noStrike">
              <a:solidFill>
                <a:srgbClr val="000000"/>
              </a:solidFill>
              <a:latin typeface="Arial"/>
              <a:ea typeface="Arial"/>
              <a:cs typeface="Arial"/>
              <a:sym typeface="Arial"/>
            </a:endParaRPr>
          </a:p>
        </p:txBody>
      </p:sp>
      <p:sp>
        <p:nvSpPr>
          <p:cNvPr id="700" name="Google Shape;700;p29"/>
          <p:cNvSpPr txBox="1"/>
          <p:nvPr/>
        </p:nvSpPr>
        <p:spPr>
          <a:xfrm>
            <a:off x="2522538" y="9958628"/>
            <a:ext cx="3690300" cy="3579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2400"/>
              <a:buFont typeface="Arial"/>
              <a:buNone/>
            </a:pPr>
            <a:r>
              <a:rPr lang="en-US">
                <a:solidFill>
                  <a:schemeClr val="dk2"/>
                </a:solidFill>
                <a:latin typeface="Lato Light"/>
                <a:ea typeface="Lato Light"/>
                <a:cs typeface="Lato Light"/>
                <a:sym typeface="Lato Light"/>
              </a:rPr>
              <a:t>Insert some explanations, information, data about the title here</a:t>
            </a:r>
            <a:br>
              <a:rPr lang="en-US">
                <a:solidFill>
                  <a:schemeClr val="dk2"/>
                </a:solidFill>
                <a:latin typeface="Lato Light"/>
                <a:ea typeface="Lato Light"/>
                <a:cs typeface="Lato Light"/>
                <a:sym typeface="Lato Light"/>
              </a:rPr>
            </a:br>
            <a:endParaRPr>
              <a:solidFill>
                <a:schemeClr val="dk1"/>
              </a:solidFill>
            </a:endParaRPr>
          </a:p>
          <a:p>
            <a:pPr indent="0" lvl="0" marL="0" marR="0" rtl="0" algn="l">
              <a:lnSpc>
                <a:spcPct val="120000"/>
              </a:lnSpc>
              <a:spcBef>
                <a:spcPts val="0"/>
              </a:spcBef>
              <a:spcAft>
                <a:spcPts val="0"/>
              </a:spcAft>
              <a:buClr>
                <a:srgbClr val="000000"/>
              </a:buClr>
              <a:buSzPts val="2400"/>
              <a:buFont typeface="Arial"/>
              <a:buNone/>
            </a:pPr>
            <a:r>
              <a:t/>
            </a:r>
            <a:endParaRPr>
              <a:solidFill>
                <a:schemeClr val="dk2"/>
              </a:solidFill>
              <a:latin typeface="Lato Light"/>
              <a:ea typeface="Lato Light"/>
              <a:cs typeface="Lato Light"/>
              <a:sym typeface="Lato Light"/>
            </a:endParaRPr>
          </a:p>
        </p:txBody>
      </p:sp>
      <p:sp>
        <p:nvSpPr>
          <p:cNvPr id="701" name="Google Shape;701;p29"/>
          <p:cNvSpPr txBox="1"/>
          <p:nvPr/>
        </p:nvSpPr>
        <p:spPr>
          <a:xfrm>
            <a:off x="2522538" y="9725475"/>
            <a:ext cx="3690300" cy="233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a:solidFill>
                  <a:schemeClr val="dk2"/>
                </a:solidFill>
                <a:latin typeface="Lato"/>
                <a:ea typeface="Lato"/>
                <a:cs typeface="Lato"/>
                <a:sym typeface="Lato"/>
              </a:rPr>
              <a:t>Los obstáculos para continuar son...</a:t>
            </a:r>
            <a:endParaRPr b="0" i="0" u="none" cap="none" strike="noStrike">
              <a:solidFill>
                <a:srgbClr val="000000"/>
              </a:solidFill>
              <a:latin typeface="Arial"/>
              <a:ea typeface="Arial"/>
              <a:cs typeface="Arial"/>
              <a:sym typeface="Arial"/>
            </a:endParaRPr>
          </a:p>
        </p:txBody>
      </p:sp>
      <p:sp>
        <p:nvSpPr>
          <p:cNvPr id="702" name="Google Shape;702;p29"/>
          <p:cNvSpPr txBox="1"/>
          <p:nvPr/>
        </p:nvSpPr>
        <p:spPr>
          <a:xfrm>
            <a:off x="7740050" y="8419553"/>
            <a:ext cx="3690300" cy="357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lang="en-US">
                <a:solidFill>
                  <a:schemeClr val="dk2"/>
                </a:solidFill>
                <a:latin typeface="Lato Light"/>
                <a:ea typeface="Lato Light"/>
                <a:cs typeface="Lato Light"/>
                <a:sym typeface="Lato Light"/>
              </a:rPr>
              <a:t>Insert some explanations, information, data about the title here</a:t>
            </a:r>
            <a:br>
              <a:rPr lang="en-US">
                <a:solidFill>
                  <a:schemeClr val="dk2"/>
                </a:solidFill>
                <a:latin typeface="Lato Light"/>
                <a:ea typeface="Lato Light"/>
                <a:cs typeface="Lato Light"/>
                <a:sym typeface="Lato Light"/>
              </a:rPr>
            </a:br>
            <a:endParaRPr b="0" i="0" u="none" cap="none" strike="noStrike">
              <a:solidFill>
                <a:srgbClr val="000000"/>
              </a:solidFill>
              <a:latin typeface="Arial"/>
              <a:ea typeface="Arial"/>
              <a:cs typeface="Arial"/>
              <a:sym typeface="Arial"/>
            </a:endParaRPr>
          </a:p>
        </p:txBody>
      </p:sp>
      <p:sp>
        <p:nvSpPr>
          <p:cNvPr id="703" name="Google Shape;703;p29"/>
          <p:cNvSpPr txBox="1"/>
          <p:nvPr/>
        </p:nvSpPr>
        <p:spPr>
          <a:xfrm>
            <a:off x="7740050" y="8186400"/>
            <a:ext cx="3690300" cy="233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a:solidFill>
                  <a:schemeClr val="dk2"/>
                </a:solidFill>
                <a:latin typeface="Lato"/>
                <a:ea typeface="Lato"/>
                <a:cs typeface="Lato"/>
                <a:sym typeface="Lato"/>
              </a:rPr>
              <a:t>El cliente busca...</a:t>
            </a:r>
            <a:endParaRPr b="0" i="0" u="none" cap="none" strike="noStrike">
              <a:solidFill>
                <a:srgbClr val="000000"/>
              </a:solidFill>
              <a:latin typeface="Arial"/>
              <a:ea typeface="Arial"/>
              <a:cs typeface="Arial"/>
              <a:sym typeface="Arial"/>
            </a:endParaRPr>
          </a:p>
        </p:txBody>
      </p:sp>
      <p:sp>
        <p:nvSpPr>
          <p:cNvPr id="704" name="Google Shape;704;p29"/>
          <p:cNvSpPr txBox="1"/>
          <p:nvPr/>
        </p:nvSpPr>
        <p:spPr>
          <a:xfrm>
            <a:off x="7740050" y="9200903"/>
            <a:ext cx="3690300" cy="3579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2400"/>
              <a:buFont typeface="Arial"/>
              <a:buNone/>
            </a:pPr>
            <a:r>
              <a:rPr lang="en-US">
                <a:solidFill>
                  <a:schemeClr val="dk2"/>
                </a:solidFill>
                <a:latin typeface="Lato Light"/>
                <a:ea typeface="Lato Light"/>
                <a:cs typeface="Lato Light"/>
                <a:sym typeface="Lato Light"/>
              </a:rPr>
              <a:t>Insert some explanations, information, data about the title here</a:t>
            </a:r>
            <a:br>
              <a:rPr lang="en-US">
                <a:solidFill>
                  <a:schemeClr val="dk2"/>
                </a:solidFill>
                <a:latin typeface="Lato Light"/>
                <a:ea typeface="Lato Light"/>
                <a:cs typeface="Lato Light"/>
                <a:sym typeface="Lato Light"/>
              </a:rPr>
            </a:br>
            <a:endParaRPr>
              <a:solidFill>
                <a:schemeClr val="dk1"/>
              </a:solidFill>
            </a:endParaRPr>
          </a:p>
          <a:p>
            <a:pPr indent="0" lvl="0" marL="0" marR="0" rtl="0" algn="l">
              <a:lnSpc>
                <a:spcPct val="120000"/>
              </a:lnSpc>
              <a:spcBef>
                <a:spcPts val="0"/>
              </a:spcBef>
              <a:spcAft>
                <a:spcPts val="0"/>
              </a:spcAft>
              <a:buClr>
                <a:srgbClr val="000000"/>
              </a:buClr>
              <a:buSzPts val="2400"/>
              <a:buFont typeface="Arial"/>
              <a:buNone/>
            </a:pPr>
            <a:r>
              <a:t/>
            </a:r>
            <a:endParaRPr>
              <a:solidFill>
                <a:schemeClr val="dk2"/>
              </a:solidFill>
              <a:latin typeface="Lato Light"/>
              <a:ea typeface="Lato Light"/>
              <a:cs typeface="Lato Light"/>
              <a:sym typeface="Lato Light"/>
            </a:endParaRPr>
          </a:p>
        </p:txBody>
      </p:sp>
      <p:sp>
        <p:nvSpPr>
          <p:cNvPr id="705" name="Google Shape;705;p29"/>
          <p:cNvSpPr txBox="1"/>
          <p:nvPr/>
        </p:nvSpPr>
        <p:spPr>
          <a:xfrm>
            <a:off x="7740050" y="8967750"/>
            <a:ext cx="3690300" cy="233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a:solidFill>
                  <a:schemeClr val="dk2"/>
                </a:solidFill>
                <a:latin typeface="Lato"/>
                <a:ea typeface="Lato"/>
                <a:cs typeface="Lato"/>
                <a:sym typeface="Lato"/>
              </a:rPr>
              <a:t>La empresa ofrece… </a:t>
            </a:r>
            <a:endParaRPr b="0" i="0" u="none" cap="none" strike="noStrike">
              <a:solidFill>
                <a:srgbClr val="000000"/>
              </a:solidFill>
              <a:latin typeface="Arial"/>
              <a:ea typeface="Arial"/>
              <a:cs typeface="Arial"/>
              <a:sym typeface="Arial"/>
            </a:endParaRPr>
          </a:p>
        </p:txBody>
      </p:sp>
      <p:sp>
        <p:nvSpPr>
          <p:cNvPr id="706" name="Google Shape;706;p29"/>
          <p:cNvSpPr txBox="1"/>
          <p:nvPr/>
        </p:nvSpPr>
        <p:spPr>
          <a:xfrm>
            <a:off x="7739988" y="9982253"/>
            <a:ext cx="3690300" cy="3579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2400"/>
              <a:buFont typeface="Arial"/>
              <a:buNone/>
            </a:pPr>
            <a:r>
              <a:rPr lang="en-US">
                <a:solidFill>
                  <a:schemeClr val="dk2"/>
                </a:solidFill>
                <a:latin typeface="Lato Light"/>
                <a:ea typeface="Lato Light"/>
                <a:cs typeface="Lato Light"/>
                <a:sym typeface="Lato Light"/>
              </a:rPr>
              <a:t>Insert some explanations, information, data about the title here</a:t>
            </a:r>
            <a:br>
              <a:rPr lang="en-US">
                <a:solidFill>
                  <a:schemeClr val="dk2"/>
                </a:solidFill>
                <a:latin typeface="Lato Light"/>
                <a:ea typeface="Lato Light"/>
                <a:cs typeface="Lato Light"/>
                <a:sym typeface="Lato Light"/>
              </a:rPr>
            </a:br>
            <a:endParaRPr>
              <a:solidFill>
                <a:schemeClr val="dk1"/>
              </a:solidFill>
            </a:endParaRPr>
          </a:p>
          <a:p>
            <a:pPr indent="0" lvl="0" marL="0" marR="0" rtl="0" algn="l">
              <a:lnSpc>
                <a:spcPct val="120000"/>
              </a:lnSpc>
              <a:spcBef>
                <a:spcPts val="0"/>
              </a:spcBef>
              <a:spcAft>
                <a:spcPts val="0"/>
              </a:spcAft>
              <a:buClr>
                <a:srgbClr val="000000"/>
              </a:buClr>
              <a:buSzPts val="2400"/>
              <a:buFont typeface="Arial"/>
              <a:buNone/>
            </a:pPr>
            <a:r>
              <a:t/>
            </a:r>
            <a:endParaRPr>
              <a:solidFill>
                <a:schemeClr val="dk2"/>
              </a:solidFill>
              <a:latin typeface="Lato Light"/>
              <a:ea typeface="Lato Light"/>
              <a:cs typeface="Lato Light"/>
              <a:sym typeface="Lato Light"/>
            </a:endParaRPr>
          </a:p>
        </p:txBody>
      </p:sp>
      <p:sp>
        <p:nvSpPr>
          <p:cNvPr id="707" name="Google Shape;707;p29"/>
          <p:cNvSpPr txBox="1"/>
          <p:nvPr/>
        </p:nvSpPr>
        <p:spPr>
          <a:xfrm>
            <a:off x="7739988" y="9749100"/>
            <a:ext cx="3690300" cy="233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a:solidFill>
                  <a:schemeClr val="dk2"/>
                </a:solidFill>
                <a:latin typeface="Lato"/>
                <a:ea typeface="Lato"/>
                <a:cs typeface="Lato"/>
                <a:sym typeface="Lato"/>
              </a:rPr>
              <a:t>Los obstáculos para continuar son...</a:t>
            </a:r>
            <a:endParaRPr b="0" i="0" u="none" cap="none" strike="noStrike">
              <a:solidFill>
                <a:srgbClr val="000000"/>
              </a:solidFill>
              <a:latin typeface="Arial"/>
              <a:ea typeface="Arial"/>
              <a:cs typeface="Arial"/>
              <a:sym typeface="Arial"/>
            </a:endParaRPr>
          </a:p>
        </p:txBody>
      </p:sp>
      <p:sp>
        <p:nvSpPr>
          <p:cNvPr id="708" name="Google Shape;708;p29"/>
          <p:cNvSpPr txBox="1"/>
          <p:nvPr/>
        </p:nvSpPr>
        <p:spPr>
          <a:xfrm>
            <a:off x="12957538" y="8426728"/>
            <a:ext cx="3690300" cy="357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lang="en-US">
                <a:solidFill>
                  <a:schemeClr val="dk2"/>
                </a:solidFill>
                <a:latin typeface="Lato Light"/>
                <a:ea typeface="Lato Light"/>
                <a:cs typeface="Lato Light"/>
                <a:sym typeface="Lato Light"/>
              </a:rPr>
              <a:t>Insert some explanations, information, data about the title here</a:t>
            </a:r>
            <a:br>
              <a:rPr lang="en-US">
                <a:solidFill>
                  <a:schemeClr val="dk2"/>
                </a:solidFill>
                <a:latin typeface="Lato Light"/>
                <a:ea typeface="Lato Light"/>
                <a:cs typeface="Lato Light"/>
                <a:sym typeface="Lato Light"/>
              </a:rPr>
            </a:br>
            <a:endParaRPr b="0" i="0" u="none" cap="none" strike="noStrike">
              <a:solidFill>
                <a:srgbClr val="000000"/>
              </a:solidFill>
              <a:latin typeface="Arial"/>
              <a:ea typeface="Arial"/>
              <a:cs typeface="Arial"/>
              <a:sym typeface="Arial"/>
            </a:endParaRPr>
          </a:p>
        </p:txBody>
      </p:sp>
      <p:sp>
        <p:nvSpPr>
          <p:cNvPr id="709" name="Google Shape;709;p29"/>
          <p:cNvSpPr txBox="1"/>
          <p:nvPr/>
        </p:nvSpPr>
        <p:spPr>
          <a:xfrm>
            <a:off x="12957538" y="8193575"/>
            <a:ext cx="3690300" cy="233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a:solidFill>
                  <a:schemeClr val="dk2"/>
                </a:solidFill>
                <a:latin typeface="Lato"/>
                <a:ea typeface="Lato"/>
                <a:cs typeface="Lato"/>
                <a:sym typeface="Lato"/>
              </a:rPr>
              <a:t>El cliente busca...</a:t>
            </a:r>
            <a:endParaRPr b="0" i="0" u="none" cap="none" strike="noStrike">
              <a:solidFill>
                <a:srgbClr val="000000"/>
              </a:solidFill>
              <a:latin typeface="Arial"/>
              <a:ea typeface="Arial"/>
              <a:cs typeface="Arial"/>
              <a:sym typeface="Arial"/>
            </a:endParaRPr>
          </a:p>
        </p:txBody>
      </p:sp>
      <p:sp>
        <p:nvSpPr>
          <p:cNvPr id="710" name="Google Shape;710;p29"/>
          <p:cNvSpPr txBox="1"/>
          <p:nvPr/>
        </p:nvSpPr>
        <p:spPr>
          <a:xfrm>
            <a:off x="12957538" y="9208078"/>
            <a:ext cx="3690300" cy="3579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2400"/>
              <a:buFont typeface="Arial"/>
              <a:buNone/>
            </a:pPr>
            <a:r>
              <a:rPr lang="en-US">
                <a:solidFill>
                  <a:schemeClr val="dk2"/>
                </a:solidFill>
                <a:latin typeface="Lato Light"/>
                <a:ea typeface="Lato Light"/>
                <a:cs typeface="Lato Light"/>
                <a:sym typeface="Lato Light"/>
              </a:rPr>
              <a:t>Insert some explanations, information, data about the title here</a:t>
            </a:r>
            <a:br>
              <a:rPr lang="en-US">
                <a:solidFill>
                  <a:schemeClr val="dk2"/>
                </a:solidFill>
                <a:latin typeface="Lato Light"/>
                <a:ea typeface="Lato Light"/>
                <a:cs typeface="Lato Light"/>
                <a:sym typeface="Lato Light"/>
              </a:rPr>
            </a:br>
            <a:endParaRPr>
              <a:solidFill>
                <a:schemeClr val="dk1"/>
              </a:solidFill>
            </a:endParaRPr>
          </a:p>
          <a:p>
            <a:pPr indent="0" lvl="0" marL="0" marR="0" rtl="0" algn="l">
              <a:lnSpc>
                <a:spcPct val="120000"/>
              </a:lnSpc>
              <a:spcBef>
                <a:spcPts val="0"/>
              </a:spcBef>
              <a:spcAft>
                <a:spcPts val="0"/>
              </a:spcAft>
              <a:buClr>
                <a:srgbClr val="000000"/>
              </a:buClr>
              <a:buSzPts val="2400"/>
              <a:buFont typeface="Arial"/>
              <a:buNone/>
            </a:pPr>
            <a:r>
              <a:t/>
            </a:r>
            <a:endParaRPr>
              <a:solidFill>
                <a:schemeClr val="dk2"/>
              </a:solidFill>
              <a:latin typeface="Lato Light"/>
              <a:ea typeface="Lato Light"/>
              <a:cs typeface="Lato Light"/>
              <a:sym typeface="Lato Light"/>
            </a:endParaRPr>
          </a:p>
        </p:txBody>
      </p:sp>
      <p:sp>
        <p:nvSpPr>
          <p:cNvPr id="711" name="Google Shape;711;p29"/>
          <p:cNvSpPr txBox="1"/>
          <p:nvPr/>
        </p:nvSpPr>
        <p:spPr>
          <a:xfrm>
            <a:off x="12957538" y="8974925"/>
            <a:ext cx="3690300" cy="233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a:solidFill>
                  <a:schemeClr val="dk2"/>
                </a:solidFill>
                <a:latin typeface="Lato"/>
                <a:ea typeface="Lato"/>
                <a:cs typeface="Lato"/>
                <a:sym typeface="Lato"/>
              </a:rPr>
              <a:t>La empresa ofrece… </a:t>
            </a:r>
            <a:endParaRPr b="0" i="0" u="none" cap="none" strike="noStrike">
              <a:solidFill>
                <a:srgbClr val="000000"/>
              </a:solidFill>
              <a:latin typeface="Arial"/>
              <a:ea typeface="Arial"/>
              <a:cs typeface="Arial"/>
              <a:sym typeface="Arial"/>
            </a:endParaRPr>
          </a:p>
        </p:txBody>
      </p:sp>
      <p:sp>
        <p:nvSpPr>
          <p:cNvPr id="712" name="Google Shape;712;p29"/>
          <p:cNvSpPr txBox="1"/>
          <p:nvPr/>
        </p:nvSpPr>
        <p:spPr>
          <a:xfrm>
            <a:off x="12957475" y="9989428"/>
            <a:ext cx="3690300" cy="3579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2400"/>
              <a:buFont typeface="Arial"/>
              <a:buNone/>
            </a:pPr>
            <a:r>
              <a:rPr lang="en-US">
                <a:solidFill>
                  <a:schemeClr val="dk2"/>
                </a:solidFill>
                <a:latin typeface="Lato Light"/>
                <a:ea typeface="Lato Light"/>
                <a:cs typeface="Lato Light"/>
                <a:sym typeface="Lato Light"/>
              </a:rPr>
              <a:t>Insert some explanations, information, data about the title here</a:t>
            </a:r>
            <a:br>
              <a:rPr lang="en-US">
                <a:solidFill>
                  <a:schemeClr val="dk2"/>
                </a:solidFill>
                <a:latin typeface="Lato Light"/>
                <a:ea typeface="Lato Light"/>
                <a:cs typeface="Lato Light"/>
                <a:sym typeface="Lato Light"/>
              </a:rPr>
            </a:br>
            <a:endParaRPr>
              <a:solidFill>
                <a:schemeClr val="dk1"/>
              </a:solidFill>
            </a:endParaRPr>
          </a:p>
          <a:p>
            <a:pPr indent="0" lvl="0" marL="0" marR="0" rtl="0" algn="l">
              <a:lnSpc>
                <a:spcPct val="120000"/>
              </a:lnSpc>
              <a:spcBef>
                <a:spcPts val="0"/>
              </a:spcBef>
              <a:spcAft>
                <a:spcPts val="0"/>
              </a:spcAft>
              <a:buClr>
                <a:srgbClr val="000000"/>
              </a:buClr>
              <a:buSzPts val="2400"/>
              <a:buFont typeface="Arial"/>
              <a:buNone/>
            </a:pPr>
            <a:r>
              <a:t/>
            </a:r>
            <a:endParaRPr>
              <a:solidFill>
                <a:schemeClr val="dk2"/>
              </a:solidFill>
              <a:latin typeface="Lato Light"/>
              <a:ea typeface="Lato Light"/>
              <a:cs typeface="Lato Light"/>
              <a:sym typeface="Lato Light"/>
            </a:endParaRPr>
          </a:p>
        </p:txBody>
      </p:sp>
      <p:sp>
        <p:nvSpPr>
          <p:cNvPr id="713" name="Google Shape;713;p29"/>
          <p:cNvSpPr txBox="1"/>
          <p:nvPr/>
        </p:nvSpPr>
        <p:spPr>
          <a:xfrm>
            <a:off x="12957475" y="9756275"/>
            <a:ext cx="3690300" cy="233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a:solidFill>
                  <a:schemeClr val="dk2"/>
                </a:solidFill>
                <a:latin typeface="Lato"/>
                <a:ea typeface="Lato"/>
                <a:cs typeface="Lato"/>
                <a:sym typeface="Lato"/>
              </a:rPr>
              <a:t>Los obstáculos para continuar son...</a:t>
            </a:r>
            <a:endParaRPr b="0" i="0" u="none" cap="none" strike="noStrike">
              <a:solidFill>
                <a:srgbClr val="000000"/>
              </a:solidFill>
              <a:latin typeface="Arial"/>
              <a:ea typeface="Arial"/>
              <a:cs typeface="Arial"/>
              <a:sym typeface="Arial"/>
            </a:endParaRPr>
          </a:p>
        </p:txBody>
      </p:sp>
      <p:sp>
        <p:nvSpPr>
          <p:cNvPr id="714" name="Google Shape;714;p29"/>
          <p:cNvSpPr txBox="1"/>
          <p:nvPr/>
        </p:nvSpPr>
        <p:spPr>
          <a:xfrm>
            <a:off x="18175100" y="8426728"/>
            <a:ext cx="3690300" cy="357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lang="en-US">
                <a:solidFill>
                  <a:schemeClr val="dk2"/>
                </a:solidFill>
                <a:latin typeface="Lato Light"/>
                <a:ea typeface="Lato Light"/>
                <a:cs typeface="Lato Light"/>
                <a:sym typeface="Lato Light"/>
              </a:rPr>
              <a:t>Insert some explanations, information, data about the title here</a:t>
            </a:r>
            <a:br>
              <a:rPr lang="en-US">
                <a:solidFill>
                  <a:schemeClr val="dk2"/>
                </a:solidFill>
                <a:latin typeface="Lato Light"/>
                <a:ea typeface="Lato Light"/>
                <a:cs typeface="Lato Light"/>
                <a:sym typeface="Lato Light"/>
              </a:rPr>
            </a:br>
            <a:endParaRPr b="0" i="0" u="none" cap="none" strike="noStrike">
              <a:solidFill>
                <a:srgbClr val="000000"/>
              </a:solidFill>
              <a:latin typeface="Arial"/>
              <a:ea typeface="Arial"/>
              <a:cs typeface="Arial"/>
              <a:sym typeface="Arial"/>
            </a:endParaRPr>
          </a:p>
        </p:txBody>
      </p:sp>
      <p:sp>
        <p:nvSpPr>
          <p:cNvPr id="715" name="Google Shape;715;p29"/>
          <p:cNvSpPr txBox="1"/>
          <p:nvPr/>
        </p:nvSpPr>
        <p:spPr>
          <a:xfrm>
            <a:off x="18175100" y="8193575"/>
            <a:ext cx="3690300" cy="233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a:solidFill>
                  <a:schemeClr val="dk2"/>
                </a:solidFill>
                <a:latin typeface="Lato"/>
                <a:ea typeface="Lato"/>
                <a:cs typeface="Lato"/>
                <a:sym typeface="Lato"/>
              </a:rPr>
              <a:t>El cliente busca...</a:t>
            </a:r>
            <a:endParaRPr b="0" i="0" u="none" cap="none" strike="noStrike">
              <a:solidFill>
                <a:srgbClr val="000000"/>
              </a:solidFill>
              <a:latin typeface="Arial"/>
              <a:ea typeface="Arial"/>
              <a:cs typeface="Arial"/>
              <a:sym typeface="Arial"/>
            </a:endParaRPr>
          </a:p>
        </p:txBody>
      </p:sp>
      <p:sp>
        <p:nvSpPr>
          <p:cNvPr id="716" name="Google Shape;716;p29"/>
          <p:cNvSpPr txBox="1"/>
          <p:nvPr/>
        </p:nvSpPr>
        <p:spPr>
          <a:xfrm>
            <a:off x="18175100" y="9208078"/>
            <a:ext cx="3690300" cy="3579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2400"/>
              <a:buFont typeface="Arial"/>
              <a:buNone/>
            </a:pPr>
            <a:r>
              <a:rPr lang="en-US">
                <a:solidFill>
                  <a:schemeClr val="dk2"/>
                </a:solidFill>
                <a:latin typeface="Lato Light"/>
                <a:ea typeface="Lato Light"/>
                <a:cs typeface="Lato Light"/>
                <a:sym typeface="Lato Light"/>
              </a:rPr>
              <a:t>Insert some explanations, information, data about the title here</a:t>
            </a:r>
            <a:br>
              <a:rPr lang="en-US">
                <a:solidFill>
                  <a:schemeClr val="dk2"/>
                </a:solidFill>
                <a:latin typeface="Lato Light"/>
                <a:ea typeface="Lato Light"/>
                <a:cs typeface="Lato Light"/>
                <a:sym typeface="Lato Light"/>
              </a:rPr>
            </a:br>
            <a:endParaRPr>
              <a:solidFill>
                <a:schemeClr val="dk1"/>
              </a:solidFill>
            </a:endParaRPr>
          </a:p>
          <a:p>
            <a:pPr indent="0" lvl="0" marL="0" marR="0" rtl="0" algn="l">
              <a:lnSpc>
                <a:spcPct val="120000"/>
              </a:lnSpc>
              <a:spcBef>
                <a:spcPts val="0"/>
              </a:spcBef>
              <a:spcAft>
                <a:spcPts val="0"/>
              </a:spcAft>
              <a:buClr>
                <a:srgbClr val="000000"/>
              </a:buClr>
              <a:buSzPts val="2400"/>
              <a:buFont typeface="Arial"/>
              <a:buNone/>
            </a:pPr>
            <a:r>
              <a:t/>
            </a:r>
            <a:endParaRPr>
              <a:solidFill>
                <a:schemeClr val="dk2"/>
              </a:solidFill>
              <a:latin typeface="Lato Light"/>
              <a:ea typeface="Lato Light"/>
              <a:cs typeface="Lato Light"/>
              <a:sym typeface="Lato Light"/>
            </a:endParaRPr>
          </a:p>
        </p:txBody>
      </p:sp>
      <p:sp>
        <p:nvSpPr>
          <p:cNvPr id="717" name="Google Shape;717;p29"/>
          <p:cNvSpPr txBox="1"/>
          <p:nvPr/>
        </p:nvSpPr>
        <p:spPr>
          <a:xfrm>
            <a:off x="18175100" y="8974925"/>
            <a:ext cx="3690300" cy="233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a:solidFill>
                  <a:schemeClr val="dk2"/>
                </a:solidFill>
                <a:latin typeface="Lato"/>
                <a:ea typeface="Lato"/>
                <a:cs typeface="Lato"/>
                <a:sym typeface="Lato"/>
              </a:rPr>
              <a:t>La empresa ofrece… </a:t>
            </a:r>
            <a:endParaRPr b="0" i="0" u="none" cap="none" strike="noStrike">
              <a:solidFill>
                <a:srgbClr val="000000"/>
              </a:solidFill>
              <a:latin typeface="Arial"/>
              <a:ea typeface="Arial"/>
              <a:cs typeface="Arial"/>
              <a:sym typeface="Arial"/>
            </a:endParaRPr>
          </a:p>
        </p:txBody>
      </p:sp>
      <p:sp>
        <p:nvSpPr>
          <p:cNvPr id="718" name="Google Shape;718;p29"/>
          <p:cNvSpPr txBox="1"/>
          <p:nvPr/>
        </p:nvSpPr>
        <p:spPr>
          <a:xfrm>
            <a:off x="18175038" y="9989428"/>
            <a:ext cx="3690300" cy="3579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2400"/>
              <a:buFont typeface="Arial"/>
              <a:buNone/>
            </a:pPr>
            <a:r>
              <a:rPr lang="en-US">
                <a:solidFill>
                  <a:schemeClr val="dk2"/>
                </a:solidFill>
                <a:latin typeface="Lato Light"/>
                <a:ea typeface="Lato Light"/>
                <a:cs typeface="Lato Light"/>
                <a:sym typeface="Lato Light"/>
              </a:rPr>
              <a:t>Insert some explanations, information, data about the title here</a:t>
            </a:r>
            <a:br>
              <a:rPr lang="en-US">
                <a:solidFill>
                  <a:schemeClr val="dk2"/>
                </a:solidFill>
                <a:latin typeface="Lato Light"/>
                <a:ea typeface="Lato Light"/>
                <a:cs typeface="Lato Light"/>
                <a:sym typeface="Lato Light"/>
              </a:rPr>
            </a:br>
            <a:endParaRPr>
              <a:solidFill>
                <a:schemeClr val="dk1"/>
              </a:solidFill>
            </a:endParaRPr>
          </a:p>
          <a:p>
            <a:pPr indent="0" lvl="0" marL="0" marR="0" rtl="0" algn="l">
              <a:lnSpc>
                <a:spcPct val="120000"/>
              </a:lnSpc>
              <a:spcBef>
                <a:spcPts val="0"/>
              </a:spcBef>
              <a:spcAft>
                <a:spcPts val="0"/>
              </a:spcAft>
              <a:buClr>
                <a:srgbClr val="000000"/>
              </a:buClr>
              <a:buSzPts val="2400"/>
              <a:buFont typeface="Arial"/>
              <a:buNone/>
            </a:pPr>
            <a:r>
              <a:t/>
            </a:r>
            <a:endParaRPr>
              <a:solidFill>
                <a:schemeClr val="dk2"/>
              </a:solidFill>
              <a:latin typeface="Lato Light"/>
              <a:ea typeface="Lato Light"/>
              <a:cs typeface="Lato Light"/>
              <a:sym typeface="Lato Light"/>
            </a:endParaRPr>
          </a:p>
        </p:txBody>
      </p:sp>
      <p:sp>
        <p:nvSpPr>
          <p:cNvPr id="719" name="Google Shape;719;p29"/>
          <p:cNvSpPr txBox="1"/>
          <p:nvPr/>
        </p:nvSpPr>
        <p:spPr>
          <a:xfrm>
            <a:off x="18175038" y="9756275"/>
            <a:ext cx="3690300" cy="233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a:solidFill>
                  <a:schemeClr val="dk2"/>
                </a:solidFill>
                <a:latin typeface="Lato"/>
                <a:ea typeface="Lato"/>
                <a:cs typeface="Lato"/>
                <a:sym typeface="Lato"/>
              </a:rPr>
              <a:t>Los obstáculos para continuar son...</a:t>
            </a:r>
            <a:endParaRPr b="0" i="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23" name="Shape 723"/>
        <p:cNvGrpSpPr/>
        <p:nvPr/>
      </p:nvGrpSpPr>
      <p:grpSpPr>
        <a:xfrm>
          <a:off x="0" y="0"/>
          <a:ext cx="0" cy="0"/>
          <a:chOff x="0" y="0"/>
          <a:chExt cx="0" cy="0"/>
        </a:xfrm>
      </p:grpSpPr>
      <p:sp>
        <p:nvSpPr>
          <p:cNvPr id="724" name="Google Shape;724;p30"/>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¿Quienes son mis competidores? Empresas y productos que satisfacen mismas necesidades</a:t>
            </a:r>
            <a:endParaRPr/>
          </a:p>
        </p:txBody>
      </p:sp>
      <p:sp>
        <p:nvSpPr>
          <p:cNvPr id="725" name="Google Shape;725;p30"/>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solidFill>
                  <a:srgbClr val="000000"/>
                </a:solidFill>
              </a:rPr>
              <a:t>Análisis </a:t>
            </a:r>
            <a:r>
              <a:rPr lang="en-US">
                <a:solidFill>
                  <a:schemeClr val="dk1"/>
                </a:solidFill>
              </a:rPr>
              <a:t>externo</a:t>
            </a:r>
            <a:r>
              <a:rPr lang="en-US">
                <a:solidFill>
                  <a:srgbClr val="000000"/>
                </a:solidFill>
              </a:rPr>
              <a:t> </a:t>
            </a:r>
            <a:r>
              <a:rPr lang="en-US">
                <a:solidFill>
                  <a:schemeClr val="accent4"/>
                </a:solidFill>
              </a:rPr>
              <a:t>| Competencia</a:t>
            </a:r>
            <a:endParaRPr b="1" i="0" sz="8800" u="none" cap="none" strike="noStrike">
              <a:solidFill>
                <a:schemeClr val="accent4"/>
              </a:solidFill>
              <a:latin typeface="Lato"/>
              <a:ea typeface="Lato"/>
              <a:cs typeface="Lato"/>
              <a:sym typeface="Lato"/>
            </a:endParaRPr>
          </a:p>
        </p:txBody>
      </p:sp>
      <p:sp>
        <p:nvSpPr>
          <p:cNvPr id="726" name="Google Shape;726;p30"/>
          <p:cNvSpPr/>
          <p:nvPr/>
        </p:nvSpPr>
        <p:spPr>
          <a:xfrm>
            <a:off x="22317199" y="870305"/>
            <a:ext cx="1172200" cy="961050"/>
          </a:xfrm>
          <a:custGeom>
            <a:rect b="b" l="l" r="r" t="t"/>
            <a:pathLst>
              <a:path extrusionOk="0" h="289" w="353">
                <a:moveTo>
                  <a:pt x="337" y="32"/>
                </a:moveTo>
                <a:cubicBezTo>
                  <a:pt x="241" y="32"/>
                  <a:pt x="241" y="32"/>
                  <a:pt x="241" y="32"/>
                </a:cubicBezTo>
                <a:cubicBezTo>
                  <a:pt x="241" y="15"/>
                  <a:pt x="226" y="0"/>
                  <a:pt x="209" y="0"/>
                </a:cubicBezTo>
                <a:cubicBezTo>
                  <a:pt x="144" y="0"/>
                  <a:pt x="144" y="0"/>
                  <a:pt x="144" y="0"/>
                </a:cubicBezTo>
                <a:cubicBezTo>
                  <a:pt x="127" y="0"/>
                  <a:pt x="112" y="15"/>
                  <a:pt x="112" y="32"/>
                </a:cubicBezTo>
                <a:cubicBezTo>
                  <a:pt x="16" y="32"/>
                  <a:pt x="16" y="32"/>
                  <a:pt x="16" y="32"/>
                </a:cubicBezTo>
                <a:cubicBezTo>
                  <a:pt x="7" y="32"/>
                  <a:pt x="0" y="40"/>
                  <a:pt x="0" y="48"/>
                </a:cubicBezTo>
                <a:cubicBezTo>
                  <a:pt x="0" y="129"/>
                  <a:pt x="0" y="129"/>
                  <a:pt x="0" y="129"/>
                </a:cubicBezTo>
                <a:cubicBezTo>
                  <a:pt x="0" y="138"/>
                  <a:pt x="7" y="145"/>
                  <a:pt x="16" y="145"/>
                </a:cubicBezTo>
                <a:cubicBezTo>
                  <a:pt x="16" y="273"/>
                  <a:pt x="16" y="273"/>
                  <a:pt x="16" y="273"/>
                </a:cubicBezTo>
                <a:cubicBezTo>
                  <a:pt x="16" y="282"/>
                  <a:pt x="23" y="289"/>
                  <a:pt x="32" y="289"/>
                </a:cubicBezTo>
                <a:cubicBezTo>
                  <a:pt x="321" y="289"/>
                  <a:pt x="321" y="289"/>
                  <a:pt x="321" y="289"/>
                </a:cubicBezTo>
                <a:cubicBezTo>
                  <a:pt x="330" y="289"/>
                  <a:pt x="337" y="282"/>
                  <a:pt x="337" y="273"/>
                </a:cubicBezTo>
                <a:cubicBezTo>
                  <a:pt x="337" y="145"/>
                  <a:pt x="337" y="145"/>
                  <a:pt x="337" y="145"/>
                </a:cubicBezTo>
                <a:cubicBezTo>
                  <a:pt x="346" y="145"/>
                  <a:pt x="353" y="138"/>
                  <a:pt x="353" y="129"/>
                </a:cubicBezTo>
                <a:cubicBezTo>
                  <a:pt x="353" y="48"/>
                  <a:pt x="353" y="48"/>
                  <a:pt x="353" y="48"/>
                </a:cubicBezTo>
                <a:cubicBezTo>
                  <a:pt x="353" y="40"/>
                  <a:pt x="346" y="32"/>
                  <a:pt x="337" y="32"/>
                </a:cubicBezTo>
                <a:moveTo>
                  <a:pt x="144" y="16"/>
                </a:moveTo>
                <a:cubicBezTo>
                  <a:pt x="209" y="16"/>
                  <a:pt x="209" y="16"/>
                  <a:pt x="209" y="16"/>
                </a:cubicBezTo>
                <a:cubicBezTo>
                  <a:pt x="217" y="16"/>
                  <a:pt x="225" y="23"/>
                  <a:pt x="225" y="32"/>
                </a:cubicBezTo>
                <a:cubicBezTo>
                  <a:pt x="128" y="32"/>
                  <a:pt x="128" y="32"/>
                  <a:pt x="128" y="32"/>
                </a:cubicBezTo>
                <a:cubicBezTo>
                  <a:pt x="128" y="23"/>
                  <a:pt x="136" y="16"/>
                  <a:pt x="144" y="16"/>
                </a:cubicBezTo>
                <a:moveTo>
                  <a:pt x="321" y="273"/>
                </a:moveTo>
                <a:cubicBezTo>
                  <a:pt x="32" y="273"/>
                  <a:pt x="32" y="273"/>
                  <a:pt x="32" y="273"/>
                </a:cubicBezTo>
                <a:cubicBezTo>
                  <a:pt x="32" y="145"/>
                  <a:pt x="32" y="145"/>
                  <a:pt x="32" y="145"/>
                </a:cubicBezTo>
                <a:cubicBezTo>
                  <a:pt x="64" y="145"/>
                  <a:pt x="64" y="145"/>
                  <a:pt x="64" y="145"/>
                </a:cubicBezTo>
                <a:cubicBezTo>
                  <a:pt x="64" y="161"/>
                  <a:pt x="64" y="161"/>
                  <a:pt x="64" y="161"/>
                </a:cubicBezTo>
                <a:cubicBezTo>
                  <a:pt x="64" y="170"/>
                  <a:pt x="71" y="177"/>
                  <a:pt x="80" y="177"/>
                </a:cubicBezTo>
                <a:cubicBezTo>
                  <a:pt x="112" y="177"/>
                  <a:pt x="112" y="177"/>
                  <a:pt x="112" y="177"/>
                </a:cubicBezTo>
                <a:cubicBezTo>
                  <a:pt x="121" y="177"/>
                  <a:pt x="128" y="170"/>
                  <a:pt x="128" y="161"/>
                </a:cubicBezTo>
                <a:cubicBezTo>
                  <a:pt x="128" y="145"/>
                  <a:pt x="128" y="145"/>
                  <a:pt x="128" y="145"/>
                </a:cubicBezTo>
                <a:cubicBezTo>
                  <a:pt x="225" y="145"/>
                  <a:pt x="225" y="145"/>
                  <a:pt x="225" y="145"/>
                </a:cubicBezTo>
                <a:cubicBezTo>
                  <a:pt x="225" y="161"/>
                  <a:pt x="225" y="161"/>
                  <a:pt x="225" y="161"/>
                </a:cubicBezTo>
                <a:cubicBezTo>
                  <a:pt x="225" y="170"/>
                  <a:pt x="232" y="177"/>
                  <a:pt x="241" y="177"/>
                </a:cubicBezTo>
                <a:cubicBezTo>
                  <a:pt x="273" y="177"/>
                  <a:pt x="273" y="177"/>
                  <a:pt x="273" y="177"/>
                </a:cubicBezTo>
                <a:cubicBezTo>
                  <a:pt x="282" y="177"/>
                  <a:pt x="289" y="170"/>
                  <a:pt x="289" y="161"/>
                </a:cubicBezTo>
                <a:cubicBezTo>
                  <a:pt x="289" y="145"/>
                  <a:pt x="289" y="145"/>
                  <a:pt x="289" y="145"/>
                </a:cubicBezTo>
                <a:cubicBezTo>
                  <a:pt x="321" y="145"/>
                  <a:pt x="321" y="145"/>
                  <a:pt x="321" y="145"/>
                </a:cubicBezTo>
                <a:lnTo>
                  <a:pt x="321" y="273"/>
                </a:lnTo>
                <a:close/>
                <a:moveTo>
                  <a:pt x="80" y="113"/>
                </a:moveTo>
                <a:cubicBezTo>
                  <a:pt x="112" y="113"/>
                  <a:pt x="112" y="113"/>
                  <a:pt x="112" y="113"/>
                </a:cubicBezTo>
                <a:cubicBezTo>
                  <a:pt x="112" y="161"/>
                  <a:pt x="112" y="161"/>
                  <a:pt x="112" y="161"/>
                </a:cubicBezTo>
                <a:cubicBezTo>
                  <a:pt x="80" y="161"/>
                  <a:pt x="80" y="161"/>
                  <a:pt x="80" y="161"/>
                </a:cubicBezTo>
                <a:lnTo>
                  <a:pt x="80" y="113"/>
                </a:lnTo>
                <a:close/>
                <a:moveTo>
                  <a:pt x="241" y="113"/>
                </a:moveTo>
                <a:cubicBezTo>
                  <a:pt x="273" y="113"/>
                  <a:pt x="273" y="113"/>
                  <a:pt x="273" y="113"/>
                </a:cubicBezTo>
                <a:cubicBezTo>
                  <a:pt x="273" y="161"/>
                  <a:pt x="273" y="161"/>
                  <a:pt x="273" y="161"/>
                </a:cubicBezTo>
                <a:cubicBezTo>
                  <a:pt x="241" y="161"/>
                  <a:pt x="241" y="161"/>
                  <a:pt x="241" y="161"/>
                </a:cubicBezTo>
                <a:lnTo>
                  <a:pt x="241" y="113"/>
                </a:lnTo>
                <a:close/>
                <a:moveTo>
                  <a:pt x="337" y="129"/>
                </a:moveTo>
                <a:cubicBezTo>
                  <a:pt x="289" y="129"/>
                  <a:pt x="289" y="129"/>
                  <a:pt x="289" y="129"/>
                </a:cubicBezTo>
                <a:cubicBezTo>
                  <a:pt x="289" y="113"/>
                  <a:pt x="289" y="113"/>
                  <a:pt x="289" y="113"/>
                </a:cubicBezTo>
                <a:cubicBezTo>
                  <a:pt x="289" y="104"/>
                  <a:pt x="282" y="97"/>
                  <a:pt x="273" y="97"/>
                </a:cubicBezTo>
                <a:cubicBezTo>
                  <a:pt x="241" y="97"/>
                  <a:pt x="241" y="97"/>
                  <a:pt x="241" y="97"/>
                </a:cubicBezTo>
                <a:cubicBezTo>
                  <a:pt x="232" y="97"/>
                  <a:pt x="225" y="104"/>
                  <a:pt x="225" y="113"/>
                </a:cubicBezTo>
                <a:cubicBezTo>
                  <a:pt x="225" y="129"/>
                  <a:pt x="225" y="129"/>
                  <a:pt x="225" y="129"/>
                </a:cubicBezTo>
                <a:cubicBezTo>
                  <a:pt x="128" y="129"/>
                  <a:pt x="128" y="129"/>
                  <a:pt x="128" y="129"/>
                </a:cubicBezTo>
                <a:cubicBezTo>
                  <a:pt x="128" y="113"/>
                  <a:pt x="128" y="113"/>
                  <a:pt x="128" y="113"/>
                </a:cubicBezTo>
                <a:cubicBezTo>
                  <a:pt x="128" y="104"/>
                  <a:pt x="121" y="97"/>
                  <a:pt x="112" y="97"/>
                </a:cubicBezTo>
                <a:cubicBezTo>
                  <a:pt x="80" y="97"/>
                  <a:pt x="80" y="97"/>
                  <a:pt x="80" y="97"/>
                </a:cubicBezTo>
                <a:cubicBezTo>
                  <a:pt x="71" y="97"/>
                  <a:pt x="64" y="104"/>
                  <a:pt x="64" y="113"/>
                </a:cubicBezTo>
                <a:cubicBezTo>
                  <a:pt x="64" y="129"/>
                  <a:pt x="64" y="129"/>
                  <a:pt x="64" y="129"/>
                </a:cubicBezTo>
                <a:cubicBezTo>
                  <a:pt x="16" y="129"/>
                  <a:pt x="16" y="129"/>
                  <a:pt x="16" y="129"/>
                </a:cubicBezTo>
                <a:cubicBezTo>
                  <a:pt x="16" y="48"/>
                  <a:pt x="16" y="48"/>
                  <a:pt x="16" y="48"/>
                </a:cubicBezTo>
                <a:cubicBezTo>
                  <a:pt x="337" y="48"/>
                  <a:pt x="337" y="48"/>
                  <a:pt x="337" y="48"/>
                </a:cubicBezTo>
                <a:lnTo>
                  <a:pt x="337" y="12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727" name="Google Shape;727;p30"/>
          <p:cNvSpPr/>
          <p:nvPr/>
        </p:nvSpPr>
        <p:spPr>
          <a:xfrm>
            <a:off x="21847001" y="344702"/>
            <a:ext cx="2112600" cy="211260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728" name="Google Shape;728;p30"/>
          <p:cNvSpPr/>
          <p:nvPr/>
        </p:nvSpPr>
        <p:spPr>
          <a:xfrm>
            <a:off x="22156531" y="1055983"/>
            <a:ext cx="1288473" cy="690068"/>
          </a:xfrm>
          <a:custGeom>
            <a:rect b="b" l="l" r="r" t="t"/>
            <a:pathLst>
              <a:path extrusionOk="0" h="442" w="826">
                <a:moveTo>
                  <a:pt x="826" y="211"/>
                </a:moveTo>
                <a:cubicBezTo>
                  <a:pt x="826" y="209"/>
                  <a:pt x="825" y="208"/>
                  <a:pt x="825" y="207"/>
                </a:cubicBezTo>
                <a:cubicBezTo>
                  <a:pt x="825" y="162"/>
                  <a:pt x="825" y="162"/>
                  <a:pt x="825" y="162"/>
                </a:cubicBezTo>
                <a:cubicBezTo>
                  <a:pt x="825" y="114"/>
                  <a:pt x="786" y="76"/>
                  <a:pt x="739" y="76"/>
                </a:cubicBezTo>
                <a:cubicBezTo>
                  <a:pt x="609" y="76"/>
                  <a:pt x="609" y="76"/>
                  <a:pt x="609" y="76"/>
                </a:cubicBezTo>
                <a:cubicBezTo>
                  <a:pt x="609" y="13"/>
                  <a:pt x="609" y="13"/>
                  <a:pt x="609" y="13"/>
                </a:cubicBezTo>
                <a:cubicBezTo>
                  <a:pt x="609" y="6"/>
                  <a:pt x="603" y="0"/>
                  <a:pt x="595" y="0"/>
                </a:cubicBezTo>
                <a:cubicBezTo>
                  <a:pt x="235" y="0"/>
                  <a:pt x="235" y="0"/>
                  <a:pt x="235" y="0"/>
                </a:cubicBezTo>
                <a:cubicBezTo>
                  <a:pt x="204" y="0"/>
                  <a:pt x="178" y="26"/>
                  <a:pt x="178" y="57"/>
                </a:cubicBezTo>
                <a:cubicBezTo>
                  <a:pt x="178" y="377"/>
                  <a:pt x="178" y="377"/>
                  <a:pt x="178" y="377"/>
                </a:cubicBezTo>
                <a:cubicBezTo>
                  <a:pt x="178" y="384"/>
                  <a:pt x="184" y="390"/>
                  <a:pt x="191" y="390"/>
                </a:cubicBezTo>
                <a:cubicBezTo>
                  <a:pt x="280" y="390"/>
                  <a:pt x="280" y="390"/>
                  <a:pt x="280" y="390"/>
                </a:cubicBezTo>
                <a:cubicBezTo>
                  <a:pt x="288" y="420"/>
                  <a:pt x="316" y="442"/>
                  <a:pt x="349" y="442"/>
                </a:cubicBezTo>
                <a:cubicBezTo>
                  <a:pt x="382" y="442"/>
                  <a:pt x="410" y="421"/>
                  <a:pt x="418" y="390"/>
                </a:cubicBezTo>
                <a:cubicBezTo>
                  <a:pt x="595" y="390"/>
                  <a:pt x="595" y="390"/>
                  <a:pt x="595" y="390"/>
                </a:cubicBezTo>
                <a:cubicBezTo>
                  <a:pt x="634" y="390"/>
                  <a:pt x="634" y="390"/>
                  <a:pt x="634" y="390"/>
                </a:cubicBezTo>
                <a:cubicBezTo>
                  <a:pt x="643" y="420"/>
                  <a:pt x="671" y="442"/>
                  <a:pt x="704" y="442"/>
                </a:cubicBezTo>
                <a:cubicBezTo>
                  <a:pt x="737" y="442"/>
                  <a:pt x="765" y="421"/>
                  <a:pt x="773" y="390"/>
                </a:cubicBezTo>
                <a:cubicBezTo>
                  <a:pt x="812" y="390"/>
                  <a:pt x="812" y="390"/>
                  <a:pt x="812" y="390"/>
                </a:cubicBezTo>
                <a:cubicBezTo>
                  <a:pt x="819" y="390"/>
                  <a:pt x="825" y="384"/>
                  <a:pt x="825" y="377"/>
                </a:cubicBezTo>
                <a:cubicBezTo>
                  <a:pt x="825" y="215"/>
                  <a:pt x="825" y="215"/>
                  <a:pt x="825" y="215"/>
                </a:cubicBezTo>
                <a:cubicBezTo>
                  <a:pt x="825" y="214"/>
                  <a:pt x="826" y="212"/>
                  <a:pt x="826" y="211"/>
                </a:cubicBezTo>
                <a:close/>
                <a:moveTo>
                  <a:pt x="799" y="162"/>
                </a:moveTo>
                <a:cubicBezTo>
                  <a:pt x="799" y="198"/>
                  <a:pt x="799" y="198"/>
                  <a:pt x="799" y="198"/>
                </a:cubicBezTo>
                <a:cubicBezTo>
                  <a:pt x="648" y="198"/>
                  <a:pt x="648" y="198"/>
                  <a:pt x="648" y="198"/>
                </a:cubicBezTo>
                <a:cubicBezTo>
                  <a:pt x="648" y="102"/>
                  <a:pt x="648" y="102"/>
                  <a:pt x="648" y="102"/>
                </a:cubicBezTo>
                <a:cubicBezTo>
                  <a:pt x="739" y="102"/>
                  <a:pt x="739" y="102"/>
                  <a:pt x="739" y="102"/>
                </a:cubicBezTo>
                <a:cubicBezTo>
                  <a:pt x="772" y="102"/>
                  <a:pt x="799" y="129"/>
                  <a:pt x="799" y="162"/>
                </a:cubicBezTo>
                <a:close/>
                <a:moveTo>
                  <a:pt x="622" y="102"/>
                </a:moveTo>
                <a:cubicBezTo>
                  <a:pt x="622" y="198"/>
                  <a:pt x="622" y="198"/>
                  <a:pt x="622" y="198"/>
                </a:cubicBezTo>
                <a:cubicBezTo>
                  <a:pt x="609" y="198"/>
                  <a:pt x="609" y="198"/>
                  <a:pt x="609" y="198"/>
                </a:cubicBezTo>
                <a:cubicBezTo>
                  <a:pt x="609" y="102"/>
                  <a:pt x="609" y="102"/>
                  <a:pt x="609" y="102"/>
                </a:cubicBezTo>
                <a:lnTo>
                  <a:pt x="622" y="102"/>
                </a:lnTo>
                <a:close/>
                <a:moveTo>
                  <a:pt x="205" y="57"/>
                </a:moveTo>
                <a:cubicBezTo>
                  <a:pt x="205" y="40"/>
                  <a:pt x="218" y="26"/>
                  <a:pt x="235" y="26"/>
                </a:cubicBezTo>
                <a:cubicBezTo>
                  <a:pt x="582" y="26"/>
                  <a:pt x="582" y="26"/>
                  <a:pt x="582" y="26"/>
                </a:cubicBezTo>
                <a:cubicBezTo>
                  <a:pt x="582" y="89"/>
                  <a:pt x="582" y="89"/>
                  <a:pt x="582" y="89"/>
                </a:cubicBezTo>
                <a:cubicBezTo>
                  <a:pt x="582" y="363"/>
                  <a:pt x="582" y="363"/>
                  <a:pt x="582" y="363"/>
                </a:cubicBezTo>
                <a:cubicBezTo>
                  <a:pt x="421" y="363"/>
                  <a:pt x="421" y="363"/>
                  <a:pt x="421" y="363"/>
                </a:cubicBezTo>
                <a:cubicBezTo>
                  <a:pt x="421" y="362"/>
                  <a:pt x="420" y="361"/>
                  <a:pt x="420" y="359"/>
                </a:cubicBezTo>
                <a:cubicBezTo>
                  <a:pt x="420" y="357"/>
                  <a:pt x="419" y="355"/>
                  <a:pt x="419" y="353"/>
                </a:cubicBezTo>
                <a:cubicBezTo>
                  <a:pt x="418" y="350"/>
                  <a:pt x="418" y="348"/>
                  <a:pt x="417" y="346"/>
                </a:cubicBezTo>
                <a:cubicBezTo>
                  <a:pt x="416" y="344"/>
                  <a:pt x="415" y="342"/>
                  <a:pt x="414" y="340"/>
                </a:cubicBezTo>
                <a:cubicBezTo>
                  <a:pt x="413" y="338"/>
                  <a:pt x="412" y="335"/>
                  <a:pt x="411" y="333"/>
                </a:cubicBezTo>
                <a:cubicBezTo>
                  <a:pt x="410" y="332"/>
                  <a:pt x="409" y="330"/>
                  <a:pt x="408" y="328"/>
                </a:cubicBezTo>
                <a:cubicBezTo>
                  <a:pt x="406" y="326"/>
                  <a:pt x="405" y="324"/>
                  <a:pt x="403" y="322"/>
                </a:cubicBezTo>
                <a:cubicBezTo>
                  <a:pt x="402" y="321"/>
                  <a:pt x="400" y="319"/>
                  <a:pt x="399" y="318"/>
                </a:cubicBezTo>
                <a:cubicBezTo>
                  <a:pt x="397" y="316"/>
                  <a:pt x="395" y="315"/>
                  <a:pt x="393" y="313"/>
                </a:cubicBezTo>
                <a:cubicBezTo>
                  <a:pt x="391" y="312"/>
                  <a:pt x="390" y="311"/>
                  <a:pt x="388" y="310"/>
                </a:cubicBezTo>
                <a:cubicBezTo>
                  <a:pt x="386" y="308"/>
                  <a:pt x="384" y="307"/>
                  <a:pt x="381" y="306"/>
                </a:cubicBezTo>
                <a:cubicBezTo>
                  <a:pt x="380" y="305"/>
                  <a:pt x="378" y="304"/>
                  <a:pt x="376" y="303"/>
                </a:cubicBezTo>
                <a:cubicBezTo>
                  <a:pt x="374" y="302"/>
                  <a:pt x="371" y="301"/>
                  <a:pt x="368" y="301"/>
                </a:cubicBezTo>
                <a:cubicBezTo>
                  <a:pt x="366" y="300"/>
                  <a:pt x="365" y="300"/>
                  <a:pt x="363" y="299"/>
                </a:cubicBezTo>
                <a:cubicBezTo>
                  <a:pt x="359" y="298"/>
                  <a:pt x="354" y="298"/>
                  <a:pt x="349" y="298"/>
                </a:cubicBezTo>
                <a:cubicBezTo>
                  <a:pt x="344" y="298"/>
                  <a:pt x="339" y="298"/>
                  <a:pt x="335" y="299"/>
                </a:cubicBezTo>
                <a:cubicBezTo>
                  <a:pt x="333" y="300"/>
                  <a:pt x="332" y="300"/>
                  <a:pt x="330" y="301"/>
                </a:cubicBezTo>
                <a:cubicBezTo>
                  <a:pt x="327" y="301"/>
                  <a:pt x="324" y="302"/>
                  <a:pt x="322" y="303"/>
                </a:cubicBezTo>
                <a:cubicBezTo>
                  <a:pt x="320" y="304"/>
                  <a:pt x="318" y="305"/>
                  <a:pt x="317" y="306"/>
                </a:cubicBezTo>
                <a:cubicBezTo>
                  <a:pt x="314" y="307"/>
                  <a:pt x="312" y="308"/>
                  <a:pt x="310" y="310"/>
                </a:cubicBezTo>
                <a:cubicBezTo>
                  <a:pt x="308" y="311"/>
                  <a:pt x="307" y="312"/>
                  <a:pt x="305" y="313"/>
                </a:cubicBezTo>
                <a:cubicBezTo>
                  <a:pt x="303" y="315"/>
                  <a:pt x="301" y="316"/>
                  <a:pt x="299" y="318"/>
                </a:cubicBezTo>
                <a:cubicBezTo>
                  <a:pt x="298" y="319"/>
                  <a:pt x="296" y="321"/>
                  <a:pt x="295" y="322"/>
                </a:cubicBezTo>
                <a:cubicBezTo>
                  <a:pt x="293" y="324"/>
                  <a:pt x="292" y="326"/>
                  <a:pt x="290" y="328"/>
                </a:cubicBezTo>
                <a:cubicBezTo>
                  <a:pt x="289" y="330"/>
                  <a:pt x="288" y="332"/>
                  <a:pt x="287" y="333"/>
                </a:cubicBezTo>
                <a:cubicBezTo>
                  <a:pt x="286" y="335"/>
                  <a:pt x="285" y="338"/>
                  <a:pt x="284" y="340"/>
                </a:cubicBezTo>
                <a:cubicBezTo>
                  <a:pt x="283" y="342"/>
                  <a:pt x="282" y="344"/>
                  <a:pt x="281" y="346"/>
                </a:cubicBezTo>
                <a:cubicBezTo>
                  <a:pt x="280" y="348"/>
                  <a:pt x="280" y="350"/>
                  <a:pt x="279" y="353"/>
                </a:cubicBezTo>
                <a:cubicBezTo>
                  <a:pt x="279" y="355"/>
                  <a:pt x="278" y="357"/>
                  <a:pt x="278" y="359"/>
                </a:cubicBezTo>
                <a:cubicBezTo>
                  <a:pt x="278" y="361"/>
                  <a:pt x="277" y="362"/>
                  <a:pt x="277" y="363"/>
                </a:cubicBezTo>
                <a:cubicBezTo>
                  <a:pt x="205" y="363"/>
                  <a:pt x="205" y="363"/>
                  <a:pt x="205" y="363"/>
                </a:cubicBezTo>
                <a:lnTo>
                  <a:pt x="205" y="57"/>
                </a:lnTo>
                <a:close/>
                <a:moveTo>
                  <a:pt x="349" y="416"/>
                </a:moveTo>
                <a:cubicBezTo>
                  <a:pt x="326" y="416"/>
                  <a:pt x="306" y="398"/>
                  <a:pt x="303" y="376"/>
                </a:cubicBezTo>
                <a:cubicBezTo>
                  <a:pt x="303" y="374"/>
                  <a:pt x="303" y="372"/>
                  <a:pt x="303" y="370"/>
                </a:cubicBezTo>
                <a:cubicBezTo>
                  <a:pt x="303" y="345"/>
                  <a:pt x="324" y="324"/>
                  <a:pt x="349" y="324"/>
                </a:cubicBezTo>
                <a:cubicBezTo>
                  <a:pt x="374" y="324"/>
                  <a:pt x="395" y="345"/>
                  <a:pt x="395" y="370"/>
                </a:cubicBezTo>
                <a:cubicBezTo>
                  <a:pt x="395" y="372"/>
                  <a:pt x="395" y="374"/>
                  <a:pt x="395" y="375"/>
                </a:cubicBezTo>
                <a:cubicBezTo>
                  <a:pt x="392" y="398"/>
                  <a:pt x="372" y="416"/>
                  <a:pt x="349" y="416"/>
                </a:cubicBezTo>
                <a:close/>
                <a:moveTo>
                  <a:pt x="704" y="416"/>
                </a:moveTo>
                <a:cubicBezTo>
                  <a:pt x="680" y="416"/>
                  <a:pt x="661" y="398"/>
                  <a:pt x="658" y="376"/>
                </a:cubicBezTo>
                <a:cubicBezTo>
                  <a:pt x="658" y="374"/>
                  <a:pt x="658" y="372"/>
                  <a:pt x="658" y="370"/>
                </a:cubicBezTo>
                <a:cubicBezTo>
                  <a:pt x="658" y="345"/>
                  <a:pt x="679" y="324"/>
                  <a:pt x="704" y="324"/>
                </a:cubicBezTo>
                <a:cubicBezTo>
                  <a:pt x="729" y="324"/>
                  <a:pt x="750" y="345"/>
                  <a:pt x="750" y="370"/>
                </a:cubicBezTo>
                <a:cubicBezTo>
                  <a:pt x="750" y="372"/>
                  <a:pt x="750" y="374"/>
                  <a:pt x="750" y="375"/>
                </a:cubicBezTo>
                <a:cubicBezTo>
                  <a:pt x="747" y="398"/>
                  <a:pt x="727" y="416"/>
                  <a:pt x="704" y="416"/>
                </a:cubicBezTo>
                <a:close/>
                <a:moveTo>
                  <a:pt x="776" y="363"/>
                </a:moveTo>
                <a:cubicBezTo>
                  <a:pt x="776" y="362"/>
                  <a:pt x="775" y="361"/>
                  <a:pt x="775" y="359"/>
                </a:cubicBezTo>
                <a:cubicBezTo>
                  <a:pt x="775" y="357"/>
                  <a:pt x="774" y="355"/>
                  <a:pt x="774" y="353"/>
                </a:cubicBezTo>
                <a:cubicBezTo>
                  <a:pt x="773" y="350"/>
                  <a:pt x="772" y="348"/>
                  <a:pt x="772" y="346"/>
                </a:cubicBezTo>
                <a:cubicBezTo>
                  <a:pt x="771" y="344"/>
                  <a:pt x="770" y="342"/>
                  <a:pt x="769" y="340"/>
                </a:cubicBezTo>
                <a:cubicBezTo>
                  <a:pt x="768" y="338"/>
                  <a:pt x="767" y="335"/>
                  <a:pt x="766" y="333"/>
                </a:cubicBezTo>
                <a:cubicBezTo>
                  <a:pt x="765" y="332"/>
                  <a:pt x="764" y="330"/>
                  <a:pt x="763" y="328"/>
                </a:cubicBezTo>
                <a:cubicBezTo>
                  <a:pt x="761" y="326"/>
                  <a:pt x="759" y="324"/>
                  <a:pt x="758" y="322"/>
                </a:cubicBezTo>
                <a:cubicBezTo>
                  <a:pt x="756" y="321"/>
                  <a:pt x="755" y="319"/>
                  <a:pt x="754" y="318"/>
                </a:cubicBezTo>
                <a:cubicBezTo>
                  <a:pt x="752" y="316"/>
                  <a:pt x="750" y="315"/>
                  <a:pt x="748" y="313"/>
                </a:cubicBezTo>
                <a:cubicBezTo>
                  <a:pt x="746" y="312"/>
                  <a:pt x="745" y="311"/>
                  <a:pt x="743" y="310"/>
                </a:cubicBezTo>
                <a:cubicBezTo>
                  <a:pt x="741" y="308"/>
                  <a:pt x="739" y="307"/>
                  <a:pt x="736" y="306"/>
                </a:cubicBezTo>
                <a:cubicBezTo>
                  <a:pt x="734" y="305"/>
                  <a:pt x="733" y="304"/>
                  <a:pt x="731" y="303"/>
                </a:cubicBezTo>
                <a:cubicBezTo>
                  <a:pt x="728" y="302"/>
                  <a:pt x="726" y="301"/>
                  <a:pt x="723" y="301"/>
                </a:cubicBezTo>
                <a:cubicBezTo>
                  <a:pt x="721" y="300"/>
                  <a:pt x="720" y="300"/>
                  <a:pt x="718" y="299"/>
                </a:cubicBezTo>
                <a:cubicBezTo>
                  <a:pt x="714" y="298"/>
                  <a:pt x="709" y="298"/>
                  <a:pt x="704" y="298"/>
                </a:cubicBezTo>
                <a:cubicBezTo>
                  <a:pt x="699" y="298"/>
                  <a:pt x="694" y="298"/>
                  <a:pt x="690" y="299"/>
                </a:cubicBezTo>
                <a:cubicBezTo>
                  <a:pt x="688" y="300"/>
                  <a:pt x="687" y="300"/>
                  <a:pt x="685" y="301"/>
                </a:cubicBezTo>
                <a:cubicBezTo>
                  <a:pt x="682" y="301"/>
                  <a:pt x="679" y="302"/>
                  <a:pt x="677" y="303"/>
                </a:cubicBezTo>
                <a:cubicBezTo>
                  <a:pt x="675" y="304"/>
                  <a:pt x="673" y="305"/>
                  <a:pt x="672" y="306"/>
                </a:cubicBezTo>
                <a:cubicBezTo>
                  <a:pt x="669" y="307"/>
                  <a:pt x="667" y="308"/>
                  <a:pt x="665" y="310"/>
                </a:cubicBezTo>
                <a:cubicBezTo>
                  <a:pt x="663" y="311"/>
                  <a:pt x="662" y="312"/>
                  <a:pt x="660" y="313"/>
                </a:cubicBezTo>
                <a:cubicBezTo>
                  <a:pt x="658" y="315"/>
                  <a:pt x="656" y="316"/>
                  <a:pt x="654" y="318"/>
                </a:cubicBezTo>
                <a:cubicBezTo>
                  <a:pt x="653" y="319"/>
                  <a:pt x="651" y="321"/>
                  <a:pt x="650" y="322"/>
                </a:cubicBezTo>
                <a:cubicBezTo>
                  <a:pt x="648" y="324"/>
                  <a:pt x="647" y="326"/>
                  <a:pt x="645" y="328"/>
                </a:cubicBezTo>
                <a:cubicBezTo>
                  <a:pt x="644" y="330"/>
                  <a:pt x="643" y="332"/>
                  <a:pt x="642" y="333"/>
                </a:cubicBezTo>
                <a:cubicBezTo>
                  <a:pt x="641" y="335"/>
                  <a:pt x="640" y="338"/>
                  <a:pt x="638" y="340"/>
                </a:cubicBezTo>
                <a:cubicBezTo>
                  <a:pt x="638" y="342"/>
                  <a:pt x="637" y="344"/>
                  <a:pt x="636" y="346"/>
                </a:cubicBezTo>
                <a:cubicBezTo>
                  <a:pt x="635" y="348"/>
                  <a:pt x="635" y="350"/>
                  <a:pt x="634" y="353"/>
                </a:cubicBezTo>
                <a:cubicBezTo>
                  <a:pt x="633" y="355"/>
                  <a:pt x="633" y="357"/>
                  <a:pt x="633" y="359"/>
                </a:cubicBezTo>
                <a:cubicBezTo>
                  <a:pt x="633" y="361"/>
                  <a:pt x="632" y="362"/>
                  <a:pt x="632" y="363"/>
                </a:cubicBezTo>
                <a:cubicBezTo>
                  <a:pt x="609" y="363"/>
                  <a:pt x="609" y="363"/>
                  <a:pt x="609" y="363"/>
                </a:cubicBezTo>
                <a:cubicBezTo>
                  <a:pt x="609" y="224"/>
                  <a:pt x="609" y="224"/>
                  <a:pt x="609" y="224"/>
                </a:cubicBezTo>
                <a:cubicBezTo>
                  <a:pt x="633" y="224"/>
                  <a:pt x="633" y="224"/>
                  <a:pt x="633" y="224"/>
                </a:cubicBezTo>
                <a:cubicBezTo>
                  <a:pt x="633" y="224"/>
                  <a:pt x="634" y="225"/>
                  <a:pt x="635" y="225"/>
                </a:cubicBezTo>
                <a:cubicBezTo>
                  <a:pt x="636" y="225"/>
                  <a:pt x="637" y="224"/>
                  <a:pt x="638" y="224"/>
                </a:cubicBezTo>
                <a:cubicBezTo>
                  <a:pt x="799" y="224"/>
                  <a:pt x="799" y="224"/>
                  <a:pt x="799" y="224"/>
                </a:cubicBezTo>
                <a:cubicBezTo>
                  <a:pt x="799" y="363"/>
                  <a:pt x="799" y="363"/>
                  <a:pt x="799" y="363"/>
                </a:cubicBezTo>
                <a:lnTo>
                  <a:pt x="776" y="363"/>
                </a:lnTo>
                <a:close/>
                <a:moveTo>
                  <a:pt x="158" y="191"/>
                </a:moveTo>
                <a:cubicBezTo>
                  <a:pt x="158" y="199"/>
                  <a:pt x="152" y="205"/>
                  <a:pt x="145" y="205"/>
                </a:cubicBezTo>
                <a:cubicBezTo>
                  <a:pt x="13" y="205"/>
                  <a:pt x="13" y="205"/>
                  <a:pt x="13" y="205"/>
                </a:cubicBezTo>
                <a:cubicBezTo>
                  <a:pt x="6" y="205"/>
                  <a:pt x="0" y="199"/>
                  <a:pt x="0" y="191"/>
                </a:cubicBezTo>
                <a:cubicBezTo>
                  <a:pt x="0" y="184"/>
                  <a:pt x="6" y="178"/>
                  <a:pt x="13" y="178"/>
                </a:cubicBezTo>
                <a:cubicBezTo>
                  <a:pt x="145" y="178"/>
                  <a:pt x="145" y="178"/>
                  <a:pt x="145" y="178"/>
                </a:cubicBezTo>
                <a:cubicBezTo>
                  <a:pt x="152" y="178"/>
                  <a:pt x="158" y="184"/>
                  <a:pt x="158" y="191"/>
                </a:cubicBezTo>
                <a:close/>
                <a:moveTo>
                  <a:pt x="158" y="125"/>
                </a:moveTo>
                <a:cubicBezTo>
                  <a:pt x="158" y="132"/>
                  <a:pt x="152" y="138"/>
                  <a:pt x="145" y="138"/>
                </a:cubicBezTo>
                <a:cubicBezTo>
                  <a:pt x="77" y="138"/>
                  <a:pt x="77" y="138"/>
                  <a:pt x="77" y="138"/>
                </a:cubicBezTo>
                <a:cubicBezTo>
                  <a:pt x="70" y="138"/>
                  <a:pt x="64" y="132"/>
                  <a:pt x="64" y="125"/>
                </a:cubicBezTo>
                <a:cubicBezTo>
                  <a:pt x="64" y="118"/>
                  <a:pt x="70" y="112"/>
                  <a:pt x="77" y="112"/>
                </a:cubicBezTo>
                <a:cubicBezTo>
                  <a:pt x="145" y="112"/>
                  <a:pt x="145" y="112"/>
                  <a:pt x="145" y="112"/>
                </a:cubicBezTo>
                <a:cubicBezTo>
                  <a:pt x="152" y="112"/>
                  <a:pt x="158" y="118"/>
                  <a:pt x="158" y="125"/>
                </a:cubicBezTo>
                <a:close/>
                <a:moveTo>
                  <a:pt x="158" y="258"/>
                </a:moveTo>
                <a:cubicBezTo>
                  <a:pt x="158" y="265"/>
                  <a:pt x="152" y="271"/>
                  <a:pt x="145" y="271"/>
                </a:cubicBezTo>
                <a:cubicBezTo>
                  <a:pt x="77" y="271"/>
                  <a:pt x="77" y="271"/>
                  <a:pt x="77" y="271"/>
                </a:cubicBezTo>
                <a:cubicBezTo>
                  <a:pt x="70" y="271"/>
                  <a:pt x="64" y="265"/>
                  <a:pt x="64" y="258"/>
                </a:cubicBezTo>
                <a:cubicBezTo>
                  <a:pt x="64" y="251"/>
                  <a:pt x="70" y="245"/>
                  <a:pt x="77" y="245"/>
                </a:cubicBezTo>
                <a:cubicBezTo>
                  <a:pt x="145" y="245"/>
                  <a:pt x="145" y="245"/>
                  <a:pt x="145" y="245"/>
                </a:cubicBezTo>
                <a:cubicBezTo>
                  <a:pt x="152" y="245"/>
                  <a:pt x="158" y="251"/>
                  <a:pt x="158" y="258"/>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729" name="Google Shape;729;p30"/>
          <p:cNvSpPr/>
          <p:nvPr/>
        </p:nvSpPr>
        <p:spPr>
          <a:xfrm>
            <a:off x="21870901" y="344702"/>
            <a:ext cx="2112600" cy="211260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730" name="Google Shape;730;p30"/>
          <p:cNvSpPr/>
          <p:nvPr/>
        </p:nvSpPr>
        <p:spPr>
          <a:xfrm>
            <a:off x="22367894" y="767637"/>
            <a:ext cx="1118605" cy="1266741"/>
          </a:xfrm>
          <a:custGeom>
            <a:rect b="b" l="l" r="r" t="t"/>
            <a:pathLst>
              <a:path extrusionOk="0" h="3772" w="3330">
                <a:moveTo>
                  <a:pt x="99" y="1960"/>
                </a:moveTo>
                <a:cubicBezTo>
                  <a:pt x="99" y="1763"/>
                  <a:pt x="99" y="1566"/>
                  <a:pt x="99" y="1369"/>
                </a:cubicBezTo>
                <a:cubicBezTo>
                  <a:pt x="101" y="1366"/>
                  <a:pt x="103" y="1363"/>
                  <a:pt x="103" y="1360"/>
                </a:cubicBezTo>
                <a:cubicBezTo>
                  <a:pt x="131" y="1245"/>
                  <a:pt x="212" y="1179"/>
                  <a:pt x="330" y="1178"/>
                </a:cubicBezTo>
                <a:cubicBezTo>
                  <a:pt x="370" y="1177"/>
                  <a:pt x="410" y="1177"/>
                  <a:pt x="450" y="1177"/>
                </a:cubicBezTo>
                <a:cubicBezTo>
                  <a:pt x="450" y="1197"/>
                  <a:pt x="450" y="1197"/>
                  <a:pt x="450" y="1197"/>
                </a:cubicBezTo>
                <a:cubicBezTo>
                  <a:pt x="477" y="1251"/>
                  <a:pt x="477" y="1251"/>
                  <a:pt x="477" y="1251"/>
                </a:cubicBezTo>
                <a:cubicBezTo>
                  <a:pt x="481" y="1263"/>
                  <a:pt x="481" y="1263"/>
                  <a:pt x="481" y="1263"/>
                </a:cubicBezTo>
                <a:cubicBezTo>
                  <a:pt x="455" y="1706"/>
                  <a:pt x="455" y="1706"/>
                  <a:pt x="455" y="1706"/>
                </a:cubicBezTo>
                <a:cubicBezTo>
                  <a:pt x="501" y="1757"/>
                  <a:pt x="501" y="1757"/>
                  <a:pt x="501" y="1757"/>
                </a:cubicBezTo>
                <a:cubicBezTo>
                  <a:pt x="501" y="1757"/>
                  <a:pt x="501" y="1757"/>
                  <a:pt x="501" y="1757"/>
                </a:cubicBezTo>
                <a:cubicBezTo>
                  <a:pt x="502" y="1757"/>
                  <a:pt x="502" y="1757"/>
                  <a:pt x="502" y="1757"/>
                </a:cubicBezTo>
                <a:cubicBezTo>
                  <a:pt x="548" y="1706"/>
                  <a:pt x="548" y="1706"/>
                  <a:pt x="548" y="1706"/>
                </a:cubicBezTo>
                <a:cubicBezTo>
                  <a:pt x="522" y="1263"/>
                  <a:pt x="522" y="1263"/>
                  <a:pt x="522" y="1263"/>
                </a:cubicBezTo>
                <a:cubicBezTo>
                  <a:pt x="526" y="1251"/>
                  <a:pt x="526" y="1251"/>
                  <a:pt x="526" y="1251"/>
                </a:cubicBezTo>
                <a:cubicBezTo>
                  <a:pt x="553" y="1197"/>
                  <a:pt x="553" y="1197"/>
                  <a:pt x="553" y="1197"/>
                </a:cubicBezTo>
                <a:cubicBezTo>
                  <a:pt x="553" y="1177"/>
                  <a:pt x="553" y="1177"/>
                  <a:pt x="553" y="1177"/>
                </a:cubicBezTo>
                <a:cubicBezTo>
                  <a:pt x="595" y="1177"/>
                  <a:pt x="637" y="1178"/>
                  <a:pt x="679" y="1178"/>
                </a:cubicBezTo>
                <a:cubicBezTo>
                  <a:pt x="813" y="1180"/>
                  <a:pt x="907" y="1277"/>
                  <a:pt x="908" y="1412"/>
                </a:cubicBezTo>
                <a:cubicBezTo>
                  <a:pt x="909" y="1468"/>
                  <a:pt x="908" y="1525"/>
                  <a:pt x="908" y="1582"/>
                </a:cubicBezTo>
                <a:cubicBezTo>
                  <a:pt x="908" y="1701"/>
                  <a:pt x="909" y="1819"/>
                  <a:pt x="908" y="1938"/>
                </a:cubicBezTo>
                <a:cubicBezTo>
                  <a:pt x="908" y="1980"/>
                  <a:pt x="881" y="2008"/>
                  <a:pt x="839" y="2011"/>
                </a:cubicBezTo>
                <a:cubicBezTo>
                  <a:pt x="796" y="2014"/>
                  <a:pt x="766" y="1990"/>
                  <a:pt x="760" y="1947"/>
                </a:cubicBezTo>
                <a:cubicBezTo>
                  <a:pt x="758" y="1935"/>
                  <a:pt x="758" y="1924"/>
                  <a:pt x="758" y="1912"/>
                </a:cubicBezTo>
                <a:cubicBezTo>
                  <a:pt x="758" y="1768"/>
                  <a:pt x="758" y="1625"/>
                  <a:pt x="758" y="1482"/>
                </a:cubicBezTo>
                <a:cubicBezTo>
                  <a:pt x="758" y="1472"/>
                  <a:pt x="758" y="1462"/>
                  <a:pt x="758" y="1452"/>
                </a:cubicBezTo>
                <a:cubicBezTo>
                  <a:pt x="745" y="1452"/>
                  <a:pt x="736" y="1452"/>
                  <a:pt x="725" y="1452"/>
                </a:cubicBezTo>
                <a:cubicBezTo>
                  <a:pt x="725" y="1465"/>
                  <a:pt x="725" y="1475"/>
                  <a:pt x="725" y="1486"/>
                </a:cubicBezTo>
                <a:cubicBezTo>
                  <a:pt x="725" y="1909"/>
                  <a:pt x="724" y="2332"/>
                  <a:pt x="725" y="2755"/>
                </a:cubicBezTo>
                <a:cubicBezTo>
                  <a:pt x="725" y="2815"/>
                  <a:pt x="708" y="2859"/>
                  <a:pt x="649" y="2881"/>
                </a:cubicBezTo>
                <a:cubicBezTo>
                  <a:pt x="632" y="2881"/>
                  <a:pt x="615" y="2881"/>
                  <a:pt x="598" y="2881"/>
                </a:cubicBezTo>
                <a:cubicBezTo>
                  <a:pt x="538" y="2859"/>
                  <a:pt x="520" y="2815"/>
                  <a:pt x="521" y="2754"/>
                </a:cubicBezTo>
                <a:cubicBezTo>
                  <a:pt x="523" y="2515"/>
                  <a:pt x="522" y="2277"/>
                  <a:pt x="522" y="2039"/>
                </a:cubicBezTo>
                <a:cubicBezTo>
                  <a:pt x="522" y="2029"/>
                  <a:pt x="522" y="2019"/>
                  <a:pt x="522" y="2008"/>
                </a:cubicBezTo>
                <a:cubicBezTo>
                  <a:pt x="509" y="2008"/>
                  <a:pt x="499" y="2008"/>
                  <a:pt x="487" y="2008"/>
                </a:cubicBezTo>
                <a:cubicBezTo>
                  <a:pt x="487" y="2020"/>
                  <a:pt x="487" y="2030"/>
                  <a:pt x="487" y="2039"/>
                </a:cubicBezTo>
                <a:cubicBezTo>
                  <a:pt x="487" y="2279"/>
                  <a:pt x="486" y="2518"/>
                  <a:pt x="488" y="2757"/>
                </a:cubicBezTo>
                <a:cubicBezTo>
                  <a:pt x="488" y="2817"/>
                  <a:pt x="469" y="2860"/>
                  <a:pt x="410" y="2881"/>
                </a:cubicBezTo>
                <a:cubicBezTo>
                  <a:pt x="393" y="2881"/>
                  <a:pt x="376" y="2881"/>
                  <a:pt x="359" y="2881"/>
                </a:cubicBezTo>
                <a:cubicBezTo>
                  <a:pt x="326" y="2866"/>
                  <a:pt x="298" y="2847"/>
                  <a:pt x="290" y="2809"/>
                </a:cubicBezTo>
                <a:cubicBezTo>
                  <a:pt x="286" y="2791"/>
                  <a:pt x="286" y="2772"/>
                  <a:pt x="286" y="2754"/>
                </a:cubicBezTo>
                <a:cubicBezTo>
                  <a:pt x="286" y="2331"/>
                  <a:pt x="286" y="1908"/>
                  <a:pt x="286" y="1485"/>
                </a:cubicBezTo>
                <a:cubicBezTo>
                  <a:pt x="286" y="1474"/>
                  <a:pt x="286" y="1463"/>
                  <a:pt x="286" y="1451"/>
                </a:cubicBezTo>
                <a:cubicBezTo>
                  <a:pt x="273" y="1451"/>
                  <a:pt x="263" y="1451"/>
                  <a:pt x="251" y="1451"/>
                </a:cubicBezTo>
                <a:cubicBezTo>
                  <a:pt x="251" y="1462"/>
                  <a:pt x="251" y="1471"/>
                  <a:pt x="251" y="1480"/>
                </a:cubicBezTo>
                <a:cubicBezTo>
                  <a:pt x="251" y="1621"/>
                  <a:pt x="251" y="1763"/>
                  <a:pt x="251" y="1905"/>
                </a:cubicBezTo>
                <a:cubicBezTo>
                  <a:pt x="251" y="1917"/>
                  <a:pt x="252" y="1928"/>
                  <a:pt x="250" y="1940"/>
                </a:cubicBezTo>
                <a:cubicBezTo>
                  <a:pt x="245" y="1993"/>
                  <a:pt x="204" y="2021"/>
                  <a:pt x="153" y="2009"/>
                </a:cubicBezTo>
                <a:cubicBezTo>
                  <a:pt x="126" y="2002"/>
                  <a:pt x="112" y="1981"/>
                  <a:pt x="99" y="1960"/>
                </a:cubicBezTo>
                <a:close/>
                <a:moveTo>
                  <a:pt x="487" y="1139"/>
                </a:moveTo>
                <a:cubicBezTo>
                  <a:pt x="563" y="1146"/>
                  <a:pt x="635" y="1104"/>
                  <a:pt x="664" y="1034"/>
                </a:cubicBezTo>
                <a:cubicBezTo>
                  <a:pt x="694" y="963"/>
                  <a:pt x="675" y="882"/>
                  <a:pt x="613" y="833"/>
                </a:cubicBezTo>
                <a:cubicBezTo>
                  <a:pt x="590" y="816"/>
                  <a:pt x="562" y="807"/>
                  <a:pt x="537" y="794"/>
                </a:cubicBezTo>
                <a:cubicBezTo>
                  <a:pt x="515" y="794"/>
                  <a:pt x="493" y="794"/>
                  <a:pt x="471" y="794"/>
                </a:cubicBezTo>
                <a:cubicBezTo>
                  <a:pt x="463" y="798"/>
                  <a:pt x="456" y="802"/>
                  <a:pt x="448" y="804"/>
                </a:cubicBezTo>
                <a:cubicBezTo>
                  <a:pt x="368" y="831"/>
                  <a:pt x="317" y="920"/>
                  <a:pt x="335" y="1002"/>
                </a:cubicBezTo>
                <a:cubicBezTo>
                  <a:pt x="351" y="1076"/>
                  <a:pt x="414" y="1133"/>
                  <a:pt x="487" y="1139"/>
                </a:cubicBezTo>
                <a:close/>
                <a:moveTo>
                  <a:pt x="2489" y="2009"/>
                </a:moveTo>
                <a:cubicBezTo>
                  <a:pt x="2540" y="2021"/>
                  <a:pt x="2581" y="1993"/>
                  <a:pt x="2586" y="1940"/>
                </a:cubicBezTo>
                <a:cubicBezTo>
                  <a:pt x="2588" y="1928"/>
                  <a:pt x="2587" y="1917"/>
                  <a:pt x="2587" y="1905"/>
                </a:cubicBezTo>
                <a:cubicBezTo>
                  <a:pt x="2587" y="1763"/>
                  <a:pt x="2587" y="1621"/>
                  <a:pt x="2587" y="1480"/>
                </a:cubicBezTo>
                <a:cubicBezTo>
                  <a:pt x="2587" y="1471"/>
                  <a:pt x="2587" y="1462"/>
                  <a:pt x="2587" y="1451"/>
                </a:cubicBezTo>
                <a:cubicBezTo>
                  <a:pt x="2599" y="1451"/>
                  <a:pt x="2609" y="1451"/>
                  <a:pt x="2622" y="1451"/>
                </a:cubicBezTo>
                <a:cubicBezTo>
                  <a:pt x="2622" y="1463"/>
                  <a:pt x="2622" y="1474"/>
                  <a:pt x="2622" y="1485"/>
                </a:cubicBezTo>
                <a:cubicBezTo>
                  <a:pt x="2622" y="1908"/>
                  <a:pt x="2622" y="2331"/>
                  <a:pt x="2622" y="2754"/>
                </a:cubicBezTo>
                <a:cubicBezTo>
                  <a:pt x="2622" y="2772"/>
                  <a:pt x="2622" y="2791"/>
                  <a:pt x="2626" y="2809"/>
                </a:cubicBezTo>
                <a:cubicBezTo>
                  <a:pt x="2634" y="2847"/>
                  <a:pt x="2662" y="2866"/>
                  <a:pt x="2695" y="2881"/>
                </a:cubicBezTo>
                <a:cubicBezTo>
                  <a:pt x="2712" y="2881"/>
                  <a:pt x="2729" y="2881"/>
                  <a:pt x="2746" y="2881"/>
                </a:cubicBezTo>
                <a:cubicBezTo>
                  <a:pt x="2805" y="2860"/>
                  <a:pt x="2824" y="2817"/>
                  <a:pt x="2824" y="2757"/>
                </a:cubicBezTo>
                <a:cubicBezTo>
                  <a:pt x="2822" y="2518"/>
                  <a:pt x="2823" y="2279"/>
                  <a:pt x="2823" y="2039"/>
                </a:cubicBezTo>
                <a:cubicBezTo>
                  <a:pt x="2823" y="2030"/>
                  <a:pt x="2823" y="2020"/>
                  <a:pt x="2823" y="2008"/>
                </a:cubicBezTo>
                <a:cubicBezTo>
                  <a:pt x="2835" y="2008"/>
                  <a:pt x="2845" y="2008"/>
                  <a:pt x="2858" y="2008"/>
                </a:cubicBezTo>
                <a:cubicBezTo>
                  <a:pt x="2858" y="2019"/>
                  <a:pt x="2858" y="2029"/>
                  <a:pt x="2858" y="2039"/>
                </a:cubicBezTo>
                <a:cubicBezTo>
                  <a:pt x="2858" y="2277"/>
                  <a:pt x="2859" y="2515"/>
                  <a:pt x="2857" y="2754"/>
                </a:cubicBezTo>
                <a:cubicBezTo>
                  <a:pt x="2856" y="2815"/>
                  <a:pt x="2874" y="2859"/>
                  <a:pt x="2934" y="2881"/>
                </a:cubicBezTo>
                <a:cubicBezTo>
                  <a:pt x="2951" y="2881"/>
                  <a:pt x="2968" y="2881"/>
                  <a:pt x="2985" y="2881"/>
                </a:cubicBezTo>
                <a:cubicBezTo>
                  <a:pt x="3044" y="2859"/>
                  <a:pt x="3061" y="2815"/>
                  <a:pt x="3061" y="2755"/>
                </a:cubicBezTo>
                <a:cubicBezTo>
                  <a:pt x="3060" y="2332"/>
                  <a:pt x="3061" y="1909"/>
                  <a:pt x="3061" y="1486"/>
                </a:cubicBezTo>
                <a:cubicBezTo>
                  <a:pt x="3061" y="1475"/>
                  <a:pt x="3061" y="1465"/>
                  <a:pt x="3061" y="1452"/>
                </a:cubicBezTo>
                <a:cubicBezTo>
                  <a:pt x="3072" y="1452"/>
                  <a:pt x="3081" y="1452"/>
                  <a:pt x="3094" y="1452"/>
                </a:cubicBezTo>
                <a:cubicBezTo>
                  <a:pt x="3094" y="1462"/>
                  <a:pt x="3094" y="1472"/>
                  <a:pt x="3094" y="1482"/>
                </a:cubicBezTo>
                <a:cubicBezTo>
                  <a:pt x="3094" y="1625"/>
                  <a:pt x="3094" y="1768"/>
                  <a:pt x="3094" y="1912"/>
                </a:cubicBezTo>
                <a:cubicBezTo>
                  <a:pt x="3094" y="1924"/>
                  <a:pt x="3094" y="1935"/>
                  <a:pt x="3096" y="1947"/>
                </a:cubicBezTo>
                <a:cubicBezTo>
                  <a:pt x="3102" y="1990"/>
                  <a:pt x="3132" y="2014"/>
                  <a:pt x="3175" y="2011"/>
                </a:cubicBezTo>
                <a:cubicBezTo>
                  <a:pt x="3216" y="2008"/>
                  <a:pt x="3244" y="1980"/>
                  <a:pt x="3244" y="1938"/>
                </a:cubicBezTo>
                <a:cubicBezTo>
                  <a:pt x="3245" y="1819"/>
                  <a:pt x="3244" y="1701"/>
                  <a:pt x="3244" y="1582"/>
                </a:cubicBezTo>
                <a:cubicBezTo>
                  <a:pt x="3244" y="1525"/>
                  <a:pt x="3245" y="1468"/>
                  <a:pt x="3244" y="1412"/>
                </a:cubicBezTo>
                <a:cubicBezTo>
                  <a:pt x="3243" y="1277"/>
                  <a:pt x="3149" y="1180"/>
                  <a:pt x="3015" y="1178"/>
                </a:cubicBezTo>
                <a:cubicBezTo>
                  <a:pt x="2973" y="1178"/>
                  <a:pt x="2931" y="1177"/>
                  <a:pt x="2889" y="1177"/>
                </a:cubicBezTo>
                <a:cubicBezTo>
                  <a:pt x="2889" y="1197"/>
                  <a:pt x="2889" y="1197"/>
                  <a:pt x="2889" y="1197"/>
                </a:cubicBezTo>
                <a:cubicBezTo>
                  <a:pt x="2862" y="1251"/>
                  <a:pt x="2862" y="1251"/>
                  <a:pt x="2862" y="1251"/>
                </a:cubicBezTo>
                <a:cubicBezTo>
                  <a:pt x="2858" y="1263"/>
                  <a:pt x="2858" y="1263"/>
                  <a:pt x="2858" y="1263"/>
                </a:cubicBezTo>
                <a:cubicBezTo>
                  <a:pt x="2884" y="1706"/>
                  <a:pt x="2884" y="1706"/>
                  <a:pt x="2884" y="1706"/>
                </a:cubicBezTo>
                <a:cubicBezTo>
                  <a:pt x="2838" y="1757"/>
                  <a:pt x="2838" y="1757"/>
                  <a:pt x="2838" y="1757"/>
                </a:cubicBezTo>
                <a:cubicBezTo>
                  <a:pt x="2837" y="1757"/>
                  <a:pt x="2837" y="1757"/>
                  <a:pt x="2837" y="1757"/>
                </a:cubicBezTo>
                <a:cubicBezTo>
                  <a:pt x="2837" y="1757"/>
                  <a:pt x="2837" y="1757"/>
                  <a:pt x="2837" y="1757"/>
                </a:cubicBezTo>
                <a:cubicBezTo>
                  <a:pt x="2791" y="1706"/>
                  <a:pt x="2791" y="1706"/>
                  <a:pt x="2791" y="1706"/>
                </a:cubicBezTo>
                <a:cubicBezTo>
                  <a:pt x="2817" y="1263"/>
                  <a:pt x="2817" y="1263"/>
                  <a:pt x="2817" y="1263"/>
                </a:cubicBezTo>
                <a:cubicBezTo>
                  <a:pt x="2813" y="1251"/>
                  <a:pt x="2813" y="1251"/>
                  <a:pt x="2813" y="1251"/>
                </a:cubicBezTo>
                <a:cubicBezTo>
                  <a:pt x="2786" y="1197"/>
                  <a:pt x="2786" y="1197"/>
                  <a:pt x="2786" y="1197"/>
                </a:cubicBezTo>
                <a:cubicBezTo>
                  <a:pt x="2786" y="1177"/>
                  <a:pt x="2786" y="1177"/>
                  <a:pt x="2786" y="1177"/>
                </a:cubicBezTo>
                <a:cubicBezTo>
                  <a:pt x="2746" y="1177"/>
                  <a:pt x="2706" y="1177"/>
                  <a:pt x="2666" y="1178"/>
                </a:cubicBezTo>
                <a:cubicBezTo>
                  <a:pt x="2548" y="1179"/>
                  <a:pt x="2467" y="1245"/>
                  <a:pt x="2439" y="1360"/>
                </a:cubicBezTo>
                <a:cubicBezTo>
                  <a:pt x="2439" y="1363"/>
                  <a:pt x="2437" y="1366"/>
                  <a:pt x="2435" y="1369"/>
                </a:cubicBezTo>
                <a:cubicBezTo>
                  <a:pt x="2435" y="1566"/>
                  <a:pt x="2435" y="1763"/>
                  <a:pt x="2435" y="1960"/>
                </a:cubicBezTo>
                <a:cubicBezTo>
                  <a:pt x="2448" y="1981"/>
                  <a:pt x="2462" y="2002"/>
                  <a:pt x="2489" y="2009"/>
                </a:cubicBezTo>
                <a:close/>
                <a:moveTo>
                  <a:pt x="2823" y="1139"/>
                </a:moveTo>
                <a:cubicBezTo>
                  <a:pt x="2899" y="1146"/>
                  <a:pt x="2971" y="1104"/>
                  <a:pt x="3000" y="1034"/>
                </a:cubicBezTo>
                <a:cubicBezTo>
                  <a:pt x="3030" y="963"/>
                  <a:pt x="3011" y="882"/>
                  <a:pt x="2948" y="833"/>
                </a:cubicBezTo>
                <a:cubicBezTo>
                  <a:pt x="2926" y="816"/>
                  <a:pt x="2898" y="807"/>
                  <a:pt x="2873" y="794"/>
                </a:cubicBezTo>
                <a:cubicBezTo>
                  <a:pt x="2851" y="794"/>
                  <a:pt x="2829" y="794"/>
                  <a:pt x="2807" y="794"/>
                </a:cubicBezTo>
                <a:cubicBezTo>
                  <a:pt x="2799" y="798"/>
                  <a:pt x="2792" y="802"/>
                  <a:pt x="2784" y="804"/>
                </a:cubicBezTo>
                <a:cubicBezTo>
                  <a:pt x="2704" y="831"/>
                  <a:pt x="2653" y="920"/>
                  <a:pt x="2671" y="1002"/>
                </a:cubicBezTo>
                <a:cubicBezTo>
                  <a:pt x="2687" y="1076"/>
                  <a:pt x="2750" y="1133"/>
                  <a:pt x="2823" y="1139"/>
                </a:cubicBezTo>
                <a:close/>
                <a:moveTo>
                  <a:pt x="1314" y="1215"/>
                </a:moveTo>
                <a:cubicBezTo>
                  <a:pt x="1365" y="1227"/>
                  <a:pt x="1406" y="1198"/>
                  <a:pt x="1411" y="1146"/>
                </a:cubicBezTo>
                <a:cubicBezTo>
                  <a:pt x="1413" y="1134"/>
                  <a:pt x="1412" y="1122"/>
                  <a:pt x="1412" y="1110"/>
                </a:cubicBezTo>
                <a:cubicBezTo>
                  <a:pt x="1412" y="969"/>
                  <a:pt x="1412" y="827"/>
                  <a:pt x="1412" y="686"/>
                </a:cubicBezTo>
                <a:cubicBezTo>
                  <a:pt x="1412" y="677"/>
                  <a:pt x="1412" y="667"/>
                  <a:pt x="1412" y="657"/>
                </a:cubicBezTo>
                <a:cubicBezTo>
                  <a:pt x="1424" y="657"/>
                  <a:pt x="1434" y="657"/>
                  <a:pt x="1447" y="657"/>
                </a:cubicBezTo>
                <a:cubicBezTo>
                  <a:pt x="1447" y="669"/>
                  <a:pt x="1447" y="680"/>
                  <a:pt x="1447" y="690"/>
                </a:cubicBezTo>
                <a:cubicBezTo>
                  <a:pt x="1447" y="1114"/>
                  <a:pt x="1447" y="1537"/>
                  <a:pt x="1447" y="1960"/>
                </a:cubicBezTo>
                <a:cubicBezTo>
                  <a:pt x="1447" y="1978"/>
                  <a:pt x="1447" y="1997"/>
                  <a:pt x="1451" y="2015"/>
                </a:cubicBezTo>
                <a:cubicBezTo>
                  <a:pt x="1459" y="2053"/>
                  <a:pt x="1487" y="2072"/>
                  <a:pt x="1520" y="2086"/>
                </a:cubicBezTo>
                <a:cubicBezTo>
                  <a:pt x="1537" y="2086"/>
                  <a:pt x="1554" y="2086"/>
                  <a:pt x="1571" y="2086"/>
                </a:cubicBezTo>
                <a:cubicBezTo>
                  <a:pt x="1630" y="2066"/>
                  <a:pt x="1649" y="2023"/>
                  <a:pt x="1649" y="1963"/>
                </a:cubicBezTo>
                <a:cubicBezTo>
                  <a:pt x="1647" y="1723"/>
                  <a:pt x="1648" y="1484"/>
                  <a:pt x="1648" y="1245"/>
                </a:cubicBezTo>
                <a:cubicBezTo>
                  <a:pt x="1648" y="1235"/>
                  <a:pt x="1648" y="1225"/>
                  <a:pt x="1648" y="1214"/>
                </a:cubicBezTo>
                <a:cubicBezTo>
                  <a:pt x="1660" y="1214"/>
                  <a:pt x="1670" y="1214"/>
                  <a:pt x="1683" y="1214"/>
                </a:cubicBezTo>
                <a:cubicBezTo>
                  <a:pt x="1683" y="1225"/>
                  <a:pt x="1683" y="1235"/>
                  <a:pt x="1683" y="1245"/>
                </a:cubicBezTo>
                <a:cubicBezTo>
                  <a:pt x="1683" y="1483"/>
                  <a:pt x="1684" y="1721"/>
                  <a:pt x="1682" y="1959"/>
                </a:cubicBezTo>
                <a:cubicBezTo>
                  <a:pt x="1681" y="2021"/>
                  <a:pt x="1699" y="2065"/>
                  <a:pt x="1759" y="2086"/>
                </a:cubicBezTo>
                <a:cubicBezTo>
                  <a:pt x="1776" y="2086"/>
                  <a:pt x="1793" y="2086"/>
                  <a:pt x="1810" y="2086"/>
                </a:cubicBezTo>
                <a:cubicBezTo>
                  <a:pt x="1869" y="2065"/>
                  <a:pt x="1886" y="2021"/>
                  <a:pt x="1886" y="1961"/>
                </a:cubicBezTo>
                <a:cubicBezTo>
                  <a:pt x="1885" y="1538"/>
                  <a:pt x="1886" y="1115"/>
                  <a:pt x="1886" y="692"/>
                </a:cubicBezTo>
                <a:cubicBezTo>
                  <a:pt x="1886" y="681"/>
                  <a:pt x="1886" y="670"/>
                  <a:pt x="1886" y="657"/>
                </a:cubicBezTo>
                <a:cubicBezTo>
                  <a:pt x="1897" y="657"/>
                  <a:pt x="1906" y="657"/>
                  <a:pt x="1919" y="657"/>
                </a:cubicBezTo>
                <a:cubicBezTo>
                  <a:pt x="1919" y="668"/>
                  <a:pt x="1919" y="678"/>
                  <a:pt x="1919" y="688"/>
                </a:cubicBezTo>
                <a:cubicBezTo>
                  <a:pt x="1919" y="831"/>
                  <a:pt x="1919" y="974"/>
                  <a:pt x="1919" y="1117"/>
                </a:cubicBezTo>
                <a:cubicBezTo>
                  <a:pt x="1919" y="1129"/>
                  <a:pt x="1919" y="1141"/>
                  <a:pt x="1921" y="1153"/>
                </a:cubicBezTo>
                <a:cubicBezTo>
                  <a:pt x="1927" y="1196"/>
                  <a:pt x="1957" y="1220"/>
                  <a:pt x="2000" y="1217"/>
                </a:cubicBezTo>
                <a:cubicBezTo>
                  <a:pt x="2042" y="1214"/>
                  <a:pt x="2069" y="1186"/>
                  <a:pt x="2069" y="1144"/>
                </a:cubicBezTo>
                <a:cubicBezTo>
                  <a:pt x="2070" y="1025"/>
                  <a:pt x="2069" y="906"/>
                  <a:pt x="2069" y="788"/>
                </a:cubicBezTo>
                <a:cubicBezTo>
                  <a:pt x="2069" y="731"/>
                  <a:pt x="2070" y="674"/>
                  <a:pt x="2069" y="617"/>
                </a:cubicBezTo>
                <a:cubicBezTo>
                  <a:pt x="2068" y="483"/>
                  <a:pt x="1974" y="386"/>
                  <a:pt x="1840" y="384"/>
                </a:cubicBezTo>
                <a:cubicBezTo>
                  <a:pt x="1798" y="383"/>
                  <a:pt x="1756" y="383"/>
                  <a:pt x="1714" y="383"/>
                </a:cubicBezTo>
                <a:cubicBezTo>
                  <a:pt x="1714" y="403"/>
                  <a:pt x="1714" y="403"/>
                  <a:pt x="1714" y="403"/>
                </a:cubicBezTo>
                <a:cubicBezTo>
                  <a:pt x="1687" y="457"/>
                  <a:pt x="1687" y="457"/>
                  <a:pt x="1687" y="457"/>
                </a:cubicBezTo>
                <a:cubicBezTo>
                  <a:pt x="1683" y="468"/>
                  <a:pt x="1683" y="468"/>
                  <a:pt x="1683" y="468"/>
                </a:cubicBezTo>
                <a:cubicBezTo>
                  <a:pt x="1709" y="912"/>
                  <a:pt x="1709" y="912"/>
                  <a:pt x="1709" y="912"/>
                </a:cubicBezTo>
                <a:cubicBezTo>
                  <a:pt x="1663" y="963"/>
                  <a:pt x="1663" y="963"/>
                  <a:pt x="1663" y="963"/>
                </a:cubicBezTo>
                <a:cubicBezTo>
                  <a:pt x="1662" y="962"/>
                  <a:pt x="1662" y="962"/>
                  <a:pt x="1662" y="962"/>
                </a:cubicBezTo>
                <a:cubicBezTo>
                  <a:pt x="1662" y="963"/>
                  <a:pt x="1662" y="963"/>
                  <a:pt x="1662" y="963"/>
                </a:cubicBezTo>
                <a:cubicBezTo>
                  <a:pt x="1616" y="912"/>
                  <a:pt x="1616" y="912"/>
                  <a:pt x="1616" y="912"/>
                </a:cubicBezTo>
                <a:cubicBezTo>
                  <a:pt x="1642" y="468"/>
                  <a:pt x="1642" y="468"/>
                  <a:pt x="1642" y="468"/>
                </a:cubicBezTo>
                <a:cubicBezTo>
                  <a:pt x="1638" y="457"/>
                  <a:pt x="1638" y="457"/>
                  <a:pt x="1638" y="457"/>
                </a:cubicBezTo>
                <a:cubicBezTo>
                  <a:pt x="1611" y="403"/>
                  <a:pt x="1611" y="403"/>
                  <a:pt x="1611" y="403"/>
                </a:cubicBezTo>
                <a:cubicBezTo>
                  <a:pt x="1611" y="383"/>
                  <a:pt x="1611" y="383"/>
                  <a:pt x="1611" y="383"/>
                </a:cubicBezTo>
                <a:cubicBezTo>
                  <a:pt x="1571" y="383"/>
                  <a:pt x="1531" y="383"/>
                  <a:pt x="1491" y="383"/>
                </a:cubicBezTo>
                <a:cubicBezTo>
                  <a:pt x="1373" y="385"/>
                  <a:pt x="1292" y="451"/>
                  <a:pt x="1264" y="566"/>
                </a:cubicBezTo>
                <a:cubicBezTo>
                  <a:pt x="1264" y="569"/>
                  <a:pt x="1262" y="572"/>
                  <a:pt x="1260" y="575"/>
                </a:cubicBezTo>
                <a:cubicBezTo>
                  <a:pt x="1260" y="772"/>
                  <a:pt x="1260" y="969"/>
                  <a:pt x="1260" y="1165"/>
                </a:cubicBezTo>
                <a:cubicBezTo>
                  <a:pt x="1273" y="1187"/>
                  <a:pt x="1287" y="1208"/>
                  <a:pt x="1314" y="1215"/>
                </a:cubicBezTo>
                <a:close/>
                <a:moveTo>
                  <a:pt x="1648" y="345"/>
                </a:moveTo>
                <a:cubicBezTo>
                  <a:pt x="1724" y="352"/>
                  <a:pt x="1796" y="310"/>
                  <a:pt x="1825" y="240"/>
                </a:cubicBezTo>
                <a:cubicBezTo>
                  <a:pt x="1855" y="169"/>
                  <a:pt x="1836" y="88"/>
                  <a:pt x="1773" y="39"/>
                </a:cubicBezTo>
                <a:cubicBezTo>
                  <a:pt x="1751" y="22"/>
                  <a:pt x="1723" y="13"/>
                  <a:pt x="1698" y="0"/>
                </a:cubicBezTo>
                <a:cubicBezTo>
                  <a:pt x="1676" y="0"/>
                  <a:pt x="1654" y="0"/>
                  <a:pt x="1632" y="0"/>
                </a:cubicBezTo>
                <a:cubicBezTo>
                  <a:pt x="1624" y="3"/>
                  <a:pt x="1617" y="7"/>
                  <a:pt x="1609" y="10"/>
                </a:cubicBezTo>
                <a:cubicBezTo>
                  <a:pt x="1529" y="37"/>
                  <a:pt x="1478" y="126"/>
                  <a:pt x="1496" y="208"/>
                </a:cubicBezTo>
                <a:cubicBezTo>
                  <a:pt x="1512" y="282"/>
                  <a:pt x="1575" y="339"/>
                  <a:pt x="1648" y="345"/>
                </a:cubicBezTo>
                <a:close/>
                <a:moveTo>
                  <a:pt x="3330" y="2961"/>
                </a:moveTo>
                <a:cubicBezTo>
                  <a:pt x="3330" y="3772"/>
                  <a:pt x="3330" y="3772"/>
                  <a:pt x="3330" y="3772"/>
                </a:cubicBezTo>
                <a:cubicBezTo>
                  <a:pt x="0" y="3772"/>
                  <a:pt x="0" y="3772"/>
                  <a:pt x="0" y="3772"/>
                </a:cubicBezTo>
                <a:cubicBezTo>
                  <a:pt x="0" y="2961"/>
                  <a:pt x="0" y="2961"/>
                  <a:pt x="0" y="2961"/>
                </a:cubicBezTo>
                <a:cubicBezTo>
                  <a:pt x="1006" y="2961"/>
                  <a:pt x="1006" y="2961"/>
                  <a:pt x="1006" y="2961"/>
                </a:cubicBezTo>
                <a:cubicBezTo>
                  <a:pt x="1006" y="2162"/>
                  <a:pt x="1006" y="2162"/>
                  <a:pt x="1006" y="2162"/>
                </a:cubicBezTo>
                <a:cubicBezTo>
                  <a:pt x="2323" y="2162"/>
                  <a:pt x="2323" y="2162"/>
                  <a:pt x="2323" y="2162"/>
                </a:cubicBezTo>
                <a:cubicBezTo>
                  <a:pt x="2323" y="2961"/>
                  <a:pt x="2323" y="2961"/>
                  <a:pt x="2323" y="2961"/>
                </a:cubicBezTo>
                <a:lnTo>
                  <a:pt x="3330" y="2961"/>
                </a:lnTo>
                <a:close/>
                <a:moveTo>
                  <a:pt x="1925" y="3119"/>
                </a:moveTo>
                <a:cubicBezTo>
                  <a:pt x="1925" y="3021"/>
                  <a:pt x="1872" y="2961"/>
                  <a:pt x="1743" y="2915"/>
                </a:cubicBezTo>
                <a:cubicBezTo>
                  <a:pt x="1650" y="2880"/>
                  <a:pt x="1612" y="2857"/>
                  <a:pt x="1612" y="2822"/>
                </a:cubicBezTo>
                <a:cubicBezTo>
                  <a:pt x="1612" y="2791"/>
                  <a:pt x="1635" y="2761"/>
                  <a:pt x="1706" y="2761"/>
                </a:cubicBezTo>
                <a:cubicBezTo>
                  <a:pt x="1784" y="2761"/>
                  <a:pt x="1834" y="2786"/>
                  <a:pt x="1863" y="2798"/>
                </a:cubicBezTo>
                <a:cubicBezTo>
                  <a:pt x="1894" y="2675"/>
                  <a:pt x="1894" y="2675"/>
                  <a:pt x="1894" y="2675"/>
                </a:cubicBezTo>
                <a:cubicBezTo>
                  <a:pt x="1859" y="2657"/>
                  <a:pt x="1809" y="2642"/>
                  <a:pt x="1736" y="2638"/>
                </a:cubicBezTo>
                <a:cubicBezTo>
                  <a:pt x="1736" y="2543"/>
                  <a:pt x="1736" y="2543"/>
                  <a:pt x="1736" y="2543"/>
                </a:cubicBezTo>
                <a:cubicBezTo>
                  <a:pt x="1630" y="2543"/>
                  <a:pt x="1630" y="2543"/>
                  <a:pt x="1630" y="2543"/>
                </a:cubicBezTo>
                <a:cubicBezTo>
                  <a:pt x="1630" y="2646"/>
                  <a:pt x="1630" y="2646"/>
                  <a:pt x="1630" y="2646"/>
                </a:cubicBezTo>
                <a:cubicBezTo>
                  <a:pt x="1513" y="2669"/>
                  <a:pt x="1446" y="2744"/>
                  <a:pt x="1446" y="2840"/>
                </a:cubicBezTo>
                <a:cubicBezTo>
                  <a:pt x="1446" y="2946"/>
                  <a:pt x="1525" y="3000"/>
                  <a:pt x="1642" y="3039"/>
                </a:cubicBezTo>
                <a:cubicBezTo>
                  <a:pt x="1722" y="3067"/>
                  <a:pt x="1757" y="3093"/>
                  <a:pt x="1757" y="3134"/>
                </a:cubicBezTo>
                <a:cubicBezTo>
                  <a:pt x="1757" y="3178"/>
                  <a:pt x="1715" y="3202"/>
                  <a:pt x="1653" y="3202"/>
                </a:cubicBezTo>
                <a:cubicBezTo>
                  <a:pt x="1582" y="3202"/>
                  <a:pt x="1518" y="3179"/>
                  <a:pt x="1472" y="3154"/>
                </a:cubicBezTo>
                <a:cubicBezTo>
                  <a:pt x="1439" y="3281"/>
                  <a:pt x="1439" y="3281"/>
                  <a:pt x="1439" y="3281"/>
                </a:cubicBezTo>
                <a:cubicBezTo>
                  <a:pt x="1481" y="3305"/>
                  <a:pt x="1551" y="3325"/>
                  <a:pt x="1624" y="3328"/>
                </a:cubicBezTo>
                <a:cubicBezTo>
                  <a:pt x="1624" y="3432"/>
                  <a:pt x="1624" y="3432"/>
                  <a:pt x="1624" y="3432"/>
                </a:cubicBezTo>
                <a:cubicBezTo>
                  <a:pt x="1731" y="3432"/>
                  <a:pt x="1731" y="3432"/>
                  <a:pt x="1731" y="3432"/>
                </a:cubicBezTo>
                <a:cubicBezTo>
                  <a:pt x="1731" y="3320"/>
                  <a:pt x="1731" y="3320"/>
                  <a:pt x="1731" y="3320"/>
                </a:cubicBezTo>
                <a:cubicBezTo>
                  <a:pt x="1856" y="3299"/>
                  <a:pt x="1925" y="3216"/>
                  <a:pt x="1925" y="3119"/>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731" name="Google Shape;731;p30"/>
          <p:cNvSpPr txBox="1"/>
          <p:nvPr/>
        </p:nvSpPr>
        <p:spPr>
          <a:xfrm>
            <a:off x="2298699" y="8673001"/>
            <a:ext cx="3733800" cy="3648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lang="en-US" sz="2200">
                <a:solidFill>
                  <a:schemeClr val="dk2"/>
                </a:solidFill>
                <a:latin typeface="Lato"/>
                <a:ea typeface="Lato"/>
                <a:cs typeface="Lato"/>
                <a:sym typeface="Lato"/>
              </a:rPr>
              <a:t>PRODUCTO/SERVICIO </a:t>
            </a:r>
            <a:endParaRPr b="1" i="0" sz="2200" u="none" cap="none" strike="noStrike">
              <a:solidFill>
                <a:schemeClr val="dk2"/>
              </a:solidFill>
              <a:latin typeface="Lato"/>
              <a:ea typeface="Lato"/>
              <a:cs typeface="Lato"/>
              <a:sym typeface="Lato"/>
            </a:endParaRPr>
          </a:p>
        </p:txBody>
      </p:sp>
      <p:sp>
        <p:nvSpPr>
          <p:cNvPr id="732" name="Google Shape;732;p30"/>
          <p:cNvSpPr txBox="1"/>
          <p:nvPr/>
        </p:nvSpPr>
        <p:spPr>
          <a:xfrm>
            <a:off x="2298699" y="7982646"/>
            <a:ext cx="3733800" cy="5307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Competidor 01</a:t>
            </a:r>
            <a:endParaRPr b="0" i="0" sz="1400" u="none" cap="none" strike="noStrike">
              <a:solidFill>
                <a:srgbClr val="000000"/>
              </a:solidFill>
              <a:latin typeface="Arial"/>
              <a:ea typeface="Arial"/>
              <a:cs typeface="Arial"/>
              <a:sym typeface="Arial"/>
            </a:endParaRPr>
          </a:p>
        </p:txBody>
      </p:sp>
      <p:cxnSp>
        <p:nvCxnSpPr>
          <p:cNvPr id="733" name="Google Shape;733;p30"/>
          <p:cNvCxnSpPr/>
          <p:nvPr/>
        </p:nvCxnSpPr>
        <p:spPr>
          <a:xfrm>
            <a:off x="3112837" y="9592056"/>
            <a:ext cx="1958100" cy="0"/>
          </a:xfrm>
          <a:prstGeom prst="straightConnector1">
            <a:avLst/>
          </a:prstGeom>
          <a:noFill/>
          <a:ln cap="flat" cmpd="sng" w="57150">
            <a:solidFill>
              <a:schemeClr val="accent1"/>
            </a:solidFill>
            <a:prstDash val="solid"/>
            <a:miter lim="800000"/>
            <a:headEnd len="sm" w="sm" type="none"/>
            <a:tailEnd len="sm" w="sm" type="none"/>
          </a:ln>
        </p:spPr>
      </p:cxnSp>
      <p:sp>
        <p:nvSpPr>
          <p:cNvPr id="734" name="Google Shape;734;p30"/>
          <p:cNvSpPr txBox="1"/>
          <p:nvPr/>
        </p:nvSpPr>
        <p:spPr>
          <a:xfrm>
            <a:off x="2232024" y="10026026"/>
            <a:ext cx="3867000" cy="13296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data about the title here</a:t>
            </a:r>
            <a:endParaRPr b="0" i="0" sz="2400" u="none" cap="none" strike="noStrike">
              <a:solidFill>
                <a:schemeClr val="dk2"/>
              </a:solidFill>
              <a:latin typeface="Lato Light"/>
              <a:ea typeface="Lato Light"/>
              <a:cs typeface="Lato Light"/>
              <a:sym typeface="Lato Light"/>
            </a:endParaRPr>
          </a:p>
        </p:txBody>
      </p:sp>
      <p:sp>
        <p:nvSpPr>
          <p:cNvPr id="735" name="Google Shape;735;p30"/>
          <p:cNvSpPr txBox="1"/>
          <p:nvPr/>
        </p:nvSpPr>
        <p:spPr>
          <a:xfrm>
            <a:off x="7600948" y="8673001"/>
            <a:ext cx="3733800" cy="364800"/>
          </a:xfrm>
          <a:prstGeom prst="rect">
            <a:avLst/>
          </a:prstGeom>
          <a:noFill/>
          <a:ln>
            <a:noFill/>
          </a:ln>
        </p:spPr>
        <p:txBody>
          <a:bodyPr anchorCtr="0" anchor="t" bIns="0" lIns="0" spcFirstLastPara="1" rIns="0" wrap="square" tIns="0">
            <a:noAutofit/>
          </a:bodyPr>
          <a:lstStyle/>
          <a:p>
            <a:pPr indent="0" lvl="0" marL="0" rtl="0" algn="ctr">
              <a:lnSpc>
                <a:spcPct val="120000"/>
              </a:lnSpc>
              <a:spcBef>
                <a:spcPts val="0"/>
              </a:spcBef>
              <a:spcAft>
                <a:spcPts val="0"/>
              </a:spcAft>
              <a:buClr>
                <a:schemeClr val="dk1"/>
              </a:buClr>
              <a:buSzPts val="2200"/>
              <a:buFont typeface="Arial"/>
              <a:buNone/>
            </a:pPr>
            <a:r>
              <a:rPr b="1" lang="en-US" sz="2200">
                <a:solidFill>
                  <a:schemeClr val="dk2"/>
                </a:solidFill>
                <a:latin typeface="Lato"/>
                <a:ea typeface="Lato"/>
                <a:cs typeface="Lato"/>
                <a:sym typeface="Lato"/>
              </a:rPr>
              <a:t>PRODUCTO/SERVICIO </a:t>
            </a:r>
            <a:endParaRPr b="1" sz="2200">
              <a:solidFill>
                <a:schemeClr val="dk2"/>
              </a:solidFill>
              <a:latin typeface="Lato"/>
              <a:ea typeface="Lato"/>
              <a:cs typeface="Lato"/>
              <a:sym typeface="Lato"/>
            </a:endParaRPr>
          </a:p>
          <a:p>
            <a:pPr indent="0" lvl="0" marL="0" marR="0" rtl="0" algn="ctr">
              <a:lnSpc>
                <a:spcPct val="120000"/>
              </a:lnSpc>
              <a:spcBef>
                <a:spcPts val="0"/>
              </a:spcBef>
              <a:spcAft>
                <a:spcPts val="0"/>
              </a:spcAft>
              <a:buClr>
                <a:srgbClr val="000000"/>
              </a:buClr>
              <a:buSzPts val="2200"/>
              <a:buFont typeface="Arial"/>
              <a:buNone/>
            </a:pPr>
            <a:r>
              <a:t/>
            </a:r>
            <a:endParaRPr b="1" sz="2200">
              <a:solidFill>
                <a:schemeClr val="dk2"/>
              </a:solidFill>
              <a:latin typeface="Lato"/>
              <a:ea typeface="Lato"/>
              <a:cs typeface="Lato"/>
              <a:sym typeface="Lato"/>
            </a:endParaRPr>
          </a:p>
        </p:txBody>
      </p:sp>
      <p:sp>
        <p:nvSpPr>
          <p:cNvPr id="736" name="Google Shape;736;p30"/>
          <p:cNvSpPr txBox="1"/>
          <p:nvPr/>
        </p:nvSpPr>
        <p:spPr>
          <a:xfrm>
            <a:off x="7600948" y="7982646"/>
            <a:ext cx="3733800" cy="591000"/>
          </a:xfrm>
          <a:prstGeom prst="rect">
            <a:avLst/>
          </a:prstGeom>
          <a:noFill/>
          <a:ln>
            <a:noFill/>
          </a:ln>
        </p:spPr>
        <p:txBody>
          <a:bodyPr anchorCtr="0" anchor="t" bIns="0" lIns="0" spcFirstLastPara="1" rIns="0" wrap="square" tIns="0">
            <a:noAutofit/>
          </a:bodyPr>
          <a:lstStyle/>
          <a:p>
            <a:pPr indent="0" lvl="0" marL="0" rtl="0" algn="ctr">
              <a:lnSpc>
                <a:spcPct val="120000"/>
              </a:lnSpc>
              <a:spcBef>
                <a:spcPts val="0"/>
              </a:spcBef>
              <a:spcAft>
                <a:spcPts val="0"/>
              </a:spcAft>
              <a:buClr>
                <a:schemeClr val="dk1"/>
              </a:buClr>
              <a:buSzPts val="3200"/>
              <a:buFont typeface="Arial"/>
              <a:buNone/>
            </a:pPr>
            <a:r>
              <a:rPr b="1" lang="en-US" sz="3200">
                <a:solidFill>
                  <a:schemeClr val="dk2"/>
                </a:solidFill>
                <a:latin typeface="Lato"/>
                <a:ea typeface="Lato"/>
                <a:cs typeface="Lato"/>
                <a:sym typeface="Lato"/>
              </a:rPr>
              <a:t>Competidor 02</a:t>
            </a:r>
            <a:endParaRPr b="1" sz="3200">
              <a:solidFill>
                <a:schemeClr val="dk2"/>
              </a:solidFill>
              <a:latin typeface="Lato"/>
              <a:ea typeface="Lato"/>
              <a:cs typeface="Lato"/>
              <a:sym typeface="Lato"/>
            </a:endParaRPr>
          </a:p>
        </p:txBody>
      </p:sp>
      <p:sp>
        <p:nvSpPr>
          <p:cNvPr id="737" name="Google Shape;737;p30"/>
          <p:cNvSpPr txBox="1"/>
          <p:nvPr/>
        </p:nvSpPr>
        <p:spPr>
          <a:xfrm>
            <a:off x="7534273" y="10026026"/>
            <a:ext cx="3867000" cy="13296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data about the title here</a:t>
            </a:r>
            <a:endParaRPr b="0" i="0" sz="2400" u="none" cap="none" strike="noStrike">
              <a:solidFill>
                <a:schemeClr val="dk2"/>
              </a:solidFill>
              <a:latin typeface="Lato Light"/>
              <a:ea typeface="Lato Light"/>
              <a:cs typeface="Lato Light"/>
              <a:sym typeface="Lato Light"/>
            </a:endParaRPr>
          </a:p>
        </p:txBody>
      </p:sp>
      <p:sp>
        <p:nvSpPr>
          <p:cNvPr id="738" name="Google Shape;738;p30"/>
          <p:cNvSpPr txBox="1"/>
          <p:nvPr/>
        </p:nvSpPr>
        <p:spPr>
          <a:xfrm>
            <a:off x="12911665" y="8673001"/>
            <a:ext cx="3733800" cy="406200"/>
          </a:xfrm>
          <a:prstGeom prst="rect">
            <a:avLst/>
          </a:prstGeom>
          <a:noFill/>
          <a:ln>
            <a:noFill/>
          </a:ln>
        </p:spPr>
        <p:txBody>
          <a:bodyPr anchorCtr="0" anchor="t" bIns="0" lIns="0" spcFirstLastPara="1" rIns="0" wrap="square" tIns="0">
            <a:noAutofit/>
          </a:bodyPr>
          <a:lstStyle/>
          <a:p>
            <a:pPr indent="0" lvl="0" marL="0" rtl="0" algn="ctr">
              <a:lnSpc>
                <a:spcPct val="120000"/>
              </a:lnSpc>
              <a:spcBef>
                <a:spcPts val="0"/>
              </a:spcBef>
              <a:spcAft>
                <a:spcPts val="0"/>
              </a:spcAft>
              <a:buClr>
                <a:schemeClr val="dk1"/>
              </a:buClr>
              <a:buSzPts val="2200"/>
              <a:buFont typeface="Arial"/>
              <a:buNone/>
            </a:pPr>
            <a:r>
              <a:rPr b="1" lang="en-US" sz="2200">
                <a:solidFill>
                  <a:schemeClr val="dk2"/>
                </a:solidFill>
                <a:latin typeface="Lato"/>
                <a:ea typeface="Lato"/>
                <a:cs typeface="Lato"/>
                <a:sym typeface="Lato"/>
              </a:rPr>
              <a:t>PRODUCTO/SERVICIO </a:t>
            </a:r>
            <a:endParaRPr b="1" sz="2200">
              <a:solidFill>
                <a:schemeClr val="dk2"/>
              </a:solidFill>
              <a:latin typeface="Lato"/>
              <a:ea typeface="Lato"/>
              <a:cs typeface="Lato"/>
              <a:sym typeface="Lato"/>
            </a:endParaRPr>
          </a:p>
          <a:p>
            <a:pPr indent="0" lvl="0" marL="0" marR="0" rtl="0" algn="ctr">
              <a:lnSpc>
                <a:spcPct val="120000"/>
              </a:lnSpc>
              <a:spcBef>
                <a:spcPts val="0"/>
              </a:spcBef>
              <a:spcAft>
                <a:spcPts val="0"/>
              </a:spcAft>
              <a:buClr>
                <a:srgbClr val="000000"/>
              </a:buClr>
              <a:buSzPts val="2200"/>
              <a:buFont typeface="Arial"/>
              <a:buNone/>
            </a:pPr>
            <a:r>
              <a:t/>
            </a:r>
            <a:endParaRPr b="1" sz="2200">
              <a:solidFill>
                <a:schemeClr val="dk2"/>
              </a:solidFill>
              <a:latin typeface="Lato"/>
              <a:ea typeface="Lato"/>
              <a:cs typeface="Lato"/>
              <a:sym typeface="Lato"/>
            </a:endParaRPr>
          </a:p>
        </p:txBody>
      </p:sp>
      <p:sp>
        <p:nvSpPr>
          <p:cNvPr id="739" name="Google Shape;739;p30"/>
          <p:cNvSpPr txBox="1"/>
          <p:nvPr/>
        </p:nvSpPr>
        <p:spPr>
          <a:xfrm>
            <a:off x="12911665" y="7982646"/>
            <a:ext cx="3733800" cy="591000"/>
          </a:xfrm>
          <a:prstGeom prst="rect">
            <a:avLst/>
          </a:prstGeom>
          <a:noFill/>
          <a:ln>
            <a:noFill/>
          </a:ln>
        </p:spPr>
        <p:txBody>
          <a:bodyPr anchorCtr="0" anchor="t" bIns="0" lIns="0" spcFirstLastPara="1" rIns="0" wrap="square" tIns="0">
            <a:noAutofit/>
          </a:bodyPr>
          <a:lstStyle/>
          <a:p>
            <a:pPr indent="0" lvl="0" marL="0" rtl="0" algn="ctr">
              <a:lnSpc>
                <a:spcPct val="120000"/>
              </a:lnSpc>
              <a:spcBef>
                <a:spcPts val="0"/>
              </a:spcBef>
              <a:spcAft>
                <a:spcPts val="0"/>
              </a:spcAft>
              <a:buClr>
                <a:schemeClr val="dk1"/>
              </a:buClr>
              <a:buSzPts val="3200"/>
              <a:buFont typeface="Arial"/>
              <a:buNone/>
            </a:pPr>
            <a:r>
              <a:rPr b="1" lang="en-US" sz="3200">
                <a:solidFill>
                  <a:schemeClr val="dk2"/>
                </a:solidFill>
                <a:latin typeface="Lato"/>
                <a:ea typeface="Lato"/>
                <a:cs typeface="Lato"/>
                <a:sym typeface="Lato"/>
              </a:rPr>
              <a:t>Competidor 03</a:t>
            </a:r>
            <a:endParaRPr b="1" sz="3200">
              <a:solidFill>
                <a:schemeClr val="dk2"/>
              </a:solidFill>
              <a:latin typeface="Lato"/>
              <a:ea typeface="Lato"/>
              <a:cs typeface="Lato"/>
              <a:sym typeface="Lato"/>
            </a:endParaRPr>
          </a:p>
        </p:txBody>
      </p:sp>
      <p:sp>
        <p:nvSpPr>
          <p:cNvPr id="740" name="Google Shape;740;p30"/>
          <p:cNvSpPr txBox="1"/>
          <p:nvPr/>
        </p:nvSpPr>
        <p:spPr>
          <a:xfrm>
            <a:off x="12844990" y="10026026"/>
            <a:ext cx="3867000" cy="13296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data about the title here</a:t>
            </a:r>
            <a:endParaRPr b="0" i="0" sz="2400" u="none" cap="none" strike="noStrike">
              <a:solidFill>
                <a:schemeClr val="dk2"/>
              </a:solidFill>
              <a:latin typeface="Lato Light"/>
              <a:ea typeface="Lato Light"/>
              <a:cs typeface="Lato Light"/>
              <a:sym typeface="Lato Light"/>
            </a:endParaRPr>
          </a:p>
        </p:txBody>
      </p:sp>
      <p:sp>
        <p:nvSpPr>
          <p:cNvPr id="741" name="Google Shape;741;p30"/>
          <p:cNvSpPr txBox="1"/>
          <p:nvPr/>
        </p:nvSpPr>
        <p:spPr>
          <a:xfrm>
            <a:off x="18218148" y="8673001"/>
            <a:ext cx="3733800" cy="406200"/>
          </a:xfrm>
          <a:prstGeom prst="rect">
            <a:avLst/>
          </a:prstGeom>
          <a:noFill/>
          <a:ln>
            <a:noFill/>
          </a:ln>
        </p:spPr>
        <p:txBody>
          <a:bodyPr anchorCtr="0" anchor="t" bIns="0" lIns="0" spcFirstLastPara="1" rIns="0" wrap="square" tIns="0">
            <a:noAutofit/>
          </a:bodyPr>
          <a:lstStyle/>
          <a:p>
            <a:pPr indent="0" lvl="0" marL="0" rtl="0" algn="ctr">
              <a:lnSpc>
                <a:spcPct val="120000"/>
              </a:lnSpc>
              <a:spcBef>
                <a:spcPts val="0"/>
              </a:spcBef>
              <a:spcAft>
                <a:spcPts val="0"/>
              </a:spcAft>
              <a:buClr>
                <a:schemeClr val="dk1"/>
              </a:buClr>
              <a:buSzPts val="2200"/>
              <a:buFont typeface="Arial"/>
              <a:buNone/>
            </a:pPr>
            <a:r>
              <a:rPr b="1" lang="en-US" sz="2200">
                <a:solidFill>
                  <a:schemeClr val="dk2"/>
                </a:solidFill>
                <a:latin typeface="Lato"/>
                <a:ea typeface="Lato"/>
                <a:cs typeface="Lato"/>
                <a:sym typeface="Lato"/>
              </a:rPr>
              <a:t>PRODUCTO/SERVICIO </a:t>
            </a:r>
            <a:endParaRPr b="1" sz="2200">
              <a:solidFill>
                <a:schemeClr val="dk2"/>
              </a:solidFill>
              <a:latin typeface="Lato"/>
              <a:ea typeface="Lato"/>
              <a:cs typeface="Lato"/>
              <a:sym typeface="Lato"/>
            </a:endParaRPr>
          </a:p>
          <a:p>
            <a:pPr indent="0" lvl="0" marL="0" marR="0" rtl="0" algn="ctr">
              <a:lnSpc>
                <a:spcPct val="120000"/>
              </a:lnSpc>
              <a:spcBef>
                <a:spcPts val="0"/>
              </a:spcBef>
              <a:spcAft>
                <a:spcPts val="0"/>
              </a:spcAft>
              <a:buClr>
                <a:srgbClr val="000000"/>
              </a:buClr>
              <a:buSzPts val="2200"/>
              <a:buFont typeface="Arial"/>
              <a:buNone/>
            </a:pPr>
            <a:r>
              <a:t/>
            </a:r>
            <a:endParaRPr b="1" sz="2200">
              <a:solidFill>
                <a:schemeClr val="dk2"/>
              </a:solidFill>
              <a:latin typeface="Lato"/>
              <a:ea typeface="Lato"/>
              <a:cs typeface="Lato"/>
              <a:sym typeface="Lato"/>
            </a:endParaRPr>
          </a:p>
        </p:txBody>
      </p:sp>
      <p:sp>
        <p:nvSpPr>
          <p:cNvPr id="742" name="Google Shape;742;p30"/>
          <p:cNvSpPr txBox="1"/>
          <p:nvPr/>
        </p:nvSpPr>
        <p:spPr>
          <a:xfrm>
            <a:off x="18218148" y="7982646"/>
            <a:ext cx="3733800" cy="591000"/>
          </a:xfrm>
          <a:prstGeom prst="rect">
            <a:avLst/>
          </a:prstGeom>
          <a:noFill/>
          <a:ln>
            <a:noFill/>
          </a:ln>
        </p:spPr>
        <p:txBody>
          <a:bodyPr anchorCtr="0" anchor="t" bIns="0" lIns="0" spcFirstLastPara="1" rIns="0" wrap="square" tIns="0">
            <a:noAutofit/>
          </a:bodyPr>
          <a:lstStyle/>
          <a:p>
            <a:pPr indent="0" lvl="0" marL="0" rtl="0" algn="ctr">
              <a:lnSpc>
                <a:spcPct val="120000"/>
              </a:lnSpc>
              <a:spcBef>
                <a:spcPts val="0"/>
              </a:spcBef>
              <a:spcAft>
                <a:spcPts val="0"/>
              </a:spcAft>
              <a:buClr>
                <a:schemeClr val="dk1"/>
              </a:buClr>
              <a:buSzPts val="3200"/>
              <a:buFont typeface="Arial"/>
              <a:buNone/>
            </a:pPr>
            <a:r>
              <a:rPr b="1" lang="en-US" sz="3200">
                <a:solidFill>
                  <a:schemeClr val="dk2"/>
                </a:solidFill>
                <a:latin typeface="Lato"/>
                <a:ea typeface="Lato"/>
                <a:cs typeface="Lato"/>
                <a:sym typeface="Lato"/>
              </a:rPr>
              <a:t>Competidor 04</a:t>
            </a:r>
            <a:endParaRPr b="1" sz="3200">
              <a:solidFill>
                <a:schemeClr val="dk2"/>
              </a:solidFill>
              <a:latin typeface="Lato"/>
              <a:ea typeface="Lato"/>
              <a:cs typeface="Lato"/>
              <a:sym typeface="Lato"/>
            </a:endParaRPr>
          </a:p>
        </p:txBody>
      </p:sp>
      <p:sp>
        <p:nvSpPr>
          <p:cNvPr id="743" name="Google Shape;743;p30"/>
          <p:cNvSpPr txBox="1"/>
          <p:nvPr/>
        </p:nvSpPr>
        <p:spPr>
          <a:xfrm>
            <a:off x="18151473" y="10026026"/>
            <a:ext cx="3867000" cy="13296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data about the title here</a:t>
            </a:r>
            <a:endParaRPr b="0" i="0" sz="2400" u="none" cap="none" strike="noStrike">
              <a:solidFill>
                <a:schemeClr val="dk2"/>
              </a:solidFill>
              <a:latin typeface="Lato Light"/>
              <a:ea typeface="Lato Light"/>
              <a:cs typeface="Lato Light"/>
              <a:sym typeface="Lato Light"/>
            </a:endParaRPr>
          </a:p>
        </p:txBody>
      </p:sp>
      <p:cxnSp>
        <p:nvCxnSpPr>
          <p:cNvPr id="744" name="Google Shape;744;p30"/>
          <p:cNvCxnSpPr/>
          <p:nvPr/>
        </p:nvCxnSpPr>
        <p:spPr>
          <a:xfrm>
            <a:off x="8488812" y="9592056"/>
            <a:ext cx="1958100" cy="0"/>
          </a:xfrm>
          <a:prstGeom prst="straightConnector1">
            <a:avLst/>
          </a:prstGeom>
          <a:noFill/>
          <a:ln cap="flat" cmpd="sng" w="57150">
            <a:solidFill>
              <a:schemeClr val="accent2"/>
            </a:solidFill>
            <a:prstDash val="solid"/>
            <a:miter lim="800000"/>
            <a:headEnd len="sm" w="sm" type="none"/>
            <a:tailEnd len="sm" w="sm" type="none"/>
          </a:ln>
        </p:spPr>
      </p:cxnSp>
      <p:cxnSp>
        <p:nvCxnSpPr>
          <p:cNvPr id="745" name="Google Shape;745;p30"/>
          <p:cNvCxnSpPr/>
          <p:nvPr/>
        </p:nvCxnSpPr>
        <p:spPr>
          <a:xfrm>
            <a:off x="13799530" y="9592056"/>
            <a:ext cx="1958100" cy="0"/>
          </a:xfrm>
          <a:prstGeom prst="straightConnector1">
            <a:avLst/>
          </a:prstGeom>
          <a:noFill/>
          <a:ln cap="flat" cmpd="sng" w="57150">
            <a:solidFill>
              <a:schemeClr val="accent3"/>
            </a:solidFill>
            <a:prstDash val="solid"/>
            <a:miter lim="800000"/>
            <a:headEnd len="sm" w="sm" type="none"/>
            <a:tailEnd len="sm" w="sm" type="none"/>
          </a:ln>
        </p:spPr>
      </p:cxnSp>
      <p:cxnSp>
        <p:nvCxnSpPr>
          <p:cNvPr id="746" name="Google Shape;746;p30"/>
          <p:cNvCxnSpPr/>
          <p:nvPr/>
        </p:nvCxnSpPr>
        <p:spPr>
          <a:xfrm>
            <a:off x="19106013" y="9592056"/>
            <a:ext cx="1958100" cy="0"/>
          </a:xfrm>
          <a:prstGeom prst="straightConnector1">
            <a:avLst/>
          </a:prstGeom>
          <a:noFill/>
          <a:ln cap="flat" cmpd="sng" w="57150">
            <a:solidFill>
              <a:schemeClr val="accent4"/>
            </a:solidFill>
            <a:prstDash val="solid"/>
            <a:miter lim="800000"/>
            <a:headEnd len="sm" w="sm" type="none"/>
            <a:tailEnd len="sm" w="sm" type="none"/>
          </a:ln>
        </p:spPr>
      </p:cxnSp>
      <p:sp>
        <p:nvSpPr>
          <p:cNvPr id="747" name="Google Shape;747;p30"/>
          <p:cNvSpPr/>
          <p:nvPr/>
        </p:nvSpPr>
        <p:spPr>
          <a:xfrm>
            <a:off x="2517099" y="4069080"/>
            <a:ext cx="3297000" cy="3297000"/>
          </a:xfrm>
          <a:prstGeom prst="ellipse">
            <a:avLst/>
          </a:prstGeom>
          <a:gradFill>
            <a:gsLst>
              <a:gs pos="0">
                <a:srgbClr val="9C9C9C"/>
              </a:gs>
              <a:gs pos="50000">
                <a:srgbClr val="C3C3C3"/>
              </a:gs>
              <a:gs pos="100000">
                <a:srgbClr val="E2E2E2"/>
              </a:gs>
            </a:gsLst>
            <a:lin ang="16200038"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748" name="Google Shape;748;p30"/>
          <p:cNvSpPr txBox="1"/>
          <p:nvPr/>
        </p:nvSpPr>
        <p:spPr>
          <a:xfrm>
            <a:off x="2872603" y="5379024"/>
            <a:ext cx="2586000" cy="677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2200"/>
              <a:buFont typeface="Lato"/>
              <a:buNone/>
            </a:pPr>
            <a:r>
              <a:rPr b="0" i="0" lang="en-US" sz="2200" u="none" cap="none" strike="noStrike">
                <a:solidFill>
                  <a:schemeClr val="lt1"/>
                </a:solidFill>
                <a:latin typeface="Lato"/>
                <a:ea typeface="Lato"/>
                <a:cs typeface="Lato"/>
                <a:sym typeface="Lato"/>
              </a:rPr>
              <a:t>Image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200"/>
              <a:buFont typeface="Lato"/>
              <a:buNone/>
            </a:pPr>
            <a:r>
              <a:rPr b="0" i="0" lang="en-US" sz="2200" u="none" cap="none" strike="noStrike">
                <a:solidFill>
                  <a:schemeClr val="lt1"/>
                </a:solidFill>
                <a:latin typeface="Lato"/>
                <a:ea typeface="Lato"/>
                <a:cs typeface="Lato"/>
                <a:sym typeface="Lato"/>
              </a:rPr>
              <a:t>Placeholder</a:t>
            </a:r>
            <a:endParaRPr b="0" i="0" sz="2200" u="none" cap="none" strike="noStrike">
              <a:solidFill>
                <a:schemeClr val="lt1"/>
              </a:solidFill>
              <a:latin typeface="Lato"/>
              <a:ea typeface="Lato"/>
              <a:cs typeface="Lato"/>
              <a:sym typeface="Lato"/>
            </a:endParaRPr>
          </a:p>
        </p:txBody>
      </p:sp>
      <p:sp>
        <p:nvSpPr>
          <p:cNvPr id="749" name="Google Shape;749;p30"/>
          <p:cNvSpPr/>
          <p:nvPr/>
        </p:nvSpPr>
        <p:spPr>
          <a:xfrm>
            <a:off x="7833783" y="4069080"/>
            <a:ext cx="3297000" cy="3297000"/>
          </a:xfrm>
          <a:prstGeom prst="ellipse">
            <a:avLst/>
          </a:prstGeom>
          <a:gradFill>
            <a:gsLst>
              <a:gs pos="0">
                <a:srgbClr val="9C9C9C"/>
              </a:gs>
              <a:gs pos="50000">
                <a:srgbClr val="C3C3C3"/>
              </a:gs>
              <a:gs pos="100000">
                <a:srgbClr val="E2E2E2"/>
              </a:gs>
            </a:gsLst>
            <a:lin ang="16200038"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750" name="Google Shape;750;p30"/>
          <p:cNvSpPr txBox="1"/>
          <p:nvPr/>
        </p:nvSpPr>
        <p:spPr>
          <a:xfrm>
            <a:off x="8189287" y="5379024"/>
            <a:ext cx="2586000" cy="677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2200"/>
              <a:buFont typeface="Lato"/>
              <a:buNone/>
            </a:pPr>
            <a:r>
              <a:rPr b="0" i="0" lang="en-US" sz="2200" u="none" cap="none" strike="noStrike">
                <a:solidFill>
                  <a:schemeClr val="lt1"/>
                </a:solidFill>
                <a:latin typeface="Lato"/>
                <a:ea typeface="Lato"/>
                <a:cs typeface="Lato"/>
                <a:sym typeface="Lato"/>
              </a:rPr>
              <a:t>Image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200"/>
              <a:buFont typeface="Lato"/>
              <a:buNone/>
            </a:pPr>
            <a:r>
              <a:rPr b="0" i="0" lang="en-US" sz="2200" u="none" cap="none" strike="noStrike">
                <a:solidFill>
                  <a:schemeClr val="lt1"/>
                </a:solidFill>
                <a:latin typeface="Lato"/>
                <a:ea typeface="Lato"/>
                <a:cs typeface="Lato"/>
                <a:sym typeface="Lato"/>
              </a:rPr>
              <a:t>Placeholder</a:t>
            </a:r>
            <a:endParaRPr b="0" i="0" sz="2200" u="none" cap="none" strike="noStrike">
              <a:solidFill>
                <a:schemeClr val="lt1"/>
              </a:solidFill>
              <a:latin typeface="Lato"/>
              <a:ea typeface="Lato"/>
              <a:cs typeface="Lato"/>
              <a:sym typeface="Lato"/>
            </a:endParaRPr>
          </a:p>
        </p:txBody>
      </p:sp>
      <p:sp>
        <p:nvSpPr>
          <p:cNvPr id="751" name="Google Shape;751;p30"/>
          <p:cNvSpPr/>
          <p:nvPr/>
        </p:nvSpPr>
        <p:spPr>
          <a:xfrm>
            <a:off x="13145333" y="4069080"/>
            <a:ext cx="3297000" cy="3297000"/>
          </a:xfrm>
          <a:prstGeom prst="ellipse">
            <a:avLst/>
          </a:prstGeom>
          <a:gradFill>
            <a:gsLst>
              <a:gs pos="0">
                <a:srgbClr val="9C9C9C"/>
              </a:gs>
              <a:gs pos="50000">
                <a:srgbClr val="C3C3C3"/>
              </a:gs>
              <a:gs pos="100000">
                <a:srgbClr val="E2E2E2"/>
              </a:gs>
            </a:gsLst>
            <a:lin ang="16200038"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752" name="Google Shape;752;p30"/>
          <p:cNvSpPr txBox="1"/>
          <p:nvPr/>
        </p:nvSpPr>
        <p:spPr>
          <a:xfrm>
            <a:off x="13500838" y="5379024"/>
            <a:ext cx="2586000" cy="677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2200"/>
              <a:buFont typeface="Lato"/>
              <a:buNone/>
            </a:pPr>
            <a:r>
              <a:rPr b="0" i="0" lang="en-US" sz="2200" u="none" cap="none" strike="noStrike">
                <a:solidFill>
                  <a:schemeClr val="lt1"/>
                </a:solidFill>
                <a:latin typeface="Lato"/>
                <a:ea typeface="Lato"/>
                <a:cs typeface="Lato"/>
                <a:sym typeface="Lato"/>
              </a:rPr>
              <a:t>Image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200"/>
              <a:buFont typeface="Lato"/>
              <a:buNone/>
            </a:pPr>
            <a:r>
              <a:rPr b="0" i="0" lang="en-US" sz="2200" u="none" cap="none" strike="noStrike">
                <a:solidFill>
                  <a:schemeClr val="lt1"/>
                </a:solidFill>
                <a:latin typeface="Lato"/>
                <a:ea typeface="Lato"/>
                <a:cs typeface="Lato"/>
                <a:sym typeface="Lato"/>
              </a:rPr>
              <a:t>Placeholder</a:t>
            </a:r>
            <a:endParaRPr b="0" i="0" sz="2200" u="none" cap="none" strike="noStrike">
              <a:solidFill>
                <a:schemeClr val="lt1"/>
              </a:solidFill>
              <a:latin typeface="Lato"/>
              <a:ea typeface="Lato"/>
              <a:cs typeface="Lato"/>
              <a:sym typeface="Lato"/>
            </a:endParaRPr>
          </a:p>
        </p:txBody>
      </p:sp>
      <p:sp>
        <p:nvSpPr>
          <p:cNvPr id="753" name="Google Shape;753;p30"/>
          <p:cNvSpPr/>
          <p:nvPr/>
        </p:nvSpPr>
        <p:spPr>
          <a:xfrm>
            <a:off x="18426352" y="4069080"/>
            <a:ext cx="3297000" cy="3297000"/>
          </a:xfrm>
          <a:prstGeom prst="ellipse">
            <a:avLst/>
          </a:prstGeom>
          <a:gradFill>
            <a:gsLst>
              <a:gs pos="0">
                <a:srgbClr val="9C9C9C"/>
              </a:gs>
              <a:gs pos="50000">
                <a:srgbClr val="C3C3C3"/>
              </a:gs>
              <a:gs pos="100000">
                <a:srgbClr val="E2E2E2"/>
              </a:gs>
            </a:gsLst>
            <a:lin ang="16200038"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754" name="Google Shape;754;p30"/>
          <p:cNvSpPr txBox="1"/>
          <p:nvPr/>
        </p:nvSpPr>
        <p:spPr>
          <a:xfrm>
            <a:off x="18781855" y="5379024"/>
            <a:ext cx="2586000" cy="677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2200"/>
              <a:buFont typeface="Lato"/>
              <a:buNone/>
            </a:pPr>
            <a:r>
              <a:rPr b="0" i="0" lang="en-US" sz="2200" u="none" cap="none" strike="noStrike">
                <a:solidFill>
                  <a:schemeClr val="lt1"/>
                </a:solidFill>
                <a:latin typeface="Lato"/>
                <a:ea typeface="Lato"/>
                <a:cs typeface="Lato"/>
                <a:sym typeface="Lato"/>
              </a:rPr>
              <a:t>Image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200"/>
              <a:buFont typeface="Lato"/>
              <a:buNone/>
            </a:pPr>
            <a:r>
              <a:rPr b="0" i="0" lang="en-US" sz="2200" u="none" cap="none" strike="noStrike">
                <a:solidFill>
                  <a:schemeClr val="lt1"/>
                </a:solidFill>
                <a:latin typeface="Lato"/>
                <a:ea typeface="Lato"/>
                <a:cs typeface="Lato"/>
                <a:sym typeface="Lato"/>
              </a:rPr>
              <a:t>Placeholder</a:t>
            </a:r>
            <a:endParaRPr b="0" i="0" sz="2200" u="none" cap="none" strike="noStrike">
              <a:solidFill>
                <a:schemeClr val="lt1"/>
              </a:solidFill>
              <a:latin typeface="Lato"/>
              <a:ea typeface="Lato"/>
              <a:cs typeface="Lato"/>
              <a:sym typeface="La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58" name="Shape 758"/>
        <p:cNvGrpSpPr/>
        <p:nvPr/>
      </p:nvGrpSpPr>
      <p:grpSpPr>
        <a:xfrm>
          <a:off x="0" y="0"/>
          <a:ext cx="0" cy="0"/>
          <a:chOff x="0" y="0"/>
          <a:chExt cx="0" cy="0"/>
        </a:xfrm>
      </p:grpSpPr>
      <p:sp>
        <p:nvSpPr>
          <p:cNvPr id="759" name="Google Shape;759;p31"/>
          <p:cNvSpPr/>
          <p:nvPr/>
        </p:nvSpPr>
        <p:spPr>
          <a:xfrm>
            <a:off x="7634075" y="8020974"/>
            <a:ext cx="2524500" cy="457800"/>
          </a:xfrm>
          <a:prstGeom prst="rect">
            <a:avLst/>
          </a:prstGeom>
          <a:solidFill>
            <a:srgbClr val="E9E9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760" name="Google Shape;760;p31"/>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COMPETIDOR 01 </a:t>
            </a:r>
            <a:endParaRPr/>
          </a:p>
        </p:txBody>
      </p:sp>
      <p:sp>
        <p:nvSpPr>
          <p:cNvPr id="761" name="Google Shape;761;p31"/>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solidFill>
                  <a:srgbClr val="000000"/>
                </a:solidFill>
              </a:rPr>
              <a:t>Análisis </a:t>
            </a:r>
            <a:r>
              <a:rPr lang="en-US">
                <a:solidFill>
                  <a:schemeClr val="dk1"/>
                </a:solidFill>
              </a:rPr>
              <a:t>externo</a:t>
            </a:r>
            <a:r>
              <a:rPr lang="en-US">
                <a:solidFill>
                  <a:srgbClr val="000000"/>
                </a:solidFill>
              </a:rPr>
              <a:t> </a:t>
            </a:r>
            <a:r>
              <a:rPr lang="en-US">
                <a:solidFill>
                  <a:schemeClr val="accent4"/>
                </a:solidFill>
              </a:rPr>
              <a:t>| Competencia</a:t>
            </a:r>
            <a:endParaRPr b="1" i="0" sz="8800" u="none" cap="none" strike="noStrike">
              <a:solidFill>
                <a:schemeClr val="accent4"/>
              </a:solidFill>
              <a:latin typeface="Lato"/>
              <a:ea typeface="Lato"/>
              <a:cs typeface="Lato"/>
              <a:sym typeface="Lato"/>
            </a:endParaRPr>
          </a:p>
        </p:txBody>
      </p:sp>
      <p:sp>
        <p:nvSpPr>
          <p:cNvPr id="762" name="Google Shape;762;p31"/>
          <p:cNvSpPr/>
          <p:nvPr/>
        </p:nvSpPr>
        <p:spPr>
          <a:xfrm>
            <a:off x="22317199" y="870305"/>
            <a:ext cx="1172200" cy="961050"/>
          </a:xfrm>
          <a:custGeom>
            <a:rect b="b" l="l" r="r" t="t"/>
            <a:pathLst>
              <a:path extrusionOk="0" h="289" w="353">
                <a:moveTo>
                  <a:pt x="337" y="32"/>
                </a:moveTo>
                <a:cubicBezTo>
                  <a:pt x="241" y="32"/>
                  <a:pt x="241" y="32"/>
                  <a:pt x="241" y="32"/>
                </a:cubicBezTo>
                <a:cubicBezTo>
                  <a:pt x="241" y="15"/>
                  <a:pt x="226" y="0"/>
                  <a:pt x="209" y="0"/>
                </a:cubicBezTo>
                <a:cubicBezTo>
                  <a:pt x="144" y="0"/>
                  <a:pt x="144" y="0"/>
                  <a:pt x="144" y="0"/>
                </a:cubicBezTo>
                <a:cubicBezTo>
                  <a:pt x="127" y="0"/>
                  <a:pt x="112" y="15"/>
                  <a:pt x="112" y="32"/>
                </a:cubicBezTo>
                <a:cubicBezTo>
                  <a:pt x="16" y="32"/>
                  <a:pt x="16" y="32"/>
                  <a:pt x="16" y="32"/>
                </a:cubicBezTo>
                <a:cubicBezTo>
                  <a:pt x="7" y="32"/>
                  <a:pt x="0" y="40"/>
                  <a:pt x="0" y="48"/>
                </a:cubicBezTo>
                <a:cubicBezTo>
                  <a:pt x="0" y="129"/>
                  <a:pt x="0" y="129"/>
                  <a:pt x="0" y="129"/>
                </a:cubicBezTo>
                <a:cubicBezTo>
                  <a:pt x="0" y="138"/>
                  <a:pt x="7" y="145"/>
                  <a:pt x="16" y="145"/>
                </a:cubicBezTo>
                <a:cubicBezTo>
                  <a:pt x="16" y="273"/>
                  <a:pt x="16" y="273"/>
                  <a:pt x="16" y="273"/>
                </a:cubicBezTo>
                <a:cubicBezTo>
                  <a:pt x="16" y="282"/>
                  <a:pt x="23" y="289"/>
                  <a:pt x="32" y="289"/>
                </a:cubicBezTo>
                <a:cubicBezTo>
                  <a:pt x="321" y="289"/>
                  <a:pt x="321" y="289"/>
                  <a:pt x="321" y="289"/>
                </a:cubicBezTo>
                <a:cubicBezTo>
                  <a:pt x="330" y="289"/>
                  <a:pt x="337" y="282"/>
                  <a:pt x="337" y="273"/>
                </a:cubicBezTo>
                <a:cubicBezTo>
                  <a:pt x="337" y="145"/>
                  <a:pt x="337" y="145"/>
                  <a:pt x="337" y="145"/>
                </a:cubicBezTo>
                <a:cubicBezTo>
                  <a:pt x="346" y="145"/>
                  <a:pt x="353" y="138"/>
                  <a:pt x="353" y="129"/>
                </a:cubicBezTo>
                <a:cubicBezTo>
                  <a:pt x="353" y="48"/>
                  <a:pt x="353" y="48"/>
                  <a:pt x="353" y="48"/>
                </a:cubicBezTo>
                <a:cubicBezTo>
                  <a:pt x="353" y="40"/>
                  <a:pt x="346" y="32"/>
                  <a:pt x="337" y="32"/>
                </a:cubicBezTo>
                <a:moveTo>
                  <a:pt x="144" y="16"/>
                </a:moveTo>
                <a:cubicBezTo>
                  <a:pt x="209" y="16"/>
                  <a:pt x="209" y="16"/>
                  <a:pt x="209" y="16"/>
                </a:cubicBezTo>
                <a:cubicBezTo>
                  <a:pt x="217" y="16"/>
                  <a:pt x="225" y="23"/>
                  <a:pt x="225" y="32"/>
                </a:cubicBezTo>
                <a:cubicBezTo>
                  <a:pt x="128" y="32"/>
                  <a:pt x="128" y="32"/>
                  <a:pt x="128" y="32"/>
                </a:cubicBezTo>
                <a:cubicBezTo>
                  <a:pt x="128" y="23"/>
                  <a:pt x="136" y="16"/>
                  <a:pt x="144" y="16"/>
                </a:cubicBezTo>
                <a:moveTo>
                  <a:pt x="321" y="273"/>
                </a:moveTo>
                <a:cubicBezTo>
                  <a:pt x="32" y="273"/>
                  <a:pt x="32" y="273"/>
                  <a:pt x="32" y="273"/>
                </a:cubicBezTo>
                <a:cubicBezTo>
                  <a:pt x="32" y="145"/>
                  <a:pt x="32" y="145"/>
                  <a:pt x="32" y="145"/>
                </a:cubicBezTo>
                <a:cubicBezTo>
                  <a:pt x="64" y="145"/>
                  <a:pt x="64" y="145"/>
                  <a:pt x="64" y="145"/>
                </a:cubicBezTo>
                <a:cubicBezTo>
                  <a:pt x="64" y="161"/>
                  <a:pt x="64" y="161"/>
                  <a:pt x="64" y="161"/>
                </a:cubicBezTo>
                <a:cubicBezTo>
                  <a:pt x="64" y="170"/>
                  <a:pt x="71" y="177"/>
                  <a:pt x="80" y="177"/>
                </a:cubicBezTo>
                <a:cubicBezTo>
                  <a:pt x="112" y="177"/>
                  <a:pt x="112" y="177"/>
                  <a:pt x="112" y="177"/>
                </a:cubicBezTo>
                <a:cubicBezTo>
                  <a:pt x="121" y="177"/>
                  <a:pt x="128" y="170"/>
                  <a:pt x="128" y="161"/>
                </a:cubicBezTo>
                <a:cubicBezTo>
                  <a:pt x="128" y="145"/>
                  <a:pt x="128" y="145"/>
                  <a:pt x="128" y="145"/>
                </a:cubicBezTo>
                <a:cubicBezTo>
                  <a:pt x="225" y="145"/>
                  <a:pt x="225" y="145"/>
                  <a:pt x="225" y="145"/>
                </a:cubicBezTo>
                <a:cubicBezTo>
                  <a:pt x="225" y="161"/>
                  <a:pt x="225" y="161"/>
                  <a:pt x="225" y="161"/>
                </a:cubicBezTo>
                <a:cubicBezTo>
                  <a:pt x="225" y="170"/>
                  <a:pt x="232" y="177"/>
                  <a:pt x="241" y="177"/>
                </a:cubicBezTo>
                <a:cubicBezTo>
                  <a:pt x="273" y="177"/>
                  <a:pt x="273" y="177"/>
                  <a:pt x="273" y="177"/>
                </a:cubicBezTo>
                <a:cubicBezTo>
                  <a:pt x="282" y="177"/>
                  <a:pt x="289" y="170"/>
                  <a:pt x="289" y="161"/>
                </a:cubicBezTo>
                <a:cubicBezTo>
                  <a:pt x="289" y="145"/>
                  <a:pt x="289" y="145"/>
                  <a:pt x="289" y="145"/>
                </a:cubicBezTo>
                <a:cubicBezTo>
                  <a:pt x="321" y="145"/>
                  <a:pt x="321" y="145"/>
                  <a:pt x="321" y="145"/>
                </a:cubicBezTo>
                <a:lnTo>
                  <a:pt x="321" y="273"/>
                </a:lnTo>
                <a:close/>
                <a:moveTo>
                  <a:pt x="80" y="113"/>
                </a:moveTo>
                <a:cubicBezTo>
                  <a:pt x="112" y="113"/>
                  <a:pt x="112" y="113"/>
                  <a:pt x="112" y="113"/>
                </a:cubicBezTo>
                <a:cubicBezTo>
                  <a:pt x="112" y="161"/>
                  <a:pt x="112" y="161"/>
                  <a:pt x="112" y="161"/>
                </a:cubicBezTo>
                <a:cubicBezTo>
                  <a:pt x="80" y="161"/>
                  <a:pt x="80" y="161"/>
                  <a:pt x="80" y="161"/>
                </a:cubicBezTo>
                <a:lnTo>
                  <a:pt x="80" y="113"/>
                </a:lnTo>
                <a:close/>
                <a:moveTo>
                  <a:pt x="241" y="113"/>
                </a:moveTo>
                <a:cubicBezTo>
                  <a:pt x="273" y="113"/>
                  <a:pt x="273" y="113"/>
                  <a:pt x="273" y="113"/>
                </a:cubicBezTo>
                <a:cubicBezTo>
                  <a:pt x="273" y="161"/>
                  <a:pt x="273" y="161"/>
                  <a:pt x="273" y="161"/>
                </a:cubicBezTo>
                <a:cubicBezTo>
                  <a:pt x="241" y="161"/>
                  <a:pt x="241" y="161"/>
                  <a:pt x="241" y="161"/>
                </a:cubicBezTo>
                <a:lnTo>
                  <a:pt x="241" y="113"/>
                </a:lnTo>
                <a:close/>
                <a:moveTo>
                  <a:pt x="337" y="129"/>
                </a:moveTo>
                <a:cubicBezTo>
                  <a:pt x="289" y="129"/>
                  <a:pt x="289" y="129"/>
                  <a:pt x="289" y="129"/>
                </a:cubicBezTo>
                <a:cubicBezTo>
                  <a:pt x="289" y="113"/>
                  <a:pt x="289" y="113"/>
                  <a:pt x="289" y="113"/>
                </a:cubicBezTo>
                <a:cubicBezTo>
                  <a:pt x="289" y="104"/>
                  <a:pt x="282" y="97"/>
                  <a:pt x="273" y="97"/>
                </a:cubicBezTo>
                <a:cubicBezTo>
                  <a:pt x="241" y="97"/>
                  <a:pt x="241" y="97"/>
                  <a:pt x="241" y="97"/>
                </a:cubicBezTo>
                <a:cubicBezTo>
                  <a:pt x="232" y="97"/>
                  <a:pt x="225" y="104"/>
                  <a:pt x="225" y="113"/>
                </a:cubicBezTo>
                <a:cubicBezTo>
                  <a:pt x="225" y="129"/>
                  <a:pt x="225" y="129"/>
                  <a:pt x="225" y="129"/>
                </a:cubicBezTo>
                <a:cubicBezTo>
                  <a:pt x="128" y="129"/>
                  <a:pt x="128" y="129"/>
                  <a:pt x="128" y="129"/>
                </a:cubicBezTo>
                <a:cubicBezTo>
                  <a:pt x="128" y="113"/>
                  <a:pt x="128" y="113"/>
                  <a:pt x="128" y="113"/>
                </a:cubicBezTo>
                <a:cubicBezTo>
                  <a:pt x="128" y="104"/>
                  <a:pt x="121" y="97"/>
                  <a:pt x="112" y="97"/>
                </a:cubicBezTo>
                <a:cubicBezTo>
                  <a:pt x="80" y="97"/>
                  <a:pt x="80" y="97"/>
                  <a:pt x="80" y="97"/>
                </a:cubicBezTo>
                <a:cubicBezTo>
                  <a:pt x="71" y="97"/>
                  <a:pt x="64" y="104"/>
                  <a:pt x="64" y="113"/>
                </a:cubicBezTo>
                <a:cubicBezTo>
                  <a:pt x="64" y="129"/>
                  <a:pt x="64" y="129"/>
                  <a:pt x="64" y="129"/>
                </a:cubicBezTo>
                <a:cubicBezTo>
                  <a:pt x="16" y="129"/>
                  <a:pt x="16" y="129"/>
                  <a:pt x="16" y="129"/>
                </a:cubicBezTo>
                <a:cubicBezTo>
                  <a:pt x="16" y="48"/>
                  <a:pt x="16" y="48"/>
                  <a:pt x="16" y="48"/>
                </a:cubicBezTo>
                <a:cubicBezTo>
                  <a:pt x="337" y="48"/>
                  <a:pt x="337" y="48"/>
                  <a:pt x="337" y="48"/>
                </a:cubicBezTo>
                <a:lnTo>
                  <a:pt x="337" y="12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763" name="Google Shape;763;p31"/>
          <p:cNvSpPr/>
          <p:nvPr/>
        </p:nvSpPr>
        <p:spPr>
          <a:xfrm>
            <a:off x="21847001" y="344702"/>
            <a:ext cx="2112600" cy="211260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764" name="Google Shape;764;p31"/>
          <p:cNvSpPr/>
          <p:nvPr/>
        </p:nvSpPr>
        <p:spPr>
          <a:xfrm>
            <a:off x="22156531" y="1055983"/>
            <a:ext cx="1288473" cy="690068"/>
          </a:xfrm>
          <a:custGeom>
            <a:rect b="b" l="l" r="r" t="t"/>
            <a:pathLst>
              <a:path extrusionOk="0" h="442" w="826">
                <a:moveTo>
                  <a:pt x="826" y="211"/>
                </a:moveTo>
                <a:cubicBezTo>
                  <a:pt x="826" y="209"/>
                  <a:pt x="825" y="208"/>
                  <a:pt x="825" y="207"/>
                </a:cubicBezTo>
                <a:cubicBezTo>
                  <a:pt x="825" y="162"/>
                  <a:pt x="825" y="162"/>
                  <a:pt x="825" y="162"/>
                </a:cubicBezTo>
                <a:cubicBezTo>
                  <a:pt x="825" y="114"/>
                  <a:pt x="786" y="76"/>
                  <a:pt x="739" y="76"/>
                </a:cubicBezTo>
                <a:cubicBezTo>
                  <a:pt x="609" y="76"/>
                  <a:pt x="609" y="76"/>
                  <a:pt x="609" y="76"/>
                </a:cubicBezTo>
                <a:cubicBezTo>
                  <a:pt x="609" y="13"/>
                  <a:pt x="609" y="13"/>
                  <a:pt x="609" y="13"/>
                </a:cubicBezTo>
                <a:cubicBezTo>
                  <a:pt x="609" y="6"/>
                  <a:pt x="603" y="0"/>
                  <a:pt x="595" y="0"/>
                </a:cubicBezTo>
                <a:cubicBezTo>
                  <a:pt x="235" y="0"/>
                  <a:pt x="235" y="0"/>
                  <a:pt x="235" y="0"/>
                </a:cubicBezTo>
                <a:cubicBezTo>
                  <a:pt x="204" y="0"/>
                  <a:pt x="178" y="26"/>
                  <a:pt x="178" y="57"/>
                </a:cubicBezTo>
                <a:cubicBezTo>
                  <a:pt x="178" y="377"/>
                  <a:pt x="178" y="377"/>
                  <a:pt x="178" y="377"/>
                </a:cubicBezTo>
                <a:cubicBezTo>
                  <a:pt x="178" y="384"/>
                  <a:pt x="184" y="390"/>
                  <a:pt x="191" y="390"/>
                </a:cubicBezTo>
                <a:cubicBezTo>
                  <a:pt x="280" y="390"/>
                  <a:pt x="280" y="390"/>
                  <a:pt x="280" y="390"/>
                </a:cubicBezTo>
                <a:cubicBezTo>
                  <a:pt x="288" y="420"/>
                  <a:pt x="316" y="442"/>
                  <a:pt x="349" y="442"/>
                </a:cubicBezTo>
                <a:cubicBezTo>
                  <a:pt x="382" y="442"/>
                  <a:pt x="410" y="421"/>
                  <a:pt x="418" y="390"/>
                </a:cubicBezTo>
                <a:cubicBezTo>
                  <a:pt x="595" y="390"/>
                  <a:pt x="595" y="390"/>
                  <a:pt x="595" y="390"/>
                </a:cubicBezTo>
                <a:cubicBezTo>
                  <a:pt x="634" y="390"/>
                  <a:pt x="634" y="390"/>
                  <a:pt x="634" y="390"/>
                </a:cubicBezTo>
                <a:cubicBezTo>
                  <a:pt x="643" y="420"/>
                  <a:pt x="671" y="442"/>
                  <a:pt x="704" y="442"/>
                </a:cubicBezTo>
                <a:cubicBezTo>
                  <a:pt x="737" y="442"/>
                  <a:pt x="765" y="421"/>
                  <a:pt x="773" y="390"/>
                </a:cubicBezTo>
                <a:cubicBezTo>
                  <a:pt x="812" y="390"/>
                  <a:pt x="812" y="390"/>
                  <a:pt x="812" y="390"/>
                </a:cubicBezTo>
                <a:cubicBezTo>
                  <a:pt x="819" y="390"/>
                  <a:pt x="825" y="384"/>
                  <a:pt x="825" y="377"/>
                </a:cubicBezTo>
                <a:cubicBezTo>
                  <a:pt x="825" y="215"/>
                  <a:pt x="825" y="215"/>
                  <a:pt x="825" y="215"/>
                </a:cubicBezTo>
                <a:cubicBezTo>
                  <a:pt x="825" y="214"/>
                  <a:pt x="826" y="212"/>
                  <a:pt x="826" y="211"/>
                </a:cubicBezTo>
                <a:close/>
                <a:moveTo>
                  <a:pt x="799" y="162"/>
                </a:moveTo>
                <a:cubicBezTo>
                  <a:pt x="799" y="198"/>
                  <a:pt x="799" y="198"/>
                  <a:pt x="799" y="198"/>
                </a:cubicBezTo>
                <a:cubicBezTo>
                  <a:pt x="648" y="198"/>
                  <a:pt x="648" y="198"/>
                  <a:pt x="648" y="198"/>
                </a:cubicBezTo>
                <a:cubicBezTo>
                  <a:pt x="648" y="102"/>
                  <a:pt x="648" y="102"/>
                  <a:pt x="648" y="102"/>
                </a:cubicBezTo>
                <a:cubicBezTo>
                  <a:pt x="739" y="102"/>
                  <a:pt x="739" y="102"/>
                  <a:pt x="739" y="102"/>
                </a:cubicBezTo>
                <a:cubicBezTo>
                  <a:pt x="772" y="102"/>
                  <a:pt x="799" y="129"/>
                  <a:pt x="799" y="162"/>
                </a:cubicBezTo>
                <a:close/>
                <a:moveTo>
                  <a:pt x="622" y="102"/>
                </a:moveTo>
                <a:cubicBezTo>
                  <a:pt x="622" y="198"/>
                  <a:pt x="622" y="198"/>
                  <a:pt x="622" y="198"/>
                </a:cubicBezTo>
                <a:cubicBezTo>
                  <a:pt x="609" y="198"/>
                  <a:pt x="609" y="198"/>
                  <a:pt x="609" y="198"/>
                </a:cubicBezTo>
                <a:cubicBezTo>
                  <a:pt x="609" y="102"/>
                  <a:pt x="609" y="102"/>
                  <a:pt x="609" y="102"/>
                </a:cubicBezTo>
                <a:lnTo>
                  <a:pt x="622" y="102"/>
                </a:lnTo>
                <a:close/>
                <a:moveTo>
                  <a:pt x="205" y="57"/>
                </a:moveTo>
                <a:cubicBezTo>
                  <a:pt x="205" y="40"/>
                  <a:pt x="218" y="26"/>
                  <a:pt x="235" y="26"/>
                </a:cubicBezTo>
                <a:cubicBezTo>
                  <a:pt x="582" y="26"/>
                  <a:pt x="582" y="26"/>
                  <a:pt x="582" y="26"/>
                </a:cubicBezTo>
                <a:cubicBezTo>
                  <a:pt x="582" y="89"/>
                  <a:pt x="582" y="89"/>
                  <a:pt x="582" y="89"/>
                </a:cubicBezTo>
                <a:cubicBezTo>
                  <a:pt x="582" y="363"/>
                  <a:pt x="582" y="363"/>
                  <a:pt x="582" y="363"/>
                </a:cubicBezTo>
                <a:cubicBezTo>
                  <a:pt x="421" y="363"/>
                  <a:pt x="421" y="363"/>
                  <a:pt x="421" y="363"/>
                </a:cubicBezTo>
                <a:cubicBezTo>
                  <a:pt x="421" y="362"/>
                  <a:pt x="420" y="361"/>
                  <a:pt x="420" y="359"/>
                </a:cubicBezTo>
                <a:cubicBezTo>
                  <a:pt x="420" y="357"/>
                  <a:pt x="419" y="355"/>
                  <a:pt x="419" y="353"/>
                </a:cubicBezTo>
                <a:cubicBezTo>
                  <a:pt x="418" y="350"/>
                  <a:pt x="418" y="348"/>
                  <a:pt x="417" y="346"/>
                </a:cubicBezTo>
                <a:cubicBezTo>
                  <a:pt x="416" y="344"/>
                  <a:pt x="415" y="342"/>
                  <a:pt x="414" y="340"/>
                </a:cubicBezTo>
                <a:cubicBezTo>
                  <a:pt x="413" y="338"/>
                  <a:pt x="412" y="335"/>
                  <a:pt x="411" y="333"/>
                </a:cubicBezTo>
                <a:cubicBezTo>
                  <a:pt x="410" y="332"/>
                  <a:pt x="409" y="330"/>
                  <a:pt x="408" y="328"/>
                </a:cubicBezTo>
                <a:cubicBezTo>
                  <a:pt x="406" y="326"/>
                  <a:pt x="405" y="324"/>
                  <a:pt x="403" y="322"/>
                </a:cubicBezTo>
                <a:cubicBezTo>
                  <a:pt x="402" y="321"/>
                  <a:pt x="400" y="319"/>
                  <a:pt x="399" y="318"/>
                </a:cubicBezTo>
                <a:cubicBezTo>
                  <a:pt x="397" y="316"/>
                  <a:pt x="395" y="315"/>
                  <a:pt x="393" y="313"/>
                </a:cubicBezTo>
                <a:cubicBezTo>
                  <a:pt x="391" y="312"/>
                  <a:pt x="390" y="311"/>
                  <a:pt x="388" y="310"/>
                </a:cubicBezTo>
                <a:cubicBezTo>
                  <a:pt x="386" y="308"/>
                  <a:pt x="384" y="307"/>
                  <a:pt x="381" y="306"/>
                </a:cubicBezTo>
                <a:cubicBezTo>
                  <a:pt x="380" y="305"/>
                  <a:pt x="378" y="304"/>
                  <a:pt x="376" y="303"/>
                </a:cubicBezTo>
                <a:cubicBezTo>
                  <a:pt x="374" y="302"/>
                  <a:pt x="371" y="301"/>
                  <a:pt x="368" y="301"/>
                </a:cubicBezTo>
                <a:cubicBezTo>
                  <a:pt x="366" y="300"/>
                  <a:pt x="365" y="300"/>
                  <a:pt x="363" y="299"/>
                </a:cubicBezTo>
                <a:cubicBezTo>
                  <a:pt x="359" y="298"/>
                  <a:pt x="354" y="298"/>
                  <a:pt x="349" y="298"/>
                </a:cubicBezTo>
                <a:cubicBezTo>
                  <a:pt x="344" y="298"/>
                  <a:pt x="339" y="298"/>
                  <a:pt x="335" y="299"/>
                </a:cubicBezTo>
                <a:cubicBezTo>
                  <a:pt x="333" y="300"/>
                  <a:pt x="332" y="300"/>
                  <a:pt x="330" y="301"/>
                </a:cubicBezTo>
                <a:cubicBezTo>
                  <a:pt x="327" y="301"/>
                  <a:pt x="324" y="302"/>
                  <a:pt x="322" y="303"/>
                </a:cubicBezTo>
                <a:cubicBezTo>
                  <a:pt x="320" y="304"/>
                  <a:pt x="318" y="305"/>
                  <a:pt x="317" y="306"/>
                </a:cubicBezTo>
                <a:cubicBezTo>
                  <a:pt x="314" y="307"/>
                  <a:pt x="312" y="308"/>
                  <a:pt x="310" y="310"/>
                </a:cubicBezTo>
                <a:cubicBezTo>
                  <a:pt x="308" y="311"/>
                  <a:pt x="307" y="312"/>
                  <a:pt x="305" y="313"/>
                </a:cubicBezTo>
                <a:cubicBezTo>
                  <a:pt x="303" y="315"/>
                  <a:pt x="301" y="316"/>
                  <a:pt x="299" y="318"/>
                </a:cubicBezTo>
                <a:cubicBezTo>
                  <a:pt x="298" y="319"/>
                  <a:pt x="296" y="321"/>
                  <a:pt x="295" y="322"/>
                </a:cubicBezTo>
                <a:cubicBezTo>
                  <a:pt x="293" y="324"/>
                  <a:pt x="292" y="326"/>
                  <a:pt x="290" y="328"/>
                </a:cubicBezTo>
                <a:cubicBezTo>
                  <a:pt x="289" y="330"/>
                  <a:pt x="288" y="332"/>
                  <a:pt x="287" y="333"/>
                </a:cubicBezTo>
                <a:cubicBezTo>
                  <a:pt x="286" y="335"/>
                  <a:pt x="285" y="338"/>
                  <a:pt x="284" y="340"/>
                </a:cubicBezTo>
                <a:cubicBezTo>
                  <a:pt x="283" y="342"/>
                  <a:pt x="282" y="344"/>
                  <a:pt x="281" y="346"/>
                </a:cubicBezTo>
                <a:cubicBezTo>
                  <a:pt x="280" y="348"/>
                  <a:pt x="280" y="350"/>
                  <a:pt x="279" y="353"/>
                </a:cubicBezTo>
                <a:cubicBezTo>
                  <a:pt x="279" y="355"/>
                  <a:pt x="278" y="357"/>
                  <a:pt x="278" y="359"/>
                </a:cubicBezTo>
                <a:cubicBezTo>
                  <a:pt x="278" y="361"/>
                  <a:pt x="277" y="362"/>
                  <a:pt x="277" y="363"/>
                </a:cubicBezTo>
                <a:cubicBezTo>
                  <a:pt x="205" y="363"/>
                  <a:pt x="205" y="363"/>
                  <a:pt x="205" y="363"/>
                </a:cubicBezTo>
                <a:lnTo>
                  <a:pt x="205" y="57"/>
                </a:lnTo>
                <a:close/>
                <a:moveTo>
                  <a:pt x="349" y="416"/>
                </a:moveTo>
                <a:cubicBezTo>
                  <a:pt x="326" y="416"/>
                  <a:pt x="306" y="398"/>
                  <a:pt x="303" y="376"/>
                </a:cubicBezTo>
                <a:cubicBezTo>
                  <a:pt x="303" y="374"/>
                  <a:pt x="303" y="372"/>
                  <a:pt x="303" y="370"/>
                </a:cubicBezTo>
                <a:cubicBezTo>
                  <a:pt x="303" y="345"/>
                  <a:pt x="324" y="324"/>
                  <a:pt x="349" y="324"/>
                </a:cubicBezTo>
                <a:cubicBezTo>
                  <a:pt x="374" y="324"/>
                  <a:pt x="395" y="345"/>
                  <a:pt x="395" y="370"/>
                </a:cubicBezTo>
                <a:cubicBezTo>
                  <a:pt x="395" y="372"/>
                  <a:pt x="395" y="374"/>
                  <a:pt x="395" y="375"/>
                </a:cubicBezTo>
                <a:cubicBezTo>
                  <a:pt x="392" y="398"/>
                  <a:pt x="372" y="416"/>
                  <a:pt x="349" y="416"/>
                </a:cubicBezTo>
                <a:close/>
                <a:moveTo>
                  <a:pt x="704" y="416"/>
                </a:moveTo>
                <a:cubicBezTo>
                  <a:pt x="680" y="416"/>
                  <a:pt x="661" y="398"/>
                  <a:pt x="658" y="376"/>
                </a:cubicBezTo>
                <a:cubicBezTo>
                  <a:pt x="658" y="374"/>
                  <a:pt x="658" y="372"/>
                  <a:pt x="658" y="370"/>
                </a:cubicBezTo>
                <a:cubicBezTo>
                  <a:pt x="658" y="345"/>
                  <a:pt x="679" y="324"/>
                  <a:pt x="704" y="324"/>
                </a:cubicBezTo>
                <a:cubicBezTo>
                  <a:pt x="729" y="324"/>
                  <a:pt x="750" y="345"/>
                  <a:pt x="750" y="370"/>
                </a:cubicBezTo>
                <a:cubicBezTo>
                  <a:pt x="750" y="372"/>
                  <a:pt x="750" y="374"/>
                  <a:pt x="750" y="375"/>
                </a:cubicBezTo>
                <a:cubicBezTo>
                  <a:pt x="747" y="398"/>
                  <a:pt x="727" y="416"/>
                  <a:pt x="704" y="416"/>
                </a:cubicBezTo>
                <a:close/>
                <a:moveTo>
                  <a:pt x="776" y="363"/>
                </a:moveTo>
                <a:cubicBezTo>
                  <a:pt x="776" y="362"/>
                  <a:pt x="775" y="361"/>
                  <a:pt x="775" y="359"/>
                </a:cubicBezTo>
                <a:cubicBezTo>
                  <a:pt x="775" y="357"/>
                  <a:pt x="774" y="355"/>
                  <a:pt x="774" y="353"/>
                </a:cubicBezTo>
                <a:cubicBezTo>
                  <a:pt x="773" y="350"/>
                  <a:pt x="772" y="348"/>
                  <a:pt x="772" y="346"/>
                </a:cubicBezTo>
                <a:cubicBezTo>
                  <a:pt x="771" y="344"/>
                  <a:pt x="770" y="342"/>
                  <a:pt x="769" y="340"/>
                </a:cubicBezTo>
                <a:cubicBezTo>
                  <a:pt x="768" y="338"/>
                  <a:pt x="767" y="335"/>
                  <a:pt x="766" y="333"/>
                </a:cubicBezTo>
                <a:cubicBezTo>
                  <a:pt x="765" y="332"/>
                  <a:pt x="764" y="330"/>
                  <a:pt x="763" y="328"/>
                </a:cubicBezTo>
                <a:cubicBezTo>
                  <a:pt x="761" y="326"/>
                  <a:pt x="759" y="324"/>
                  <a:pt x="758" y="322"/>
                </a:cubicBezTo>
                <a:cubicBezTo>
                  <a:pt x="756" y="321"/>
                  <a:pt x="755" y="319"/>
                  <a:pt x="754" y="318"/>
                </a:cubicBezTo>
                <a:cubicBezTo>
                  <a:pt x="752" y="316"/>
                  <a:pt x="750" y="315"/>
                  <a:pt x="748" y="313"/>
                </a:cubicBezTo>
                <a:cubicBezTo>
                  <a:pt x="746" y="312"/>
                  <a:pt x="745" y="311"/>
                  <a:pt x="743" y="310"/>
                </a:cubicBezTo>
                <a:cubicBezTo>
                  <a:pt x="741" y="308"/>
                  <a:pt x="739" y="307"/>
                  <a:pt x="736" y="306"/>
                </a:cubicBezTo>
                <a:cubicBezTo>
                  <a:pt x="734" y="305"/>
                  <a:pt x="733" y="304"/>
                  <a:pt x="731" y="303"/>
                </a:cubicBezTo>
                <a:cubicBezTo>
                  <a:pt x="728" y="302"/>
                  <a:pt x="726" y="301"/>
                  <a:pt x="723" y="301"/>
                </a:cubicBezTo>
                <a:cubicBezTo>
                  <a:pt x="721" y="300"/>
                  <a:pt x="720" y="300"/>
                  <a:pt x="718" y="299"/>
                </a:cubicBezTo>
                <a:cubicBezTo>
                  <a:pt x="714" y="298"/>
                  <a:pt x="709" y="298"/>
                  <a:pt x="704" y="298"/>
                </a:cubicBezTo>
                <a:cubicBezTo>
                  <a:pt x="699" y="298"/>
                  <a:pt x="694" y="298"/>
                  <a:pt x="690" y="299"/>
                </a:cubicBezTo>
                <a:cubicBezTo>
                  <a:pt x="688" y="300"/>
                  <a:pt x="687" y="300"/>
                  <a:pt x="685" y="301"/>
                </a:cubicBezTo>
                <a:cubicBezTo>
                  <a:pt x="682" y="301"/>
                  <a:pt x="679" y="302"/>
                  <a:pt x="677" y="303"/>
                </a:cubicBezTo>
                <a:cubicBezTo>
                  <a:pt x="675" y="304"/>
                  <a:pt x="673" y="305"/>
                  <a:pt x="672" y="306"/>
                </a:cubicBezTo>
                <a:cubicBezTo>
                  <a:pt x="669" y="307"/>
                  <a:pt x="667" y="308"/>
                  <a:pt x="665" y="310"/>
                </a:cubicBezTo>
                <a:cubicBezTo>
                  <a:pt x="663" y="311"/>
                  <a:pt x="662" y="312"/>
                  <a:pt x="660" y="313"/>
                </a:cubicBezTo>
                <a:cubicBezTo>
                  <a:pt x="658" y="315"/>
                  <a:pt x="656" y="316"/>
                  <a:pt x="654" y="318"/>
                </a:cubicBezTo>
                <a:cubicBezTo>
                  <a:pt x="653" y="319"/>
                  <a:pt x="651" y="321"/>
                  <a:pt x="650" y="322"/>
                </a:cubicBezTo>
                <a:cubicBezTo>
                  <a:pt x="648" y="324"/>
                  <a:pt x="647" y="326"/>
                  <a:pt x="645" y="328"/>
                </a:cubicBezTo>
                <a:cubicBezTo>
                  <a:pt x="644" y="330"/>
                  <a:pt x="643" y="332"/>
                  <a:pt x="642" y="333"/>
                </a:cubicBezTo>
                <a:cubicBezTo>
                  <a:pt x="641" y="335"/>
                  <a:pt x="640" y="338"/>
                  <a:pt x="638" y="340"/>
                </a:cubicBezTo>
                <a:cubicBezTo>
                  <a:pt x="638" y="342"/>
                  <a:pt x="637" y="344"/>
                  <a:pt x="636" y="346"/>
                </a:cubicBezTo>
                <a:cubicBezTo>
                  <a:pt x="635" y="348"/>
                  <a:pt x="635" y="350"/>
                  <a:pt x="634" y="353"/>
                </a:cubicBezTo>
                <a:cubicBezTo>
                  <a:pt x="633" y="355"/>
                  <a:pt x="633" y="357"/>
                  <a:pt x="633" y="359"/>
                </a:cubicBezTo>
                <a:cubicBezTo>
                  <a:pt x="633" y="361"/>
                  <a:pt x="632" y="362"/>
                  <a:pt x="632" y="363"/>
                </a:cubicBezTo>
                <a:cubicBezTo>
                  <a:pt x="609" y="363"/>
                  <a:pt x="609" y="363"/>
                  <a:pt x="609" y="363"/>
                </a:cubicBezTo>
                <a:cubicBezTo>
                  <a:pt x="609" y="224"/>
                  <a:pt x="609" y="224"/>
                  <a:pt x="609" y="224"/>
                </a:cubicBezTo>
                <a:cubicBezTo>
                  <a:pt x="633" y="224"/>
                  <a:pt x="633" y="224"/>
                  <a:pt x="633" y="224"/>
                </a:cubicBezTo>
                <a:cubicBezTo>
                  <a:pt x="633" y="224"/>
                  <a:pt x="634" y="225"/>
                  <a:pt x="635" y="225"/>
                </a:cubicBezTo>
                <a:cubicBezTo>
                  <a:pt x="636" y="225"/>
                  <a:pt x="637" y="224"/>
                  <a:pt x="638" y="224"/>
                </a:cubicBezTo>
                <a:cubicBezTo>
                  <a:pt x="799" y="224"/>
                  <a:pt x="799" y="224"/>
                  <a:pt x="799" y="224"/>
                </a:cubicBezTo>
                <a:cubicBezTo>
                  <a:pt x="799" y="363"/>
                  <a:pt x="799" y="363"/>
                  <a:pt x="799" y="363"/>
                </a:cubicBezTo>
                <a:lnTo>
                  <a:pt x="776" y="363"/>
                </a:lnTo>
                <a:close/>
                <a:moveTo>
                  <a:pt x="158" y="191"/>
                </a:moveTo>
                <a:cubicBezTo>
                  <a:pt x="158" y="199"/>
                  <a:pt x="152" y="205"/>
                  <a:pt x="145" y="205"/>
                </a:cubicBezTo>
                <a:cubicBezTo>
                  <a:pt x="13" y="205"/>
                  <a:pt x="13" y="205"/>
                  <a:pt x="13" y="205"/>
                </a:cubicBezTo>
                <a:cubicBezTo>
                  <a:pt x="6" y="205"/>
                  <a:pt x="0" y="199"/>
                  <a:pt x="0" y="191"/>
                </a:cubicBezTo>
                <a:cubicBezTo>
                  <a:pt x="0" y="184"/>
                  <a:pt x="6" y="178"/>
                  <a:pt x="13" y="178"/>
                </a:cubicBezTo>
                <a:cubicBezTo>
                  <a:pt x="145" y="178"/>
                  <a:pt x="145" y="178"/>
                  <a:pt x="145" y="178"/>
                </a:cubicBezTo>
                <a:cubicBezTo>
                  <a:pt x="152" y="178"/>
                  <a:pt x="158" y="184"/>
                  <a:pt x="158" y="191"/>
                </a:cubicBezTo>
                <a:close/>
                <a:moveTo>
                  <a:pt x="158" y="125"/>
                </a:moveTo>
                <a:cubicBezTo>
                  <a:pt x="158" y="132"/>
                  <a:pt x="152" y="138"/>
                  <a:pt x="145" y="138"/>
                </a:cubicBezTo>
                <a:cubicBezTo>
                  <a:pt x="77" y="138"/>
                  <a:pt x="77" y="138"/>
                  <a:pt x="77" y="138"/>
                </a:cubicBezTo>
                <a:cubicBezTo>
                  <a:pt x="70" y="138"/>
                  <a:pt x="64" y="132"/>
                  <a:pt x="64" y="125"/>
                </a:cubicBezTo>
                <a:cubicBezTo>
                  <a:pt x="64" y="118"/>
                  <a:pt x="70" y="112"/>
                  <a:pt x="77" y="112"/>
                </a:cubicBezTo>
                <a:cubicBezTo>
                  <a:pt x="145" y="112"/>
                  <a:pt x="145" y="112"/>
                  <a:pt x="145" y="112"/>
                </a:cubicBezTo>
                <a:cubicBezTo>
                  <a:pt x="152" y="112"/>
                  <a:pt x="158" y="118"/>
                  <a:pt x="158" y="125"/>
                </a:cubicBezTo>
                <a:close/>
                <a:moveTo>
                  <a:pt x="158" y="258"/>
                </a:moveTo>
                <a:cubicBezTo>
                  <a:pt x="158" y="265"/>
                  <a:pt x="152" y="271"/>
                  <a:pt x="145" y="271"/>
                </a:cubicBezTo>
                <a:cubicBezTo>
                  <a:pt x="77" y="271"/>
                  <a:pt x="77" y="271"/>
                  <a:pt x="77" y="271"/>
                </a:cubicBezTo>
                <a:cubicBezTo>
                  <a:pt x="70" y="271"/>
                  <a:pt x="64" y="265"/>
                  <a:pt x="64" y="258"/>
                </a:cubicBezTo>
                <a:cubicBezTo>
                  <a:pt x="64" y="251"/>
                  <a:pt x="70" y="245"/>
                  <a:pt x="77" y="245"/>
                </a:cubicBezTo>
                <a:cubicBezTo>
                  <a:pt x="145" y="245"/>
                  <a:pt x="145" y="245"/>
                  <a:pt x="145" y="245"/>
                </a:cubicBezTo>
                <a:cubicBezTo>
                  <a:pt x="152" y="245"/>
                  <a:pt x="158" y="251"/>
                  <a:pt x="158" y="258"/>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765" name="Google Shape;765;p31"/>
          <p:cNvSpPr/>
          <p:nvPr/>
        </p:nvSpPr>
        <p:spPr>
          <a:xfrm>
            <a:off x="21870901" y="344702"/>
            <a:ext cx="2112600" cy="211260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766" name="Google Shape;766;p31"/>
          <p:cNvSpPr/>
          <p:nvPr/>
        </p:nvSpPr>
        <p:spPr>
          <a:xfrm>
            <a:off x="22367894" y="767637"/>
            <a:ext cx="1118605" cy="1266741"/>
          </a:xfrm>
          <a:custGeom>
            <a:rect b="b" l="l" r="r" t="t"/>
            <a:pathLst>
              <a:path extrusionOk="0" h="3772" w="3330">
                <a:moveTo>
                  <a:pt x="99" y="1960"/>
                </a:moveTo>
                <a:cubicBezTo>
                  <a:pt x="99" y="1763"/>
                  <a:pt x="99" y="1566"/>
                  <a:pt x="99" y="1369"/>
                </a:cubicBezTo>
                <a:cubicBezTo>
                  <a:pt x="101" y="1366"/>
                  <a:pt x="103" y="1363"/>
                  <a:pt x="103" y="1360"/>
                </a:cubicBezTo>
                <a:cubicBezTo>
                  <a:pt x="131" y="1245"/>
                  <a:pt x="212" y="1179"/>
                  <a:pt x="330" y="1178"/>
                </a:cubicBezTo>
                <a:cubicBezTo>
                  <a:pt x="370" y="1177"/>
                  <a:pt x="410" y="1177"/>
                  <a:pt x="450" y="1177"/>
                </a:cubicBezTo>
                <a:cubicBezTo>
                  <a:pt x="450" y="1197"/>
                  <a:pt x="450" y="1197"/>
                  <a:pt x="450" y="1197"/>
                </a:cubicBezTo>
                <a:cubicBezTo>
                  <a:pt x="477" y="1251"/>
                  <a:pt x="477" y="1251"/>
                  <a:pt x="477" y="1251"/>
                </a:cubicBezTo>
                <a:cubicBezTo>
                  <a:pt x="481" y="1263"/>
                  <a:pt x="481" y="1263"/>
                  <a:pt x="481" y="1263"/>
                </a:cubicBezTo>
                <a:cubicBezTo>
                  <a:pt x="455" y="1706"/>
                  <a:pt x="455" y="1706"/>
                  <a:pt x="455" y="1706"/>
                </a:cubicBezTo>
                <a:cubicBezTo>
                  <a:pt x="501" y="1757"/>
                  <a:pt x="501" y="1757"/>
                  <a:pt x="501" y="1757"/>
                </a:cubicBezTo>
                <a:cubicBezTo>
                  <a:pt x="501" y="1757"/>
                  <a:pt x="501" y="1757"/>
                  <a:pt x="501" y="1757"/>
                </a:cubicBezTo>
                <a:cubicBezTo>
                  <a:pt x="502" y="1757"/>
                  <a:pt x="502" y="1757"/>
                  <a:pt x="502" y="1757"/>
                </a:cubicBezTo>
                <a:cubicBezTo>
                  <a:pt x="548" y="1706"/>
                  <a:pt x="548" y="1706"/>
                  <a:pt x="548" y="1706"/>
                </a:cubicBezTo>
                <a:cubicBezTo>
                  <a:pt x="522" y="1263"/>
                  <a:pt x="522" y="1263"/>
                  <a:pt x="522" y="1263"/>
                </a:cubicBezTo>
                <a:cubicBezTo>
                  <a:pt x="526" y="1251"/>
                  <a:pt x="526" y="1251"/>
                  <a:pt x="526" y="1251"/>
                </a:cubicBezTo>
                <a:cubicBezTo>
                  <a:pt x="553" y="1197"/>
                  <a:pt x="553" y="1197"/>
                  <a:pt x="553" y="1197"/>
                </a:cubicBezTo>
                <a:cubicBezTo>
                  <a:pt x="553" y="1177"/>
                  <a:pt x="553" y="1177"/>
                  <a:pt x="553" y="1177"/>
                </a:cubicBezTo>
                <a:cubicBezTo>
                  <a:pt x="595" y="1177"/>
                  <a:pt x="637" y="1178"/>
                  <a:pt x="679" y="1178"/>
                </a:cubicBezTo>
                <a:cubicBezTo>
                  <a:pt x="813" y="1180"/>
                  <a:pt x="907" y="1277"/>
                  <a:pt x="908" y="1412"/>
                </a:cubicBezTo>
                <a:cubicBezTo>
                  <a:pt x="909" y="1468"/>
                  <a:pt x="908" y="1525"/>
                  <a:pt x="908" y="1582"/>
                </a:cubicBezTo>
                <a:cubicBezTo>
                  <a:pt x="908" y="1701"/>
                  <a:pt x="909" y="1819"/>
                  <a:pt x="908" y="1938"/>
                </a:cubicBezTo>
                <a:cubicBezTo>
                  <a:pt x="908" y="1980"/>
                  <a:pt x="881" y="2008"/>
                  <a:pt x="839" y="2011"/>
                </a:cubicBezTo>
                <a:cubicBezTo>
                  <a:pt x="796" y="2014"/>
                  <a:pt x="766" y="1990"/>
                  <a:pt x="760" y="1947"/>
                </a:cubicBezTo>
                <a:cubicBezTo>
                  <a:pt x="758" y="1935"/>
                  <a:pt x="758" y="1924"/>
                  <a:pt x="758" y="1912"/>
                </a:cubicBezTo>
                <a:cubicBezTo>
                  <a:pt x="758" y="1768"/>
                  <a:pt x="758" y="1625"/>
                  <a:pt x="758" y="1482"/>
                </a:cubicBezTo>
                <a:cubicBezTo>
                  <a:pt x="758" y="1472"/>
                  <a:pt x="758" y="1462"/>
                  <a:pt x="758" y="1452"/>
                </a:cubicBezTo>
                <a:cubicBezTo>
                  <a:pt x="745" y="1452"/>
                  <a:pt x="736" y="1452"/>
                  <a:pt x="725" y="1452"/>
                </a:cubicBezTo>
                <a:cubicBezTo>
                  <a:pt x="725" y="1465"/>
                  <a:pt x="725" y="1475"/>
                  <a:pt x="725" y="1486"/>
                </a:cubicBezTo>
                <a:cubicBezTo>
                  <a:pt x="725" y="1909"/>
                  <a:pt x="724" y="2332"/>
                  <a:pt x="725" y="2755"/>
                </a:cubicBezTo>
                <a:cubicBezTo>
                  <a:pt x="725" y="2815"/>
                  <a:pt x="708" y="2859"/>
                  <a:pt x="649" y="2881"/>
                </a:cubicBezTo>
                <a:cubicBezTo>
                  <a:pt x="632" y="2881"/>
                  <a:pt x="615" y="2881"/>
                  <a:pt x="598" y="2881"/>
                </a:cubicBezTo>
                <a:cubicBezTo>
                  <a:pt x="538" y="2859"/>
                  <a:pt x="520" y="2815"/>
                  <a:pt x="521" y="2754"/>
                </a:cubicBezTo>
                <a:cubicBezTo>
                  <a:pt x="523" y="2515"/>
                  <a:pt x="522" y="2277"/>
                  <a:pt x="522" y="2039"/>
                </a:cubicBezTo>
                <a:cubicBezTo>
                  <a:pt x="522" y="2029"/>
                  <a:pt x="522" y="2019"/>
                  <a:pt x="522" y="2008"/>
                </a:cubicBezTo>
                <a:cubicBezTo>
                  <a:pt x="509" y="2008"/>
                  <a:pt x="499" y="2008"/>
                  <a:pt x="487" y="2008"/>
                </a:cubicBezTo>
                <a:cubicBezTo>
                  <a:pt x="487" y="2020"/>
                  <a:pt x="487" y="2030"/>
                  <a:pt x="487" y="2039"/>
                </a:cubicBezTo>
                <a:cubicBezTo>
                  <a:pt x="487" y="2279"/>
                  <a:pt x="486" y="2518"/>
                  <a:pt x="488" y="2757"/>
                </a:cubicBezTo>
                <a:cubicBezTo>
                  <a:pt x="488" y="2817"/>
                  <a:pt x="469" y="2860"/>
                  <a:pt x="410" y="2881"/>
                </a:cubicBezTo>
                <a:cubicBezTo>
                  <a:pt x="393" y="2881"/>
                  <a:pt x="376" y="2881"/>
                  <a:pt x="359" y="2881"/>
                </a:cubicBezTo>
                <a:cubicBezTo>
                  <a:pt x="326" y="2866"/>
                  <a:pt x="298" y="2847"/>
                  <a:pt x="290" y="2809"/>
                </a:cubicBezTo>
                <a:cubicBezTo>
                  <a:pt x="286" y="2791"/>
                  <a:pt x="286" y="2772"/>
                  <a:pt x="286" y="2754"/>
                </a:cubicBezTo>
                <a:cubicBezTo>
                  <a:pt x="286" y="2331"/>
                  <a:pt x="286" y="1908"/>
                  <a:pt x="286" y="1485"/>
                </a:cubicBezTo>
                <a:cubicBezTo>
                  <a:pt x="286" y="1474"/>
                  <a:pt x="286" y="1463"/>
                  <a:pt x="286" y="1451"/>
                </a:cubicBezTo>
                <a:cubicBezTo>
                  <a:pt x="273" y="1451"/>
                  <a:pt x="263" y="1451"/>
                  <a:pt x="251" y="1451"/>
                </a:cubicBezTo>
                <a:cubicBezTo>
                  <a:pt x="251" y="1462"/>
                  <a:pt x="251" y="1471"/>
                  <a:pt x="251" y="1480"/>
                </a:cubicBezTo>
                <a:cubicBezTo>
                  <a:pt x="251" y="1621"/>
                  <a:pt x="251" y="1763"/>
                  <a:pt x="251" y="1905"/>
                </a:cubicBezTo>
                <a:cubicBezTo>
                  <a:pt x="251" y="1917"/>
                  <a:pt x="252" y="1928"/>
                  <a:pt x="250" y="1940"/>
                </a:cubicBezTo>
                <a:cubicBezTo>
                  <a:pt x="245" y="1993"/>
                  <a:pt x="204" y="2021"/>
                  <a:pt x="153" y="2009"/>
                </a:cubicBezTo>
                <a:cubicBezTo>
                  <a:pt x="126" y="2002"/>
                  <a:pt x="112" y="1981"/>
                  <a:pt x="99" y="1960"/>
                </a:cubicBezTo>
                <a:close/>
                <a:moveTo>
                  <a:pt x="487" y="1139"/>
                </a:moveTo>
                <a:cubicBezTo>
                  <a:pt x="563" y="1146"/>
                  <a:pt x="635" y="1104"/>
                  <a:pt x="664" y="1034"/>
                </a:cubicBezTo>
                <a:cubicBezTo>
                  <a:pt x="694" y="963"/>
                  <a:pt x="675" y="882"/>
                  <a:pt x="613" y="833"/>
                </a:cubicBezTo>
                <a:cubicBezTo>
                  <a:pt x="590" y="816"/>
                  <a:pt x="562" y="807"/>
                  <a:pt x="537" y="794"/>
                </a:cubicBezTo>
                <a:cubicBezTo>
                  <a:pt x="515" y="794"/>
                  <a:pt x="493" y="794"/>
                  <a:pt x="471" y="794"/>
                </a:cubicBezTo>
                <a:cubicBezTo>
                  <a:pt x="463" y="798"/>
                  <a:pt x="456" y="802"/>
                  <a:pt x="448" y="804"/>
                </a:cubicBezTo>
                <a:cubicBezTo>
                  <a:pt x="368" y="831"/>
                  <a:pt x="317" y="920"/>
                  <a:pt x="335" y="1002"/>
                </a:cubicBezTo>
                <a:cubicBezTo>
                  <a:pt x="351" y="1076"/>
                  <a:pt x="414" y="1133"/>
                  <a:pt x="487" y="1139"/>
                </a:cubicBezTo>
                <a:close/>
                <a:moveTo>
                  <a:pt x="2489" y="2009"/>
                </a:moveTo>
                <a:cubicBezTo>
                  <a:pt x="2540" y="2021"/>
                  <a:pt x="2581" y="1993"/>
                  <a:pt x="2586" y="1940"/>
                </a:cubicBezTo>
                <a:cubicBezTo>
                  <a:pt x="2588" y="1928"/>
                  <a:pt x="2587" y="1917"/>
                  <a:pt x="2587" y="1905"/>
                </a:cubicBezTo>
                <a:cubicBezTo>
                  <a:pt x="2587" y="1763"/>
                  <a:pt x="2587" y="1621"/>
                  <a:pt x="2587" y="1480"/>
                </a:cubicBezTo>
                <a:cubicBezTo>
                  <a:pt x="2587" y="1471"/>
                  <a:pt x="2587" y="1462"/>
                  <a:pt x="2587" y="1451"/>
                </a:cubicBezTo>
                <a:cubicBezTo>
                  <a:pt x="2599" y="1451"/>
                  <a:pt x="2609" y="1451"/>
                  <a:pt x="2622" y="1451"/>
                </a:cubicBezTo>
                <a:cubicBezTo>
                  <a:pt x="2622" y="1463"/>
                  <a:pt x="2622" y="1474"/>
                  <a:pt x="2622" y="1485"/>
                </a:cubicBezTo>
                <a:cubicBezTo>
                  <a:pt x="2622" y="1908"/>
                  <a:pt x="2622" y="2331"/>
                  <a:pt x="2622" y="2754"/>
                </a:cubicBezTo>
                <a:cubicBezTo>
                  <a:pt x="2622" y="2772"/>
                  <a:pt x="2622" y="2791"/>
                  <a:pt x="2626" y="2809"/>
                </a:cubicBezTo>
                <a:cubicBezTo>
                  <a:pt x="2634" y="2847"/>
                  <a:pt x="2662" y="2866"/>
                  <a:pt x="2695" y="2881"/>
                </a:cubicBezTo>
                <a:cubicBezTo>
                  <a:pt x="2712" y="2881"/>
                  <a:pt x="2729" y="2881"/>
                  <a:pt x="2746" y="2881"/>
                </a:cubicBezTo>
                <a:cubicBezTo>
                  <a:pt x="2805" y="2860"/>
                  <a:pt x="2824" y="2817"/>
                  <a:pt x="2824" y="2757"/>
                </a:cubicBezTo>
                <a:cubicBezTo>
                  <a:pt x="2822" y="2518"/>
                  <a:pt x="2823" y="2279"/>
                  <a:pt x="2823" y="2039"/>
                </a:cubicBezTo>
                <a:cubicBezTo>
                  <a:pt x="2823" y="2030"/>
                  <a:pt x="2823" y="2020"/>
                  <a:pt x="2823" y="2008"/>
                </a:cubicBezTo>
                <a:cubicBezTo>
                  <a:pt x="2835" y="2008"/>
                  <a:pt x="2845" y="2008"/>
                  <a:pt x="2858" y="2008"/>
                </a:cubicBezTo>
                <a:cubicBezTo>
                  <a:pt x="2858" y="2019"/>
                  <a:pt x="2858" y="2029"/>
                  <a:pt x="2858" y="2039"/>
                </a:cubicBezTo>
                <a:cubicBezTo>
                  <a:pt x="2858" y="2277"/>
                  <a:pt x="2859" y="2515"/>
                  <a:pt x="2857" y="2754"/>
                </a:cubicBezTo>
                <a:cubicBezTo>
                  <a:pt x="2856" y="2815"/>
                  <a:pt x="2874" y="2859"/>
                  <a:pt x="2934" y="2881"/>
                </a:cubicBezTo>
                <a:cubicBezTo>
                  <a:pt x="2951" y="2881"/>
                  <a:pt x="2968" y="2881"/>
                  <a:pt x="2985" y="2881"/>
                </a:cubicBezTo>
                <a:cubicBezTo>
                  <a:pt x="3044" y="2859"/>
                  <a:pt x="3061" y="2815"/>
                  <a:pt x="3061" y="2755"/>
                </a:cubicBezTo>
                <a:cubicBezTo>
                  <a:pt x="3060" y="2332"/>
                  <a:pt x="3061" y="1909"/>
                  <a:pt x="3061" y="1486"/>
                </a:cubicBezTo>
                <a:cubicBezTo>
                  <a:pt x="3061" y="1475"/>
                  <a:pt x="3061" y="1465"/>
                  <a:pt x="3061" y="1452"/>
                </a:cubicBezTo>
                <a:cubicBezTo>
                  <a:pt x="3072" y="1452"/>
                  <a:pt x="3081" y="1452"/>
                  <a:pt x="3094" y="1452"/>
                </a:cubicBezTo>
                <a:cubicBezTo>
                  <a:pt x="3094" y="1462"/>
                  <a:pt x="3094" y="1472"/>
                  <a:pt x="3094" y="1482"/>
                </a:cubicBezTo>
                <a:cubicBezTo>
                  <a:pt x="3094" y="1625"/>
                  <a:pt x="3094" y="1768"/>
                  <a:pt x="3094" y="1912"/>
                </a:cubicBezTo>
                <a:cubicBezTo>
                  <a:pt x="3094" y="1924"/>
                  <a:pt x="3094" y="1935"/>
                  <a:pt x="3096" y="1947"/>
                </a:cubicBezTo>
                <a:cubicBezTo>
                  <a:pt x="3102" y="1990"/>
                  <a:pt x="3132" y="2014"/>
                  <a:pt x="3175" y="2011"/>
                </a:cubicBezTo>
                <a:cubicBezTo>
                  <a:pt x="3216" y="2008"/>
                  <a:pt x="3244" y="1980"/>
                  <a:pt x="3244" y="1938"/>
                </a:cubicBezTo>
                <a:cubicBezTo>
                  <a:pt x="3245" y="1819"/>
                  <a:pt x="3244" y="1701"/>
                  <a:pt x="3244" y="1582"/>
                </a:cubicBezTo>
                <a:cubicBezTo>
                  <a:pt x="3244" y="1525"/>
                  <a:pt x="3245" y="1468"/>
                  <a:pt x="3244" y="1412"/>
                </a:cubicBezTo>
                <a:cubicBezTo>
                  <a:pt x="3243" y="1277"/>
                  <a:pt x="3149" y="1180"/>
                  <a:pt x="3015" y="1178"/>
                </a:cubicBezTo>
                <a:cubicBezTo>
                  <a:pt x="2973" y="1178"/>
                  <a:pt x="2931" y="1177"/>
                  <a:pt x="2889" y="1177"/>
                </a:cubicBezTo>
                <a:cubicBezTo>
                  <a:pt x="2889" y="1197"/>
                  <a:pt x="2889" y="1197"/>
                  <a:pt x="2889" y="1197"/>
                </a:cubicBezTo>
                <a:cubicBezTo>
                  <a:pt x="2862" y="1251"/>
                  <a:pt x="2862" y="1251"/>
                  <a:pt x="2862" y="1251"/>
                </a:cubicBezTo>
                <a:cubicBezTo>
                  <a:pt x="2858" y="1263"/>
                  <a:pt x="2858" y="1263"/>
                  <a:pt x="2858" y="1263"/>
                </a:cubicBezTo>
                <a:cubicBezTo>
                  <a:pt x="2884" y="1706"/>
                  <a:pt x="2884" y="1706"/>
                  <a:pt x="2884" y="1706"/>
                </a:cubicBezTo>
                <a:cubicBezTo>
                  <a:pt x="2838" y="1757"/>
                  <a:pt x="2838" y="1757"/>
                  <a:pt x="2838" y="1757"/>
                </a:cubicBezTo>
                <a:cubicBezTo>
                  <a:pt x="2837" y="1757"/>
                  <a:pt x="2837" y="1757"/>
                  <a:pt x="2837" y="1757"/>
                </a:cubicBezTo>
                <a:cubicBezTo>
                  <a:pt x="2837" y="1757"/>
                  <a:pt x="2837" y="1757"/>
                  <a:pt x="2837" y="1757"/>
                </a:cubicBezTo>
                <a:cubicBezTo>
                  <a:pt x="2791" y="1706"/>
                  <a:pt x="2791" y="1706"/>
                  <a:pt x="2791" y="1706"/>
                </a:cubicBezTo>
                <a:cubicBezTo>
                  <a:pt x="2817" y="1263"/>
                  <a:pt x="2817" y="1263"/>
                  <a:pt x="2817" y="1263"/>
                </a:cubicBezTo>
                <a:cubicBezTo>
                  <a:pt x="2813" y="1251"/>
                  <a:pt x="2813" y="1251"/>
                  <a:pt x="2813" y="1251"/>
                </a:cubicBezTo>
                <a:cubicBezTo>
                  <a:pt x="2786" y="1197"/>
                  <a:pt x="2786" y="1197"/>
                  <a:pt x="2786" y="1197"/>
                </a:cubicBezTo>
                <a:cubicBezTo>
                  <a:pt x="2786" y="1177"/>
                  <a:pt x="2786" y="1177"/>
                  <a:pt x="2786" y="1177"/>
                </a:cubicBezTo>
                <a:cubicBezTo>
                  <a:pt x="2746" y="1177"/>
                  <a:pt x="2706" y="1177"/>
                  <a:pt x="2666" y="1178"/>
                </a:cubicBezTo>
                <a:cubicBezTo>
                  <a:pt x="2548" y="1179"/>
                  <a:pt x="2467" y="1245"/>
                  <a:pt x="2439" y="1360"/>
                </a:cubicBezTo>
                <a:cubicBezTo>
                  <a:pt x="2439" y="1363"/>
                  <a:pt x="2437" y="1366"/>
                  <a:pt x="2435" y="1369"/>
                </a:cubicBezTo>
                <a:cubicBezTo>
                  <a:pt x="2435" y="1566"/>
                  <a:pt x="2435" y="1763"/>
                  <a:pt x="2435" y="1960"/>
                </a:cubicBezTo>
                <a:cubicBezTo>
                  <a:pt x="2448" y="1981"/>
                  <a:pt x="2462" y="2002"/>
                  <a:pt x="2489" y="2009"/>
                </a:cubicBezTo>
                <a:close/>
                <a:moveTo>
                  <a:pt x="2823" y="1139"/>
                </a:moveTo>
                <a:cubicBezTo>
                  <a:pt x="2899" y="1146"/>
                  <a:pt x="2971" y="1104"/>
                  <a:pt x="3000" y="1034"/>
                </a:cubicBezTo>
                <a:cubicBezTo>
                  <a:pt x="3030" y="963"/>
                  <a:pt x="3011" y="882"/>
                  <a:pt x="2948" y="833"/>
                </a:cubicBezTo>
                <a:cubicBezTo>
                  <a:pt x="2926" y="816"/>
                  <a:pt x="2898" y="807"/>
                  <a:pt x="2873" y="794"/>
                </a:cubicBezTo>
                <a:cubicBezTo>
                  <a:pt x="2851" y="794"/>
                  <a:pt x="2829" y="794"/>
                  <a:pt x="2807" y="794"/>
                </a:cubicBezTo>
                <a:cubicBezTo>
                  <a:pt x="2799" y="798"/>
                  <a:pt x="2792" y="802"/>
                  <a:pt x="2784" y="804"/>
                </a:cubicBezTo>
                <a:cubicBezTo>
                  <a:pt x="2704" y="831"/>
                  <a:pt x="2653" y="920"/>
                  <a:pt x="2671" y="1002"/>
                </a:cubicBezTo>
                <a:cubicBezTo>
                  <a:pt x="2687" y="1076"/>
                  <a:pt x="2750" y="1133"/>
                  <a:pt x="2823" y="1139"/>
                </a:cubicBezTo>
                <a:close/>
                <a:moveTo>
                  <a:pt x="1314" y="1215"/>
                </a:moveTo>
                <a:cubicBezTo>
                  <a:pt x="1365" y="1227"/>
                  <a:pt x="1406" y="1198"/>
                  <a:pt x="1411" y="1146"/>
                </a:cubicBezTo>
                <a:cubicBezTo>
                  <a:pt x="1413" y="1134"/>
                  <a:pt x="1412" y="1122"/>
                  <a:pt x="1412" y="1110"/>
                </a:cubicBezTo>
                <a:cubicBezTo>
                  <a:pt x="1412" y="969"/>
                  <a:pt x="1412" y="827"/>
                  <a:pt x="1412" y="686"/>
                </a:cubicBezTo>
                <a:cubicBezTo>
                  <a:pt x="1412" y="677"/>
                  <a:pt x="1412" y="667"/>
                  <a:pt x="1412" y="657"/>
                </a:cubicBezTo>
                <a:cubicBezTo>
                  <a:pt x="1424" y="657"/>
                  <a:pt x="1434" y="657"/>
                  <a:pt x="1447" y="657"/>
                </a:cubicBezTo>
                <a:cubicBezTo>
                  <a:pt x="1447" y="669"/>
                  <a:pt x="1447" y="680"/>
                  <a:pt x="1447" y="690"/>
                </a:cubicBezTo>
                <a:cubicBezTo>
                  <a:pt x="1447" y="1114"/>
                  <a:pt x="1447" y="1537"/>
                  <a:pt x="1447" y="1960"/>
                </a:cubicBezTo>
                <a:cubicBezTo>
                  <a:pt x="1447" y="1978"/>
                  <a:pt x="1447" y="1997"/>
                  <a:pt x="1451" y="2015"/>
                </a:cubicBezTo>
                <a:cubicBezTo>
                  <a:pt x="1459" y="2053"/>
                  <a:pt x="1487" y="2072"/>
                  <a:pt x="1520" y="2086"/>
                </a:cubicBezTo>
                <a:cubicBezTo>
                  <a:pt x="1537" y="2086"/>
                  <a:pt x="1554" y="2086"/>
                  <a:pt x="1571" y="2086"/>
                </a:cubicBezTo>
                <a:cubicBezTo>
                  <a:pt x="1630" y="2066"/>
                  <a:pt x="1649" y="2023"/>
                  <a:pt x="1649" y="1963"/>
                </a:cubicBezTo>
                <a:cubicBezTo>
                  <a:pt x="1647" y="1723"/>
                  <a:pt x="1648" y="1484"/>
                  <a:pt x="1648" y="1245"/>
                </a:cubicBezTo>
                <a:cubicBezTo>
                  <a:pt x="1648" y="1235"/>
                  <a:pt x="1648" y="1225"/>
                  <a:pt x="1648" y="1214"/>
                </a:cubicBezTo>
                <a:cubicBezTo>
                  <a:pt x="1660" y="1214"/>
                  <a:pt x="1670" y="1214"/>
                  <a:pt x="1683" y="1214"/>
                </a:cubicBezTo>
                <a:cubicBezTo>
                  <a:pt x="1683" y="1225"/>
                  <a:pt x="1683" y="1235"/>
                  <a:pt x="1683" y="1245"/>
                </a:cubicBezTo>
                <a:cubicBezTo>
                  <a:pt x="1683" y="1483"/>
                  <a:pt x="1684" y="1721"/>
                  <a:pt x="1682" y="1959"/>
                </a:cubicBezTo>
                <a:cubicBezTo>
                  <a:pt x="1681" y="2021"/>
                  <a:pt x="1699" y="2065"/>
                  <a:pt x="1759" y="2086"/>
                </a:cubicBezTo>
                <a:cubicBezTo>
                  <a:pt x="1776" y="2086"/>
                  <a:pt x="1793" y="2086"/>
                  <a:pt x="1810" y="2086"/>
                </a:cubicBezTo>
                <a:cubicBezTo>
                  <a:pt x="1869" y="2065"/>
                  <a:pt x="1886" y="2021"/>
                  <a:pt x="1886" y="1961"/>
                </a:cubicBezTo>
                <a:cubicBezTo>
                  <a:pt x="1885" y="1538"/>
                  <a:pt x="1886" y="1115"/>
                  <a:pt x="1886" y="692"/>
                </a:cubicBezTo>
                <a:cubicBezTo>
                  <a:pt x="1886" y="681"/>
                  <a:pt x="1886" y="670"/>
                  <a:pt x="1886" y="657"/>
                </a:cubicBezTo>
                <a:cubicBezTo>
                  <a:pt x="1897" y="657"/>
                  <a:pt x="1906" y="657"/>
                  <a:pt x="1919" y="657"/>
                </a:cubicBezTo>
                <a:cubicBezTo>
                  <a:pt x="1919" y="668"/>
                  <a:pt x="1919" y="678"/>
                  <a:pt x="1919" y="688"/>
                </a:cubicBezTo>
                <a:cubicBezTo>
                  <a:pt x="1919" y="831"/>
                  <a:pt x="1919" y="974"/>
                  <a:pt x="1919" y="1117"/>
                </a:cubicBezTo>
                <a:cubicBezTo>
                  <a:pt x="1919" y="1129"/>
                  <a:pt x="1919" y="1141"/>
                  <a:pt x="1921" y="1153"/>
                </a:cubicBezTo>
                <a:cubicBezTo>
                  <a:pt x="1927" y="1196"/>
                  <a:pt x="1957" y="1220"/>
                  <a:pt x="2000" y="1217"/>
                </a:cubicBezTo>
                <a:cubicBezTo>
                  <a:pt x="2042" y="1214"/>
                  <a:pt x="2069" y="1186"/>
                  <a:pt x="2069" y="1144"/>
                </a:cubicBezTo>
                <a:cubicBezTo>
                  <a:pt x="2070" y="1025"/>
                  <a:pt x="2069" y="906"/>
                  <a:pt x="2069" y="788"/>
                </a:cubicBezTo>
                <a:cubicBezTo>
                  <a:pt x="2069" y="731"/>
                  <a:pt x="2070" y="674"/>
                  <a:pt x="2069" y="617"/>
                </a:cubicBezTo>
                <a:cubicBezTo>
                  <a:pt x="2068" y="483"/>
                  <a:pt x="1974" y="386"/>
                  <a:pt x="1840" y="384"/>
                </a:cubicBezTo>
                <a:cubicBezTo>
                  <a:pt x="1798" y="383"/>
                  <a:pt x="1756" y="383"/>
                  <a:pt x="1714" y="383"/>
                </a:cubicBezTo>
                <a:cubicBezTo>
                  <a:pt x="1714" y="403"/>
                  <a:pt x="1714" y="403"/>
                  <a:pt x="1714" y="403"/>
                </a:cubicBezTo>
                <a:cubicBezTo>
                  <a:pt x="1687" y="457"/>
                  <a:pt x="1687" y="457"/>
                  <a:pt x="1687" y="457"/>
                </a:cubicBezTo>
                <a:cubicBezTo>
                  <a:pt x="1683" y="468"/>
                  <a:pt x="1683" y="468"/>
                  <a:pt x="1683" y="468"/>
                </a:cubicBezTo>
                <a:cubicBezTo>
                  <a:pt x="1709" y="912"/>
                  <a:pt x="1709" y="912"/>
                  <a:pt x="1709" y="912"/>
                </a:cubicBezTo>
                <a:cubicBezTo>
                  <a:pt x="1663" y="963"/>
                  <a:pt x="1663" y="963"/>
                  <a:pt x="1663" y="963"/>
                </a:cubicBezTo>
                <a:cubicBezTo>
                  <a:pt x="1662" y="962"/>
                  <a:pt x="1662" y="962"/>
                  <a:pt x="1662" y="962"/>
                </a:cubicBezTo>
                <a:cubicBezTo>
                  <a:pt x="1662" y="963"/>
                  <a:pt x="1662" y="963"/>
                  <a:pt x="1662" y="963"/>
                </a:cubicBezTo>
                <a:cubicBezTo>
                  <a:pt x="1616" y="912"/>
                  <a:pt x="1616" y="912"/>
                  <a:pt x="1616" y="912"/>
                </a:cubicBezTo>
                <a:cubicBezTo>
                  <a:pt x="1642" y="468"/>
                  <a:pt x="1642" y="468"/>
                  <a:pt x="1642" y="468"/>
                </a:cubicBezTo>
                <a:cubicBezTo>
                  <a:pt x="1638" y="457"/>
                  <a:pt x="1638" y="457"/>
                  <a:pt x="1638" y="457"/>
                </a:cubicBezTo>
                <a:cubicBezTo>
                  <a:pt x="1611" y="403"/>
                  <a:pt x="1611" y="403"/>
                  <a:pt x="1611" y="403"/>
                </a:cubicBezTo>
                <a:cubicBezTo>
                  <a:pt x="1611" y="383"/>
                  <a:pt x="1611" y="383"/>
                  <a:pt x="1611" y="383"/>
                </a:cubicBezTo>
                <a:cubicBezTo>
                  <a:pt x="1571" y="383"/>
                  <a:pt x="1531" y="383"/>
                  <a:pt x="1491" y="383"/>
                </a:cubicBezTo>
                <a:cubicBezTo>
                  <a:pt x="1373" y="385"/>
                  <a:pt x="1292" y="451"/>
                  <a:pt x="1264" y="566"/>
                </a:cubicBezTo>
                <a:cubicBezTo>
                  <a:pt x="1264" y="569"/>
                  <a:pt x="1262" y="572"/>
                  <a:pt x="1260" y="575"/>
                </a:cubicBezTo>
                <a:cubicBezTo>
                  <a:pt x="1260" y="772"/>
                  <a:pt x="1260" y="969"/>
                  <a:pt x="1260" y="1165"/>
                </a:cubicBezTo>
                <a:cubicBezTo>
                  <a:pt x="1273" y="1187"/>
                  <a:pt x="1287" y="1208"/>
                  <a:pt x="1314" y="1215"/>
                </a:cubicBezTo>
                <a:close/>
                <a:moveTo>
                  <a:pt x="1648" y="345"/>
                </a:moveTo>
                <a:cubicBezTo>
                  <a:pt x="1724" y="352"/>
                  <a:pt x="1796" y="310"/>
                  <a:pt x="1825" y="240"/>
                </a:cubicBezTo>
                <a:cubicBezTo>
                  <a:pt x="1855" y="169"/>
                  <a:pt x="1836" y="88"/>
                  <a:pt x="1773" y="39"/>
                </a:cubicBezTo>
                <a:cubicBezTo>
                  <a:pt x="1751" y="22"/>
                  <a:pt x="1723" y="13"/>
                  <a:pt x="1698" y="0"/>
                </a:cubicBezTo>
                <a:cubicBezTo>
                  <a:pt x="1676" y="0"/>
                  <a:pt x="1654" y="0"/>
                  <a:pt x="1632" y="0"/>
                </a:cubicBezTo>
                <a:cubicBezTo>
                  <a:pt x="1624" y="3"/>
                  <a:pt x="1617" y="7"/>
                  <a:pt x="1609" y="10"/>
                </a:cubicBezTo>
                <a:cubicBezTo>
                  <a:pt x="1529" y="37"/>
                  <a:pt x="1478" y="126"/>
                  <a:pt x="1496" y="208"/>
                </a:cubicBezTo>
                <a:cubicBezTo>
                  <a:pt x="1512" y="282"/>
                  <a:pt x="1575" y="339"/>
                  <a:pt x="1648" y="345"/>
                </a:cubicBezTo>
                <a:close/>
                <a:moveTo>
                  <a:pt x="3330" y="2961"/>
                </a:moveTo>
                <a:cubicBezTo>
                  <a:pt x="3330" y="3772"/>
                  <a:pt x="3330" y="3772"/>
                  <a:pt x="3330" y="3772"/>
                </a:cubicBezTo>
                <a:cubicBezTo>
                  <a:pt x="0" y="3772"/>
                  <a:pt x="0" y="3772"/>
                  <a:pt x="0" y="3772"/>
                </a:cubicBezTo>
                <a:cubicBezTo>
                  <a:pt x="0" y="2961"/>
                  <a:pt x="0" y="2961"/>
                  <a:pt x="0" y="2961"/>
                </a:cubicBezTo>
                <a:cubicBezTo>
                  <a:pt x="1006" y="2961"/>
                  <a:pt x="1006" y="2961"/>
                  <a:pt x="1006" y="2961"/>
                </a:cubicBezTo>
                <a:cubicBezTo>
                  <a:pt x="1006" y="2162"/>
                  <a:pt x="1006" y="2162"/>
                  <a:pt x="1006" y="2162"/>
                </a:cubicBezTo>
                <a:cubicBezTo>
                  <a:pt x="2323" y="2162"/>
                  <a:pt x="2323" y="2162"/>
                  <a:pt x="2323" y="2162"/>
                </a:cubicBezTo>
                <a:cubicBezTo>
                  <a:pt x="2323" y="2961"/>
                  <a:pt x="2323" y="2961"/>
                  <a:pt x="2323" y="2961"/>
                </a:cubicBezTo>
                <a:lnTo>
                  <a:pt x="3330" y="2961"/>
                </a:lnTo>
                <a:close/>
                <a:moveTo>
                  <a:pt x="1925" y="3119"/>
                </a:moveTo>
                <a:cubicBezTo>
                  <a:pt x="1925" y="3021"/>
                  <a:pt x="1872" y="2961"/>
                  <a:pt x="1743" y="2915"/>
                </a:cubicBezTo>
                <a:cubicBezTo>
                  <a:pt x="1650" y="2880"/>
                  <a:pt x="1612" y="2857"/>
                  <a:pt x="1612" y="2822"/>
                </a:cubicBezTo>
                <a:cubicBezTo>
                  <a:pt x="1612" y="2791"/>
                  <a:pt x="1635" y="2761"/>
                  <a:pt x="1706" y="2761"/>
                </a:cubicBezTo>
                <a:cubicBezTo>
                  <a:pt x="1784" y="2761"/>
                  <a:pt x="1834" y="2786"/>
                  <a:pt x="1863" y="2798"/>
                </a:cubicBezTo>
                <a:cubicBezTo>
                  <a:pt x="1894" y="2675"/>
                  <a:pt x="1894" y="2675"/>
                  <a:pt x="1894" y="2675"/>
                </a:cubicBezTo>
                <a:cubicBezTo>
                  <a:pt x="1859" y="2657"/>
                  <a:pt x="1809" y="2642"/>
                  <a:pt x="1736" y="2638"/>
                </a:cubicBezTo>
                <a:cubicBezTo>
                  <a:pt x="1736" y="2543"/>
                  <a:pt x="1736" y="2543"/>
                  <a:pt x="1736" y="2543"/>
                </a:cubicBezTo>
                <a:cubicBezTo>
                  <a:pt x="1630" y="2543"/>
                  <a:pt x="1630" y="2543"/>
                  <a:pt x="1630" y="2543"/>
                </a:cubicBezTo>
                <a:cubicBezTo>
                  <a:pt x="1630" y="2646"/>
                  <a:pt x="1630" y="2646"/>
                  <a:pt x="1630" y="2646"/>
                </a:cubicBezTo>
                <a:cubicBezTo>
                  <a:pt x="1513" y="2669"/>
                  <a:pt x="1446" y="2744"/>
                  <a:pt x="1446" y="2840"/>
                </a:cubicBezTo>
                <a:cubicBezTo>
                  <a:pt x="1446" y="2946"/>
                  <a:pt x="1525" y="3000"/>
                  <a:pt x="1642" y="3039"/>
                </a:cubicBezTo>
                <a:cubicBezTo>
                  <a:pt x="1722" y="3067"/>
                  <a:pt x="1757" y="3093"/>
                  <a:pt x="1757" y="3134"/>
                </a:cubicBezTo>
                <a:cubicBezTo>
                  <a:pt x="1757" y="3178"/>
                  <a:pt x="1715" y="3202"/>
                  <a:pt x="1653" y="3202"/>
                </a:cubicBezTo>
                <a:cubicBezTo>
                  <a:pt x="1582" y="3202"/>
                  <a:pt x="1518" y="3179"/>
                  <a:pt x="1472" y="3154"/>
                </a:cubicBezTo>
                <a:cubicBezTo>
                  <a:pt x="1439" y="3281"/>
                  <a:pt x="1439" y="3281"/>
                  <a:pt x="1439" y="3281"/>
                </a:cubicBezTo>
                <a:cubicBezTo>
                  <a:pt x="1481" y="3305"/>
                  <a:pt x="1551" y="3325"/>
                  <a:pt x="1624" y="3328"/>
                </a:cubicBezTo>
                <a:cubicBezTo>
                  <a:pt x="1624" y="3432"/>
                  <a:pt x="1624" y="3432"/>
                  <a:pt x="1624" y="3432"/>
                </a:cubicBezTo>
                <a:cubicBezTo>
                  <a:pt x="1731" y="3432"/>
                  <a:pt x="1731" y="3432"/>
                  <a:pt x="1731" y="3432"/>
                </a:cubicBezTo>
                <a:cubicBezTo>
                  <a:pt x="1731" y="3320"/>
                  <a:pt x="1731" y="3320"/>
                  <a:pt x="1731" y="3320"/>
                </a:cubicBezTo>
                <a:cubicBezTo>
                  <a:pt x="1856" y="3299"/>
                  <a:pt x="1925" y="3216"/>
                  <a:pt x="1925" y="3119"/>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aphicFrame>
        <p:nvGraphicFramePr>
          <p:cNvPr id="767" name="Google Shape;767;p31"/>
          <p:cNvGraphicFramePr/>
          <p:nvPr/>
        </p:nvGraphicFramePr>
        <p:xfrm>
          <a:off x="1729550" y="8686309"/>
          <a:ext cx="3000000" cy="3000000"/>
        </p:xfrm>
        <a:graphic>
          <a:graphicData uri="http://schemas.openxmlformats.org/drawingml/2006/table">
            <a:tbl>
              <a:tblPr bandRow="1" firstRow="1">
                <a:noFill/>
                <a:tableStyleId>{21A46F77-6203-4918-A673-6B69CD0BA170}</a:tableStyleId>
              </a:tblPr>
              <a:tblGrid>
                <a:gridCol w="2349050"/>
                <a:gridCol w="3841600"/>
                <a:gridCol w="4463200"/>
                <a:gridCol w="1619550"/>
                <a:gridCol w="1316050"/>
                <a:gridCol w="1475075"/>
              </a:tblGrid>
              <a:tr h="981850">
                <a:tc>
                  <a:txBody>
                    <a:bodyPr/>
                    <a:lstStyle/>
                    <a:p>
                      <a:pPr indent="0" lvl="0" marL="0" marR="0" rtl="0" algn="ctr">
                        <a:lnSpc>
                          <a:spcPct val="100000"/>
                        </a:lnSpc>
                        <a:spcBef>
                          <a:spcPts val="0"/>
                        </a:spcBef>
                        <a:spcAft>
                          <a:spcPts val="0"/>
                        </a:spcAft>
                        <a:buClr>
                          <a:srgbClr val="000000"/>
                        </a:buClr>
                        <a:buSzPts val="3200"/>
                        <a:buFont typeface="Arial"/>
                        <a:buNone/>
                      </a:pPr>
                      <a:r>
                        <a:rPr lang="en-US">
                          <a:solidFill>
                            <a:srgbClr val="000000"/>
                          </a:solidFill>
                          <a:latin typeface="Lato"/>
                          <a:ea typeface="Lato"/>
                          <a:cs typeface="Lato"/>
                          <a:sym typeface="Lato"/>
                        </a:rPr>
                        <a:t>PRODUCTO</a:t>
                      </a:r>
                      <a:r>
                        <a:rPr lang="en-US">
                          <a:latin typeface="Lato"/>
                          <a:ea typeface="Lato"/>
                          <a:cs typeface="Lato"/>
                          <a:sym typeface="Lato"/>
                        </a:rPr>
                        <a:t> </a:t>
                      </a:r>
                      <a:endParaRPr u="none" cap="none" strike="noStrike">
                        <a:latin typeface="Lato"/>
                        <a:ea typeface="Lato"/>
                        <a:cs typeface="Lato"/>
                        <a:sym typeface="Lato"/>
                      </a:endParaRPr>
                    </a:p>
                  </a:txBody>
                  <a:tcPr marT="45725" marB="45725" marR="274325" marL="274325" anchor="ctr">
                    <a:lnR cap="flat" cmpd="sng" w="19050">
                      <a:solidFill>
                        <a:srgbClr val="E9E9E9"/>
                      </a:solidFill>
                      <a:prstDash val="solid"/>
                      <a:round/>
                      <a:headEnd len="sm" w="sm" type="none"/>
                      <a:tailEnd len="sm" w="sm" type="none"/>
                    </a:lnR>
                    <a:solidFill>
                      <a:srgbClr val="E9E9E9"/>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lang="en-US">
                          <a:latin typeface="Lato"/>
                          <a:ea typeface="Lato"/>
                          <a:cs typeface="Lato"/>
                          <a:sym typeface="Lato"/>
                        </a:rPr>
                        <a:t>Propuesta de valor</a:t>
                      </a:r>
                      <a:endParaRPr u="none" cap="none" strike="noStrike">
                        <a:latin typeface="Lato"/>
                        <a:ea typeface="Lato"/>
                        <a:cs typeface="Lato"/>
                        <a:sym typeface="Lato"/>
                      </a:endParaRPr>
                    </a:p>
                  </a:txBody>
                  <a:tcPr marT="45725" marB="45725" marR="274325" marL="274325" anchor="ctr">
                    <a:lnL cap="flat" cmpd="sng" w="19050">
                      <a:solidFill>
                        <a:srgbClr val="E9E9E9"/>
                      </a:solidFill>
                      <a:prstDash val="solid"/>
                      <a:round/>
                      <a:headEnd len="sm" w="sm" type="none"/>
                      <a:tailEnd len="sm" w="sm" type="none"/>
                    </a:lnL>
                    <a:solidFill>
                      <a:schemeClr val="accent2"/>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lang="en-US">
                          <a:latin typeface="Lato"/>
                          <a:ea typeface="Lato"/>
                          <a:cs typeface="Lato"/>
                          <a:sym typeface="Lato"/>
                        </a:rPr>
                        <a:t>Necesidades/Problemas</a:t>
                      </a:r>
                      <a:endParaRPr u="none" cap="none" strike="noStrike">
                        <a:latin typeface="Lato"/>
                        <a:ea typeface="Lato"/>
                        <a:cs typeface="Lato"/>
                        <a:sym typeface="Lato"/>
                      </a:endParaRPr>
                    </a:p>
                  </a:txBody>
                  <a:tcPr marT="45725" marB="45725" marR="274325" marL="274325" anchor="ctr">
                    <a:lnR cap="flat" cmpd="sng" w="19050">
                      <a:solidFill>
                        <a:srgbClr val="E9E9E9"/>
                      </a:solidFill>
                      <a:prstDash val="solid"/>
                      <a:round/>
                      <a:headEnd len="sm" w="sm" type="none"/>
                      <a:tailEnd len="sm" w="sm" type="none"/>
                    </a:lnR>
                    <a:solidFill>
                      <a:schemeClr val="accent3"/>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lang="en-US">
                          <a:latin typeface="Lato"/>
                          <a:ea typeface="Lato"/>
                          <a:cs typeface="Lato"/>
                          <a:sym typeface="Lato"/>
                        </a:rPr>
                        <a:t>Precio</a:t>
                      </a:r>
                      <a:endParaRPr u="none" cap="none" strike="noStrike">
                        <a:latin typeface="Lato"/>
                        <a:ea typeface="Lato"/>
                        <a:cs typeface="Lato"/>
                        <a:sym typeface="Lato"/>
                      </a:endParaRPr>
                    </a:p>
                  </a:txBody>
                  <a:tcPr marT="45725" marB="45725" marR="274325" marL="274325" anchor="ctr">
                    <a:lnL cap="flat" cmpd="sng" w="19050">
                      <a:solidFill>
                        <a:srgbClr val="E9E9E9"/>
                      </a:solidFill>
                      <a:prstDash val="solid"/>
                      <a:round/>
                      <a:headEnd len="sm" w="sm" type="none"/>
                      <a:tailEnd len="sm" w="sm" type="none"/>
                    </a:lnL>
                    <a:solidFill>
                      <a:schemeClr val="accent4"/>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lang="en-US">
                          <a:latin typeface="Lato"/>
                          <a:ea typeface="Lato"/>
                          <a:cs typeface="Lato"/>
                          <a:sym typeface="Lato"/>
                        </a:rPr>
                        <a:t>Tipo</a:t>
                      </a:r>
                      <a:endParaRPr u="none" cap="none" strike="noStrike">
                        <a:latin typeface="Lato"/>
                        <a:ea typeface="Lato"/>
                        <a:cs typeface="Lato"/>
                        <a:sym typeface="Lato"/>
                      </a:endParaRPr>
                    </a:p>
                  </a:txBody>
                  <a:tcPr marT="45725" marB="45725" marR="274325" marL="274325" anchor="ctr">
                    <a:lnR cap="flat" cmpd="sng" w="19050">
                      <a:solidFill>
                        <a:srgbClr val="E9E9E9"/>
                      </a:solidFill>
                      <a:prstDash val="solid"/>
                      <a:round/>
                      <a:headEnd len="sm" w="sm" type="none"/>
                      <a:tailEnd len="sm" w="sm" type="none"/>
                    </a:lnR>
                    <a:solidFill>
                      <a:schemeClr val="accent5"/>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lang="en-US">
                          <a:latin typeface="Lato"/>
                          <a:ea typeface="Lato"/>
                          <a:cs typeface="Lato"/>
                          <a:sym typeface="Lato"/>
                        </a:rPr>
                        <a:t>Etapa</a:t>
                      </a:r>
                      <a:endParaRPr u="none" cap="none" strike="noStrike">
                        <a:latin typeface="Lato"/>
                        <a:ea typeface="Lato"/>
                        <a:cs typeface="Lato"/>
                        <a:sym typeface="Lato"/>
                      </a:endParaRPr>
                    </a:p>
                  </a:txBody>
                  <a:tcPr marT="45725" marB="45725" marR="274325"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solidFill>
                      <a:schemeClr val="accent6"/>
                    </a:solidFill>
                  </a:tcPr>
                </a:tc>
              </a:tr>
              <a:tr h="1024550">
                <a:tc>
                  <a:txBody>
                    <a:bodyPr/>
                    <a:lstStyle/>
                    <a:p>
                      <a:pPr indent="0" lvl="0" marL="0" marR="0" rtl="0" algn="l">
                        <a:lnSpc>
                          <a:spcPct val="100000"/>
                        </a:lnSpc>
                        <a:spcBef>
                          <a:spcPts val="0"/>
                        </a:spcBef>
                        <a:spcAft>
                          <a:spcPts val="0"/>
                        </a:spcAft>
                        <a:buClr>
                          <a:srgbClr val="000000"/>
                        </a:buClr>
                        <a:buSzPts val="2400"/>
                        <a:buFont typeface="Arial"/>
                        <a:buNone/>
                      </a:pPr>
                      <a:r>
                        <a:rPr lang="en-US">
                          <a:solidFill>
                            <a:schemeClr val="dk2"/>
                          </a:solidFill>
                          <a:latin typeface="Lato Light"/>
                          <a:ea typeface="Lato Light"/>
                          <a:cs typeface="Lato Light"/>
                          <a:sym typeface="Lato Light"/>
                        </a:rPr>
                        <a:t>Producto 01</a:t>
                      </a:r>
                      <a:endParaRPr u="none" cap="none" strike="noStrike">
                        <a:solidFill>
                          <a:schemeClr val="dk2"/>
                        </a:solidFill>
                        <a:latin typeface="Lato Light"/>
                        <a:ea typeface="Lato Light"/>
                        <a:cs typeface="Lato Light"/>
                        <a:sym typeface="Lato Light"/>
                      </a:endParaRPr>
                    </a:p>
                  </a:txBody>
                  <a:tcPr marT="45725" marB="45725" marR="91450" marL="274325" anchor="ctr">
                    <a:lnR cap="flat" cmpd="sng" w="19050">
                      <a:solidFill>
                        <a:srgbClr val="E9E9E9"/>
                      </a:solidFill>
                      <a:prstDash val="solid"/>
                      <a:round/>
                      <a:headEnd len="sm" w="sm" type="none"/>
                      <a:tailEnd len="sm" w="sm" type="none"/>
                    </a:lnR>
                    <a:lnB cap="flat" cmpd="sng" w="19050">
                      <a:solidFill>
                        <a:srgbClr val="E9E9E9"/>
                      </a:solidFill>
                      <a:prstDash val="solid"/>
                      <a:round/>
                      <a:headEnd len="sm" w="sm" type="none"/>
                      <a:tailEnd len="sm" w="sm" type="none"/>
                    </a:lnB>
                    <a:solidFill>
                      <a:srgbClr val="E9E9E9"/>
                    </a:solidFill>
                  </a:tcPr>
                </a:tc>
                <a:tc>
                  <a:txBody>
                    <a:bodyPr/>
                    <a:lstStyle/>
                    <a:p>
                      <a:pPr indent="0" lvl="0" marL="0" marR="0" rtl="0" algn="l">
                        <a:lnSpc>
                          <a:spcPct val="100000"/>
                        </a:lnSpc>
                        <a:spcBef>
                          <a:spcPts val="0"/>
                        </a:spcBef>
                        <a:spcAft>
                          <a:spcPts val="0"/>
                        </a:spcAft>
                        <a:buClr>
                          <a:srgbClr val="000000"/>
                        </a:buClr>
                        <a:buSzPts val="2400"/>
                        <a:buFont typeface="Arial"/>
                        <a:buNone/>
                      </a:pPr>
                      <a:r>
                        <a:t/>
                      </a:r>
                      <a:endParaRPr u="none" cap="none" strike="noStrike">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B cap="flat" cmpd="sng" w="19050">
                      <a:solidFill>
                        <a:srgbClr val="E9E9E9"/>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400"/>
                        <a:buFont typeface="Arial"/>
                        <a:buNone/>
                      </a:pPr>
                      <a:r>
                        <a:t/>
                      </a:r>
                      <a:endParaRPr u="none" cap="none" strike="noStrike">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B cap="flat" cmpd="sng" w="19050">
                      <a:solidFill>
                        <a:srgbClr val="E9E9E9"/>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400"/>
                        <a:buFont typeface="Arial"/>
                        <a:buNone/>
                      </a:pPr>
                      <a:r>
                        <a:t/>
                      </a:r>
                      <a:endParaRPr u="none" cap="none" strike="noStrike">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B cap="flat" cmpd="sng" w="19050">
                      <a:solidFill>
                        <a:srgbClr val="E9E9E9"/>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400"/>
                        <a:buFont typeface="Arial"/>
                        <a:buNone/>
                      </a:pPr>
                      <a:r>
                        <a:t/>
                      </a:r>
                      <a:endParaRPr u="none" cap="none" strike="noStrike">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B cap="flat" cmpd="sng" w="19050">
                      <a:solidFill>
                        <a:srgbClr val="E9E9E9"/>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400"/>
                        <a:buFont typeface="Arial"/>
                        <a:buNone/>
                      </a:pPr>
                      <a:r>
                        <a:t/>
                      </a:r>
                      <a:endParaRPr u="none" cap="none" strike="noStrike">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B cap="flat" cmpd="sng" w="19050">
                      <a:solidFill>
                        <a:srgbClr val="E9E9E9"/>
                      </a:solidFill>
                      <a:prstDash val="solid"/>
                      <a:round/>
                      <a:headEnd len="sm" w="sm" type="none"/>
                      <a:tailEnd len="sm" w="sm" type="none"/>
                    </a:lnB>
                    <a:solidFill>
                      <a:schemeClr val="lt1"/>
                    </a:solidFill>
                  </a:tcPr>
                </a:tc>
              </a:tr>
              <a:tr h="1024550">
                <a:tc>
                  <a:txBody>
                    <a:bodyPr/>
                    <a:lstStyle/>
                    <a:p>
                      <a:pPr indent="0" lvl="0" marL="0" rtl="0" algn="l">
                        <a:spcBef>
                          <a:spcPts val="0"/>
                        </a:spcBef>
                        <a:spcAft>
                          <a:spcPts val="0"/>
                        </a:spcAft>
                        <a:buClr>
                          <a:schemeClr val="dk1"/>
                        </a:buClr>
                        <a:buSzPts val="2400"/>
                        <a:buFont typeface="Arial"/>
                        <a:buNone/>
                      </a:pPr>
                      <a:r>
                        <a:rPr lang="en-US">
                          <a:solidFill>
                            <a:schemeClr val="dk2"/>
                          </a:solidFill>
                          <a:latin typeface="Lato Light"/>
                          <a:ea typeface="Lato Light"/>
                          <a:cs typeface="Lato Light"/>
                          <a:sym typeface="Lato Light"/>
                        </a:rPr>
                        <a:t>Producto 02</a:t>
                      </a:r>
                      <a:endParaRPr>
                        <a:solidFill>
                          <a:schemeClr val="dk2"/>
                        </a:solidFill>
                        <a:latin typeface="Lato Light"/>
                        <a:ea typeface="Lato Light"/>
                        <a:cs typeface="Lato Light"/>
                        <a:sym typeface="Lato Light"/>
                      </a:endParaRPr>
                    </a:p>
                  </a:txBody>
                  <a:tcPr marT="45725" marB="45725" marR="91450" marL="274325" anchor="ctr">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rgbClr val="E9E9E9"/>
                    </a:solidFill>
                  </a:tcPr>
                </a:tc>
                <a:tc>
                  <a:txBody>
                    <a:bodyPr/>
                    <a:lstStyle/>
                    <a:p>
                      <a:pPr indent="0" lvl="0" marL="0" marR="0" rtl="0" algn="l">
                        <a:lnSpc>
                          <a:spcPct val="100000"/>
                        </a:lnSpc>
                        <a:spcBef>
                          <a:spcPts val="0"/>
                        </a:spcBef>
                        <a:spcAft>
                          <a:spcPts val="0"/>
                        </a:spcAft>
                        <a:buClr>
                          <a:srgbClr val="000000"/>
                        </a:buClr>
                        <a:buSzPts val="2400"/>
                        <a:buFont typeface="Arial"/>
                        <a:buNone/>
                      </a:pPr>
                      <a:r>
                        <a:t/>
                      </a:r>
                      <a:endParaRPr u="none" cap="none" strike="noStrike">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400"/>
                        <a:buFont typeface="Arial"/>
                        <a:buNone/>
                      </a:pPr>
                      <a:r>
                        <a:t/>
                      </a:r>
                      <a:endParaRPr u="none" cap="none" strike="noStrike">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400"/>
                        <a:buFont typeface="Arial"/>
                        <a:buNone/>
                      </a:pPr>
                      <a:r>
                        <a:t/>
                      </a:r>
                      <a:endParaRPr u="none" cap="none" strike="noStrike">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400"/>
                        <a:buFont typeface="Arial"/>
                        <a:buNone/>
                      </a:pPr>
                      <a:r>
                        <a:t/>
                      </a:r>
                      <a:endParaRPr u="none" cap="none" strike="noStrike">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400"/>
                        <a:buFont typeface="Arial"/>
                        <a:buNone/>
                      </a:pPr>
                      <a:r>
                        <a:t/>
                      </a:r>
                      <a:endParaRPr u="none" cap="none" strike="noStrike">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r>
              <a:tr h="1024550">
                <a:tc>
                  <a:txBody>
                    <a:bodyPr/>
                    <a:lstStyle/>
                    <a:p>
                      <a:pPr indent="0" lvl="0" marL="0" rtl="0" algn="l">
                        <a:spcBef>
                          <a:spcPts val="0"/>
                        </a:spcBef>
                        <a:spcAft>
                          <a:spcPts val="0"/>
                        </a:spcAft>
                        <a:buClr>
                          <a:schemeClr val="dk1"/>
                        </a:buClr>
                        <a:buSzPts val="2400"/>
                        <a:buFont typeface="Arial"/>
                        <a:buNone/>
                      </a:pPr>
                      <a:r>
                        <a:rPr lang="en-US">
                          <a:solidFill>
                            <a:schemeClr val="dk2"/>
                          </a:solidFill>
                          <a:latin typeface="Lato Light"/>
                          <a:ea typeface="Lato Light"/>
                          <a:cs typeface="Lato Light"/>
                          <a:sym typeface="Lato Light"/>
                        </a:rPr>
                        <a:t>Producto 03</a:t>
                      </a:r>
                      <a:endParaRPr u="none" cap="none" strike="noStrike">
                        <a:solidFill>
                          <a:schemeClr val="dk2"/>
                        </a:solidFill>
                        <a:latin typeface="Lato Light"/>
                        <a:ea typeface="Lato Light"/>
                        <a:cs typeface="Lato Light"/>
                        <a:sym typeface="Lato Light"/>
                      </a:endParaRPr>
                    </a:p>
                  </a:txBody>
                  <a:tcPr marT="45725" marB="45725" marR="91450" marL="274325" anchor="ctr">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rgbClr val="E9E9E9"/>
                    </a:solidFill>
                  </a:tcPr>
                </a:tc>
                <a:tc>
                  <a:txBody>
                    <a:bodyPr/>
                    <a:lstStyle/>
                    <a:p>
                      <a:pPr indent="0" lvl="0" marL="0" marR="0" rtl="0" algn="l">
                        <a:lnSpc>
                          <a:spcPct val="100000"/>
                        </a:lnSpc>
                        <a:spcBef>
                          <a:spcPts val="0"/>
                        </a:spcBef>
                        <a:spcAft>
                          <a:spcPts val="0"/>
                        </a:spcAft>
                        <a:buClr>
                          <a:srgbClr val="000000"/>
                        </a:buClr>
                        <a:buSzPts val="2400"/>
                        <a:buFont typeface="Arial"/>
                        <a:buNone/>
                      </a:pPr>
                      <a:r>
                        <a:t/>
                      </a:r>
                      <a:endParaRPr u="none" cap="none" strike="noStrike">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400"/>
                        <a:buFont typeface="Arial"/>
                        <a:buNone/>
                      </a:pPr>
                      <a:r>
                        <a:t/>
                      </a:r>
                      <a:endParaRPr u="none" cap="none" strike="noStrike">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400"/>
                        <a:buFont typeface="Arial"/>
                        <a:buNone/>
                      </a:pPr>
                      <a:r>
                        <a:t/>
                      </a:r>
                      <a:endParaRPr u="none" cap="none" strike="noStrike">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400"/>
                        <a:buFont typeface="Arial"/>
                        <a:buNone/>
                      </a:pPr>
                      <a:r>
                        <a:t/>
                      </a:r>
                      <a:endParaRPr u="none" cap="none" strike="noStrike">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400"/>
                        <a:buFont typeface="Arial"/>
                        <a:buNone/>
                      </a:pPr>
                      <a:r>
                        <a:t/>
                      </a:r>
                      <a:endParaRPr u="none" cap="none" strike="noStrike">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r>
            </a:tbl>
          </a:graphicData>
        </a:graphic>
      </p:graphicFrame>
      <p:grpSp>
        <p:nvGrpSpPr>
          <p:cNvPr id="768" name="Google Shape;768;p31"/>
          <p:cNvGrpSpPr/>
          <p:nvPr/>
        </p:nvGrpSpPr>
        <p:grpSpPr>
          <a:xfrm>
            <a:off x="3276521" y="3176390"/>
            <a:ext cx="4369349" cy="991842"/>
            <a:chOff x="2652765" y="3473450"/>
            <a:chExt cx="6946500" cy="1576855"/>
          </a:xfrm>
        </p:grpSpPr>
        <p:sp>
          <p:nvSpPr>
            <p:cNvPr id="769" name="Google Shape;769;p31"/>
            <p:cNvSpPr txBox="1"/>
            <p:nvPr/>
          </p:nvSpPr>
          <p:spPr>
            <a:xfrm>
              <a:off x="2652765" y="4163805"/>
              <a:ext cx="6946500" cy="8865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000000"/>
                </a:buClr>
                <a:buSzPts val="2400"/>
                <a:buFont typeface="Arial"/>
                <a:buNone/>
              </a:pPr>
              <a:r>
                <a:rPr b="0" i="0" lang="en-US" u="none" cap="none" strike="noStrike">
                  <a:solidFill>
                    <a:schemeClr val="dk2"/>
                  </a:solidFill>
                  <a:latin typeface="Lato Light"/>
                  <a:ea typeface="Lato Light"/>
                  <a:cs typeface="Lato Light"/>
                  <a:sym typeface="Lato Light"/>
                </a:rPr>
                <a:t>Insert some explanations, information, data about the title here. The explanation should be short.</a:t>
              </a:r>
              <a:endParaRPr b="0" i="0" u="none" cap="none" strike="noStrike">
                <a:solidFill>
                  <a:srgbClr val="000000"/>
                </a:solidFill>
                <a:latin typeface="Arial"/>
                <a:ea typeface="Arial"/>
                <a:cs typeface="Arial"/>
                <a:sym typeface="Arial"/>
              </a:endParaRPr>
            </a:p>
          </p:txBody>
        </p:sp>
        <p:sp>
          <p:nvSpPr>
            <p:cNvPr id="770" name="Google Shape;770;p31"/>
            <p:cNvSpPr txBox="1"/>
            <p:nvPr/>
          </p:nvSpPr>
          <p:spPr>
            <a:xfrm>
              <a:off x="2652765" y="3473450"/>
              <a:ext cx="6946500" cy="5910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000000"/>
                </a:buClr>
                <a:buSzPts val="3200"/>
                <a:buFont typeface="Arial"/>
                <a:buNone/>
              </a:pPr>
              <a:r>
                <a:rPr b="1" lang="en-US">
                  <a:solidFill>
                    <a:schemeClr val="dk2"/>
                  </a:solidFill>
                  <a:latin typeface="Lato"/>
                  <a:ea typeface="Lato"/>
                  <a:cs typeface="Lato"/>
                  <a:sym typeface="Lato"/>
                </a:rPr>
                <a:t>MISIÓN</a:t>
              </a:r>
              <a:endParaRPr b="0" i="0" u="none" cap="none" strike="noStrike">
                <a:solidFill>
                  <a:srgbClr val="000000"/>
                </a:solidFill>
                <a:latin typeface="Arial"/>
                <a:ea typeface="Arial"/>
                <a:cs typeface="Arial"/>
                <a:sym typeface="Arial"/>
              </a:endParaRPr>
            </a:p>
          </p:txBody>
        </p:sp>
      </p:grpSp>
      <p:grpSp>
        <p:nvGrpSpPr>
          <p:cNvPr id="771" name="Google Shape;771;p31"/>
          <p:cNvGrpSpPr/>
          <p:nvPr/>
        </p:nvGrpSpPr>
        <p:grpSpPr>
          <a:xfrm>
            <a:off x="3114289" y="4863376"/>
            <a:ext cx="4369349" cy="991842"/>
            <a:chOff x="2652765" y="3473450"/>
            <a:chExt cx="6946500" cy="1576855"/>
          </a:xfrm>
        </p:grpSpPr>
        <p:sp>
          <p:nvSpPr>
            <p:cNvPr id="772" name="Google Shape;772;p31"/>
            <p:cNvSpPr txBox="1"/>
            <p:nvPr/>
          </p:nvSpPr>
          <p:spPr>
            <a:xfrm>
              <a:off x="2652765" y="4163805"/>
              <a:ext cx="6946500" cy="8865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000000"/>
                </a:buClr>
                <a:buSzPts val="2400"/>
                <a:buFont typeface="Arial"/>
                <a:buNone/>
              </a:pPr>
              <a:r>
                <a:rPr b="0" i="0" lang="en-US" u="none" cap="none" strike="noStrike">
                  <a:solidFill>
                    <a:schemeClr val="dk2"/>
                  </a:solidFill>
                  <a:latin typeface="Lato Light"/>
                  <a:ea typeface="Lato Light"/>
                  <a:cs typeface="Lato Light"/>
                  <a:sym typeface="Lato Light"/>
                </a:rPr>
                <a:t>Insert some explanations, information, data about the title here. The explanation should be short.</a:t>
              </a:r>
              <a:endParaRPr b="0" i="0" u="none" cap="none" strike="noStrike">
                <a:solidFill>
                  <a:srgbClr val="000000"/>
                </a:solidFill>
                <a:latin typeface="Arial"/>
                <a:ea typeface="Arial"/>
                <a:cs typeface="Arial"/>
                <a:sym typeface="Arial"/>
              </a:endParaRPr>
            </a:p>
          </p:txBody>
        </p:sp>
        <p:sp>
          <p:nvSpPr>
            <p:cNvPr id="773" name="Google Shape;773;p31"/>
            <p:cNvSpPr txBox="1"/>
            <p:nvPr/>
          </p:nvSpPr>
          <p:spPr>
            <a:xfrm>
              <a:off x="2652765" y="3473450"/>
              <a:ext cx="6946500" cy="5910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000000"/>
                </a:buClr>
                <a:buSzPts val="3200"/>
                <a:buFont typeface="Arial"/>
                <a:buNone/>
              </a:pPr>
              <a:r>
                <a:rPr b="1" lang="en-US">
                  <a:solidFill>
                    <a:schemeClr val="dk2"/>
                  </a:solidFill>
                  <a:latin typeface="Lato"/>
                  <a:ea typeface="Lato"/>
                  <a:cs typeface="Lato"/>
                  <a:sym typeface="Lato"/>
                </a:rPr>
                <a:t>VISIÓN</a:t>
              </a:r>
              <a:endParaRPr b="0" i="0" u="none" cap="none" strike="noStrike">
                <a:solidFill>
                  <a:srgbClr val="000000"/>
                </a:solidFill>
                <a:latin typeface="Arial"/>
                <a:ea typeface="Arial"/>
                <a:cs typeface="Arial"/>
                <a:sym typeface="Arial"/>
              </a:endParaRPr>
            </a:p>
          </p:txBody>
        </p:sp>
      </p:grpSp>
      <p:grpSp>
        <p:nvGrpSpPr>
          <p:cNvPr id="774" name="Google Shape;774;p31"/>
          <p:cNvGrpSpPr/>
          <p:nvPr/>
        </p:nvGrpSpPr>
        <p:grpSpPr>
          <a:xfrm>
            <a:off x="2971710" y="6653927"/>
            <a:ext cx="4369349" cy="991842"/>
            <a:chOff x="2652765" y="3473450"/>
            <a:chExt cx="6946500" cy="1576855"/>
          </a:xfrm>
        </p:grpSpPr>
        <p:sp>
          <p:nvSpPr>
            <p:cNvPr id="775" name="Google Shape;775;p31"/>
            <p:cNvSpPr txBox="1"/>
            <p:nvPr/>
          </p:nvSpPr>
          <p:spPr>
            <a:xfrm>
              <a:off x="2652765" y="4163805"/>
              <a:ext cx="6946500" cy="8865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000000"/>
                </a:buClr>
                <a:buSzPts val="2400"/>
                <a:buFont typeface="Arial"/>
                <a:buNone/>
              </a:pPr>
              <a:r>
                <a:rPr b="0" i="0" lang="en-US" u="none" cap="none" strike="noStrike">
                  <a:solidFill>
                    <a:schemeClr val="dk2"/>
                  </a:solidFill>
                  <a:latin typeface="Lato Light"/>
                  <a:ea typeface="Lato Light"/>
                  <a:cs typeface="Lato Light"/>
                  <a:sym typeface="Lato Light"/>
                </a:rPr>
                <a:t>Insert some explanations, information, data about the title here. The explanation should be short.</a:t>
              </a:r>
              <a:endParaRPr b="0" i="0" u="none" cap="none" strike="noStrike">
                <a:solidFill>
                  <a:srgbClr val="000000"/>
                </a:solidFill>
                <a:latin typeface="Arial"/>
                <a:ea typeface="Arial"/>
                <a:cs typeface="Arial"/>
                <a:sym typeface="Arial"/>
              </a:endParaRPr>
            </a:p>
          </p:txBody>
        </p:sp>
        <p:sp>
          <p:nvSpPr>
            <p:cNvPr id="776" name="Google Shape;776;p31"/>
            <p:cNvSpPr txBox="1"/>
            <p:nvPr/>
          </p:nvSpPr>
          <p:spPr>
            <a:xfrm>
              <a:off x="2652765" y="3473450"/>
              <a:ext cx="6946500" cy="5910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000000"/>
                </a:buClr>
                <a:buSzPts val="3200"/>
                <a:buFont typeface="Arial"/>
                <a:buNone/>
              </a:pPr>
              <a:r>
                <a:rPr b="1" lang="en-US">
                  <a:solidFill>
                    <a:schemeClr val="dk2"/>
                  </a:solidFill>
                  <a:latin typeface="Lato"/>
                  <a:ea typeface="Lato"/>
                  <a:cs typeface="Lato"/>
                  <a:sym typeface="Lato"/>
                </a:rPr>
                <a:t>VALORES</a:t>
              </a:r>
              <a:endParaRPr b="0" i="0" u="none" cap="none" strike="noStrike">
                <a:solidFill>
                  <a:srgbClr val="000000"/>
                </a:solidFill>
                <a:latin typeface="Arial"/>
                <a:ea typeface="Arial"/>
                <a:cs typeface="Arial"/>
                <a:sym typeface="Arial"/>
              </a:endParaRPr>
            </a:p>
          </p:txBody>
        </p:sp>
      </p:grpSp>
      <p:sp>
        <p:nvSpPr>
          <p:cNvPr id="777" name="Google Shape;777;p31"/>
          <p:cNvSpPr/>
          <p:nvPr/>
        </p:nvSpPr>
        <p:spPr>
          <a:xfrm flipH="1" rot="10800000">
            <a:off x="7821410" y="3176379"/>
            <a:ext cx="994800" cy="994800"/>
          </a:xfrm>
          <a:prstGeom prst="teardrop">
            <a:avLst>
              <a:gd fmla="val 10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778" name="Google Shape;778;p31"/>
          <p:cNvSpPr/>
          <p:nvPr/>
        </p:nvSpPr>
        <p:spPr>
          <a:xfrm rot="10800000">
            <a:off x="8989077" y="3176379"/>
            <a:ext cx="994800" cy="994800"/>
          </a:xfrm>
          <a:prstGeom prst="teardrop">
            <a:avLst>
              <a:gd fmla="val 10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779" name="Google Shape;779;p31"/>
          <p:cNvSpPr/>
          <p:nvPr/>
        </p:nvSpPr>
        <p:spPr>
          <a:xfrm flipH="1" rot="10800000">
            <a:off x="7669714" y="4891999"/>
            <a:ext cx="994800" cy="994800"/>
          </a:xfrm>
          <a:prstGeom prst="teardrop">
            <a:avLst>
              <a:gd fmla="val 10000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780" name="Google Shape;780;p31"/>
          <p:cNvSpPr/>
          <p:nvPr/>
        </p:nvSpPr>
        <p:spPr>
          <a:xfrm rot="10800000">
            <a:off x="9134453" y="4891999"/>
            <a:ext cx="994800" cy="994800"/>
          </a:xfrm>
          <a:prstGeom prst="teardrop">
            <a:avLst>
              <a:gd fmla="val 100000" name="adj"/>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cxnSp>
        <p:nvCxnSpPr>
          <p:cNvPr id="781" name="Google Shape;781;p31"/>
          <p:cNvCxnSpPr>
            <a:stCxn id="777" idx="7"/>
          </p:cNvCxnSpPr>
          <p:nvPr/>
        </p:nvCxnSpPr>
        <p:spPr>
          <a:xfrm>
            <a:off x="8816210" y="4171179"/>
            <a:ext cx="0" cy="3894600"/>
          </a:xfrm>
          <a:prstGeom prst="straightConnector1">
            <a:avLst/>
          </a:prstGeom>
          <a:noFill/>
          <a:ln cap="flat" cmpd="sng" w="28575">
            <a:solidFill>
              <a:srgbClr val="E9E9E9"/>
            </a:solidFill>
            <a:prstDash val="solid"/>
            <a:miter lim="800000"/>
            <a:headEnd len="sm" w="sm" type="none"/>
            <a:tailEnd len="sm" w="sm" type="none"/>
          </a:ln>
        </p:spPr>
      </p:cxnSp>
      <p:cxnSp>
        <p:nvCxnSpPr>
          <p:cNvPr id="782" name="Google Shape;782;p31"/>
          <p:cNvCxnSpPr>
            <a:stCxn id="778" idx="7"/>
          </p:cNvCxnSpPr>
          <p:nvPr/>
        </p:nvCxnSpPr>
        <p:spPr>
          <a:xfrm>
            <a:off x="8989077" y="4171179"/>
            <a:ext cx="0" cy="3916800"/>
          </a:xfrm>
          <a:prstGeom prst="straightConnector1">
            <a:avLst/>
          </a:prstGeom>
          <a:noFill/>
          <a:ln cap="flat" cmpd="sng" w="28575">
            <a:solidFill>
              <a:srgbClr val="E9E9E9"/>
            </a:solidFill>
            <a:prstDash val="solid"/>
            <a:miter lim="800000"/>
            <a:headEnd len="sm" w="sm" type="none"/>
            <a:tailEnd len="sm" w="sm" type="none"/>
          </a:ln>
        </p:spPr>
      </p:cxnSp>
      <p:cxnSp>
        <p:nvCxnSpPr>
          <p:cNvPr id="783" name="Google Shape;783;p31"/>
          <p:cNvCxnSpPr>
            <a:stCxn id="779" idx="7"/>
          </p:cNvCxnSpPr>
          <p:nvPr/>
        </p:nvCxnSpPr>
        <p:spPr>
          <a:xfrm flipH="1">
            <a:off x="8647114" y="5886799"/>
            <a:ext cx="17400" cy="2178900"/>
          </a:xfrm>
          <a:prstGeom prst="straightConnector1">
            <a:avLst/>
          </a:prstGeom>
          <a:noFill/>
          <a:ln cap="flat" cmpd="sng" w="28575">
            <a:solidFill>
              <a:srgbClr val="E9E9E9"/>
            </a:solidFill>
            <a:prstDash val="solid"/>
            <a:miter lim="800000"/>
            <a:headEnd len="sm" w="sm" type="none"/>
            <a:tailEnd len="sm" w="sm" type="none"/>
          </a:ln>
        </p:spPr>
      </p:cxnSp>
      <p:cxnSp>
        <p:nvCxnSpPr>
          <p:cNvPr id="784" name="Google Shape;784;p31"/>
          <p:cNvCxnSpPr>
            <a:stCxn id="780" idx="7"/>
          </p:cNvCxnSpPr>
          <p:nvPr/>
        </p:nvCxnSpPr>
        <p:spPr>
          <a:xfrm>
            <a:off x="9134453" y="5886799"/>
            <a:ext cx="17700" cy="2201400"/>
          </a:xfrm>
          <a:prstGeom prst="straightConnector1">
            <a:avLst/>
          </a:prstGeom>
          <a:noFill/>
          <a:ln cap="flat" cmpd="sng" w="28575">
            <a:solidFill>
              <a:srgbClr val="E9E9E9"/>
            </a:solidFill>
            <a:prstDash val="solid"/>
            <a:miter lim="800000"/>
            <a:headEnd len="sm" w="sm" type="none"/>
            <a:tailEnd len="sm" w="sm" type="none"/>
          </a:ln>
        </p:spPr>
      </p:cxnSp>
      <p:sp>
        <p:nvSpPr>
          <p:cNvPr id="785" name="Google Shape;785;p31"/>
          <p:cNvSpPr/>
          <p:nvPr/>
        </p:nvSpPr>
        <p:spPr>
          <a:xfrm flipH="1" rot="10800000">
            <a:off x="7543299" y="6607618"/>
            <a:ext cx="994800" cy="994800"/>
          </a:xfrm>
          <a:prstGeom prst="teardrop">
            <a:avLst>
              <a:gd fmla="val 100000" name="adj"/>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786" name="Google Shape;786;p31"/>
          <p:cNvSpPr/>
          <p:nvPr/>
        </p:nvSpPr>
        <p:spPr>
          <a:xfrm rot="10800000">
            <a:off x="9254546" y="6607618"/>
            <a:ext cx="994800" cy="994800"/>
          </a:xfrm>
          <a:prstGeom prst="teardrop">
            <a:avLst>
              <a:gd fmla="val 100000" name="adj"/>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cxnSp>
        <p:nvCxnSpPr>
          <p:cNvPr id="787" name="Google Shape;787;p31"/>
          <p:cNvCxnSpPr>
            <a:stCxn id="785" idx="7"/>
          </p:cNvCxnSpPr>
          <p:nvPr/>
        </p:nvCxnSpPr>
        <p:spPr>
          <a:xfrm>
            <a:off x="8538099" y="7602418"/>
            <a:ext cx="0" cy="463200"/>
          </a:xfrm>
          <a:prstGeom prst="straightConnector1">
            <a:avLst/>
          </a:prstGeom>
          <a:noFill/>
          <a:ln cap="flat" cmpd="sng" w="28575">
            <a:solidFill>
              <a:srgbClr val="E9E9E9"/>
            </a:solidFill>
            <a:prstDash val="solid"/>
            <a:miter lim="800000"/>
            <a:headEnd len="sm" w="sm" type="none"/>
            <a:tailEnd len="sm" w="sm" type="none"/>
          </a:ln>
        </p:spPr>
      </p:cxnSp>
      <p:cxnSp>
        <p:nvCxnSpPr>
          <p:cNvPr id="788" name="Google Shape;788;p31"/>
          <p:cNvCxnSpPr>
            <a:stCxn id="786" idx="7"/>
          </p:cNvCxnSpPr>
          <p:nvPr/>
        </p:nvCxnSpPr>
        <p:spPr>
          <a:xfrm>
            <a:off x="9254546" y="7602418"/>
            <a:ext cx="0" cy="463200"/>
          </a:xfrm>
          <a:prstGeom prst="straightConnector1">
            <a:avLst/>
          </a:prstGeom>
          <a:noFill/>
          <a:ln cap="flat" cmpd="sng" w="28575">
            <a:solidFill>
              <a:srgbClr val="E9E9E9"/>
            </a:solidFill>
            <a:prstDash val="solid"/>
            <a:miter lim="800000"/>
            <a:headEnd len="sm" w="sm" type="none"/>
            <a:tailEnd len="sm" w="sm" type="none"/>
          </a:ln>
        </p:spPr>
      </p:cxnSp>
      <p:grpSp>
        <p:nvGrpSpPr>
          <p:cNvPr id="789" name="Google Shape;789;p31"/>
          <p:cNvGrpSpPr/>
          <p:nvPr/>
        </p:nvGrpSpPr>
        <p:grpSpPr>
          <a:xfrm>
            <a:off x="10183384" y="3176390"/>
            <a:ext cx="4369349" cy="991842"/>
            <a:chOff x="2652765" y="3473450"/>
            <a:chExt cx="6946500" cy="1576855"/>
          </a:xfrm>
        </p:grpSpPr>
        <p:sp>
          <p:nvSpPr>
            <p:cNvPr id="790" name="Google Shape;790;p31"/>
            <p:cNvSpPr txBox="1"/>
            <p:nvPr/>
          </p:nvSpPr>
          <p:spPr>
            <a:xfrm>
              <a:off x="2652765" y="4163805"/>
              <a:ext cx="6946500" cy="886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u="none" cap="none" strike="noStrike">
                  <a:solidFill>
                    <a:schemeClr val="dk2"/>
                  </a:solidFill>
                  <a:latin typeface="Lato Light"/>
                  <a:ea typeface="Lato Light"/>
                  <a:cs typeface="Lato Light"/>
                  <a:sym typeface="Lato Light"/>
                </a:rPr>
                <a:t>Insert some explanations, information, data about the title here. The explanation should be short.</a:t>
              </a:r>
              <a:endParaRPr b="0" i="0" u="none" cap="none" strike="noStrike">
                <a:solidFill>
                  <a:srgbClr val="000000"/>
                </a:solidFill>
                <a:latin typeface="Arial"/>
                <a:ea typeface="Arial"/>
                <a:cs typeface="Arial"/>
                <a:sym typeface="Arial"/>
              </a:endParaRPr>
            </a:p>
          </p:txBody>
        </p:sp>
        <p:sp>
          <p:nvSpPr>
            <p:cNvPr id="791" name="Google Shape;791;p31"/>
            <p:cNvSpPr txBox="1"/>
            <p:nvPr/>
          </p:nvSpPr>
          <p:spPr>
            <a:xfrm>
              <a:off x="2652765" y="3473450"/>
              <a:ext cx="69465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a:solidFill>
                    <a:schemeClr val="dk2"/>
                  </a:solidFill>
                  <a:latin typeface="Lato"/>
                  <a:ea typeface="Lato"/>
                  <a:cs typeface="Lato"/>
                  <a:sym typeface="Lato"/>
                </a:rPr>
                <a:t>OBJETIVOS DE NEGOCIO</a:t>
              </a:r>
              <a:endParaRPr b="0" i="0" u="none" cap="none" strike="noStrike">
                <a:solidFill>
                  <a:srgbClr val="000000"/>
                </a:solidFill>
                <a:latin typeface="Arial"/>
                <a:ea typeface="Arial"/>
                <a:cs typeface="Arial"/>
                <a:sym typeface="Arial"/>
              </a:endParaRPr>
            </a:p>
          </p:txBody>
        </p:sp>
      </p:grpSp>
      <p:grpSp>
        <p:nvGrpSpPr>
          <p:cNvPr id="792" name="Google Shape;792;p31"/>
          <p:cNvGrpSpPr/>
          <p:nvPr/>
        </p:nvGrpSpPr>
        <p:grpSpPr>
          <a:xfrm>
            <a:off x="10323119" y="4863376"/>
            <a:ext cx="4369349" cy="991842"/>
            <a:chOff x="2652765" y="3473450"/>
            <a:chExt cx="6946500" cy="1576855"/>
          </a:xfrm>
        </p:grpSpPr>
        <p:sp>
          <p:nvSpPr>
            <p:cNvPr id="793" name="Google Shape;793;p31"/>
            <p:cNvSpPr txBox="1"/>
            <p:nvPr/>
          </p:nvSpPr>
          <p:spPr>
            <a:xfrm>
              <a:off x="2652765" y="4163805"/>
              <a:ext cx="6946500" cy="886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u="none" cap="none" strike="noStrike">
                  <a:solidFill>
                    <a:schemeClr val="dk2"/>
                  </a:solidFill>
                  <a:latin typeface="Lato Light"/>
                  <a:ea typeface="Lato Light"/>
                  <a:cs typeface="Lato Light"/>
                  <a:sym typeface="Lato Light"/>
                </a:rPr>
                <a:t>Insert some explanations, information, data about the title here. The explanation should be short.</a:t>
              </a:r>
              <a:endParaRPr b="0" i="0" u="none" cap="none" strike="noStrike">
                <a:solidFill>
                  <a:srgbClr val="000000"/>
                </a:solidFill>
                <a:latin typeface="Arial"/>
                <a:ea typeface="Arial"/>
                <a:cs typeface="Arial"/>
                <a:sym typeface="Arial"/>
              </a:endParaRPr>
            </a:p>
          </p:txBody>
        </p:sp>
        <p:sp>
          <p:nvSpPr>
            <p:cNvPr id="794" name="Google Shape;794;p31"/>
            <p:cNvSpPr txBox="1"/>
            <p:nvPr/>
          </p:nvSpPr>
          <p:spPr>
            <a:xfrm>
              <a:off x="2652765" y="3473450"/>
              <a:ext cx="69465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a:solidFill>
                    <a:schemeClr val="dk2"/>
                  </a:solidFill>
                  <a:latin typeface="Lato"/>
                  <a:ea typeface="Lato"/>
                  <a:cs typeface="Lato"/>
                  <a:sym typeface="Lato"/>
                </a:rPr>
                <a:t>ENFOQUE DE INNOVACIÓN</a:t>
              </a:r>
              <a:endParaRPr b="0" i="0" u="none" cap="none" strike="noStrike">
                <a:solidFill>
                  <a:srgbClr val="000000"/>
                </a:solidFill>
                <a:latin typeface="Arial"/>
                <a:ea typeface="Arial"/>
                <a:cs typeface="Arial"/>
                <a:sym typeface="Arial"/>
              </a:endParaRPr>
            </a:p>
          </p:txBody>
        </p:sp>
      </p:grpSp>
      <p:grpSp>
        <p:nvGrpSpPr>
          <p:cNvPr id="795" name="Google Shape;795;p31"/>
          <p:cNvGrpSpPr/>
          <p:nvPr/>
        </p:nvGrpSpPr>
        <p:grpSpPr>
          <a:xfrm>
            <a:off x="10417601" y="6653927"/>
            <a:ext cx="4369349" cy="991842"/>
            <a:chOff x="2652765" y="3473450"/>
            <a:chExt cx="6946500" cy="1576855"/>
          </a:xfrm>
        </p:grpSpPr>
        <p:sp>
          <p:nvSpPr>
            <p:cNvPr id="796" name="Google Shape;796;p31"/>
            <p:cNvSpPr txBox="1"/>
            <p:nvPr/>
          </p:nvSpPr>
          <p:spPr>
            <a:xfrm>
              <a:off x="2652765" y="4163805"/>
              <a:ext cx="6946500" cy="886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u="none" cap="none" strike="noStrike">
                  <a:solidFill>
                    <a:schemeClr val="dk2"/>
                  </a:solidFill>
                  <a:latin typeface="Lato Light"/>
                  <a:ea typeface="Lato Light"/>
                  <a:cs typeface="Lato Light"/>
                  <a:sym typeface="Lato Light"/>
                </a:rPr>
                <a:t>Insert some explanations, information, data about the title here. The explanation should be short.</a:t>
              </a:r>
              <a:endParaRPr b="0" i="0" u="none" cap="none" strike="noStrike">
                <a:solidFill>
                  <a:srgbClr val="000000"/>
                </a:solidFill>
                <a:latin typeface="Arial"/>
                <a:ea typeface="Arial"/>
                <a:cs typeface="Arial"/>
                <a:sym typeface="Arial"/>
              </a:endParaRPr>
            </a:p>
          </p:txBody>
        </p:sp>
        <p:sp>
          <p:nvSpPr>
            <p:cNvPr id="797" name="Google Shape;797;p31"/>
            <p:cNvSpPr txBox="1"/>
            <p:nvPr/>
          </p:nvSpPr>
          <p:spPr>
            <a:xfrm>
              <a:off x="2652765" y="3473450"/>
              <a:ext cx="69465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a:solidFill>
                    <a:schemeClr val="dk2"/>
                  </a:solidFill>
                  <a:latin typeface="Lato"/>
                  <a:ea typeface="Lato"/>
                  <a:cs typeface="Lato"/>
                  <a:sym typeface="Lato"/>
                </a:rPr>
                <a:t>MARCA</a:t>
              </a:r>
              <a:endParaRPr b="0" i="0" u="none" cap="none" strike="noStrike">
                <a:solidFill>
                  <a:srgbClr val="000000"/>
                </a:solidFill>
                <a:latin typeface="Arial"/>
                <a:ea typeface="Arial"/>
                <a:cs typeface="Arial"/>
                <a:sym typeface="Arial"/>
              </a:endParaRPr>
            </a:p>
          </p:txBody>
        </p:sp>
      </p:grpSp>
      <p:sp>
        <p:nvSpPr>
          <p:cNvPr id="798" name="Google Shape;798;p31"/>
          <p:cNvSpPr txBox="1"/>
          <p:nvPr/>
        </p:nvSpPr>
        <p:spPr>
          <a:xfrm>
            <a:off x="7669725" y="8138000"/>
            <a:ext cx="2459400" cy="292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2800"/>
              <a:buFont typeface="Arial"/>
              <a:buNone/>
            </a:pPr>
            <a:r>
              <a:rPr b="1" lang="en-US">
                <a:solidFill>
                  <a:schemeClr val="dk2"/>
                </a:solidFill>
                <a:latin typeface="Lato"/>
                <a:ea typeface="Lato"/>
                <a:cs typeface="Lato"/>
                <a:sym typeface="Lato"/>
              </a:rPr>
              <a:t>EMPRESA Y MARCA</a:t>
            </a:r>
            <a:endParaRPr b="0" i="0" u="none" cap="none" strike="noStrike">
              <a:solidFill>
                <a:srgbClr val="000000"/>
              </a:solidFill>
              <a:latin typeface="Arial"/>
              <a:ea typeface="Arial"/>
              <a:cs typeface="Arial"/>
              <a:sym typeface="Arial"/>
            </a:endParaRPr>
          </a:p>
        </p:txBody>
      </p:sp>
      <p:grpSp>
        <p:nvGrpSpPr>
          <p:cNvPr id="799" name="Google Shape;799;p31"/>
          <p:cNvGrpSpPr/>
          <p:nvPr/>
        </p:nvGrpSpPr>
        <p:grpSpPr>
          <a:xfrm>
            <a:off x="17181650" y="8820256"/>
            <a:ext cx="5575956" cy="991842"/>
            <a:chOff x="2652765" y="3473450"/>
            <a:chExt cx="6946500" cy="1576855"/>
          </a:xfrm>
        </p:grpSpPr>
        <p:sp>
          <p:nvSpPr>
            <p:cNvPr id="800" name="Google Shape;800;p31"/>
            <p:cNvSpPr txBox="1"/>
            <p:nvPr/>
          </p:nvSpPr>
          <p:spPr>
            <a:xfrm>
              <a:off x="2652765" y="4163805"/>
              <a:ext cx="6946500" cy="886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u="none" cap="none" strike="noStrike">
                  <a:solidFill>
                    <a:schemeClr val="dk2"/>
                  </a:solidFill>
                  <a:latin typeface="Lato Light"/>
                  <a:ea typeface="Lato Light"/>
                  <a:cs typeface="Lato Light"/>
                  <a:sym typeface="Lato Light"/>
                </a:rPr>
                <a:t>Insert some explanations, information, data about the title here. The explanation should be short.</a:t>
              </a:r>
              <a:endParaRPr b="0" i="0" u="none" cap="none" strike="noStrike">
                <a:solidFill>
                  <a:srgbClr val="000000"/>
                </a:solidFill>
                <a:latin typeface="Arial"/>
                <a:ea typeface="Arial"/>
                <a:cs typeface="Arial"/>
                <a:sym typeface="Arial"/>
              </a:endParaRPr>
            </a:p>
          </p:txBody>
        </p:sp>
        <p:sp>
          <p:nvSpPr>
            <p:cNvPr id="801" name="Google Shape;801;p31"/>
            <p:cNvSpPr txBox="1"/>
            <p:nvPr/>
          </p:nvSpPr>
          <p:spPr>
            <a:xfrm>
              <a:off x="2652765" y="3473450"/>
              <a:ext cx="69465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a:solidFill>
                    <a:schemeClr val="dk2"/>
                  </a:solidFill>
                  <a:latin typeface="Lato"/>
                  <a:ea typeface="Lato"/>
                  <a:cs typeface="Lato"/>
                  <a:sym typeface="Lato"/>
                </a:rPr>
                <a:t>                 DISTRIBUCIÓN:</a:t>
              </a:r>
              <a:endParaRPr b="0" i="0" u="none" cap="none" strike="noStrike">
                <a:solidFill>
                  <a:srgbClr val="000000"/>
                </a:solidFill>
                <a:latin typeface="Arial"/>
                <a:ea typeface="Arial"/>
                <a:cs typeface="Arial"/>
                <a:sym typeface="Arial"/>
              </a:endParaRPr>
            </a:p>
          </p:txBody>
        </p:sp>
      </p:grpSp>
      <p:grpSp>
        <p:nvGrpSpPr>
          <p:cNvPr id="802" name="Google Shape;802;p31"/>
          <p:cNvGrpSpPr/>
          <p:nvPr/>
        </p:nvGrpSpPr>
        <p:grpSpPr>
          <a:xfrm>
            <a:off x="17181000" y="10501056"/>
            <a:ext cx="5575956" cy="991842"/>
            <a:chOff x="2652765" y="3473450"/>
            <a:chExt cx="6946500" cy="1576855"/>
          </a:xfrm>
        </p:grpSpPr>
        <p:sp>
          <p:nvSpPr>
            <p:cNvPr id="803" name="Google Shape;803;p31"/>
            <p:cNvSpPr txBox="1"/>
            <p:nvPr/>
          </p:nvSpPr>
          <p:spPr>
            <a:xfrm>
              <a:off x="2652765" y="4163805"/>
              <a:ext cx="6946500" cy="886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u="none" cap="none" strike="noStrike">
                  <a:solidFill>
                    <a:schemeClr val="dk2"/>
                  </a:solidFill>
                  <a:latin typeface="Lato Light"/>
                  <a:ea typeface="Lato Light"/>
                  <a:cs typeface="Lato Light"/>
                  <a:sym typeface="Lato Light"/>
                </a:rPr>
                <a:t>Insert some explanations, information, data about the title here. The explanation should be short.</a:t>
              </a:r>
              <a:r>
                <a:rPr lang="en-US">
                  <a:solidFill>
                    <a:schemeClr val="dk2"/>
                  </a:solidFill>
                  <a:latin typeface="Lato Light"/>
                  <a:ea typeface="Lato Light"/>
                  <a:cs typeface="Lato Light"/>
                  <a:sym typeface="Lato Light"/>
                </a:rPr>
                <a:t>Insert some explanations, information, data about the title here. The explanation should be short.</a:t>
              </a:r>
              <a:endParaRPr>
                <a:solidFill>
                  <a:schemeClr val="dk1"/>
                </a:solidFill>
              </a:endParaRPr>
            </a:p>
            <a:p>
              <a:pPr indent="0" lvl="0" marL="0" rtl="0" algn="l">
                <a:lnSpc>
                  <a:spcPct val="120000"/>
                </a:lnSpc>
                <a:spcBef>
                  <a:spcPts val="0"/>
                </a:spcBef>
                <a:spcAft>
                  <a:spcPts val="0"/>
                </a:spcAft>
                <a:buClr>
                  <a:schemeClr val="dk1"/>
                </a:buClr>
                <a:buSzPts val="2400"/>
                <a:buFont typeface="Arial"/>
                <a:buNone/>
              </a:pPr>
              <a:r>
                <a:rPr lang="en-US">
                  <a:solidFill>
                    <a:schemeClr val="dk2"/>
                  </a:solidFill>
                  <a:latin typeface="Lato Light"/>
                  <a:ea typeface="Lato Light"/>
                  <a:cs typeface="Lato Light"/>
                  <a:sym typeface="Lato Light"/>
                </a:rPr>
                <a:t>Insert some explanations, information, data about the title here. The explanation should be short.</a:t>
              </a:r>
              <a:endParaRPr>
                <a:solidFill>
                  <a:schemeClr val="dk1"/>
                </a:solidFill>
              </a:endParaRPr>
            </a:p>
            <a:p>
              <a:pPr indent="0" lvl="0" marL="0" rtl="0" algn="l">
                <a:lnSpc>
                  <a:spcPct val="120000"/>
                </a:lnSpc>
                <a:spcBef>
                  <a:spcPts val="0"/>
                </a:spcBef>
                <a:spcAft>
                  <a:spcPts val="0"/>
                </a:spcAft>
                <a:buClr>
                  <a:schemeClr val="dk1"/>
                </a:buClr>
                <a:buSzPts val="2400"/>
                <a:buFont typeface="Arial"/>
                <a:buNone/>
              </a:pPr>
              <a:r>
                <a:rPr lang="en-US">
                  <a:solidFill>
                    <a:schemeClr val="dk2"/>
                  </a:solidFill>
                  <a:latin typeface="Lato Light"/>
                  <a:ea typeface="Lato Light"/>
                  <a:cs typeface="Lato Light"/>
                  <a:sym typeface="Lato Light"/>
                </a:rPr>
                <a:t>Insert some explanations, information, data about the title here. The explanation should be short.</a:t>
              </a:r>
              <a:endParaRPr>
                <a:solidFill>
                  <a:schemeClr val="dk1"/>
                </a:solidFill>
              </a:endParaRPr>
            </a:p>
            <a:p>
              <a:pPr indent="0" lvl="0" marL="0" marR="0" rtl="0" algn="l">
                <a:lnSpc>
                  <a:spcPct val="120000"/>
                </a:lnSpc>
                <a:spcBef>
                  <a:spcPts val="0"/>
                </a:spcBef>
                <a:spcAft>
                  <a:spcPts val="0"/>
                </a:spcAft>
                <a:buClr>
                  <a:srgbClr val="000000"/>
                </a:buClr>
                <a:buSzPts val="2400"/>
                <a:buFont typeface="Arial"/>
                <a:buNone/>
              </a:pPr>
              <a:r>
                <a:t/>
              </a:r>
              <a:endParaRPr>
                <a:solidFill>
                  <a:schemeClr val="dk2"/>
                </a:solidFill>
                <a:latin typeface="Lato Light"/>
                <a:ea typeface="Lato Light"/>
                <a:cs typeface="Lato Light"/>
                <a:sym typeface="Lato Light"/>
              </a:endParaRPr>
            </a:p>
          </p:txBody>
        </p:sp>
        <p:sp>
          <p:nvSpPr>
            <p:cNvPr id="804" name="Google Shape;804;p31"/>
            <p:cNvSpPr txBox="1"/>
            <p:nvPr/>
          </p:nvSpPr>
          <p:spPr>
            <a:xfrm>
              <a:off x="2652765" y="3473450"/>
              <a:ext cx="69465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a:solidFill>
                    <a:schemeClr val="dk2"/>
                  </a:solidFill>
                  <a:latin typeface="Lato"/>
                  <a:ea typeface="Lato"/>
                  <a:cs typeface="Lato"/>
                  <a:sym typeface="Lato"/>
                </a:rPr>
                <a:t>                 EQUIPOS Y PROCESOS:</a:t>
              </a:r>
              <a:endParaRPr b="0" i="0" u="none" cap="none" strike="noStrike">
                <a:solidFill>
                  <a:srgbClr val="000000"/>
                </a:solidFill>
                <a:latin typeface="Arial"/>
                <a:ea typeface="Arial"/>
                <a:cs typeface="Arial"/>
                <a:sym typeface="Arial"/>
              </a:endParaRPr>
            </a:p>
          </p:txBody>
        </p:sp>
      </p:grpSp>
      <p:sp>
        <p:nvSpPr>
          <p:cNvPr id="805" name="Google Shape;805;p31"/>
          <p:cNvSpPr/>
          <p:nvPr/>
        </p:nvSpPr>
        <p:spPr>
          <a:xfrm>
            <a:off x="17181650" y="8686325"/>
            <a:ext cx="492300" cy="49230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806" name="Google Shape;806;p31"/>
          <p:cNvSpPr/>
          <p:nvPr/>
        </p:nvSpPr>
        <p:spPr>
          <a:xfrm>
            <a:off x="17253776" y="8852066"/>
            <a:ext cx="300234" cy="160797"/>
          </a:xfrm>
          <a:custGeom>
            <a:rect b="b" l="l" r="r" t="t"/>
            <a:pathLst>
              <a:path extrusionOk="0" h="442" w="826">
                <a:moveTo>
                  <a:pt x="826" y="211"/>
                </a:moveTo>
                <a:cubicBezTo>
                  <a:pt x="826" y="209"/>
                  <a:pt x="825" y="208"/>
                  <a:pt x="825" y="207"/>
                </a:cubicBezTo>
                <a:cubicBezTo>
                  <a:pt x="825" y="162"/>
                  <a:pt x="825" y="162"/>
                  <a:pt x="825" y="162"/>
                </a:cubicBezTo>
                <a:cubicBezTo>
                  <a:pt x="825" y="114"/>
                  <a:pt x="786" y="76"/>
                  <a:pt x="739" y="76"/>
                </a:cubicBezTo>
                <a:cubicBezTo>
                  <a:pt x="609" y="76"/>
                  <a:pt x="609" y="76"/>
                  <a:pt x="609" y="76"/>
                </a:cubicBezTo>
                <a:cubicBezTo>
                  <a:pt x="609" y="13"/>
                  <a:pt x="609" y="13"/>
                  <a:pt x="609" y="13"/>
                </a:cubicBezTo>
                <a:cubicBezTo>
                  <a:pt x="609" y="6"/>
                  <a:pt x="603" y="0"/>
                  <a:pt x="595" y="0"/>
                </a:cubicBezTo>
                <a:cubicBezTo>
                  <a:pt x="235" y="0"/>
                  <a:pt x="235" y="0"/>
                  <a:pt x="235" y="0"/>
                </a:cubicBezTo>
                <a:cubicBezTo>
                  <a:pt x="204" y="0"/>
                  <a:pt x="178" y="26"/>
                  <a:pt x="178" y="57"/>
                </a:cubicBezTo>
                <a:cubicBezTo>
                  <a:pt x="178" y="377"/>
                  <a:pt x="178" y="377"/>
                  <a:pt x="178" y="377"/>
                </a:cubicBezTo>
                <a:cubicBezTo>
                  <a:pt x="178" y="384"/>
                  <a:pt x="184" y="390"/>
                  <a:pt x="191" y="390"/>
                </a:cubicBezTo>
                <a:cubicBezTo>
                  <a:pt x="280" y="390"/>
                  <a:pt x="280" y="390"/>
                  <a:pt x="280" y="390"/>
                </a:cubicBezTo>
                <a:cubicBezTo>
                  <a:pt x="288" y="420"/>
                  <a:pt x="316" y="442"/>
                  <a:pt x="349" y="442"/>
                </a:cubicBezTo>
                <a:cubicBezTo>
                  <a:pt x="382" y="442"/>
                  <a:pt x="410" y="421"/>
                  <a:pt x="418" y="390"/>
                </a:cubicBezTo>
                <a:cubicBezTo>
                  <a:pt x="595" y="390"/>
                  <a:pt x="595" y="390"/>
                  <a:pt x="595" y="390"/>
                </a:cubicBezTo>
                <a:cubicBezTo>
                  <a:pt x="634" y="390"/>
                  <a:pt x="634" y="390"/>
                  <a:pt x="634" y="390"/>
                </a:cubicBezTo>
                <a:cubicBezTo>
                  <a:pt x="643" y="420"/>
                  <a:pt x="671" y="442"/>
                  <a:pt x="704" y="442"/>
                </a:cubicBezTo>
                <a:cubicBezTo>
                  <a:pt x="737" y="442"/>
                  <a:pt x="765" y="421"/>
                  <a:pt x="773" y="390"/>
                </a:cubicBezTo>
                <a:cubicBezTo>
                  <a:pt x="812" y="390"/>
                  <a:pt x="812" y="390"/>
                  <a:pt x="812" y="390"/>
                </a:cubicBezTo>
                <a:cubicBezTo>
                  <a:pt x="819" y="390"/>
                  <a:pt x="825" y="384"/>
                  <a:pt x="825" y="377"/>
                </a:cubicBezTo>
                <a:cubicBezTo>
                  <a:pt x="825" y="215"/>
                  <a:pt x="825" y="215"/>
                  <a:pt x="825" y="215"/>
                </a:cubicBezTo>
                <a:cubicBezTo>
                  <a:pt x="825" y="214"/>
                  <a:pt x="826" y="212"/>
                  <a:pt x="826" y="211"/>
                </a:cubicBezTo>
                <a:close/>
                <a:moveTo>
                  <a:pt x="799" y="162"/>
                </a:moveTo>
                <a:cubicBezTo>
                  <a:pt x="799" y="198"/>
                  <a:pt x="799" y="198"/>
                  <a:pt x="799" y="198"/>
                </a:cubicBezTo>
                <a:cubicBezTo>
                  <a:pt x="648" y="198"/>
                  <a:pt x="648" y="198"/>
                  <a:pt x="648" y="198"/>
                </a:cubicBezTo>
                <a:cubicBezTo>
                  <a:pt x="648" y="102"/>
                  <a:pt x="648" y="102"/>
                  <a:pt x="648" y="102"/>
                </a:cubicBezTo>
                <a:cubicBezTo>
                  <a:pt x="739" y="102"/>
                  <a:pt x="739" y="102"/>
                  <a:pt x="739" y="102"/>
                </a:cubicBezTo>
                <a:cubicBezTo>
                  <a:pt x="772" y="102"/>
                  <a:pt x="799" y="129"/>
                  <a:pt x="799" y="162"/>
                </a:cubicBezTo>
                <a:close/>
                <a:moveTo>
                  <a:pt x="622" y="102"/>
                </a:moveTo>
                <a:cubicBezTo>
                  <a:pt x="622" y="198"/>
                  <a:pt x="622" y="198"/>
                  <a:pt x="622" y="198"/>
                </a:cubicBezTo>
                <a:cubicBezTo>
                  <a:pt x="609" y="198"/>
                  <a:pt x="609" y="198"/>
                  <a:pt x="609" y="198"/>
                </a:cubicBezTo>
                <a:cubicBezTo>
                  <a:pt x="609" y="102"/>
                  <a:pt x="609" y="102"/>
                  <a:pt x="609" y="102"/>
                </a:cubicBezTo>
                <a:lnTo>
                  <a:pt x="622" y="102"/>
                </a:lnTo>
                <a:close/>
                <a:moveTo>
                  <a:pt x="205" y="57"/>
                </a:moveTo>
                <a:cubicBezTo>
                  <a:pt x="205" y="40"/>
                  <a:pt x="218" y="26"/>
                  <a:pt x="235" y="26"/>
                </a:cubicBezTo>
                <a:cubicBezTo>
                  <a:pt x="582" y="26"/>
                  <a:pt x="582" y="26"/>
                  <a:pt x="582" y="26"/>
                </a:cubicBezTo>
                <a:cubicBezTo>
                  <a:pt x="582" y="89"/>
                  <a:pt x="582" y="89"/>
                  <a:pt x="582" y="89"/>
                </a:cubicBezTo>
                <a:cubicBezTo>
                  <a:pt x="582" y="363"/>
                  <a:pt x="582" y="363"/>
                  <a:pt x="582" y="363"/>
                </a:cubicBezTo>
                <a:cubicBezTo>
                  <a:pt x="421" y="363"/>
                  <a:pt x="421" y="363"/>
                  <a:pt x="421" y="363"/>
                </a:cubicBezTo>
                <a:cubicBezTo>
                  <a:pt x="421" y="362"/>
                  <a:pt x="420" y="361"/>
                  <a:pt x="420" y="359"/>
                </a:cubicBezTo>
                <a:cubicBezTo>
                  <a:pt x="420" y="357"/>
                  <a:pt x="419" y="355"/>
                  <a:pt x="419" y="353"/>
                </a:cubicBezTo>
                <a:cubicBezTo>
                  <a:pt x="418" y="350"/>
                  <a:pt x="418" y="348"/>
                  <a:pt x="417" y="346"/>
                </a:cubicBezTo>
                <a:cubicBezTo>
                  <a:pt x="416" y="344"/>
                  <a:pt x="415" y="342"/>
                  <a:pt x="414" y="340"/>
                </a:cubicBezTo>
                <a:cubicBezTo>
                  <a:pt x="413" y="338"/>
                  <a:pt x="412" y="335"/>
                  <a:pt x="411" y="333"/>
                </a:cubicBezTo>
                <a:cubicBezTo>
                  <a:pt x="410" y="332"/>
                  <a:pt x="409" y="330"/>
                  <a:pt x="408" y="328"/>
                </a:cubicBezTo>
                <a:cubicBezTo>
                  <a:pt x="406" y="326"/>
                  <a:pt x="405" y="324"/>
                  <a:pt x="403" y="322"/>
                </a:cubicBezTo>
                <a:cubicBezTo>
                  <a:pt x="402" y="321"/>
                  <a:pt x="400" y="319"/>
                  <a:pt x="399" y="318"/>
                </a:cubicBezTo>
                <a:cubicBezTo>
                  <a:pt x="397" y="316"/>
                  <a:pt x="395" y="315"/>
                  <a:pt x="393" y="313"/>
                </a:cubicBezTo>
                <a:cubicBezTo>
                  <a:pt x="391" y="312"/>
                  <a:pt x="390" y="311"/>
                  <a:pt x="388" y="310"/>
                </a:cubicBezTo>
                <a:cubicBezTo>
                  <a:pt x="386" y="308"/>
                  <a:pt x="384" y="307"/>
                  <a:pt x="381" y="306"/>
                </a:cubicBezTo>
                <a:cubicBezTo>
                  <a:pt x="380" y="305"/>
                  <a:pt x="378" y="304"/>
                  <a:pt x="376" y="303"/>
                </a:cubicBezTo>
                <a:cubicBezTo>
                  <a:pt x="374" y="302"/>
                  <a:pt x="371" y="301"/>
                  <a:pt x="368" y="301"/>
                </a:cubicBezTo>
                <a:cubicBezTo>
                  <a:pt x="366" y="300"/>
                  <a:pt x="365" y="300"/>
                  <a:pt x="363" y="299"/>
                </a:cubicBezTo>
                <a:cubicBezTo>
                  <a:pt x="359" y="298"/>
                  <a:pt x="354" y="298"/>
                  <a:pt x="349" y="298"/>
                </a:cubicBezTo>
                <a:cubicBezTo>
                  <a:pt x="344" y="298"/>
                  <a:pt x="339" y="298"/>
                  <a:pt x="335" y="299"/>
                </a:cubicBezTo>
                <a:cubicBezTo>
                  <a:pt x="333" y="300"/>
                  <a:pt x="332" y="300"/>
                  <a:pt x="330" y="301"/>
                </a:cubicBezTo>
                <a:cubicBezTo>
                  <a:pt x="327" y="301"/>
                  <a:pt x="324" y="302"/>
                  <a:pt x="322" y="303"/>
                </a:cubicBezTo>
                <a:cubicBezTo>
                  <a:pt x="320" y="304"/>
                  <a:pt x="318" y="305"/>
                  <a:pt x="317" y="306"/>
                </a:cubicBezTo>
                <a:cubicBezTo>
                  <a:pt x="314" y="307"/>
                  <a:pt x="312" y="308"/>
                  <a:pt x="310" y="310"/>
                </a:cubicBezTo>
                <a:cubicBezTo>
                  <a:pt x="308" y="311"/>
                  <a:pt x="307" y="312"/>
                  <a:pt x="305" y="313"/>
                </a:cubicBezTo>
                <a:cubicBezTo>
                  <a:pt x="303" y="315"/>
                  <a:pt x="301" y="316"/>
                  <a:pt x="299" y="318"/>
                </a:cubicBezTo>
                <a:cubicBezTo>
                  <a:pt x="298" y="319"/>
                  <a:pt x="296" y="321"/>
                  <a:pt x="295" y="322"/>
                </a:cubicBezTo>
                <a:cubicBezTo>
                  <a:pt x="293" y="324"/>
                  <a:pt x="292" y="326"/>
                  <a:pt x="290" y="328"/>
                </a:cubicBezTo>
                <a:cubicBezTo>
                  <a:pt x="289" y="330"/>
                  <a:pt x="288" y="332"/>
                  <a:pt x="287" y="333"/>
                </a:cubicBezTo>
                <a:cubicBezTo>
                  <a:pt x="286" y="335"/>
                  <a:pt x="285" y="338"/>
                  <a:pt x="284" y="340"/>
                </a:cubicBezTo>
                <a:cubicBezTo>
                  <a:pt x="283" y="342"/>
                  <a:pt x="282" y="344"/>
                  <a:pt x="281" y="346"/>
                </a:cubicBezTo>
                <a:cubicBezTo>
                  <a:pt x="280" y="348"/>
                  <a:pt x="280" y="350"/>
                  <a:pt x="279" y="353"/>
                </a:cubicBezTo>
                <a:cubicBezTo>
                  <a:pt x="279" y="355"/>
                  <a:pt x="278" y="357"/>
                  <a:pt x="278" y="359"/>
                </a:cubicBezTo>
                <a:cubicBezTo>
                  <a:pt x="278" y="361"/>
                  <a:pt x="277" y="362"/>
                  <a:pt x="277" y="363"/>
                </a:cubicBezTo>
                <a:cubicBezTo>
                  <a:pt x="205" y="363"/>
                  <a:pt x="205" y="363"/>
                  <a:pt x="205" y="363"/>
                </a:cubicBezTo>
                <a:lnTo>
                  <a:pt x="205" y="57"/>
                </a:lnTo>
                <a:close/>
                <a:moveTo>
                  <a:pt x="349" y="416"/>
                </a:moveTo>
                <a:cubicBezTo>
                  <a:pt x="326" y="416"/>
                  <a:pt x="306" y="398"/>
                  <a:pt x="303" y="376"/>
                </a:cubicBezTo>
                <a:cubicBezTo>
                  <a:pt x="303" y="374"/>
                  <a:pt x="303" y="372"/>
                  <a:pt x="303" y="370"/>
                </a:cubicBezTo>
                <a:cubicBezTo>
                  <a:pt x="303" y="345"/>
                  <a:pt x="324" y="324"/>
                  <a:pt x="349" y="324"/>
                </a:cubicBezTo>
                <a:cubicBezTo>
                  <a:pt x="374" y="324"/>
                  <a:pt x="395" y="345"/>
                  <a:pt x="395" y="370"/>
                </a:cubicBezTo>
                <a:cubicBezTo>
                  <a:pt x="395" y="372"/>
                  <a:pt x="395" y="374"/>
                  <a:pt x="395" y="375"/>
                </a:cubicBezTo>
                <a:cubicBezTo>
                  <a:pt x="392" y="398"/>
                  <a:pt x="372" y="416"/>
                  <a:pt x="349" y="416"/>
                </a:cubicBezTo>
                <a:close/>
                <a:moveTo>
                  <a:pt x="704" y="416"/>
                </a:moveTo>
                <a:cubicBezTo>
                  <a:pt x="680" y="416"/>
                  <a:pt x="661" y="398"/>
                  <a:pt x="658" y="376"/>
                </a:cubicBezTo>
                <a:cubicBezTo>
                  <a:pt x="658" y="374"/>
                  <a:pt x="658" y="372"/>
                  <a:pt x="658" y="370"/>
                </a:cubicBezTo>
                <a:cubicBezTo>
                  <a:pt x="658" y="345"/>
                  <a:pt x="679" y="324"/>
                  <a:pt x="704" y="324"/>
                </a:cubicBezTo>
                <a:cubicBezTo>
                  <a:pt x="729" y="324"/>
                  <a:pt x="750" y="345"/>
                  <a:pt x="750" y="370"/>
                </a:cubicBezTo>
                <a:cubicBezTo>
                  <a:pt x="750" y="372"/>
                  <a:pt x="750" y="374"/>
                  <a:pt x="750" y="375"/>
                </a:cubicBezTo>
                <a:cubicBezTo>
                  <a:pt x="747" y="398"/>
                  <a:pt x="727" y="416"/>
                  <a:pt x="704" y="416"/>
                </a:cubicBezTo>
                <a:close/>
                <a:moveTo>
                  <a:pt x="776" y="363"/>
                </a:moveTo>
                <a:cubicBezTo>
                  <a:pt x="776" y="362"/>
                  <a:pt x="775" y="361"/>
                  <a:pt x="775" y="359"/>
                </a:cubicBezTo>
                <a:cubicBezTo>
                  <a:pt x="775" y="357"/>
                  <a:pt x="774" y="355"/>
                  <a:pt x="774" y="353"/>
                </a:cubicBezTo>
                <a:cubicBezTo>
                  <a:pt x="773" y="350"/>
                  <a:pt x="772" y="348"/>
                  <a:pt x="772" y="346"/>
                </a:cubicBezTo>
                <a:cubicBezTo>
                  <a:pt x="771" y="344"/>
                  <a:pt x="770" y="342"/>
                  <a:pt x="769" y="340"/>
                </a:cubicBezTo>
                <a:cubicBezTo>
                  <a:pt x="768" y="338"/>
                  <a:pt x="767" y="335"/>
                  <a:pt x="766" y="333"/>
                </a:cubicBezTo>
                <a:cubicBezTo>
                  <a:pt x="765" y="332"/>
                  <a:pt x="764" y="330"/>
                  <a:pt x="763" y="328"/>
                </a:cubicBezTo>
                <a:cubicBezTo>
                  <a:pt x="761" y="326"/>
                  <a:pt x="759" y="324"/>
                  <a:pt x="758" y="322"/>
                </a:cubicBezTo>
                <a:cubicBezTo>
                  <a:pt x="756" y="321"/>
                  <a:pt x="755" y="319"/>
                  <a:pt x="754" y="318"/>
                </a:cubicBezTo>
                <a:cubicBezTo>
                  <a:pt x="752" y="316"/>
                  <a:pt x="750" y="315"/>
                  <a:pt x="748" y="313"/>
                </a:cubicBezTo>
                <a:cubicBezTo>
                  <a:pt x="746" y="312"/>
                  <a:pt x="745" y="311"/>
                  <a:pt x="743" y="310"/>
                </a:cubicBezTo>
                <a:cubicBezTo>
                  <a:pt x="741" y="308"/>
                  <a:pt x="739" y="307"/>
                  <a:pt x="736" y="306"/>
                </a:cubicBezTo>
                <a:cubicBezTo>
                  <a:pt x="734" y="305"/>
                  <a:pt x="733" y="304"/>
                  <a:pt x="731" y="303"/>
                </a:cubicBezTo>
                <a:cubicBezTo>
                  <a:pt x="728" y="302"/>
                  <a:pt x="726" y="301"/>
                  <a:pt x="723" y="301"/>
                </a:cubicBezTo>
                <a:cubicBezTo>
                  <a:pt x="721" y="300"/>
                  <a:pt x="720" y="300"/>
                  <a:pt x="718" y="299"/>
                </a:cubicBezTo>
                <a:cubicBezTo>
                  <a:pt x="714" y="298"/>
                  <a:pt x="709" y="298"/>
                  <a:pt x="704" y="298"/>
                </a:cubicBezTo>
                <a:cubicBezTo>
                  <a:pt x="699" y="298"/>
                  <a:pt x="694" y="298"/>
                  <a:pt x="690" y="299"/>
                </a:cubicBezTo>
                <a:cubicBezTo>
                  <a:pt x="688" y="300"/>
                  <a:pt x="687" y="300"/>
                  <a:pt x="685" y="301"/>
                </a:cubicBezTo>
                <a:cubicBezTo>
                  <a:pt x="682" y="301"/>
                  <a:pt x="679" y="302"/>
                  <a:pt x="677" y="303"/>
                </a:cubicBezTo>
                <a:cubicBezTo>
                  <a:pt x="675" y="304"/>
                  <a:pt x="673" y="305"/>
                  <a:pt x="672" y="306"/>
                </a:cubicBezTo>
                <a:cubicBezTo>
                  <a:pt x="669" y="307"/>
                  <a:pt x="667" y="308"/>
                  <a:pt x="665" y="310"/>
                </a:cubicBezTo>
                <a:cubicBezTo>
                  <a:pt x="663" y="311"/>
                  <a:pt x="662" y="312"/>
                  <a:pt x="660" y="313"/>
                </a:cubicBezTo>
                <a:cubicBezTo>
                  <a:pt x="658" y="315"/>
                  <a:pt x="656" y="316"/>
                  <a:pt x="654" y="318"/>
                </a:cubicBezTo>
                <a:cubicBezTo>
                  <a:pt x="653" y="319"/>
                  <a:pt x="651" y="321"/>
                  <a:pt x="650" y="322"/>
                </a:cubicBezTo>
                <a:cubicBezTo>
                  <a:pt x="648" y="324"/>
                  <a:pt x="647" y="326"/>
                  <a:pt x="645" y="328"/>
                </a:cubicBezTo>
                <a:cubicBezTo>
                  <a:pt x="644" y="330"/>
                  <a:pt x="643" y="332"/>
                  <a:pt x="642" y="333"/>
                </a:cubicBezTo>
                <a:cubicBezTo>
                  <a:pt x="641" y="335"/>
                  <a:pt x="640" y="338"/>
                  <a:pt x="638" y="340"/>
                </a:cubicBezTo>
                <a:cubicBezTo>
                  <a:pt x="638" y="342"/>
                  <a:pt x="637" y="344"/>
                  <a:pt x="636" y="346"/>
                </a:cubicBezTo>
                <a:cubicBezTo>
                  <a:pt x="635" y="348"/>
                  <a:pt x="635" y="350"/>
                  <a:pt x="634" y="353"/>
                </a:cubicBezTo>
                <a:cubicBezTo>
                  <a:pt x="633" y="355"/>
                  <a:pt x="633" y="357"/>
                  <a:pt x="633" y="359"/>
                </a:cubicBezTo>
                <a:cubicBezTo>
                  <a:pt x="633" y="361"/>
                  <a:pt x="632" y="362"/>
                  <a:pt x="632" y="363"/>
                </a:cubicBezTo>
                <a:cubicBezTo>
                  <a:pt x="609" y="363"/>
                  <a:pt x="609" y="363"/>
                  <a:pt x="609" y="363"/>
                </a:cubicBezTo>
                <a:cubicBezTo>
                  <a:pt x="609" y="224"/>
                  <a:pt x="609" y="224"/>
                  <a:pt x="609" y="224"/>
                </a:cubicBezTo>
                <a:cubicBezTo>
                  <a:pt x="633" y="224"/>
                  <a:pt x="633" y="224"/>
                  <a:pt x="633" y="224"/>
                </a:cubicBezTo>
                <a:cubicBezTo>
                  <a:pt x="633" y="224"/>
                  <a:pt x="634" y="225"/>
                  <a:pt x="635" y="225"/>
                </a:cubicBezTo>
                <a:cubicBezTo>
                  <a:pt x="636" y="225"/>
                  <a:pt x="637" y="224"/>
                  <a:pt x="638" y="224"/>
                </a:cubicBezTo>
                <a:cubicBezTo>
                  <a:pt x="799" y="224"/>
                  <a:pt x="799" y="224"/>
                  <a:pt x="799" y="224"/>
                </a:cubicBezTo>
                <a:cubicBezTo>
                  <a:pt x="799" y="363"/>
                  <a:pt x="799" y="363"/>
                  <a:pt x="799" y="363"/>
                </a:cubicBezTo>
                <a:lnTo>
                  <a:pt x="776" y="363"/>
                </a:lnTo>
                <a:close/>
                <a:moveTo>
                  <a:pt x="158" y="191"/>
                </a:moveTo>
                <a:cubicBezTo>
                  <a:pt x="158" y="199"/>
                  <a:pt x="152" y="205"/>
                  <a:pt x="145" y="205"/>
                </a:cubicBezTo>
                <a:cubicBezTo>
                  <a:pt x="13" y="205"/>
                  <a:pt x="13" y="205"/>
                  <a:pt x="13" y="205"/>
                </a:cubicBezTo>
                <a:cubicBezTo>
                  <a:pt x="6" y="205"/>
                  <a:pt x="0" y="199"/>
                  <a:pt x="0" y="191"/>
                </a:cubicBezTo>
                <a:cubicBezTo>
                  <a:pt x="0" y="184"/>
                  <a:pt x="6" y="178"/>
                  <a:pt x="13" y="178"/>
                </a:cubicBezTo>
                <a:cubicBezTo>
                  <a:pt x="145" y="178"/>
                  <a:pt x="145" y="178"/>
                  <a:pt x="145" y="178"/>
                </a:cubicBezTo>
                <a:cubicBezTo>
                  <a:pt x="152" y="178"/>
                  <a:pt x="158" y="184"/>
                  <a:pt x="158" y="191"/>
                </a:cubicBezTo>
                <a:close/>
                <a:moveTo>
                  <a:pt x="158" y="125"/>
                </a:moveTo>
                <a:cubicBezTo>
                  <a:pt x="158" y="132"/>
                  <a:pt x="152" y="138"/>
                  <a:pt x="145" y="138"/>
                </a:cubicBezTo>
                <a:cubicBezTo>
                  <a:pt x="77" y="138"/>
                  <a:pt x="77" y="138"/>
                  <a:pt x="77" y="138"/>
                </a:cubicBezTo>
                <a:cubicBezTo>
                  <a:pt x="70" y="138"/>
                  <a:pt x="64" y="132"/>
                  <a:pt x="64" y="125"/>
                </a:cubicBezTo>
                <a:cubicBezTo>
                  <a:pt x="64" y="118"/>
                  <a:pt x="70" y="112"/>
                  <a:pt x="77" y="112"/>
                </a:cubicBezTo>
                <a:cubicBezTo>
                  <a:pt x="145" y="112"/>
                  <a:pt x="145" y="112"/>
                  <a:pt x="145" y="112"/>
                </a:cubicBezTo>
                <a:cubicBezTo>
                  <a:pt x="152" y="112"/>
                  <a:pt x="158" y="118"/>
                  <a:pt x="158" y="125"/>
                </a:cubicBezTo>
                <a:close/>
                <a:moveTo>
                  <a:pt x="158" y="258"/>
                </a:moveTo>
                <a:cubicBezTo>
                  <a:pt x="158" y="265"/>
                  <a:pt x="152" y="271"/>
                  <a:pt x="145" y="271"/>
                </a:cubicBezTo>
                <a:cubicBezTo>
                  <a:pt x="77" y="271"/>
                  <a:pt x="77" y="271"/>
                  <a:pt x="77" y="271"/>
                </a:cubicBezTo>
                <a:cubicBezTo>
                  <a:pt x="70" y="271"/>
                  <a:pt x="64" y="265"/>
                  <a:pt x="64" y="258"/>
                </a:cubicBezTo>
                <a:cubicBezTo>
                  <a:pt x="64" y="251"/>
                  <a:pt x="70" y="245"/>
                  <a:pt x="77" y="245"/>
                </a:cubicBezTo>
                <a:cubicBezTo>
                  <a:pt x="145" y="245"/>
                  <a:pt x="145" y="245"/>
                  <a:pt x="145" y="245"/>
                </a:cubicBezTo>
                <a:cubicBezTo>
                  <a:pt x="152" y="245"/>
                  <a:pt x="158" y="251"/>
                  <a:pt x="158" y="258"/>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07" name="Google Shape;807;p31"/>
          <p:cNvSpPr/>
          <p:nvPr/>
        </p:nvSpPr>
        <p:spPr>
          <a:xfrm>
            <a:off x="17181650" y="10353650"/>
            <a:ext cx="492300" cy="492300"/>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808" name="Google Shape;808;p31"/>
          <p:cNvSpPr/>
          <p:nvPr/>
        </p:nvSpPr>
        <p:spPr>
          <a:xfrm>
            <a:off x="17322019" y="10440591"/>
            <a:ext cx="218732" cy="318416"/>
          </a:xfrm>
          <a:custGeom>
            <a:rect b="b" l="l" r="r" t="t"/>
            <a:pathLst>
              <a:path extrusionOk="0" h="4067" w="2797">
                <a:moveTo>
                  <a:pt x="399" y="1619"/>
                </a:moveTo>
                <a:cubicBezTo>
                  <a:pt x="399" y="1484"/>
                  <a:pt x="508" y="1375"/>
                  <a:pt x="643" y="1375"/>
                </a:cubicBezTo>
                <a:cubicBezTo>
                  <a:pt x="778" y="1375"/>
                  <a:pt x="887" y="1484"/>
                  <a:pt x="887" y="1619"/>
                </a:cubicBezTo>
                <a:cubicBezTo>
                  <a:pt x="887" y="1754"/>
                  <a:pt x="778" y="1863"/>
                  <a:pt x="643" y="1863"/>
                </a:cubicBezTo>
                <a:cubicBezTo>
                  <a:pt x="508" y="1863"/>
                  <a:pt x="399" y="1754"/>
                  <a:pt x="399" y="1619"/>
                </a:cubicBezTo>
                <a:close/>
                <a:moveTo>
                  <a:pt x="1189" y="3053"/>
                </a:moveTo>
                <a:cubicBezTo>
                  <a:pt x="1189" y="3557"/>
                  <a:pt x="1189" y="3557"/>
                  <a:pt x="1189" y="3557"/>
                </a:cubicBezTo>
                <a:cubicBezTo>
                  <a:pt x="1189" y="3599"/>
                  <a:pt x="1158" y="3633"/>
                  <a:pt x="1120" y="3633"/>
                </a:cubicBezTo>
                <a:cubicBezTo>
                  <a:pt x="1011" y="3633"/>
                  <a:pt x="1011" y="3633"/>
                  <a:pt x="1011" y="3633"/>
                </a:cubicBezTo>
                <a:cubicBezTo>
                  <a:pt x="973" y="3633"/>
                  <a:pt x="942" y="3599"/>
                  <a:pt x="942" y="3557"/>
                </a:cubicBezTo>
                <a:cubicBezTo>
                  <a:pt x="942" y="3053"/>
                  <a:pt x="942" y="3053"/>
                  <a:pt x="942" y="3053"/>
                </a:cubicBezTo>
                <a:cubicBezTo>
                  <a:pt x="942" y="3011"/>
                  <a:pt x="973" y="2977"/>
                  <a:pt x="1011" y="2977"/>
                </a:cubicBezTo>
                <a:cubicBezTo>
                  <a:pt x="1033" y="2977"/>
                  <a:pt x="1033" y="2977"/>
                  <a:pt x="1033" y="2977"/>
                </a:cubicBezTo>
                <a:cubicBezTo>
                  <a:pt x="1033" y="2947"/>
                  <a:pt x="1033" y="2947"/>
                  <a:pt x="1033" y="2947"/>
                </a:cubicBezTo>
                <a:cubicBezTo>
                  <a:pt x="993" y="2938"/>
                  <a:pt x="965" y="2906"/>
                  <a:pt x="960" y="2858"/>
                </a:cubicBezTo>
                <a:cubicBezTo>
                  <a:pt x="958" y="2843"/>
                  <a:pt x="959" y="2828"/>
                  <a:pt x="959" y="2812"/>
                </a:cubicBezTo>
                <a:cubicBezTo>
                  <a:pt x="959" y="2631"/>
                  <a:pt x="959" y="2450"/>
                  <a:pt x="959" y="2269"/>
                </a:cubicBezTo>
                <a:cubicBezTo>
                  <a:pt x="959" y="2257"/>
                  <a:pt x="959" y="2245"/>
                  <a:pt x="959" y="2232"/>
                </a:cubicBezTo>
                <a:cubicBezTo>
                  <a:pt x="946" y="2232"/>
                  <a:pt x="936" y="2232"/>
                  <a:pt x="924" y="2232"/>
                </a:cubicBezTo>
                <a:cubicBezTo>
                  <a:pt x="924" y="2891"/>
                  <a:pt x="924" y="2891"/>
                  <a:pt x="924" y="2891"/>
                </a:cubicBezTo>
                <a:cubicBezTo>
                  <a:pt x="924" y="3192"/>
                  <a:pt x="924" y="3192"/>
                  <a:pt x="924" y="3192"/>
                </a:cubicBezTo>
                <a:cubicBezTo>
                  <a:pt x="924" y="3430"/>
                  <a:pt x="924" y="3668"/>
                  <a:pt x="925" y="3907"/>
                </a:cubicBezTo>
                <a:cubicBezTo>
                  <a:pt x="925" y="3983"/>
                  <a:pt x="903" y="4040"/>
                  <a:pt x="827" y="4067"/>
                </a:cubicBezTo>
                <a:cubicBezTo>
                  <a:pt x="805" y="4067"/>
                  <a:pt x="784" y="4067"/>
                  <a:pt x="762" y="4067"/>
                </a:cubicBezTo>
                <a:cubicBezTo>
                  <a:pt x="686" y="4039"/>
                  <a:pt x="663" y="3983"/>
                  <a:pt x="663" y="3905"/>
                </a:cubicBezTo>
                <a:cubicBezTo>
                  <a:pt x="666" y="3600"/>
                  <a:pt x="664" y="3295"/>
                  <a:pt x="664" y="2990"/>
                </a:cubicBezTo>
                <a:cubicBezTo>
                  <a:pt x="664" y="2977"/>
                  <a:pt x="664" y="2965"/>
                  <a:pt x="664" y="2951"/>
                </a:cubicBezTo>
                <a:cubicBezTo>
                  <a:pt x="648" y="2951"/>
                  <a:pt x="636" y="2951"/>
                  <a:pt x="620" y="2951"/>
                </a:cubicBezTo>
                <a:cubicBezTo>
                  <a:pt x="620" y="2965"/>
                  <a:pt x="620" y="2978"/>
                  <a:pt x="620" y="2991"/>
                </a:cubicBezTo>
                <a:cubicBezTo>
                  <a:pt x="620" y="3297"/>
                  <a:pt x="619" y="3603"/>
                  <a:pt x="621" y="3909"/>
                </a:cubicBezTo>
                <a:cubicBezTo>
                  <a:pt x="621" y="3986"/>
                  <a:pt x="597" y="4041"/>
                  <a:pt x="521" y="4067"/>
                </a:cubicBezTo>
                <a:cubicBezTo>
                  <a:pt x="499" y="4067"/>
                  <a:pt x="478" y="4067"/>
                  <a:pt x="456" y="4067"/>
                </a:cubicBezTo>
                <a:cubicBezTo>
                  <a:pt x="415" y="4048"/>
                  <a:pt x="378" y="4024"/>
                  <a:pt x="368" y="3976"/>
                </a:cubicBezTo>
                <a:cubicBezTo>
                  <a:pt x="363" y="3953"/>
                  <a:pt x="363" y="3929"/>
                  <a:pt x="363" y="3905"/>
                </a:cubicBezTo>
                <a:cubicBezTo>
                  <a:pt x="362" y="3364"/>
                  <a:pt x="362" y="2822"/>
                  <a:pt x="362" y="2281"/>
                </a:cubicBezTo>
                <a:cubicBezTo>
                  <a:pt x="362" y="2267"/>
                  <a:pt x="362" y="2253"/>
                  <a:pt x="362" y="2238"/>
                </a:cubicBezTo>
                <a:cubicBezTo>
                  <a:pt x="346" y="2238"/>
                  <a:pt x="334" y="2238"/>
                  <a:pt x="318" y="2238"/>
                </a:cubicBezTo>
                <a:cubicBezTo>
                  <a:pt x="318" y="2251"/>
                  <a:pt x="318" y="2263"/>
                  <a:pt x="318" y="2275"/>
                </a:cubicBezTo>
                <a:cubicBezTo>
                  <a:pt x="318" y="2456"/>
                  <a:pt x="318" y="2637"/>
                  <a:pt x="318" y="2818"/>
                </a:cubicBezTo>
                <a:cubicBezTo>
                  <a:pt x="318" y="2834"/>
                  <a:pt x="319" y="2849"/>
                  <a:pt x="317" y="2864"/>
                </a:cubicBezTo>
                <a:cubicBezTo>
                  <a:pt x="310" y="2931"/>
                  <a:pt x="258" y="2967"/>
                  <a:pt x="193" y="2952"/>
                </a:cubicBezTo>
                <a:cubicBezTo>
                  <a:pt x="158" y="2943"/>
                  <a:pt x="140" y="2917"/>
                  <a:pt x="124" y="2889"/>
                </a:cubicBezTo>
                <a:cubicBezTo>
                  <a:pt x="124" y="2637"/>
                  <a:pt x="128" y="2126"/>
                  <a:pt x="129" y="2122"/>
                </a:cubicBezTo>
                <a:cubicBezTo>
                  <a:pt x="160" y="1994"/>
                  <a:pt x="242" y="1913"/>
                  <a:pt x="362" y="1893"/>
                </a:cubicBezTo>
                <a:cubicBezTo>
                  <a:pt x="381" y="1890"/>
                  <a:pt x="400" y="1888"/>
                  <a:pt x="420" y="1888"/>
                </a:cubicBezTo>
                <a:cubicBezTo>
                  <a:pt x="453" y="1888"/>
                  <a:pt x="864" y="1887"/>
                  <a:pt x="915" y="1887"/>
                </a:cubicBezTo>
                <a:cubicBezTo>
                  <a:pt x="915" y="1887"/>
                  <a:pt x="915" y="1887"/>
                  <a:pt x="915" y="1887"/>
                </a:cubicBezTo>
                <a:cubicBezTo>
                  <a:pt x="915" y="1887"/>
                  <a:pt x="915" y="1887"/>
                  <a:pt x="915" y="1887"/>
                </a:cubicBezTo>
                <a:cubicBezTo>
                  <a:pt x="916" y="1887"/>
                  <a:pt x="917" y="1888"/>
                  <a:pt x="917" y="1888"/>
                </a:cubicBezTo>
                <a:cubicBezTo>
                  <a:pt x="1036" y="1908"/>
                  <a:pt x="1118" y="1989"/>
                  <a:pt x="1148" y="2116"/>
                </a:cubicBezTo>
                <a:cubicBezTo>
                  <a:pt x="1149" y="2120"/>
                  <a:pt x="1153" y="2631"/>
                  <a:pt x="1153" y="2883"/>
                </a:cubicBezTo>
                <a:cubicBezTo>
                  <a:pt x="1139" y="2907"/>
                  <a:pt x="1124" y="2930"/>
                  <a:pt x="1098" y="2941"/>
                </a:cubicBezTo>
                <a:cubicBezTo>
                  <a:pt x="1098" y="2977"/>
                  <a:pt x="1098" y="2977"/>
                  <a:pt x="1098" y="2977"/>
                </a:cubicBezTo>
                <a:cubicBezTo>
                  <a:pt x="1120" y="2977"/>
                  <a:pt x="1120" y="2977"/>
                  <a:pt x="1120" y="2977"/>
                </a:cubicBezTo>
                <a:cubicBezTo>
                  <a:pt x="1158" y="2977"/>
                  <a:pt x="1189" y="3011"/>
                  <a:pt x="1189" y="3053"/>
                </a:cubicBezTo>
                <a:close/>
                <a:moveTo>
                  <a:pt x="585" y="1914"/>
                </a:moveTo>
                <a:cubicBezTo>
                  <a:pt x="619" y="2002"/>
                  <a:pt x="619" y="2002"/>
                  <a:pt x="619" y="2002"/>
                </a:cubicBezTo>
                <a:cubicBezTo>
                  <a:pt x="641" y="2002"/>
                  <a:pt x="641" y="2002"/>
                  <a:pt x="641" y="2002"/>
                </a:cubicBezTo>
                <a:cubicBezTo>
                  <a:pt x="645" y="2002"/>
                  <a:pt x="645" y="2002"/>
                  <a:pt x="645" y="2002"/>
                </a:cubicBezTo>
                <a:cubicBezTo>
                  <a:pt x="666" y="2002"/>
                  <a:pt x="666" y="2002"/>
                  <a:pt x="666" y="2002"/>
                </a:cubicBezTo>
                <a:cubicBezTo>
                  <a:pt x="700" y="1914"/>
                  <a:pt x="700" y="1914"/>
                  <a:pt x="700" y="1914"/>
                </a:cubicBezTo>
                <a:cubicBezTo>
                  <a:pt x="645" y="1914"/>
                  <a:pt x="645" y="1914"/>
                  <a:pt x="645" y="1914"/>
                </a:cubicBezTo>
                <a:cubicBezTo>
                  <a:pt x="641" y="1914"/>
                  <a:pt x="641" y="1914"/>
                  <a:pt x="641" y="1914"/>
                </a:cubicBezTo>
                <a:lnTo>
                  <a:pt x="585" y="1914"/>
                </a:lnTo>
                <a:close/>
                <a:moveTo>
                  <a:pt x="705" y="2440"/>
                </a:moveTo>
                <a:cubicBezTo>
                  <a:pt x="666" y="2041"/>
                  <a:pt x="666" y="2041"/>
                  <a:pt x="666" y="2041"/>
                </a:cubicBezTo>
                <a:cubicBezTo>
                  <a:pt x="643" y="2041"/>
                  <a:pt x="643" y="2041"/>
                  <a:pt x="643" y="2041"/>
                </a:cubicBezTo>
                <a:cubicBezTo>
                  <a:pt x="620" y="2041"/>
                  <a:pt x="620" y="2041"/>
                  <a:pt x="620" y="2041"/>
                </a:cubicBezTo>
                <a:cubicBezTo>
                  <a:pt x="580" y="2440"/>
                  <a:pt x="580" y="2440"/>
                  <a:pt x="580" y="2440"/>
                </a:cubicBezTo>
                <a:cubicBezTo>
                  <a:pt x="643" y="2491"/>
                  <a:pt x="643" y="2491"/>
                  <a:pt x="643" y="2491"/>
                </a:cubicBezTo>
                <a:lnTo>
                  <a:pt x="705" y="2440"/>
                </a:lnTo>
                <a:close/>
                <a:moveTo>
                  <a:pt x="2653" y="763"/>
                </a:moveTo>
                <a:cubicBezTo>
                  <a:pt x="2648" y="783"/>
                  <a:pt x="2642" y="802"/>
                  <a:pt x="2634" y="821"/>
                </a:cubicBezTo>
                <a:cubicBezTo>
                  <a:pt x="2751" y="905"/>
                  <a:pt x="2751" y="905"/>
                  <a:pt x="2751" y="905"/>
                </a:cubicBezTo>
                <a:cubicBezTo>
                  <a:pt x="2603" y="1109"/>
                  <a:pt x="2603" y="1109"/>
                  <a:pt x="2603" y="1109"/>
                </a:cubicBezTo>
                <a:cubicBezTo>
                  <a:pt x="2486" y="1024"/>
                  <a:pt x="2486" y="1024"/>
                  <a:pt x="2486" y="1024"/>
                </a:cubicBezTo>
                <a:cubicBezTo>
                  <a:pt x="2471" y="1037"/>
                  <a:pt x="2454" y="1049"/>
                  <a:pt x="2437" y="1060"/>
                </a:cubicBezTo>
                <a:cubicBezTo>
                  <a:pt x="2482" y="1197"/>
                  <a:pt x="2482" y="1197"/>
                  <a:pt x="2482" y="1197"/>
                </a:cubicBezTo>
                <a:cubicBezTo>
                  <a:pt x="2242" y="1275"/>
                  <a:pt x="2242" y="1275"/>
                  <a:pt x="2242" y="1275"/>
                </a:cubicBezTo>
                <a:cubicBezTo>
                  <a:pt x="2198" y="1138"/>
                  <a:pt x="2198" y="1138"/>
                  <a:pt x="2198" y="1138"/>
                </a:cubicBezTo>
                <a:cubicBezTo>
                  <a:pt x="2188" y="1138"/>
                  <a:pt x="2178" y="1139"/>
                  <a:pt x="2168" y="1139"/>
                </a:cubicBezTo>
                <a:cubicBezTo>
                  <a:pt x="2157" y="1139"/>
                  <a:pt x="2147" y="1138"/>
                  <a:pt x="2137" y="1138"/>
                </a:cubicBezTo>
                <a:cubicBezTo>
                  <a:pt x="2093" y="1275"/>
                  <a:pt x="2093" y="1275"/>
                  <a:pt x="2093" y="1275"/>
                </a:cubicBezTo>
                <a:cubicBezTo>
                  <a:pt x="1853" y="1197"/>
                  <a:pt x="1853" y="1197"/>
                  <a:pt x="1853" y="1197"/>
                </a:cubicBezTo>
                <a:cubicBezTo>
                  <a:pt x="1898" y="1060"/>
                  <a:pt x="1898" y="1060"/>
                  <a:pt x="1898" y="1060"/>
                </a:cubicBezTo>
                <a:cubicBezTo>
                  <a:pt x="1881" y="1049"/>
                  <a:pt x="1864" y="1037"/>
                  <a:pt x="1849" y="1024"/>
                </a:cubicBezTo>
                <a:cubicBezTo>
                  <a:pt x="1732" y="1109"/>
                  <a:pt x="1732" y="1109"/>
                  <a:pt x="1732" y="1109"/>
                </a:cubicBezTo>
                <a:cubicBezTo>
                  <a:pt x="1584" y="905"/>
                  <a:pt x="1584" y="905"/>
                  <a:pt x="1584" y="905"/>
                </a:cubicBezTo>
                <a:cubicBezTo>
                  <a:pt x="1701" y="821"/>
                  <a:pt x="1701" y="821"/>
                  <a:pt x="1701" y="821"/>
                </a:cubicBezTo>
                <a:cubicBezTo>
                  <a:pt x="1694" y="802"/>
                  <a:pt x="1687" y="783"/>
                  <a:pt x="1682" y="763"/>
                </a:cubicBezTo>
                <a:cubicBezTo>
                  <a:pt x="1538" y="763"/>
                  <a:pt x="1538" y="763"/>
                  <a:pt x="1538" y="763"/>
                </a:cubicBezTo>
                <a:cubicBezTo>
                  <a:pt x="1538" y="511"/>
                  <a:pt x="1538" y="511"/>
                  <a:pt x="1538" y="511"/>
                </a:cubicBezTo>
                <a:cubicBezTo>
                  <a:pt x="1682" y="511"/>
                  <a:pt x="1682" y="511"/>
                  <a:pt x="1682" y="511"/>
                </a:cubicBezTo>
                <a:cubicBezTo>
                  <a:pt x="1687" y="492"/>
                  <a:pt x="1694" y="472"/>
                  <a:pt x="1701" y="454"/>
                </a:cubicBezTo>
                <a:cubicBezTo>
                  <a:pt x="1584" y="369"/>
                  <a:pt x="1584" y="369"/>
                  <a:pt x="1584" y="369"/>
                </a:cubicBezTo>
                <a:cubicBezTo>
                  <a:pt x="1732" y="165"/>
                  <a:pt x="1732" y="165"/>
                  <a:pt x="1732" y="165"/>
                </a:cubicBezTo>
                <a:cubicBezTo>
                  <a:pt x="1849" y="250"/>
                  <a:pt x="1849" y="250"/>
                  <a:pt x="1849" y="250"/>
                </a:cubicBezTo>
                <a:cubicBezTo>
                  <a:pt x="1864" y="237"/>
                  <a:pt x="1881" y="225"/>
                  <a:pt x="1898" y="215"/>
                </a:cubicBezTo>
                <a:cubicBezTo>
                  <a:pt x="1853" y="77"/>
                  <a:pt x="1853" y="77"/>
                  <a:pt x="1853" y="77"/>
                </a:cubicBezTo>
                <a:cubicBezTo>
                  <a:pt x="2093" y="0"/>
                  <a:pt x="2093" y="0"/>
                  <a:pt x="2093" y="0"/>
                </a:cubicBezTo>
                <a:cubicBezTo>
                  <a:pt x="2137" y="137"/>
                  <a:pt x="2137" y="137"/>
                  <a:pt x="2137" y="137"/>
                </a:cubicBezTo>
                <a:cubicBezTo>
                  <a:pt x="2147" y="136"/>
                  <a:pt x="2157" y="136"/>
                  <a:pt x="2168" y="136"/>
                </a:cubicBezTo>
                <a:cubicBezTo>
                  <a:pt x="2178" y="136"/>
                  <a:pt x="2188" y="136"/>
                  <a:pt x="2198" y="137"/>
                </a:cubicBezTo>
                <a:cubicBezTo>
                  <a:pt x="2242" y="0"/>
                  <a:pt x="2242" y="0"/>
                  <a:pt x="2242" y="0"/>
                </a:cubicBezTo>
                <a:cubicBezTo>
                  <a:pt x="2482" y="77"/>
                  <a:pt x="2482" y="77"/>
                  <a:pt x="2482" y="77"/>
                </a:cubicBezTo>
                <a:cubicBezTo>
                  <a:pt x="2437" y="215"/>
                  <a:pt x="2437" y="215"/>
                  <a:pt x="2437" y="215"/>
                </a:cubicBezTo>
                <a:cubicBezTo>
                  <a:pt x="2454" y="225"/>
                  <a:pt x="2471" y="237"/>
                  <a:pt x="2486" y="250"/>
                </a:cubicBezTo>
                <a:cubicBezTo>
                  <a:pt x="2603" y="165"/>
                  <a:pt x="2603" y="165"/>
                  <a:pt x="2603" y="165"/>
                </a:cubicBezTo>
                <a:cubicBezTo>
                  <a:pt x="2751" y="369"/>
                  <a:pt x="2751" y="369"/>
                  <a:pt x="2751" y="369"/>
                </a:cubicBezTo>
                <a:cubicBezTo>
                  <a:pt x="2634" y="454"/>
                  <a:pt x="2634" y="454"/>
                  <a:pt x="2634" y="454"/>
                </a:cubicBezTo>
                <a:cubicBezTo>
                  <a:pt x="2642" y="472"/>
                  <a:pt x="2648" y="492"/>
                  <a:pt x="2653" y="511"/>
                </a:cubicBezTo>
                <a:cubicBezTo>
                  <a:pt x="2797" y="511"/>
                  <a:pt x="2797" y="511"/>
                  <a:pt x="2797" y="511"/>
                </a:cubicBezTo>
                <a:cubicBezTo>
                  <a:pt x="2797" y="763"/>
                  <a:pt x="2797" y="763"/>
                  <a:pt x="2797" y="763"/>
                </a:cubicBezTo>
                <a:lnTo>
                  <a:pt x="2653" y="763"/>
                </a:lnTo>
                <a:close/>
                <a:moveTo>
                  <a:pt x="2319" y="637"/>
                </a:moveTo>
                <a:cubicBezTo>
                  <a:pt x="2319" y="554"/>
                  <a:pt x="2251" y="486"/>
                  <a:pt x="2168" y="486"/>
                </a:cubicBezTo>
                <a:cubicBezTo>
                  <a:pt x="2084" y="486"/>
                  <a:pt x="2016" y="554"/>
                  <a:pt x="2016" y="637"/>
                </a:cubicBezTo>
                <a:cubicBezTo>
                  <a:pt x="2016" y="721"/>
                  <a:pt x="2084" y="788"/>
                  <a:pt x="2168" y="788"/>
                </a:cubicBezTo>
                <a:cubicBezTo>
                  <a:pt x="2251" y="788"/>
                  <a:pt x="2319" y="721"/>
                  <a:pt x="2319" y="637"/>
                </a:cubicBezTo>
                <a:close/>
                <a:moveTo>
                  <a:pt x="852" y="424"/>
                </a:moveTo>
                <a:cubicBezTo>
                  <a:pt x="822" y="400"/>
                  <a:pt x="778" y="406"/>
                  <a:pt x="755" y="436"/>
                </a:cubicBezTo>
                <a:cubicBezTo>
                  <a:pt x="598" y="637"/>
                  <a:pt x="598" y="637"/>
                  <a:pt x="598" y="637"/>
                </a:cubicBezTo>
                <a:cubicBezTo>
                  <a:pt x="526" y="562"/>
                  <a:pt x="526" y="562"/>
                  <a:pt x="526" y="562"/>
                </a:cubicBezTo>
                <a:cubicBezTo>
                  <a:pt x="499" y="535"/>
                  <a:pt x="455" y="534"/>
                  <a:pt x="428" y="561"/>
                </a:cubicBezTo>
                <a:cubicBezTo>
                  <a:pt x="400" y="587"/>
                  <a:pt x="400" y="631"/>
                  <a:pt x="427" y="658"/>
                </a:cubicBezTo>
                <a:cubicBezTo>
                  <a:pt x="554" y="790"/>
                  <a:pt x="554" y="790"/>
                  <a:pt x="554" y="790"/>
                </a:cubicBezTo>
                <a:cubicBezTo>
                  <a:pt x="556" y="791"/>
                  <a:pt x="557" y="792"/>
                  <a:pt x="558" y="793"/>
                </a:cubicBezTo>
                <a:cubicBezTo>
                  <a:pt x="559" y="794"/>
                  <a:pt x="560" y="795"/>
                  <a:pt x="562" y="796"/>
                </a:cubicBezTo>
                <a:cubicBezTo>
                  <a:pt x="562" y="797"/>
                  <a:pt x="563" y="797"/>
                  <a:pt x="564" y="798"/>
                </a:cubicBezTo>
                <a:cubicBezTo>
                  <a:pt x="565" y="799"/>
                  <a:pt x="567" y="800"/>
                  <a:pt x="568" y="801"/>
                </a:cubicBezTo>
                <a:cubicBezTo>
                  <a:pt x="571" y="802"/>
                  <a:pt x="573" y="803"/>
                  <a:pt x="575" y="805"/>
                </a:cubicBezTo>
                <a:cubicBezTo>
                  <a:pt x="577" y="805"/>
                  <a:pt x="578" y="806"/>
                  <a:pt x="580" y="806"/>
                </a:cubicBezTo>
                <a:cubicBezTo>
                  <a:pt x="582" y="807"/>
                  <a:pt x="585" y="808"/>
                  <a:pt x="588" y="809"/>
                </a:cubicBezTo>
                <a:cubicBezTo>
                  <a:pt x="589" y="809"/>
                  <a:pt x="590" y="810"/>
                  <a:pt x="592" y="810"/>
                </a:cubicBezTo>
                <a:cubicBezTo>
                  <a:pt x="596" y="810"/>
                  <a:pt x="600" y="811"/>
                  <a:pt x="604" y="811"/>
                </a:cubicBezTo>
                <a:cubicBezTo>
                  <a:pt x="604" y="811"/>
                  <a:pt x="604" y="811"/>
                  <a:pt x="604" y="811"/>
                </a:cubicBezTo>
                <a:cubicBezTo>
                  <a:pt x="609" y="811"/>
                  <a:pt x="614" y="810"/>
                  <a:pt x="618" y="809"/>
                </a:cubicBezTo>
                <a:cubicBezTo>
                  <a:pt x="620" y="809"/>
                  <a:pt x="621" y="808"/>
                  <a:pt x="623" y="808"/>
                </a:cubicBezTo>
                <a:cubicBezTo>
                  <a:pt x="626" y="807"/>
                  <a:pt x="629" y="806"/>
                  <a:pt x="632" y="805"/>
                </a:cubicBezTo>
                <a:cubicBezTo>
                  <a:pt x="634" y="804"/>
                  <a:pt x="635" y="803"/>
                  <a:pt x="637" y="802"/>
                </a:cubicBezTo>
                <a:cubicBezTo>
                  <a:pt x="639" y="801"/>
                  <a:pt x="642" y="799"/>
                  <a:pt x="645" y="797"/>
                </a:cubicBezTo>
                <a:cubicBezTo>
                  <a:pt x="646" y="796"/>
                  <a:pt x="648" y="795"/>
                  <a:pt x="649" y="794"/>
                </a:cubicBezTo>
                <a:cubicBezTo>
                  <a:pt x="650" y="793"/>
                  <a:pt x="651" y="792"/>
                  <a:pt x="652" y="791"/>
                </a:cubicBezTo>
                <a:cubicBezTo>
                  <a:pt x="654" y="790"/>
                  <a:pt x="655" y="788"/>
                  <a:pt x="656" y="787"/>
                </a:cubicBezTo>
                <a:cubicBezTo>
                  <a:pt x="657" y="786"/>
                  <a:pt x="658" y="785"/>
                  <a:pt x="659" y="784"/>
                </a:cubicBezTo>
                <a:cubicBezTo>
                  <a:pt x="864" y="521"/>
                  <a:pt x="864" y="521"/>
                  <a:pt x="864" y="521"/>
                </a:cubicBezTo>
                <a:cubicBezTo>
                  <a:pt x="887" y="491"/>
                  <a:pt x="882" y="447"/>
                  <a:pt x="852" y="424"/>
                </a:cubicBezTo>
                <a:close/>
                <a:moveTo>
                  <a:pt x="649" y="339"/>
                </a:moveTo>
                <a:cubicBezTo>
                  <a:pt x="681" y="339"/>
                  <a:pt x="707" y="313"/>
                  <a:pt x="707" y="281"/>
                </a:cubicBezTo>
                <a:cubicBezTo>
                  <a:pt x="707" y="249"/>
                  <a:pt x="681" y="223"/>
                  <a:pt x="649" y="223"/>
                </a:cubicBezTo>
                <a:cubicBezTo>
                  <a:pt x="617" y="223"/>
                  <a:pt x="591" y="249"/>
                  <a:pt x="591" y="281"/>
                </a:cubicBezTo>
                <a:cubicBezTo>
                  <a:pt x="591" y="313"/>
                  <a:pt x="617" y="339"/>
                  <a:pt x="649" y="339"/>
                </a:cubicBezTo>
                <a:close/>
                <a:moveTo>
                  <a:pt x="281" y="577"/>
                </a:moveTo>
                <a:cubicBezTo>
                  <a:pt x="249" y="577"/>
                  <a:pt x="223" y="603"/>
                  <a:pt x="223" y="635"/>
                </a:cubicBezTo>
                <a:cubicBezTo>
                  <a:pt x="223" y="668"/>
                  <a:pt x="249" y="693"/>
                  <a:pt x="281" y="693"/>
                </a:cubicBezTo>
                <a:cubicBezTo>
                  <a:pt x="313" y="693"/>
                  <a:pt x="339" y="668"/>
                  <a:pt x="339" y="635"/>
                </a:cubicBezTo>
                <a:cubicBezTo>
                  <a:pt x="339" y="603"/>
                  <a:pt x="313" y="577"/>
                  <a:pt x="281" y="577"/>
                </a:cubicBezTo>
                <a:close/>
                <a:moveTo>
                  <a:pt x="928" y="635"/>
                </a:moveTo>
                <a:cubicBezTo>
                  <a:pt x="928" y="667"/>
                  <a:pt x="954" y="693"/>
                  <a:pt x="986" y="693"/>
                </a:cubicBezTo>
                <a:cubicBezTo>
                  <a:pt x="1018" y="693"/>
                  <a:pt x="1044" y="667"/>
                  <a:pt x="1044" y="635"/>
                </a:cubicBezTo>
                <a:cubicBezTo>
                  <a:pt x="1044" y="603"/>
                  <a:pt x="1018" y="577"/>
                  <a:pt x="986" y="577"/>
                </a:cubicBezTo>
                <a:cubicBezTo>
                  <a:pt x="954" y="577"/>
                  <a:pt x="928" y="603"/>
                  <a:pt x="928" y="635"/>
                </a:cubicBezTo>
                <a:close/>
                <a:moveTo>
                  <a:pt x="1285" y="637"/>
                </a:moveTo>
                <a:cubicBezTo>
                  <a:pt x="1284" y="829"/>
                  <a:pt x="1197" y="1001"/>
                  <a:pt x="1062" y="1118"/>
                </a:cubicBezTo>
                <a:cubicBezTo>
                  <a:pt x="949" y="1215"/>
                  <a:pt x="803" y="1274"/>
                  <a:pt x="643" y="1274"/>
                </a:cubicBezTo>
                <a:cubicBezTo>
                  <a:pt x="483" y="1274"/>
                  <a:pt x="336" y="1215"/>
                  <a:pt x="223" y="1118"/>
                </a:cubicBezTo>
                <a:cubicBezTo>
                  <a:pt x="88" y="1001"/>
                  <a:pt x="2" y="829"/>
                  <a:pt x="0" y="637"/>
                </a:cubicBezTo>
                <a:cubicBezTo>
                  <a:pt x="2" y="445"/>
                  <a:pt x="88" y="273"/>
                  <a:pt x="223" y="157"/>
                </a:cubicBezTo>
                <a:cubicBezTo>
                  <a:pt x="336" y="59"/>
                  <a:pt x="483" y="0"/>
                  <a:pt x="643" y="0"/>
                </a:cubicBezTo>
                <a:cubicBezTo>
                  <a:pt x="803" y="0"/>
                  <a:pt x="949" y="60"/>
                  <a:pt x="1062" y="157"/>
                </a:cubicBezTo>
                <a:cubicBezTo>
                  <a:pt x="1197" y="274"/>
                  <a:pt x="1284" y="445"/>
                  <a:pt x="1285" y="637"/>
                </a:cubicBezTo>
                <a:close/>
                <a:moveTo>
                  <a:pt x="1127" y="637"/>
                </a:moveTo>
                <a:cubicBezTo>
                  <a:pt x="1124" y="373"/>
                  <a:pt x="908" y="159"/>
                  <a:pt x="643" y="159"/>
                </a:cubicBezTo>
                <a:cubicBezTo>
                  <a:pt x="377" y="159"/>
                  <a:pt x="162" y="373"/>
                  <a:pt x="158" y="637"/>
                </a:cubicBezTo>
                <a:cubicBezTo>
                  <a:pt x="162" y="902"/>
                  <a:pt x="378" y="1116"/>
                  <a:pt x="643" y="1116"/>
                </a:cubicBezTo>
                <a:cubicBezTo>
                  <a:pt x="908" y="1116"/>
                  <a:pt x="1124" y="902"/>
                  <a:pt x="1127" y="637"/>
                </a:cubicBezTo>
                <a:close/>
                <a:moveTo>
                  <a:pt x="649" y="932"/>
                </a:moveTo>
                <a:cubicBezTo>
                  <a:pt x="617" y="932"/>
                  <a:pt x="591" y="958"/>
                  <a:pt x="591" y="990"/>
                </a:cubicBezTo>
                <a:cubicBezTo>
                  <a:pt x="591" y="1022"/>
                  <a:pt x="617" y="1048"/>
                  <a:pt x="649" y="1048"/>
                </a:cubicBezTo>
                <a:cubicBezTo>
                  <a:pt x="681" y="1048"/>
                  <a:pt x="707" y="1022"/>
                  <a:pt x="707" y="990"/>
                </a:cubicBezTo>
                <a:cubicBezTo>
                  <a:pt x="707" y="958"/>
                  <a:pt x="681" y="932"/>
                  <a:pt x="649" y="932"/>
                </a:cubicBezTo>
                <a:close/>
                <a:moveTo>
                  <a:pt x="2154" y="1863"/>
                </a:moveTo>
                <a:cubicBezTo>
                  <a:pt x="2289" y="1863"/>
                  <a:pt x="2398" y="1754"/>
                  <a:pt x="2398" y="1619"/>
                </a:cubicBezTo>
                <a:cubicBezTo>
                  <a:pt x="2398" y="1484"/>
                  <a:pt x="2289" y="1375"/>
                  <a:pt x="2154" y="1375"/>
                </a:cubicBezTo>
                <a:cubicBezTo>
                  <a:pt x="2019" y="1375"/>
                  <a:pt x="1910" y="1484"/>
                  <a:pt x="1910" y="1619"/>
                </a:cubicBezTo>
                <a:cubicBezTo>
                  <a:pt x="1910" y="1754"/>
                  <a:pt x="2019" y="1863"/>
                  <a:pt x="2154" y="1863"/>
                </a:cubicBezTo>
                <a:close/>
                <a:moveTo>
                  <a:pt x="2700" y="3053"/>
                </a:moveTo>
                <a:cubicBezTo>
                  <a:pt x="2700" y="3557"/>
                  <a:pt x="2700" y="3557"/>
                  <a:pt x="2700" y="3557"/>
                </a:cubicBezTo>
                <a:cubicBezTo>
                  <a:pt x="2700" y="3599"/>
                  <a:pt x="2669" y="3633"/>
                  <a:pt x="2631" y="3633"/>
                </a:cubicBezTo>
                <a:cubicBezTo>
                  <a:pt x="2522" y="3633"/>
                  <a:pt x="2522" y="3633"/>
                  <a:pt x="2522" y="3633"/>
                </a:cubicBezTo>
                <a:cubicBezTo>
                  <a:pt x="2484" y="3633"/>
                  <a:pt x="2453" y="3599"/>
                  <a:pt x="2453" y="3557"/>
                </a:cubicBezTo>
                <a:cubicBezTo>
                  <a:pt x="2453" y="3053"/>
                  <a:pt x="2453" y="3053"/>
                  <a:pt x="2453" y="3053"/>
                </a:cubicBezTo>
                <a:cubicBezTo>
                  <a:pt x="2453" y="3011"/>
                  <a:pt x="2484" y="2977"/>
                  <a:pt x="2522" y="2977"/>
                </a:cubicBezTo>
                <a:cubicBezTo>
                  <a:pt x="2544" y="2977"/>
                  <a:pt x="2544" y="2977"/>
                  <a:pt x="2544" y="2977"/>
                </a:cubicBezTo>
                <a:cubicBezTo>
                  <a:pt x="2544" y="2947"/>
                  <a:pt x="2544" y="2947"/>
                  <a:pt x="2544" y="2947"/>
                </a:cubicBezTo>
                <a:cubicBezTo>
                  <a:pt x="2504" y="2938"/>
                  <a:pt x="2476" y="2906"/>
                  <a:pt x="2471" y="2858"/>
                </a:cubicBezTo>
                <a:cubicBezTo>
                  <a:pt x="2469" y="2843"/>
                  <a:pt x="2470" y="2828"/>
                  <a:pt x="2470" y="2812"/>
                </a:cubicBezTo>
                <a:cubicBezTo>
                  <a:pt x="2470" y="2631"/>
                  <a:pt x="2470" y="2450"/>
                  <a:pt x="2470" y="2269"/>
                </a:cubicBezTo>
                <a:cubicBezTo>
                  <a:pt x="2470" y="2257"/>
                  <a:pt x="2470" y="2245"/>
                  <a:pt x="2470" y="2232"/>
                </a:cubicBezTo>
                <a:cubicBezTo>
                  <a:pt x="2458" y="2232"/>
                  <a:pt x="2447" y="2232"/>
                  <a:pt x="2435" y="2232"/>
                </a:cubicBezTo>
                <a:cubicBezTo>
                  <a:pt x="2435" y="2891"/>
                  <a:pt x="2435" y="2891"/>
                  <a:pt x="2435" y="2891"/>
                </a:cubicBezTo>
                <a:cubicBezTo>
                  <a:pt x="2435" y="3192"/>
                  <a:pt x="2435" y="3192"/>
                  <a:pt x="2435" y="3192"/>
                </a:cubicBezTo>
                <a:cubicBezTo>
                  <a:pt x="2435" y="3430"/>
                  <a:pt x="2435" y="3668"/>
                  <a:pt x="2436" y="3907"/>
                </a:cubicBezTo>
                <a:cubicBezTo>
                  <a:pt x="2436" y="3983"/>
                  <a:pt x="2414" y="4040"/>
                  <a:pt x="2338" y="4067"/>
                </a:cubicBezTo>
                <a:cubicBezTo>
                  <a:pt x="2316" y="4067"/>
                  <a:pt x="2295" y="4067"/>
                  <a:pt x="2273" y="4067"/>
                </a:cubicBezTo>
                <a:cubicBezTo>
                  <a:pt x="2197" y="4039"/>
                  <a:pt x="2174" y="3983"/>
                  <a:pt x="2174" y="3905"/>
                </a:cubicBezTo>
                <a:cubicBezTo>
                  <a:pt x="2177" y="3600"/>
                  <a:pt x="2175" y="3295"/>
                  <a:pt x="2175" y="2990"/>
                </a:cubicBezTo>
                <a:cubicBezTo>
                  <a:pt x="2175" y="2977"/>
                  <a:pt x="2175" y="2965"/>
                  <a:pt x="2175" y="2951"/>
                </a:cubicBezTo>
                <a:cubicBezTo>
                  <a:pt x="2159" y="2951"/>
                  <a:pt x="2147" y="2951"/>
                  <a:pt x="2131" y="2951"/>
                </a:cubicBezTo>
                <a:cubicBezTo>
                  <a:pt x="2131" y="2965"/>
                  <a:pt x="2131" y="2978"/>
                  <a:pt x="2131" y="2991"/>
                </a:cubicBezTo>
                <a:cubicBezTo>
                  <a:pt x="2131" y="3297"/>
                  <a:pt x="2130" y="3603"/>
                  <a:pt x="2132" y="3909"/>
                </a:cubicBezTo>
                <a:cubicBezTo>
                  <a:pt x="2132" y="3986"/>
                  <a:pt x="2108" y="4041"/>
                  <a:pt x="2032" y="4067"/>
                </a:cubicBezTo>
                <a:cubicBezTo>
                  <a:pt x="2010" y="4067"/>
                  <a:pt x="1989" y="4067"/>
                  <a:pt x="1967" y="4067"/>
                </a:cubicBezTo>
                <a:cubicBezTo>
                  <a:pt x="1926" y="4048"/>
                  <a:pt x="1889" y="4024"/>
                  <a:pt x="1879" y="3976"/>
                </a:cubicBezTo>
                <a:cubicBezTo>
                  <a:pt x="1874" y="3953"/>
                  <a:pt x="1874" y="3929"/>
                  <a:pt x="1874" y="3905"/>
                </a:cubicBezTo>
                <a:cubicBezTo>
                  <a:pt x="1873" y="3364"/>
                  <a:pt x="1873" y="2822"/>
                  <a:pt x="1873" y="2281"/>
                </a:cubicBezTo>
                <a:cubicBezTo>
                  <a:pt x="1873" y="2267"/>
                  <a:pt x="1873" y="2253"/>
                  <a:pt x="1873" y="2238"/>
                </a:cubicBezTo>
                <a:cubicBezTo>
                  <a:pt x="1857" y="2238"/>
                  <a:pt x="1845" y="2238"/>
                  <a:pt x="1829" y="2238"/>
                </a:cubicBezTo>
                <a:cubicBezTo>
                  <a:pt x="1829" y="2251"/>
                  <a:pt x="1829" y="2263"/>
                  <a:pt x="1829" y="2275"/>
                </a:cubicBezTo>
                <a:cubicBezTo>
                  <a:pt x="1829" y="2456"/>
                  <a:pt x="1829" y="2637"/>
                  <a:pt x="1829" y="2818"/>
                </a:cubicBezTo>
                <a:cubicBezTo>
                  <a:pt x="1829" y="2834"/>
                  <a:pt x="1830" y="2849"/>
                  <a:pt x="1828" y="2864"/>
                </a:cubicBezTo>
                <a:cubicBezTo>
                  <a:pt x="1821" y="2931"/>
                  <a:pt x="1769" y="2967"/>
                  <a:pt x="1704" y="2952"/>
                </a:cubicBezTo>
                <a:cubicBezTo>
                  <a:pt x="1669" y="2943"/>
                  <a:pt x="1652" y="2917"/>
                  <a:pt x="1635" y="2889"/>
                </a:cubicBezTo>
                <a:cubicBezTo>
                  <a:pt x="1635" y="2637"/>
                  <a:pt x="1639" y="2126"/>
                  <a:pt x="1640" y="2122"/>
                </a:cubicBezTo>
                <a:cubicBezTo>
                  <a:pt x="1671" y="1994"/>
                  <a:pt x="1753" y="1913"/>
                  <a:pt x="1873" y="1893"/>
                </a:cubicBezTo>
                <a:cubicBezTo>
                  <a:pt x="1892" y="1890"/>
                  <a:pt x="1911" y="1888"/>
                  <a:pt x="1931" y="1888"/>
                </a:cubicBezTo>
                <a:cubicBezTo>
                  <a:pt x="1964" y="1888"/>
                  <a:pt x="2375" y="1887"/>
                  <a:pt x="2426" y="1887"/>
                </a:cubicBezTo>
                <a:cubicBezTo>
                  <a:pt x="2426" y="1887"/>
                  <a:pt x="2426" y="1887"/>
                  <a:pt x="2426" y="1887"/>
                </a:cubicBezTo>
                <a:cubicBezTo>
                  <a:pt x="2426" y="1887"/>
                  <a:pt x="2426" y="1887"/>
                  <a:pt x="2426" y="1887"/>
                </a:cubicBezTo>
                <a:cubicBezTo>
                  <a:pt x="2427" y="1887"/>
                  <a:pt x="2428" y="1888"/>
                  <a:pt x="2428" y="1888"/>
                </a:cubicBezTo>
                <a:cubicBezTo>
                  <a:pt x="2547" y="1908"/>
                  <a:pt x="2629" y="1989"/>
                  <a:pt x="2659" y="2116"/>
                </a:cubicBezTo>
                <a:cubicBezTo>
                  <a:pt x="2660" y="2120"/>
                  <a:pt x="2664" y="2631"/>
                  <a:pt x="2664" y="2883"/>
                </a:cubicBezTo>
                <a:cubicBezTo>
                  <a:pt x="2650" y="2907"/>
                  <a:pt x="2635" y="2930"/>
                  <a:pt x="2609" y="2941"/>
                </a:cubicBezTo>
                <a:cubicBezTo>
                  <a:pt x="2609" y="2977"/>
                  <a:pt x="2609" y="2977"/>
                  <a:pt x="2609" y="2977"/>
                </a:cubicBezTo>
                <a:cubicBezTo>
                  <a:pt x="2631" y="2977"/>
                  <a:pt x="2631" y="2977"/>
                  <a:pt x="2631" y="2977"/>
                </a:cubicBezTo>
                <a:cubicBezTo>
                  <a:pt x="2669" y="2977"/>
                  <a:pt x="2700" y="3011"/>
                  <a:pt x="2700" y="3053"/>
                </a:cubicBezTo>
                <a:close/>
                <a:moveTo>
                  <a:pt x="2096" y="1914"/>
                </a:moveTo>
                <a:cubicBezTo>
                  <a:pt x="2130" y="2002"/>
                  <a:pt x="2130" y="2002"/>
                  <a:pt x="2130" y="2002"/>
                </a:cubicBezTo>
                <a:cubicBezTo>
                  <a:pt x="2152" y="2002"/>
                  <a:pt x="2152" y="2002"/>
                  <a:pt x="2152" y="2002"/>
                </a:cubicBezTo>
                <a:cubicBezTo>
                  <a:pt x="2156" y="2002"/>
                  <a:pt x="2156" y="2002"/>
                  <a:pt x="2156" y="2002"/>
                </a:cubicBezTo>
                <a:cubicBezTo>
                  <a:pt x="2177" y="2002"/>
                  <a:pt x="2177" y="2002"/>
                  <a:pt x="2177" y="2002"/>
                </a:cubicBezTo>
                <a:cubicBezTo>
                  <a:pt x="2211" y="1914"/>
                  <a:pt x="2211" y="1914"/>
                  <a:pt x="2211" y="1914"/>
                </a:cubicBezTo>
                <a:cubicBezTo>
                  <a:pt x="2156" y="1914"/>
                  <a:pt x="2156" y="1914"/>
                  <a:pt x="2156" y="1914"/>
                </a:cubicBezTo>
                <a:cubicBezTo>
                  <a:pt x="2152" y="1914"/>
                  <a:pt x="2152" y="1914"/>
                  <a:pt x="2152" y="1914"/>
                </a:cubicBezTo>
                <a:lnTo>
                  <a:pt x="2096" y="1914"/>
                </a:lnTo>
                <a:close/>
                <a:moveTo>
                  <a:pt x="2216" y="2440"/>
                </a:moveTo>
                <a:cubicBezTo>
                  <a:pt x="2177" y="2041"/>
                  <a:pt x="2177" y="2041"/>
                  <a:pt x="2177" y="2041"/>
                </a:cubicBezTo>
                <a:cubicBezTo>
                  <a:pt x="2154" y="2041"/>
                  <a:pt x="2154" y="2041"/>
                  <a:pt x="2154" y="2041"/>
                </a:cubicBezTo>
                <a:cubicBezTo>
                  <a:pt x="2131" y="2041"/>
                  <a:pt x="2131" y="2041"/>
                  <a:pt x="2131" y="2041"/>
                </a:cubicBezTo>
                <a:cubicBezTo>
                  <a:pt x="2091" y="2440"/>
                  <a:pt x="2091" y="2440"/>
                  <a:pt x="2091" y="2440"/>
                </a:cubicBezTo>
                <a:cubicBezTo>
                  <a:pt x="2154" y="2491"/>
                  <a:pt x="2154" y="2491"/>
                  <a:pt x="2154" y="2491"/>
                </a:cubicBezTo>
                <a:lnTo>
                  <a:pt x="2216" y="244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09" name="Google Shape;809;p31"/>
          <p:cNvSpPr/>
          <p:nvPr/>
        </p:nvSpPr>
        <p:spPr>
          <a:xfrm>
            <a:off x="8650213" y="7544277"/>
            <a:ext cx="492300" cy="4767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810" name="Google Shape;810;p31"/>
          <p:cNvSpPr/>
          <p:nvPr/>
        </p:nvSpPr>
        <p:spPr>
          <a:xfrm>
            <a:off x="8788778" y="7697226"/>
            <a:ext cx="215169" cy="170834"/>
          </a:xfrm>
          <a:custGeom>
            <a:rect b="b" l="l" r="r" t="t"/>
            <a:pathLst>
              <a:path extrusionOk="0" h="289" w="353">
                <a:moveTo>
                  <a:pt x="337" y="32"/>
                </a:moveTo>
                <a:cubicBezTo>
                  <a:pt x="241" y="32"/>
                  <a:pt x="241" y="32"/>
                  <a:pt x="241" y="32"/>
                </a:cubicBezTo>
                <a:cubicBezTo>
                  <a:pt x="241" y="15"/>
                  <a:pt x="226" y="0"/>
                  <a:pt x="209" y="0"/>
                </a:cubicBezTo>
                <a:cubicBezTo>
                  <a:pt x="144" y="0"/>
                  <a:pt x="144" y="0"/>
                  <a:pt x="144" y="0"/>
                </a:cubicBezTo>
                <a:cubicBezTo>
                  <a:pt x="127" y="0"/>
                  <a:pt x="112" y="15"/>
                  <a:pt x="112" y="32"/>
                </a:cubicBezTo>
                <a:cubicBezTo>
                  <a:pt x="16" y="32"/>
                  <a:pt x="16" y="32"/>
                  <a:pt x="16" y="32"/>
                </a:cubicBezTo>
                <a:cubicBezTo>
                  <a:pt x="7" y="32"/>
                  <a:pt x="0" y="40"/>
                  <a:pt x="0" y="48"/>
                </a:cubicBezTo>
                <a:cubicBezTo>
                  <a:pt x="0" y="129"/>
                  <a:pt x="0" y="129"/>
                  <a:pt x="0" y="129"/>
                </a:cubicBezTo>
                <a:cubicBezTo>
                  <a:pt x="0" y="138"/>
                  <a:pt x="7" y="145"/>
                  <a:pt x="16" y="145"/>
                </a:cubicBezTo>
                <a:cubicBezTo>
                  <a:pt x="16" y="273"/>
                  <a:pt x="16" y="273"/>
                  <a:pt x="16" y="273"/>
                </a:cubicBezTo>
                <a:cubicBezTo>
                  <a:pt x="16" y="282"/>
                  <a:pt x="23" y="289"/>
                  <a:pt x="32" y="289"/>
                </a:cubicBezTo>
                <a:cubicBezTo>
                  <a:pt x="321" y="289"/>
                  <a:pt x="321" y="289"/>
                  <a:pt x="321" y="289"/>
                </a:cubicBezTo>
                <a:cubicBezTo>
                  <a:pt x="330" y="289"/>
                  <a:pt x="337" y="282"/>
                  <a:pt x="337" y="273"/>
                </a:cubicBezTo>
                <a:cubicBezTo>
                  <a:pt x="337" y="145"/>
                  <a:pt x="337" y="145"/>
                  <a:pt x="337" y="145"/>
                </a:cubicBezTo>
                <a:cubicBezTo>
                  <a:pt x="346" y="145"/>
                  <a:pt x="353" y="138"/>
                  <a:pt x="353" y="129"/>
                </a:cubicBezTo>
                <a:cubicBezTo>
                  <a:pt x="353" y="48"/>
                  <a:pt x="353" y="48"/>
                  <a:pt x="353" y="48"/>
                </a:cubicBezTo>
                <a:cubicBezTo>
                  <a:pt x="353" y="40"/>
                  <a:pt x="346" y="32"/>
                  <a:pt x="337" y="32"/>
                </a:cubicBezTo>
                <a:moveTo>
                  <a:pt x="144" y="16"/>
                </a:moveTo>
                <a:cubicBezTo>
                  <a:pt x="209" y="16"/>
                  <a:pt x="209" y="16"/>
                  <a:pt x="209" y="16"/>
                </a:cubicBezTo>
                <a:cubicBezTo>
                  <a:pt x="217" y="16"/>
                  <a:pt x="225" y="23"/>
                  <a:pt x="225" y="32"/>
                </a:cubicBezTo>
                <a:cubicBezTo>
                  <a:pt x="128" y="32"/>
                  <a:pt x="128" y="32"/>
                  <a:pt x="128" y="32"/>
                </a:cubicBezTo>
                <a:cubicBezTo>
                  <a:pt x="128" y="23"/>
                  <a:pt x="136" y="16"/>
                  <a:pt x="144" y="16"/>
                </a:cubicBezTo>
                <a:moveTo>
                  <a:pt x="321" y="273"/>
                </a:moveTo>
                <a:cubicBezTo>
                  <a:pt x="32" y="273"/>
                  <a:pt x="32" y="273"/>
                  <a:pt x="32" y="273"/>
                </a:cubicBezTo>
                <a:cubicBezTo>
                  <a:pt x="32" y="145"/>
                  <a:pt x="32" y="145"/>
                  <a:pt x="32" y="145"/>
                </a:cubicBezTo>
                <a:cubicBezTo>
                  <a:pt x="64" y="145"/>
                  <a:pt x="64" y="145"/>
                  <a:pt x="64" y="145"/>
                </a:cubicBezTo>
                <a:cubicBezTo>
                  <a:pt x="64" y="161"/>
                  <a:pt x="64" y="161"/>
                  <a:pt x="64" y="161"/>
                </a:cubicBezTo>
                <a:cubicBezTo>
                  <a:pt x="64" y="170"/>
                  <a:pt x="71" y="177"/>
                  <a:pt x="80" y="177"/>
                </a:cubicBezTo>
                <a:cubicBezTo>
                  <a:pt x="112" y="177"/>
                  <a:pt x="112" y="177"/>
                  <a:pt x="112" y="177"/>
                </a:cubicBezTo>
                <a:cubicBezTo>
                  <a:pt x="121" y="177"/>
                  <a:pt x="128" y="170"/>
                  <a:pt x="128" y="161"/>
                </a:cubicBezTo>
                <a:cubicBezTo>
                  <a:pt x="128" y="145"/>
                  <a:pt x="128" y="145"/>
                  <a:pt x="128" y="145"/>
                </a:cubicBezTo>
                <a:cubicBezTo>
                  <a:pt x="225" y="145"/>
                  <a:pt x="225" y="145"/>
                  <a:pt x="225" y="145"/>
                </a:cubicBezTo>
                <a:cubicBezTo>
                  <a:pt x="225" y="161"/>
                  <a:pt x="225" y="161"/>
                  <a:pt x="225" y="161"/>
                </a:cubicBezTo>
                <a:cubicBezTo>
                  <a:pt x="225" y="170"/>
                  <a:pt x="232" y="177"/>
                  <a:pt x="241" y="177"/>
                </a:cubicBezTo>
                <a:cubicBezTo>
                  <a:pt x="273" y="177"/>
                  <a:pt x="273" y="177"/>
                  <a:pt x="273" y="177"/>
                </a:cubicBezTo>
                <a:cubicBezTo>
                  <a:pt x="282" y="177"/>
                  <a:pt x="289" y="170"/>
                  <a:pt x="289" y="161"/>
                </a:cubicBezTo>
                <a:cubicBezTo>
                  <a:pt x="289" y="145"/>
                  <a:pt x="289" y="145"/>
                  <a:pt x="289" y="145"/>
                </a:cubicBezTo>
                <a:cubicBezTo>
                  <a:pt x="321" y="145"/>
                  <a:pt x="321" y="145"/>
                  <a:pt x="321" y="145"/>
                </a:cubicBezTo>
                <a:lnTo>
                  <a:pt x="321" y="273"/>
                </a:lnTo>
                <a:close/>
                <a:moveTo>
                  <a:pt x="80" y="113"/>
                </a:moveTo>
                <a:cubicBezTo>
                  <a:pt x="112" y="113"/>
                  <a:pt x="112" y="113"/>
                  <a:pt x="112" y="113"/>
                </a:cubicBezTo>
                <a:cubicBezTo>
                  <a:pt x="112" y="161"/>
                  <a:pt x="112" y="161"/>
                  <a:pt x="112" y="161"/>
                </a:cubicBezTo>
                <a:cubicBezTo>
                  <a:pt x="80" y="161"/>
                  <a:pt x="80" y="161"/>
                  <a:pt x="80" y="161"/>
                </a:cubicBezTo>
                <a:lnTo>
                  <a:pt x="80" y="113"/>
                </a:lnTo>
                <a:close/>
                <a:moveTo>
                  <a:pt x="241" y="113"/>
                </a:moveTo>
                <a:cubicBezTo>
                  <a:pt x="273" y="113"/>
                  <a:pt x="273" y="113"/>
                  <a:pt x="273" y="113"/>
                </a:cubicBezTo>
                <a:cubicBezTo>
                  <a:pt x="273" y="161"/>
                  <a:pt x="273" y="161"/>
                  <a:pt x="273" y="161"/>
                </a:cubicBezTo>
                <a:cubicBezTo>
                  <a:pt x="241" y="161"/>
                  <a:pt x="241" y="161"/>
                  <a:pt x="241" y="161"/>
                </a:cubicBezTo>
                <a:lnTo>
                  <a:pt x="241" y="113"/>
                </a:lnTo>
                <a:close/>
                <a:moveTo>
                  <a:pt x="337" y="129"/>
                </a:moveTo>
                <a:cubicBezTo>
                  <a:pt x="289" y="129"/>
                  <a:pt x="289" y="129"/>
                  <a:pt x="289" y="129"/>
                </a:cubicBezTo>
                <a:cubicBezTo>
                  <a:pt x="289" y="113"/>
                  <a:pt x="289" y="113"/>
                  <a:pt x="289" y="113"/>
                </a:cubicBezTo>
                <a:cubicBezTo>
                  <a:pt x="289" y="104"/>
                  <a:pt x="282" y="97"/>
                  <a:pt x="273" y="97"/>
                </a:cubicBezTo>
                <a:cubicBezTo>
                  <a:pt x="241" y="97"/>
                  <a:pt x="241" y="97"/>
                  <a:pt x="241" y="97"/>
                </a:cubicBezTo>
                <a:cubicBezTo>
                  <a:pt x="232" y="97"/>
                  <a:pt x="225" y="104"/>
                  <a:pt x="225" y="113"/>
                </a:cubicBezTo>
                <a:cubicBezTo>
                  <a:pt x="225" y="129"/>
                  <a:pt x="225" y="129"/>
                  <a:pt x="225" y="129"/>
                </a:cubicBezTo>
                <a:cubicBezTo>
                  <a:pt x="128" y="129"/>
                  <a:pt x="128" y="129"/>
                  <a:pt x="128" y="129"/>
                </a:cubicBezTo>
                <a:cubicBezTo>
                  <a:pt x="128" y="113"/>
                  <a:pt x="128" y="113"/>
                  <a:pt x="128" y="113"/>
                </a:cubicBezTo>
                <a:cubicBezTo>
                  <a:pt x="128" y="104"/>
                  <a:pt x="121" y="97"/>
                  <a:pt x="112" y="97"/>
                </a:cubicBezTo>
                <a:cubicBezTo>
                  <a:pt x="80" y="97"/>
                  <a:pt x="80" y="97"/>
                  <a:pt x="80" y="97"/>
                </a:cubicBezTo>
                <a:cubicBezTo>
                  <a:pt x="71" y="97"/>
                  <a:pt x="64" y="104"/>
                  <a:pt x="64" y="113"/>
                </a:cubicBezTo>
                <a:cubicBezTo>
                  <a:pt x="64" y="129"/>
                  <a:pt x="64" y="129"/>
                  <a:pt x="64" y="129"/>
                </a:cubicBezTo>
                <a:cubicBezTo>
                  <a:pt x="16" y="129"/>
                  <a:pt x="16" y="129"/>
                  <a:pt x="16" y="129"/>
                </a:cubicBezTo>
                <a:cubicBezTo>
                  <a:pt x="16" y="48"/>
                  <a:pt x="16" y="48"/>
                  <a:pt x="16" y="48"/>
                </a:cubicBezTo>
                <a:cubicBezTo>
                  <a:pt x="337" y="48"/>
                  <a:pt x="337" y="48"/>
                  <a:pt x="337" y="48"/>
                </a:cubicBezTo>
                <a:lnTo>
                  <a:pt x="337" y="12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11" name="Google Shape;811;p31"/>
          <p:cNvSpPr/>
          <p:nvPr/>
        </p:nvSpPr>
        <p:spPr>
          <a:xfrm>
            <a:off x="1705500" y="8623934"/>
            <a:ext cx="273158" cy="223954"/>
          </a:xfrm>
          <a:custGeom>
            <a:rect b="b" l="l" r="r" t="t"/>
            <a:pathLst>
              <a:path extrusionOk="0" h="289" w="353">
                <a:moveTo>
                  <a:pt x="337" y="32"/>
                </a:moveTo>
                <a:cubicBezTo>
                  <a:pt x="241" y="32"/>
                  <a:pt x="241" y="32"/>
                  <a:pt x="241" y="32"/>
                </a:cubicBezTo>
                <a:cubicBezTo>
                  <a:pt x="241" y="15"/>
                  <a:pt x="226" y="0"/>
                  <a:pt x="209" y="0"/>
                </a:cubicBezTo>
                <a:cubicBezTo>
                  <a:pt x="144" y="0"/>
                  <a:pt x="144" y="0"/>
                  <a:pt x="144" y="0"/>
                </a:cubicBezTo>
                <a:cubicBezTo>
                  <a:pt x="127" y="0"/>
                  <a:pt x="112" y="15"/>
                  <a:pt x="112" y="32"/>
                </a:cubicBezTo>
                <a:cubicBezTo>
                  <a:pt x="16" y="32"/>
                  <a:pt x="16" y="32"/>
                  <a:pt x="16" y="32"/>
                </a:cubicBezTo>
                <a:cubicBezTo>
                  <a:pt x="7" y="32"/>
                  <a:pt x="0" y="40"/>
                  <a:pt x="0" y="48"/>
                </a:cubicBezTo>
                <a:cubicBezTo>
                  <a:pt x="0" y="129"/>
                  <a:pt x="0" y="129"/>
                  <a:pt x="0" y="129"/>
                </a:cubicBezTo>
                <a:cubicBezTo>
                  <a:pt x="0" y="138"/>
                  <a:pt x="7" y="145"/>
                  <a:pt x="16" y="145"/>
                </a:cubicBezTo>
                <a:cubicBezTo>
                  <a:pt x="16" y="273"/>
                  <a:pt x="16" y="273"/>
                  <a:pt x="16" y="273"/>
                </a:cubicBezTo>
                <a:cubicBezTo>
                  <a:pt x="16" y="282"/>
                  <a:pt x="23" y="289"/>
                  <a:pt x="32" y="289"/>
                </a:cubicBezTo>
                <a:cubicBezTo>
                  <a:pt x="321" y="289"/>
                  <a:pt x="321" y="289"/>
                  <a:pt x="321" y="289"/>
                </a:cubicBezTo>
                <a:cubicBezTo>
                  <a:pt x="330" y="289"/>
                  <a:pt x="337" y="282"/>
                  <a:pt x="337" y="273"/>
                </a:cubicBezTo>
                <a:cubicBezTo>
                  <a:pt x="337" y="145"/>
                  <a:pt x="337" y="145"/>
                  <a:pt x="337" y="145"/>
                </a:cubicBezTo>
                <a:cubicBezTo>
                  <a:pt x="346" y="145"/>
                  <a:pt x="353" y="138"/>
                  <a:pt x="353" y="129"/>
                </a:cubicBezTo>
                <a:cubicBezTo>
                  <a:pt x="353" y="48"/>
                  <a:pt x="353" y="48"/>
                  <a:pt x="353" y="48"/>
                </a:cubicBezTo>
                <a:cubicBezTo>
                  <a:pt x="353" y="40"/>
                  <a:pt x="346" y="32"/>
                  <a:pt x="337" y="32"/>
                </a:cubicBezTo>
                <a:moveTo>
                  <a:pt x="144" y="16"/>
                </a:moveTo>
                <a:cubicBezTo>
                  <a:pt x="209" y="16"/>
                  <a:pt x="209" y="16"/>
                  <a:pt x="209" y="16"/>
                </a:cubicBezTo>
                <a:cubicBezTo>
                  <a:pt x="217" y="16"/>
                  <a:pt x="225" y="23"/>
                  <a:pt x="225" y="32"/>
                </a:cubicBezTo>
                <a:cubicBezTo>
                  <a:pt x="128" y="32"/>
                  <a:pt x="128" y="32"/>
                  <a:pt x="128" y="32"/>
                </a:cubicBezTo>
                <a:cubicBezTo>
                  <a:pt x="128" y="23"/>
                  <a:pt x="136" y="16"/>
                  <a:pt x="144" y="16"/>
                </a:cubicBezTo>
                <a:moveTo>
                  <a:pt x="321" y="273"/>
                </a:moveTo>
                <a:cubicBezTo>
                  <a:pt x="32" y="273"/>
                  <a:pt x="32" y="273"/>
                  <a:pt x="32" y="273"/>
                </a:cubicBezTo>
                <a:cubicBezTo>
                  <a:pt x="32" y="145"/>
                  <a:pt x="32" y="145"/>
                  <a:pt x="32" y="145"/>
                </a:cubicBezTo>
                <a:cubicBezTo>
                  <a:pt x="64" y="145"/>
                  <a:pt x="64" y="145"/>
                  <a:pt x="64" y="145"/>
                </a:cubicBezTo>
                <a:cubicBezTo>
                  <a:pt x="64" y="161"/>
                  <a:pt x="64" y="161"/>
                  <a:pt x="64" y="161"/>
                </a:cubicBezTo>
                <a:cubicBezTo>
                  <a:pt x="64" y="170"/>
                  <a:pt x="71" y="177"/>
                  <a:pt x="80" y="177"/>
                </a:cubicBezTo>
                <a:cubicBezTo>
                  <a:pt x="112" y="177"/>
                  <a:pt x="112" y="177"/>
                  <a:pt x="112" y="177"/>
                </a:cubicBezTo>
                <a:cubicBezTo>
                  <a:pt x="121" y="177"/>
                  <a:pt x="128" y="170"/>
                  <a:pt x="128" y="161"/>
                </a:cubicBezTo>
                <a:cubicBezTo>
                  <a:pt x="128" y="145"/>
                  <a:pt x="128" y="145"/>
                  <a:pt x="128" y="145"/>
                </a:cubicBezTo>
                <a:cubicBezTo>
                  <a:pt x="225" y="145"/>
                  <a:pt x="225" y="145"/>
                  <a:pt x="225" y="145"/>
                </a:cubicBezTo>
                <a:cubicBezTo>
                  <a:pt x="225" y="161"/>
                  <a:pt x="225" y="161"/>
                  <a:pt x="225" y="161"/>
                </a:cubicBezTo>
                <a:cubicBezTo>
                  <a:pt x="225" y="170"/>
                  <a:pt x="232" y="177"/>
                  <a:pt x="241" y="177"/>
                </a:cubicBezTo>
                <a:cubicBezTo>
                  <a:pt x="273" y="177"/>
                  <a:pt x="273" y="177"/>
                  <a:pt x="273" y="177"/>
                </a:cubicBezTo>
                <a:cubicBezTo>
                  <a:pt x="282" y="177"/>
                  <a:pt x="289" y="170"/>
                  <a:pt x="289" y="161"/>
                </a:cubicBezTo>
                <a:cubicBezTo>
                  <a:pt x="289" y="145"/>
                  <a:pt x="289" y="145"/>
                  <a:pt x="289" y="145"/>
                </a:cubicBezTo>
                <a:cubicBezTo>
                  <a:pt x="321" y="145"/>
                  <a:pt x="321" y="145"/>
                  <a:pt x="321" y="145"/>
                </a:cubicBezTo>
                <a:lnTo>
                  <a:pt x="321" y="273"/>
                </a:lnTo>
                <a:close/>
                <a:moveTo>
                  <a:pt x="80" y="113"/>
                </a:moveTo>
                <a:cubicBezTo>
                  <a:pt x="112" y="113"/>
                  <a:pt x="112" y="113"/>
                  <a:pt x="112" y="113"/>
                </a:cubicBezTo>
                <a:cubicBezTo>
                  <a:pt x="112" y="161"/>
                  <a:pt x="112" y="161"/>
                  <a:pt x="112" y="161"/>
                </a:cubicBezTo>
                <a:cubicBezTo>
                  <a:pt x="80" y="161"/>
                  <a:pt x="80" y="161"/>
                  <a:pt x="80" y="161"/>
                </a:cubicBezTo>
                <a:lnTo>
                  <a:pt x="80" y="113"/>
                </a:lnTo>
                <a:close/>
                <a:moveTo>
                  <a:pt x="241" y="113"/>
                </a:moveTo>
                <a:cubicBezTo>
                  <a:pt x="273" y="113"/>
                  <a:pt x="273" y="113"/>
                  <a:pt x="273" y="113"/>
                </a:cubicBezTo>
                <a:cubicBezTo>
                  <a:pt x="273" y="161"/>
                  <a:pt x="273" y="161"/>
                  <a:pt x="273" y="161"/>
                </a:cubicBezTo>
                <a:cubicBezTo>
                  <a:pt x="241" y="161"/>
                  <a:pt x="241" y="161"/>
                  <a:pt x="241" y="161"/>
                </a:cubicBezTo>
                <a:lnTo>
                  <a:pt x="241" y="113"/>
                </a:lnTo>
                <a:close/>
                <a:moveTo>
                  <a:pt x="337" y="129"/>
                </a:moveTo>
                <a:cubicBezTo>
                  <a:pt x="289" y="129"/>
                  <a:pt x="289" y="129"/>
                  <a:pt x="289" y="129"/>
                </a:cubicBezTo>
                <a:cubicBezTo>
                  <a:pt x="289" y="113"/>
                  <a:pt x="289" y="113"/>
                  <a:pt x="289" y="113"/>
                </a:cubicBezTo>
                <a:cubicBezTo>
                  <a:pt x="289" y="104"/>
                  <a:pt x="282" y="97"/>
                  <a:pt x="273" y="97"/>
                </a:cubicBezTo>
                <a:cubicBezTo>
                  <a:pt x="241" y="97"/>
                  <a:pt x="241" y="97"/>
                  <a:pt x="241" y="97"/>
                </a:cubicBezTo>
                <a:cubicBezTo>
                  <a:pt x="232" y="97"/>
                  <a:pt x="225" y="104"/>
                  <a:pt x="225" y="113"/>
                </a:cubicBezTo>
                <a:cubicBezTo>
                  <a:pt x="225" y="129"/>
                  <a:pt x="225" y="129"/>
                  <a:pt x="225" y="129"/>
                </a:cubicBezTo>
                <a:cubicBezTo>
                  <a:pt x="128" y="129"/>
                  <a:pt x="128" y="129"/>
                  <a:pt x="128" y="129"/>
                </a:cubicBezTo>
                <a:cubicBezTo>
                  <a:pt x="128" y="113"/>
                  <a:pt x="128" y="113"/>
                  <a:pt x="128" y="113"/>
                </a:cubicBezTo>
                <a:cubicBezTo>
                  <a:pt x="128" y="104"/>
                  <a:pt x="121" y="97"/>
                  <a:pt x="112" y="97"/>
                </a:cubicBezTo>
                <a:cubicBezTo>
                  <a:pt x="80" y="97"/>
                  <a:pt x="80" y="97"/>
                  <a:pt x="80" y="97"/>
                </a:cubicBezTo>
                <a:cubicBezTo>
                  <a:pt x="71" y="97"/>
                  <a:pt x="64" y="104"/>
                  <a:pt x="64" y="113"/>
                </a:cubicBezTo>
                <a:cubicBezTo>
                  <a:pt x="64" y="129"/>
                  <a:pt x="64" y="129"/>
                  <a:pt x="64" y="129"/>
                </a:cubicBezTo>
                <a:cubicBezTo>
                  <a:pt x="16" y="129"/>
                  <a:pt x="16" y="129"/>
                  <a:pt x="16" y="129"/>
                </a:cubicBezTo>
                <a:cubicBezTo>
                  <a:pt x="16" y="48"/>
                  <a:pt x="16" y="48"/>
                  <a:pt x="16" y="48"/>
                </a:cubicBezTo>
                <a:cubicBezTo>
                  <a:pt x="337" y="48"/>
                  <a:pt x="337" y="48"/>
                  <a:pt x="337" y="48"/>
                </a:cubicBezTo>
                <a:lnTo>
                  <a:pt x="337" y="12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12" name="Google Shape;812;p31"/>
          <p:cNvSpPr/>
          <p:nvPr/>
        </p:nvSpPr>
        <p:spPr>
          <a:xfrm>
            <a:off x="1526998" y="8498824"/>
            <a:ext cx="492300" cy="4923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813" name="Google Shape;813;p31"/>
          <p:cNvSpPr/>
          <p:nvPr/>
        </p:nvSpPr>
        <p:spPr>
          <a:xfrm>
            <a:off x="1676229" y="8599808"/>
            <a:ext cx="193834" cy="290327"/>
          </a:xfrm>
          <a:custGeom>
            <a:rect b="b" l="l" r="r" t="t"/>
            <a:pathLst>
              <a:path extrusionOk="0" h="756" w="505">
                <a:moveTo>
                  <a:pt x="492" y="194"/>
                </a:moveTo>
                <a:cubicBezTo>
                  <a:pt x="468" y="90"/>
                  <a:pt x="375" y="12"/>
                  <a:pt x="268" y="4"/>
                </a:cubicBezTo>
                <a:cubicBezTo>
                  <a:pt x="198" y="0"/>
                  <a:pt x="131" y="23"/>
                  <a:pt x="80" y="71"/>
                </a:cubicBezTo>
                <a:cubicBezTo>
                  <a:pt x="29" y="118"/>
                  <a:pt x="0" y="184"/>
                  <a:pt x="0" y="253"/>
                </a:cubicBezTo>
                <a:cubicBezTo>
                  <a:pt x="0" y="287"/>
                  <a:pt x="7" y="320"/>
                  <a:pt x="21" y="352"/>
                </a:cubicBezTo>
                <a:cubicBezTo>
                  <a:pt x="21" y="354"/>
                  <a:pt x="21" y="354"/>
                  <a:pt x="21" y="354"/>
                </a:cubicBezTo>
                <a:cubicBezTo>
                  <a:pt x="22" y="354"/>
                  <a:pt x="22" y="354"/>
                  <a:pt x="22" y="354"/>
                </a:cubicBezTo>
                <a:cubicBezTo>
                  <a:pt x="26" y="360"/>
                  <a:pt x="35" y="377"/>
                  <a:pt x="47" y="398"/>
                </a:cubicBezTo>
                <a:cubicBezTo>
                  <a:pt x="74" y="447"/>
                  <a:pt x="93" y="481"/>
                  <a:pt x="100" y="498"/>
                </a:cubicBezTo>
                <a:cubicBezTo>
                  <a:pt x="106" y="510"/>
                  <a:pt x="115" y="537"/>
                  <a:pt x="128" y="575"/>
                </a:cubicBezTo>
                <a:cubicBezTo>
                  <a:pt x="130" y="583"/>
                  <a:pt x="135" y="589"/>
                  <a:pt x="141" y="594"/>
                </a:cubicBezTo>
                <a:cubicBezTo>
                  <a:pt x="141" y="616"/>
                  <a:pt x="141" y="616"/>
                  <a:pt x="141" y="616"/>
                </a:cubicBezTo>
                <a:cubicBezTo>
                  <a:pt x="141" y="641"/>
                  <a:pt x="141" y="641"/>
                  <a:pt x="141" y="641"/>
                </a:cubicBezTo>
                <a:cubicBezTo>
                  <a:pt x="141" y="654"/>
                  <a:pt x="141" y="654"/>
                  <a:pt x="141" y="654"/>
                </a:cubicBezTo>
                <a:cubicBezTo>
                  <a:pt x="141" y="679"/>
                  <a:pt x="141" y="679"/>
                  <a:pt x="141" y="679"/>
                </a:cubicBezTo>
                <a:cubicBezTo>
                  <a:pt x="141" y="682"/>
                  <a:pt x="141" y="682"/>
                  <a:pt x="141" y="682"/>
                </a:cubicBezTo>
                <a:cubicBezTo>
                  <a:pt x="141" y="696"/>
                  <a:pt x="150" y="708"/>
                  <a:pt x="162" y="714"/>
                </a:cubicBezTo>
                <a:cubicBezTo>
                  <a:pt x="165" y="738"/>
                  <a:pt x="185" y="756"/>
                  <a:pt x="209" y="756"/>
                </a:cubicBezTo>
                <a:cubicBezTo>
                  <a:pt x="291" y="756"/>
                  <a:pt x="291" y="756"/>
                  <a:pt x="291" y="756"/>
                </a:cubicBezTo>
                <a:cubicBezTo>
                  <a:pt x="315" y="756"/>
                  <a:pt x="335" y="738"/>
                  <a:pt x="338" y="714"/>
                </a:cubicBezTo>
                <a:cubicBezTo>
                  <a:pt x="350" y="708"/>
                  <a:pt x="358" y="696"/>
                  <a:pt x="358" y="682"/>
                </a:cubicBezTo>
                <a:cubicBezTo>
                  <a:pt x="358" y="679"/>
                  <a:pt x="358" y="679"/>
                  <a:pt x="358" y="679"/>
                </a:cubicBezTo>
                <a:cubicBezTo>
                  <a:pt x="358" y="654"/>
                  <a:pt x="358" y="654"/>
                  <a:pt x="358" y="654"/>
                </a:cubicBezTo>
                <a:cubicBezTo>
                  <a:pt x="358" y="641"/>
                  <a:pt x="358" y="641"/>
                  <a:pt x="358" y="641"/>
                </a:cubicBezTo>
                <a:cubicBezTo>
                  <a:pt x="358" y="616"/>
                  <a:pt x="358" y="616"/>
                  <a:pt x="358" y="616"/>
                </a:cubicBezTo>
                <a:cubicBezTo>
                  <a:pt x="358" y="594"/>
                  <a:pt x="358" y="594"/>
                  <a:pt x="358" y="594"/>
                </a:cubicBezTo>
                <a:cubicBezTo>
                  <a:pt x="365" y="589"/>
                  <a:pt x="369" y="583"/>
                  <a:pt x="372" y="575"/>
                </a:cubicBezTo>
                <a:cubicBezTo>
                  <a:pt x="385" y="537"/>
                  <a:pt x="394" y="510"/>
                  <a:pt x="400" y="498"/>
                </a:cubicBezTo>
                <a:cubicBezTo>
                  <a:pt x="409" y="477"/>
                  <a:pt x="433" y="433"/>
                  <a:pt x="448" y="406"/>
                </a:cubicBezTo>
                <a:cubicBezTo>
                  <a:pt x="454" y="406"/>
                  <a:pt x="454" y="406"/>
                  <a:pt x="454" y="406"/>
                </a:cubicBezTo>
                <a:cubicBezTo>
                  <a:pt x="454" y="396"/>
                  <a:pt x="454" y="396"/>
                  <a:pt x="454" y="396"/>
                </a:cubicBezTo>
                <a:cubicBezTo>
                  <a:pt x="465" y="376"/>
                  <a:pt x="474" y="360"/>
                  <a:pt x="477" y="355"/>
                </a:cubicBezTo>
                <a:cubicBezTo>
                  <a:pt x="478" y="354"/>
                  <a:pt x="478" y="354"/>
                  <a:pt x="478" y="353"/>
                </a:cubicBezTo>
                <a:cubicBezTo>
                  <a:pt x="481" y="351"/>
                  <a:pt x="481" y="351"/>
                  <a:pt x="481" y="351"/>
                </a:cubicBezTo>
                <a:cubicBezTo>
                  <a:pt x="481" y="348"/>
                  <a:pt x="481" y="348"/>
                  <a:pt x="481" y="348"/>
                </a:cubicBezTo>
                <a:cubicBezTo>
                  <a:pt x="501" y="299"/>
                  <a:pt x="505" y="246"/>
                  <a:pt x="492" y="194"/>
                </a:cubicBezTo>
                <a:close/>
                <a:moveTo>
                  <a:pt x="291" y="731"/>
                </a:moveTo>
                <a:cubicBezTo>
                  <a:pt x="209" y="731"/>
                  <a:pt x="209" y="731"/>
                  <a:pt x="209" y="731"/>
                </a:cubicBezTo>
                <a:cubicBezTo>
                  <a:pt x="200" y="731"/>
                  <a:pt x="192" y="725"/>
                  <a:pt x="188" y="718"/>
                </a:cubicBezTo>
                <a:cubicBezTo>
                  <a:pt x="312" y="718"/>
                  <a:pt x="312" y="718"/>
                  <a:pt x="312" y="718"/>
                </a:cubicBezTo>
                <a:cubicBezTo>
                  <a:pt x="308" y="725"/>
                  <a:pt x="300" y="731"/>
                  <a:pt x="291" y="731"/>
                </a:cubicBezTo>
                <a:close/>
                <a:moveTo>
                  <a:pt x="333" y="682"/>
                </a:moveTo>
                <a:cubicBezTo>
                  <a:pt x="333" y="688"/>
                  <a:pt x="329" y="693"/>
                  <a:pt x="322" y="693"/>
                </a:cubicBezTo>
                <a:cubicBezTo>
                  <a:pt x="177" y="693"/>
                  <a:pt x="177" y="693"/>
                  <a:pt x="177" y="693"/>
                </a:cubicBezTo>
                <a:cubicBezTo>
                  <a:pt x="171" y="693"/>
                  <a:pt x="166" y="688"/>
                  <a:pt x="166" y="682"/>
                </a:cubicBezTo>
                <a:cubicBezTo>
                  <a:pt x="166" y="679"/>
                  <a:pt x="166" y="679"/>
                  <a:pt x="166" y="679"/>
                </a:cubicBezTo>
                <a:cubicBezTo>
                  <a:pt x="333" y="679"/>
                  <a:pt x="333" y="679"/>
                  <a:pt x="333" y="679"/>
                </a:cubicBezTo>
                <a:lnTo>
                  <a:pt x="333" y="682"/>
                </a:lnTo>
                <a:close/>
                <a:moveTo>
                  <a:pt x="333" y="654"/>
                </a:moveTo>
                <a:cubicBezTo>
                  <a:pt x="166" y="654"/>
                  <a:pt x="166" y="654"/>
                  <a:pt x="166" y="654"/>
                </a:cubicBezTo>
                <a:cubicBezTo>
                  <a:pt x="166" y="641"/>
                  <a:pt x="166" y="641"/>
                  <a:pt x="166" y="641"/>
                </a:cubicBezTo>
                <a:cubicBezTo>
                  <a:pt x="333" y="641"/>
                  <a:pt x="333" y="641"/>
                  <a:pt x="333" y="641"/>
                </a:cubicBezTo>
                <a:lnTo>
                  <a:pt x="333" y="654"/>
                </a:lnTo>
                <a:close/>
                <a:moveTo>
                  <a:pt x="166" y="616"/>
                </a:moveTo>
                <a:cubicBezTo>
                  <a:pt x="166" y="602"/>
                  <a:pt x="166" y="602"/>
                  <a:pt x="166" y="602"/>
                </a:cubicBezTo>
                <a:cubicBezTo>
                  <a:pt x="213" y="602"/>
                  <a:pt x="213" y="602"/>
                  <a:pt x="213" y="602"/>
                </a:cubicBezTo>
                <a:cubicBezTo>
                  <a:pt x="286" y="602"/>
                  <a:pt x="286" y="602"/>
                  <a:pt x="286" y="602"/>
                </a:cubicBezTo>
                <a:cubicBezTo>
                  <a:pt x="333" y="602"/>
                  <a:pt x="333" y="602"/>
                  <a:pt x="333" y="602"/>
                </a:cubicBezTo>
                <a:cubicBezTo>
                  <a:pt x="333" y="616"/>
                  <a:pt x="333" y="616"/>
                  <a:pt x="333" y="616"/>
                </a:cubicBezTo>
                <a:lnTo>
                  <a:pt x="166" y="616"/>
                </a:lnTo>
                <a:close/>
                <a:moveTo>
                  <a:pt x="224" y="413"/>
                </a:moveTo>
                <a:cubicBezTo>
                  <a:pt x="207" y="381"/>
                  <a:pt x="207" y="381"/>
                  <a:pt x="207" y="381"/>
                </a:cubicBezTo>
                <a:cubicBezTo>
                  <a:pt x="243" y="404"/>
                  <a:pt x="243" y="404"/>
                  <a:pt x="243" y="404"/>
                </a:cubicBezTo>
                <a:cubicBezTo>
                  <a:pt x="247" y="407"/>
                  <a:pt x="253" y="407"/>
                  <a:pt x="257" y="404"/>
                </a:cubicBezTo>
                <a:cubicBezTo>
                  <a:pt x="292" y="381"/>
                  <a:pt x="292" y="381"/>
                  <a:pt x="292" y="381"/>
                </a:cubicBezTo>
                <a:cubicBezTo>
                  <a:pt x="275" y="413"/>
                  <a:pt x="275" y="413"/>
                  <a:pt x="275" y="413"/>
                </a:cubicBezTo>
                <a:cubicBezTo>
                  <a:pt x="274" y="415"/>
                  <a:pt x="274" y="417"/>
                  <a:pt x="274" y="419"/>
                </a:cubicBezTo>
                <a:cubicBezTo>
                  <a:pt x="274" y="577"/>
                  <a:pt x="274" y="577"/>
                  <a:pt x="274" y="577"/>
                </a:cubicBezTo>
                <a:cubicBezTo>
                  <a:pt x="226" y="577"/>
                  <a:pt x="226" y="577"/>
                  <a:pt x="226" y="577"/>
                </a:cubicBezTo>
                <a:cubicBezTo>
                  <a:pt x="226" y="419"/>
                  <a:pt x="226" y="419"/>
                  <a:pt x="226" y="419"/>
                </a:cubicBezTo>
                <a:cubicBezTo>
                  <a:pt x="226" y="417"/>
                  <a:pt x="225" y="415"/>
                  <a:pt x="224" y="413"/>
                </a:cubicBezTo>
                <a:close/>
                <a:moveTo>
                  <a:pt x="457" y="340"/>
                </a:moveTo>
                <a:cubicBezTo>
                  <a:pt x="456" y="342"/>
                  <a:pt x="456" y="342"/>
                  <a:pt x="456" y="342"/>
                </a:cubicBezTo>
                <a:cubicBezTo>
                  <a:pt x="453" y="348"/>
                  <a:pt x="444" y="362"/>
                  <a:pt x="434" y="381"/>
                </a:cubicBezTo>
                <a:cubicBezTo>
                  <a:pt x="430" y="387"/>
                  <a:pt x="430" y="387"/>
                  <a:pt x="430" y="387"/>
                </a:cubicBezTo>
                <a:cubicBezTo>
                  <a:pt x="415" y="415"/>
                  <a:pt x="387" y="464"/>
                  <a:pt x="377" y="488"/>
                </a:cubicBezTo>
                <a:cubicBezTo>
                  <a:pt x="370" y="504"/>
                  <a:pt x="357" y="540"/>
                  <a:pt x="348" y="567"/>
                </a:cubicBezTo>
                <a:cubicBezTo>
                  <a:pt x="346" y="573"/>
                  <a:pt x="340" y="577"/>
                  <a:pt x="334" y="577"/>
                </a:cubicBezTo>
                <a:cubicBezTo>
                  <a:pt x="299" y="577"/>
                  <a:pt x="299" y="577"/>
                  <a:pt x="299" y="577"/>
                </a:cubicBezTo>
                <a:cubicBezTo>
                  <a:pt x="299" y="422"/>
                  <a:pt x="299" y="422"/>
                  <a:pt x="299" y="422"/>
                </a:cubicBezTo>
                <a:cubicBezTo>
                  <a:pt x="337" y="351"/>
                  <a:pt x="337" y="351"/>
                  <a:pt x="337" y="351"/>
                </a:cubicBezTo>
                <a:cubicBezTo>
                  <a:pt x="340" y="346"/>
                  <a:pt x="339" y="340"/>
                  <a:pt x="334" y="336"/>
                </a:cubicBezTo>
                <a:cubicBezTo>
                  <a:pt x="330" y="332"/>
                  <a:pt x="324" y="331"/>
                  <a:pt x="319" y="334"/>
                </a:cubicBezTo>
                <a:cubicBezTo>
                  <a:pt x="250" y="379"/>
                  <a:pt x="250" y="379"/>
                  <a:pt x="250" y="379"/>
                </a:cubicBezTo>
                <a:cubicBezTo>
                  <a:pt x="181" y="334"/>
                  <a:pt x="181" y="334"/>
                  <a:pt x="181" y="334"/>
                </a:cubicBezTo>
                <a:cubicBezTo>
                  <a:pt x="176" y="331"/>
                  <a:pt x="170" y="332"/>
                  <a:pt x="165" y="336"/>
                </a:cubicBezTo>
                <a:cubicBezTo>
                  <a:pt x="161" y="340"/>
                  <a:pt x="160" y="346"/>
                  <a:pt x="163" y="351"/>
                </a:cubicBezTo>
                <a:cubicBezTo>
                  <a:pt x="201" y="422"/>
                  <a:pt x="201" y="422"/>
                  <a:pt x="201" y="422"/>
                </a:cubicBezTo>
                <a:cubicBezTo>
                  <a:pt x="201" y="577"/>
                  <a:pt x="201" y="577"/>
                  <a:pt x="201" y="577"/>
                </a:cubicBezTo>
                <a:cubicBezTo>
                  <a:pt x="166" y="577"/>
                  <a:pt x="166" y="577"/>
                  <a:pt x="166" y="577"/>
                </a:cubicBezTo>
                <a:cubicBezTo>
                  <a:pt x="159" y="577"/>
                  <a:pt x="153" y="573"/>
                  <a:pt x="151" y="567"/>
                </a:cubicBezTo>
                <a:cubicBezTo>
                  <a:pt x="142" y="540"/>
                  <a:pt x="130" y="504"/>
                  <a:pt x="123" y="488"/>
                </a:cubicBezTo>
                <a:cubicBezTo>
                  <a:pt x="113" y="466"/>
                  <a:pt x="88" y="420"/>
                  <a:pt x="69" y="386"/>
                </a:cubicBezTo>
                <a:cubicBezTo>
                  <a:pt x="57" y="364"/>
                  <a:pt x="47" y="347"/>
                  <a:pt x="44" y="342"/>
                </a:cubicBezTo>
                <a:cubicBezTo>
                  <a:pt x="43" y="341"/>
                  <a:pt x="43" y="341"/>
                  <a:pt x="43" y="341"/>
                </a:cubicBezTo>
                <a:cubicBezTo>
                  <a:pt x="31" y="313"/>
                  <a:pt x="25" y="284"/>
                  <a:pt x="25" y="253"/>
                </a:cubicBezTo>
                <a:cubicBezTo>
                  <a:pt x="25" y="191"/>
                  <a:pt x="51" y="131"/>
                  <a:pt x="97" y="89"/>
                </a:cubicBezTo>
                <a:cubicBezTo>
                  <a:pt x="143" y="46"/>
                  <a:pt x="203" y="25"/>
                  <a:pt x="266" y="29"/>
                </a:cubicBezTo>
                <a:cubicBezTo>
                  <a:pt x="363" y="36"/>
                  <a:pt x="446" y="106"/>
                  <a:pt x="468" y="200"/>
                </a:cubicBezTo>
                <a:cubicBezTo>
                  <a:pt x="479" y="247"/>
                  <a:pt x="476" y="296"/>
                  <a:pt x="457" y="340"/>
                </a:cubicBezTo>
                <a:close/>
                <a:moveTo>
                  <a:pt x="327" y="103"/>
                </a:moveTo>
                <a:cubicBezTo>
                  <a:pt x="325" y="110"/>
                  <a:pt x="318" y="113"/>
                  <a:pt x="311" y="111"/>
                </a:cubicBezTo>
                <a:cubicBezTo>
                  <a:pt x="294" y="106"/>
                  <a:pt x="277" y="103"/>
                  <a:pt x="259" y="103"/>
                </a:cubicBezTo>
                <a:cubicBezTo>
                  <a:pt x="166" y="103"/>
                  <a:pt x="90" y="178"/>
                  <a:pt x="90" y="271"/>
                </a:cubicBezTo>
                <a:cubicBezTo>
                  <a:pt x="90" y="278"/>
                  <a:pt x="85" y="284"/>
                  <a:pt x="78" y="284"/>
                </a:cubicBezTo>
                <a:cubicBezTo>
                  <a:pt x="71" y="284"/>
                  <a:pt x="65" y="278"/>
                  <a:pt x="65" y="271"/>
                </a:cubicBezTo>
                <a:cubicBezTo>
                  <a:pt x="65" y="165"/>
                  <a:pt x="152" y="78"/>
                  <a:pt x="259" y="78"/>
                </a:cubicBezTo>
                <a:cubicBezTo>
                  <a:pt x="279" y="78"/>
                  <a:pt x="300" y="81"/>
                  <a:pt x="319" y="87"/>
                </a:cubicBezTo>
                <a:cubicBezTo>
                  <a:pt x="326" y="90"/>
                  <a:pt x="329" y="97"/>
                  <a:pt x="327" y="10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14" name="Google Shape;814;p31"/>
          <p:cNvSpPr/>
          <p:nvPr/>
        </p:nvSpPr>
        <p:spPr>
          <a:xfrm>
            <a:off x="17185245" y="3176407"/>
            <a:ext cx="492300" cy="49230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815" name="Google Shape;815;p31"/>
          <p:cNvSpPr/>
          <p:nvPr/>
        </p:nvSpPr>
        <p:spPr>
          <a:xfrm>
            <a:off x="17310751" y="3301471"/>
            <a:ext cx="241289" cy="242164"/>
          </a:xfrm>
          <a:custGeom>
            <a:rect b="b" l="l" r="r" t="t"/>
            <a:pathLst>
              <a:path extrusionOk="0" h="353" w="353">
                <a:moveTo>
                  <a:pt x="321" y="104"/>
                </a:moveTo>
                <a:cubicBezTo>
                  <a:pt x="321" y="24"/>
                  <a:pt x="321" y="24"/>
                  <a:pt x="321" y="24"/>
                </a:cubicBezTo>
                <a:cubicBezTo>
                  <a:pt x="321" y="11"/>
                  <a:pt x="311" y="0"/>
                  <a:pt x="297" y="0"/>
                </a:cubicBezTo>
                <a:cubicBezTo>
                  <a:pt x="284" y="0"/>
                  <a:pt x="273" y="11"/>
                  <a:pt x="273" y="24"/>
                </a:cubicBezTo>
                <a:cubicBezTo>
                  <a:pt x="273" y="30"/>
                  <a:pt x="273" y="30"/>
                  <a:pt x="273" y="30"/>
                </a:cubicBezTo>
                <a:cubicBezTo>
                  <a:pt x="40" y="98"/>
                  <a:pt x="40" y="98"/>
                  <a:pt x="40" y="98"/>
                </a:cubicBezTo>
                <a:cubicBezTo>
                  <a:pt x="38" y="97"/>
                  <a:pt x="35" y="96"/>
                  <a:pt x="32" y="96"/>
                </a:cubicBezTo>
                <a:cubicBezTo>
                  <a:pt x="16" y="96"/>
                  <a:pt x="16" y="96"/>
                  <a:pt x="16" y="96"/>
                </a:cubicBezTo>
                <a:cubicBezTo>
                  <a:pt x="7" y="96"/>
                  <a:pt x="0" y="103"/>
                  <a:pt x="0" y="112"/>
                </a:cubicBezTo>
                <a:cubicBezTo>
                  <a:pt x="0" y="192"/>
                  <a:pt x="0" y="192"/>
                  <a:pt x="0" y="192"/>
                </a:cubicBezTo>
                <a:cubicBezTo>
                  <a:pt x="0" y="201"/>
                  <a:pt x="7" y="208"/>
                  <a:pt x="16" y="208"/>
                </a:cubicBezTo>
                <a:cubicBezTo>
                  <a:pt x="32" y="208"/>
                  <a:pt x="32" y="208"/>
                  <a:pt x="32" y="208"/>
                </a:cubicBezTo>
                <a:cubicBezTo>
                  <a:pt x="35" y="208"/>
                  <a:pt x="38" y="208"/>
                  <a:pt x="40" y="206"/>
                </a:cubicBezTo>
                <a:cubicBezTo>
                  <a:pt x="50" y="209"/>
                  <a:pt x="50" y="209"/>
                  <a:pt x="50" y="209"/>
                </a:cubicBezTo>
                <a:cubicBezTo>
                  <a:pt x="81" y="347"/>
                  <a:pt x="81" y="347"/>
                  <a:pt x="81" y="347"/>
                </a:cubicBezTo>
                <a:cubicBezTo>
                  <a:pt x="81" y="347"/>
                  <a:pt x="81" y="347"/>
                  <a:pt x="81" y="347"/>
                </a:cubicBezTo>
                <a:cubicBezTo>
                  <a:pt x="82" y="350"/>
                  <a:pt x="85" y="353"/>
                  <a:pt x="89" y="353"/>
                </a:cubicBezTo>
                <a:cubicBezTo>
                  <a:pt x="153" y="353"/>
                  <a:pt x="153" y="353"/>
                  <a:pt x="153" y="353"/>
                </a:cubicBezTo>
                <a:cubicBezTo>
                  <a:pt x="157" y="353"/>
                  <a:pt x="161" y="349"/>
                  <a:pt x="161" y="345"/>
                </a:cubicBezTo>
                <a:cubicBezTo>
                  <a:pt x="161" y="344"/>
                  <a:pt x="161" y="344"/>
                  <a:pt x="160" y="343"/>
                </a:cubicBezTo>
                <a:cubicBezTo>
                  <a:pt x="161" y="343"/>
                  <a:pt x="161" y="343"/>
                  <a:pt x="161" y="343"/>
                </a:cubicBezTo>
                <a:cubicBezTo>
                  <a:pt x="135" y="234"/>
                  <a:pt x="135" y="234"/>
                  <a:pt x="135" y="234"/>
                </a:cubicBezTo>
                <a:cubicBezTo>
                  <a:pt x="273" y="275"/>
                  <a:pt x="273" y="275"/>
                  <a:pt x="273" y="275"/>
                </a:cubicBezTo>
                <a:cubicBezTo>
                  <a:pt x="273" y="281"/>
                  <a:pt x="273" y="281"/>
                  <a:pt x="273" y="281"/>
                </a:cubicBezTo>
                <a:cubicBezTo>
                  <a:pt x="273" y="294"/>
                  <a:pt x="284" y="305"/>
                  <a:pt x="297" y="305"/>
                </a:cubicBezTo>
                <a:cubicBezTo>
                  <a:pt x="311" y="305"/>
                  <a:pt x="321" y="294"/>
                  <a:pt x="321" y="281"/>
                </a:cubicBezTo>
                <a:cubicBezTo>
                  <a:pt x="321" y="200"/>
                  <a:pt x="321" y="200"/>
                  <a:pt x="321" y="200"/>
                </a:cubicBezTo>
                <a:cubicBezTo>
                  <a:pt x="339" y="200"/>
                  <a:pt x="353" y="186"/>
                  <a:pt x="353" y="168"/>
                </a:cubicBezTo>
                <a:cubicBezTo>
                  <a:pt x="353" y="136"/>
                  <a:pt x="353" y="136"/>
                  <a:pt x="353" y="136"/>
                </a:cubicBezTo>
                <a:cubicBezTo>
                  <a:pt x="353" y="118"/>
                  <a:pt x="339" y="104"/>
                  <a:pt x="321" y="104"/>
                </a:cubicBezTo>
                <a:moveTo>
                  <a:pt x="32" y="192"/>
                </a:moveTo>
                <a:cubicBezTo>
                  <a:pt x="16" y="192"/>
                  <a:pt x="16" y="192"/>
                  <a:pt x="16" y="192"/>
                </a:cubicBezTo>
                <a:cubicBezTo>
                  <a:pt x="16" y="112"/>
                  <a:pt x="16" y="112"/>
                  <a:pt x="16" y="112"/>
                </a:cubicBezTo>
                <a:cubicBezTo>
                  <a:pt x="32" y="112"/>
                  <a:pt x="32" y="112"/>
                  <a:pt x="32" y="112"/>
                </a:cubicBezTo>
                <a:lnTo>
                  <a:pt x="32" y="192"/>
                </a:lnTo>
                <a:close/>
                <a:moveTo>
                  <a:pt x="143" y="337"/>
                </a:moveTo>
                <a:cubicBezTo>
                  <a:pt x="95" y="337"/>
                  <a:pt x="95" y="337"/>
                  <a:pt x="95" y="337"/>
                </a:cubicBezTo>
                <a:cubicBezTo>
                  <a:pt x="91" y="321"/>
                  <a:pt x="91" y="321"/>
                  <a:pt x="91" y="321"/>
                </a:cubicBezTo>
                <a:cubicBezTo>
                  <a:pt x="139" y="321"/>
                  <a:pt x="139" y="321"/>
                  <a:pt x="139" y="321"/>
                </a:cubicBezTo>
                <a:lnTo>
                  <a:pt x="143" y="337"/>
                </a:lnTo>
                <a:close/>
                <a:moveTo>
                  <a:pt x="135" y="305"/>
                </a:moveTo>
                <a:cubicBezTo>
                  <a:pt x="88" y="305"/>
                  <a:pt x="88" y="305"/>
                  <a:pt x="88" y="305"/>
                </a:cubicBezTo>
                <a:cubicBezTo>
                  <a:pt x="68" y="214"/>
                  <a:pt x="68" y="214"/>
                  <a:pt x="68" y="214"/>
                </a:cubicBezTo>
                <a:cubicBezTo>
                  <a:pt x="117" y="229"/>
                  <a:pt x="117" y="229"/>
                  <a:pt x="117" y="229"/>
                </a:cubicBezTo>
                <a:lnTo>
                  <a:pt x="135" y="305"/>
                </a:lnTo>
                <a:close/>
                <a:moveTo>
                  <a:pt x="273" y="258"/>
                </a:moveTo>
                <a:cubicBezTo>
                  <a:pt x="48" y="192"/>
                  <a:pt x="48" y="192"/>
                  <a:pt x="48" y="192"/>
                </a:cubicBezTo>
                <a:cubicBezTo>
                  <a:pt x="48" y="113"/>
                  <a:pt x="48" y="113"/>
                  <a:pt x="48" y="113"/>
                </a:cubicBezTo>
                <a:cubicBezTo>
                  <a:pt x="273" y="47"/>
                  <a:pt x="273" y="47"/>
                  <a:pt x="273" y="47"/>
                </a:cubicBezTo>
                <a:lnTo>
                  <a:pt x="273" y="258"/>
                </a:lnTo>
                <a:close/>
                <a:moveTo>
                  <a:pt x="305" y="281"/>
                </a:moveTo>
                <a:cubicBezTo>
                  <a:pt x="305" y="285"/>
                  <a:pt x="302" y="289"/>
                  <a:pt x="297" y="289"/>
                </a:cubicBezTo>
                <a:cubicBezTo>
                  <a:pt x="293" y="289"/>
                  <a:pt x="289" y="285"/>
                  <a:pt x="289" y="281"/>
                </a:cubicBezTo>
                <a:cubicBezTo>
                  <a:pt x="289" y="24"/>
                  <a:pt x="289" y="24"/>
                  <a:pt x="289" y="24"/>
                </a:cubicBezTo>
                <a:cubicBezTo>
                  <a:pt x="289" y="19"/>
                  <a:pt x="293" y="16"/>
                  <a:pt x="297" y="16"/>
                </a:cubicBezTo>
                <a:cubicBezTo>
                  <a:pt x="302" y="16"/>
                  <a:pt x="305" y="19"/>
                  <a:pt x="305" y="24"/>
                </a:cubicBezTo>
                <a:lnTo>
                  <a:pt x="305" y="281"/>
                </a:lnTo>
                <a:close/>
                <a:moveTo>
                  <a:pt x="337" y="168"/>
                </a:moveTo>
                <a:cubicBezTo>
                  <a:pt x="337" y="177"/>
                  <a:pt x="330" y="184"/>
                  <a:pt x="321" y="184"/>
                </a:cubicBezTo>
                <a:cubicBezTo>
                  <a:pt x="321" y="120"/>
                  <a:pt x="321" y="120"/>
                  <a:pt x="321" y="120"/>
                </a:cubicBezTo>
                <a:cubicBezTo>
                  <a:pt x="330" y="120"/>
                  <a:pt x="337" y="127"/>
                  <a:pt x="337" y="136"/>
                </a:cubicBezTo>
                <a:lnTo>
                  <a:pt x="337" y="168"/>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nvGrpSpPr>
          <p:cNvPr id="816" name="Google Shape;816;p31"/>
          <p:cNvGrpSpPr/>
          <p:nvPr/>
        </p:nvGrpSpPr>
        <p:grpSpPr>
          <a:xfrm>
            <a:off x="17181650" y="3328794"/>
            <a:ext cx="5575956" cy="5101900"/>
            <a:chOff x="2652765" y="3473450"/>
            <a:chExt cx="6946500" cy="8111129"/>
          </a:xfrm>
        </p:grpSpPr>
        <p:sp>
          <p:nvSpPr>
            <p:cNvPr id="817" name="Google Shape;817;p31"/>
            <p:cNvSpPr txBox="1"/>
            <p:nvPr/>
          </p:nvSpPr>
          <p:spPr>
            <a:xfrm>
              <a:off x="2652765" y="4163779"/>
              <a:ext cx="6946500" cy="7420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u="none" cap="none" strike="noStrike">
                  <a:solidFill>
                    <a:schemeClr val="dk2"/>
                  </a:solidFill>
                  <a:latin typeface="Lato Light"/>
                  <a:ea typeface="Lato Light"/>
                  <a:cs typeface="Lato Light"/>
                  <a:sym typeface="Lato Light"/>
                </a:rPr>
                <a:t>Insert some explanations, information, data about the title here. The explanation should be short.</a:t>
              </a:r>
              <a:endParaRPr b="0" i="0" u="none" cap="none" strike="noStrike">
                <a:solidFill>
                  <a:schemeClr val="dk2"/>
                </a:solidFill>
                <a:latin typeface="Lato Light"/>
                <a:ea typeface="Lato Light"/>
                <a:cs typeface="Lato Light"/>
                <a:sym typeface="Lato Light"/>
              </a:endParaRPr>
            </a:p>
            <a:p>
              <a:pPr indent="0" lvl="0" marL="0" rtl="0" algn="l">
                <a:lnSpc>
                  <a:spcPct val="120000"/>
                </a:lnSpc>
                <a:spcBef>
                  <a:spcPts val="0"/>
                </a:spcBef>
                <a:spcAft>
                  <a:spcPts val="0"/>
                </a:spcAft>
                <a:buClr>
                  <a:schemeClr val="dk1"/>
                </a:buClr>
                <a:buSzPts val="2400"/>
                <a:buFont typeface="Arial"/>
                <a:buNone/>
              </a:pPr>
              <a:r>
                <a:rPr lang="en-US">
                  <a:solidFill>
                    <a:schemeClr val="dk2"/>
                  </a:solidFill>
                  <a:latin typeface="Lato Light"/>
                  <a:ea typeface="Lato Light"/>
                  <a:cs typeface="Lato Light"/>
                  <a:sym typeface="Lato Light"/>
                </a:rPr>
                <a:t>Insert some explanations, information, data about the title here. The explanation should be short.</a:t>
              </a:r>
              <a:endParaRPr>
                <a:solidFill>
                  <a:schemeClr val="dk2"/>
                </a:solidFill>
                <a:latin typeface="Lato Light"/>
                <a:ea typeface="Lato Light"/>
                <a:cs typeface="Lato Light"/>
                <a:sym typeface="Lato Light"/>
              </a:endParaRPr>
            </a:p>
            <a:p>
              <a:pPr indent="0" lvl="0" marL="0" rtl="0" algn="l">
                <a:lnSpc>
                  <a:spcPct val="120000"/>
                </a:lnSpc>
                <a:spcBef>
                  <a:spcPts val="0"/>
                </a:spcBef>
                <a:spcAft>
                  <a:spcPts val="0"/>
                </a:spcAft>
                <a:buClr>
                  <a:schemeClr val="dk1"/>
                </a:buClr>
                <a:buSzPts val="2400"/>
                <a:buFont typeface="Arial"/>
                <a:buNone/>
              </a:pPr>
              <a:r>
                <a:rPr lang="en-US">
                  <a:solidFill>
                    <a:schemeClr val="dk2"/>
                  </a:solidFill>
                  <a:latin typeface="Lato Light"/>
                  <a:ea typeface="Lato Light"/>
                  <a:cs typeface="Lato Light"/>
                  <a:sym typeface="Lato Light"/>
                </a:rPr>
                <a:t>Insert some explanations, information, data about the title here. The explanation should be short.</a:t>
              </a:r>
              <a:endParaRPr>
                <a:solidFill>
                  <a:schemeClr val="dk2"/>
                </a:solidFill>
                <a:latin typeface="Lato Light"/>
                <a:ea typeface="Lato Light"/>
                <a:cs typeface="Lato Light"/>
                <a:sym typeface="Lato Light"/>
              </a:endParaRPr>
            </a:p>
            <a:p>
              <a:pPr indent="0" lvl="0" marL="0" rtl="0" algn="l">
                <a:lnSpc>
                  <a:spcPct val="120000"/>
                </a:lnSpc>
                <a:spcBef>
                  <a:spcPts val="0"/>
                </a:spcBef>
                <a:spcAft>
                  <a:spcPts val="0"/>
                </a:spcAft>
                <a:buClr>
                  <a:schemeClr val="dk1"/>
                </a:buClr>
                <a:buSzPts val="2400"/>
                <a:buFont typeface="Arial"/>
                <a:buNone/>
              </a:pPr>
              <a:r>
                <a:rPr lang="en-US">
                  <a:solidFill>
                    <a:schemeClr val="dk2"/>
                  </a:solidFill>
                  <a:latin typeface="Lato Light"/>
                  <a:ea typeface="Lato Light"/>
                  <a:cs typeface="Lato Light"/>
                  <a:sym typeface="Lato Light"/>
                </a:rPr>
                <a:t>Insert some explanations, information, data about the title here. The explanation should be short.</a:t>
              </a:r>
              <a:endParaRPr>
                <a:solidFill>
                  <a:schemeClr val="dk2"/>
                </a:solidFill>
                <a:latin typeface="Lato Light"/>
                <a:ea typeface="Lato Light"/>
                <a:cs typeface="Lato Light"/>
                <a:sym typeface="Lato Light"/>
              </a:endParaRPr>
            </a:p>
            <a:p>
              <a:pPr indent="0" lvl="0" marL="0" rtl="0" algn="l">
                <a:lnSpc>
                  <a:spcPct val="120000"/>
                </a:lnSpc>
                <a:spcBef>
                  <a:spcPts val="0"/>
                </a:spcBef>
                <a:spcAft>
                  <a:spcPts val="0"/>
                </a:spcAft>
                <a:buClr>
                  <a:schemeClr val="dk1"/>
                </a:buClr>
                <a:buSzPts val="2400"/>
                <a:buFont typeface="Arial"/>
                <a:buNone/>
              </a:pPr>
              <a:r>
                <a:rPr lang="en-US">
                  <a:solidFill>
                    <a:schemeClr val="dk2"/>
                  </a:solidFill>
                  <a:latin typeface="Lato Light"/>
                  <a:ea typeface="Lato Light"/>
                  <a:cs typeface="Lato Light"/>
                  <a:sym typeface="Lato Light"/>
                </a:rPr>
                <a:t>Insert some explanations, information, data about the title here. The explanation should be short.</a:t>
              </a:r>
              <a:endParaRPr>
                <a:solidFill>
                  <a:schemeClr val="dk2"/>
                </a:solidFill>
                <a:latin typeface="Lato Light"/>
                <a:ea typeface="Lato Light"/>
                <a:cs typeface="Lato Light"/>
                <a:sym typeface="Lato Light"/>
              </a:endParaRPr>
            </a:p>
            <a:p>
              <a:pPr indent="0" lvl="0" marL="0" rtl="0" algn="l">
                <a:lnSpc>
                  <a:spcPct val="120000"/>
                </a:lnSpc>
                <a:spcBef>
                  <a:spcPts val="0"/>
                </a:spcBef>
                <a:spcAft>
                  <a:spcPts val="0"/>
                </a:spcAft>
                <a:buClr>
                  <a:schemeClr val="dk1"/>
                </a:buClr>
                <a:buSzPts val="2400"/>
                <a:buFont typeface="Arial"/>
                <a:buNone/>
              </a:pPr>
              <a:r>
                <a:rPr lang="en-US">
                  <a:solidFill>
                    <a:schemeClr val="dk2"/>
                  </a:solidFill>
                  <a:latin typeface="Lato Light"/>
                  <a:ea typeface="Lato Light"/>
                  <a:cs typeface="Lato Light"/>
                  <a:sym typeface="Lato Light"/>
                </a:rPr>
                <a:t>Insert some explanations, information, data about the title here. The explanation should be short.</a:t>
              </a:r>
              <a:endParaRPr>
                <a:solidFill>
                  <a:schemeClr val="dk2"/>
                </a:solidFill>
                <a:latin typeface="Lato Light"/>
                <a:ea typeface="Lato Light"/>
                <a:cs typeface="Lato Light"/>
                <a:sym typeface="Lato Light"/>
              </a:endParaRPr>
            </a:p>
            <a:p>
              <a:pPr indent="0" lvl="0" marL="0" rtl="0" algn="l">
                <a:lnSpc>
                  <a:spcPct val="120000"/>
                </a:lnSpc>
                <a:spcBef>
                  <a:spcPts val="0"/>
                </a:spcBef>
                <a:spcAft>
                  <a:spcPts val="0"/>
                </a:spcAft>
                <a:buClr>
                  <a:schemeClr val="dk1"/>
                </a:buClr>
                <a:buSzPts val="2400"/>
                <a:buFont typeface="Arial"/>
                <a:buNone/>
              </a:pPr>
              <a:r>
                <a:rPr lang="en-US">
                  <a:solidFill>
                    <a:schemeClr val="dk2"/>
                  </a:solidFill>
                  <a:latin typeface="Lato Light"/>
                  <a:ea typeface="Lato Light"/>
                  <a:cs typeface="Lato Light"/>
                  <a:sym typeface="Lato Light"/>
                </a:rPr>
                <a:t>Insert some explanations, information, data about the title here. The explanation should be short.</a:t>
              </a:r>
              <a:endParaRPr>
                <a:solidFill>
                  <a:schemeClr val="dk2"/>
                </a:solidFill>
                <a:latin typeface="Lato Light"/>
                <a:ea typeface="Lato Light"/>
                <a:cs typeface="Lato Light"/>
                <a:sym typeface="Lato Light"/>
              </a:endParaRPr>
            </a:p>
            <a:p>
              <a:pPr indent="0" lvl="0" marL="0" rtl="0" algn="l">
                <a:lnSpc>
                  <a:spcPct val="120000"/>
                </a:lnSpc>
                <a:spcBef>
                  <a:spcPts val="0"/>
                </a:spcBef>
                <a:spcAft>
                  <a:spcPts val="0"/>
                </a:spcAft>
                <a:buClr>
                  <a:schemeClr val="dk1"/>
                </a:buClr>
                <a:buSzPts val="2400"/>
                <a:buFont typeface="Arial"/>
                <a:buNone/>
              </a:pPr>
              <a:r>
                <a:rPr lang="en-US">
                  <a:solidFill>
                    <a:schemeClr val="dk2"/>
                  </a:solidFill>
                  <a:latin typeface="Lato Light"/>
                  <a:ea typeface="Lato Light"/>
                  <a:cs typeface="Lato Light"/>
                  <a:sym typeface="Lato Light"/>
                </a:rPr>
                <a:t>Insert some explanations, information, data about the title here. The explanation should be short.</a:t>
              </a:r>
              <a:endParaRPr>
                <a:solidFill>
                  <a:schemeClr val="dk2"/>
                </a:solidFill>
                <a:latin typeface="Lato Light"/>
                <a:ea typeface="Lato Light"/>
                <a:cs typeface="Lato Light"/>
                <a:sym typeface="Lato Light"/>
              </a:endParaRPr>
            </a:p>
          </p:txBody>
        </p:sp>
        <p:sp>
          <p:nvSpPr>
            <p:cNvPr id="818" name="Google Shape;818;p31"/>
            <p:cNvSpPr txBox="1"/>
            <p:nvPr/>
          </p:nvSpPr>
          <p:spPr>
            <a:xfrm>
              <a:off x="2652765" y="3473450"/>
              <a:ext cx="69465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a:solidFill>
                    <a:schemeClr val="dk2"/>
                  </a:solidFill>
                  <a:latin typeface="Lato"/>
                  <a:ea typeface="Lato"/>
                  <a:cs typeface="Lato"/>
                  <a:sym typeface="Lato"/>
                </a:rPr>
                <a:t>                 PROMOCIÓN:</a:t>
              </a:r>
              <a:endParaRPr b="0" i="0" u="none" cap="none" strike="noStrike">
                <a:solidFill>
                  <a:srgbClr val="000000"/>
                </a:solidFill>
                <a:latin typeface="Arial"/>
                <a:ea typeface="Arial"/>
                <a:cs typeface="Arial"/>
                <a:sym typeface="Arial"/>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22" name="Shape 822"/>
        <p:cNvGrpSpPr/>
        <p:nvPr/>
      </p:nvGrpSpPr>
      <p:grpSpPr>
        <a:xfrm>
          <a:off x="0" y="0"/>
          <a:ext cx="0" cy="0"/>
          <a:chOff x="0" y="0"/>
          <a:chExt cx="0" cy="0"/>
        </a:xfrm>
      </p:grpSpPr>
      <p:sp>
        <p:nvSpPr>
          <p:cNvPr id="823" name="Google Shape;823;p32"/>
          <p:cNvSpPr/>
          <p:nvPr/>
        </p:nvSpPr>
        <p:spPr>
          <a:xfrm>
            <a:off x="14907025" y="4401025"/>
            <a:ext cx="6377700" cy="6403500"/>
          </a:xfrm>
          <a:prstGeom prst="rect">
            <a:avLst/>
          </a:prstGeom>
          <a:solidFill>
            <a:srgbClr val="E9E9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32"/>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Comparativa con competencia</a:t>
            </a:r>
            <a:endParaRPr/>
          </a:p>
        </p:txBody>
      </p:sp>
      <p:sp>
        <p:nvSpPr>
          <p:cNvPr id="825" name="Google Shape;825;p32"/>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solidFill>
                  <a:srgbClr val="000000"/>
                </a:solidFill>
              </a:rPr>
              <a:t>Análisis </a:t>
            </a:r>
            <a:r>
              <a:rPr lang="en-US">
                <a:solidFill>
                  <a:schemeClr val="dk1"/>
                </a:solidFill>
              </a:rPr>
              <a:t>externo</a:t>
            </a:r>
            <a:r>
              <a:rPr lang="en-US">
                <a:solidFill>
                  <a:srgbClr val="000000"/>
                </a:solidFill>
              </a:rPr>
              <a:t> </a:t>
            </a:r>
            <a:r>
              <a:rPr lang="en-US">
                <a:solidFill>
                  <a:schemeClr val="accent5"/>
                </a:solidFill>
              </a:rPr>
              <a:t>| Posicionamiento</a:t>
            </a:r>
            <a:endParaRPr b="1" i="0" sz="8800" u="none" cap="none" strike="noStrike">
              <a:solidFill>
                <a:schemeClr val="accent5"/>
              </a:solidFill>
              <a:latin typeface="Lato"/>
              <a:ea typeface="Lato"/>
              <a:cs typeface="Lato"/>
              <a:sym typeface="Lato"/>
            </a:endParaRPr>
          </a:p>
        </p:txBody>
      </p:sp>
      <p:sp>
        <p:nvSpPr>
          <p:cNvPr id="826" name="Google Shape;826;p32"/>
          <p:cNvSpPr/>
          <p:nvPr/>
        </p:nvSpPr>
        <p:spPr>
          <a:xfrm>
            <a:off x="21651297" y="344697"/>
            <a:ext cx="2112600" cy="211260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827" name="Google Shape;827;p32"/>
          <p:cNvSpPr/>
          <p:nvPr/>
        </p:nvSpPr>
        <p:spPr>
          <a:xfrm>
            <a:off x="22189880" y="881381"/>
            <a:ext cx="1035438" cy="1039198"/>
          </a:xfrm>
          <a:custGeom>
            <a:rect b="b" l="l" r="r" t="t"/>
            <a:pathLst>
              <a:path extrusionOk="0" h="353" w="353">
                <a:moveTo>
                  <a:pt x="321" y="104"/>
                </a:moveTo>
                <a:cubicBezTo>
                  <a:pt x="321" y="24"/>
                  <a:pt x="321" y="24"/>
                  <a:pt x="321" y="24"/>
                </a:cubicBezTo>
                <a:cubicBezTo>
                  <a:pt x="321" y="11"/>
                  <a:pt x="311" y="0"/>
                  <a:pt x="297" y="0"/>
                </a:cubicBezTo>
                <a:cubicBezTo>
                  <a:pt x="284" y="0"/>
                  <a:pt x="273" y="11"/>
                  <a:pt x="273" y="24"/>
                </a:cubicBezTo>
                <a:cubicBezTo>
                  <a:pt x="273" y="30"/>
                  <a:pt x="273" y="30"/>
                  <a:pt x="273" y="30"/>
                </a:cubicBezTo>
                <a:cubicBezTo>
                  <a:pt x="40" y="98"/>
                  <a:pt x="40" y="98"/>
                  <a:pt x="40" y="98"/>
                </a:cubicBezTo>
                <a:cubicBezTo>
                  <a:pt x="38" y="97"/>
                  <a:pt x="35" y="96"/>
                  <a:pt x="32" y="96"/>
                </a:cubicBezTo>
                <a:cubicBezTo>
                  <a:pt x="16" y="96"/>
                  <a:pt x="16" y="96"/>
                  <a:pt x="16" y="96"/>
                </a:cubicBezTo>
                <a:cubicBezTo>
                  <a:pt x="7" y="96"/>
                  <a:pt x="0" y="103"/>
                  <a:pt x="0" y="112"/>
                </a:cubicBezTo>
                <a:cubicBezTo>
                  <a:pt x="0" y="192"/>
                  <a:pt x="0" y="192"/>
                  <a:pt x="0" y="192"/>
                </a:cubicBezTo>
                <a:cubicBezTo>
                  <a:pt x="0" y="201"/>
                  <a:pt x="7" y="208"/>
                  <a:pt x="16" y="208"/>
                </a:cubicBezTo>
                <a:cubicBezTo>
                  <a:pt x="32" y="208"/>
                  <a:pt x="32" y="208"/>
                  <a:pt x="32" y="208"/>
                </a:cubicBezTo>
                <a:cubicBezTo>
                  <a:pt x="35" y="208"/>
                  <a:pt x="38" y="208"/>
                  <a:pt x="40" y="206"/>
                </a:cubicBezTo>
                <a:cubicBezTo>
                  <a:pt x="50" y="209"/>
                  <a:pt x="50" y="209"/>
                  <a:pt x="50" y="209"/>
                </a:cubicBezTo>
                <a:cubicBezTo>
                  <a:pt x="81" y="347"/>
                  <a:pt x="81" y="347"/>
                  <a:pt x="81" y="347"/>
                </a:cubicBezTo>
                <a:cubicBezTo>
                  <a:pt x="81" y="347"/>
                  <a:pt x="81" y="347"/>
                  <a:pt x="81" y="347"/>
                </a:cubicBezTo>
                <a:cubicBezTo>
                  <a:pt x="82" y="350"/>
                  <a:pt x="85" y="353"/>
                  <a:pt x="89" y="353"/>
                </a:cubicBezTo>
                <a:cubicBezTo>
                  <a:pt x="153" y="353"/>
                  <a:pt x="153" y="353"/>
                  <a:pt x="153" y="353"/>
                </a:cubicBezTo>
                <a:cubicBezTo>
                  <a:pt x="157" y="353"/>
                  <a:pt x="161" y="349"/>
                  <a:pt x="161" y="345"/>
                </a:cubicBezTo>
                <a:cubicBezTo>
                  <a:pt x="161" y="344"/>
                  <a:pt x="161" y="344"/>
                  <a:pt x="160" y="343"/>
                </a:cubicBezTo>
                <a:cubicBezTo>
                  <a:pt x="161" y="343"/>
                  <a:pt x="161" y="343"/>
                  <a:pt x="161" y="343"/>
                </a:cubicBezTo>
                <a:cubicBezTo>
                  <a:pt x="135" y="234"/>
                  <a:pt x="135" y="234"/>
                  <a:pt x="135" y="234"/>
                </a:cubicBezTo>
                <a:cubicBezTo>
                  <a:pt x="273" y="275"/>
                  <a:pt x="273" y="275"/>
                  <a:pt x="273" y="275"/>
                </a:cubicBezTo>
                <a:cubicBezTo>
                  <a:pt x="273" y="281"/>
                  <a:pt x="273" y="281"/>
                  <a:pt x="273" y="281"/>
                </a:cubicBezTo>
                <a:cubicBezTo>
                  <a:pt x="273" y="294"/>
                  <a:pt x="284" y="305"/>
                  <a:pt x="297" y="305"/>
                </a:cubicBezTo>
                <a:cubicBezTo>
                  <a:pt x="311" y="305"/>
                  <a:pt x="321" y="294"/>
                  <a:pt x="321" y="281"/>
                </a:cubicBezTo>
                <a:cubicBezTo>
                  <a:pt x="321" y="200"/>
                  <a:pt x="321" y="200"/>
                  <a:pt x="321" y="200"/>
                </a:cubicBezTo>
                <a:cubicBezTo>
                  <a:pt x="339" y="200"/>
                  <a:pt x="353" y="186"/>
                  <a:pt x="353" y="168"/>
                </a:cubicBezTo>
                <a:cubicBezTo>
                  <a:pt x="353" y="136"/>
                  <a:pt x="353" y="136"/>
                  <a:pt x="353" y="136"/>
                </a:cubicBezTo>
                <a:cubicBezTo>
                  <a:pt x="353" y="118"/>
                  <a:pt x="339" y="104"/>
                  <a:pt x="321" y="104"/>
                </a:cubicBezTo>
                <a:moveTo>
                  <a:pt x="32" y="192"/>
                </a:moveTo>
                <a:cubicBezTo>
                  <a:pt x="16" y="192"/>
                  <a:pt x="16" y="192"/>
                  <a:pt x="16" y="192"/>
                </a:cubicBezTo>
                <a:cubicBezTo>
                  <a:pt x="16" y="112"/>
                  <a:pt x="16" y="112"/>
                  <a:pt x="16" y="112"/>
                </a:cubicBezTo>
                <a:cubicBezTo>
                  <a:pt x="32" y="112"/>
                  <a:pt x="32" y="112"/>
                  <a:pt x="32" y="112"/>
                </a:cubicBezTo>
                <a:lnTo>
                  <a:pt x="32" y="192"/>
                </a:lnTo>
                <a:close/>
                <a:moveTo>
                  <a:pt x="143" y="337"/>
                </a:moveTo>
                <a:cubicBezTo>
                  <a:pt x="95" y="337"/>
                  <a:pt x="95" y="337"/>
                  <a:pt x="95" y="337"/>
                </a:cubicBezTo>
                <a:cubicBezTo>
                  <a:pt x="91" y="321"/>
                  <a:pt x="91" y="321"/>
                  <a:pt x="91" y="321"/>
                </a:cubicBezTo>
                <a:cubicBezTo>
                  <a:pt x="139" y="321"/>
                  <a:pt x="139" y="321"/>
                  <a:pt x="139" y="321"/>
                </a:cubicBezTo>
                <a:lnTo>
                  <a:pt x="143" y="337"/>
                </a:lnTo>
                <a:close/>
                <a:moveTo>
                  <a:pt x="135" y="305"/>
                </a:moveTo>
                <a:cubicBezTo>
                  <a:pt x="88" y="305"/>
                  <a:pt x="88" y="305"/>
                  <a:pt x="88" y="305"/>
                </a:cubicBezTo>
                <a:cubicBezTo>
                  <a:pt x="68" y="214"/>
                  <a:pt x="68" y="214"/>
                  <a:pt x="68" y="214"/>
                </a:cubicBezTo>
                <a:cubicBezTo>
                  <a:pt x="117" y="229"/>
                  <a:pt x="117" y="229"/>
                  <a:pt x="117" y="229"/>
                </a:cubicBezTo>
                <a:lnTo>
                  <a:pt x="135" y="305"/>
                </a:lnTo>
                <a:close/>
                <a:moveTo>
                  <a:pt x="273" y="258"/>
                </a:moveTo>
                <a:cubicBezTo>
                  <a:pt x="48" y="192"/>
                  <a:pt x="48" y="192"/>
                  <a:pt x="48" y="192"/>
                </a:cubicBezTo>
                <a:cubicBezTo>
                  <a:pt x="48" y="113"/>
                  <a:pt x="48" y="113"/>
                  <a:pt x="48" y="113"/>
                </a:cubicBezTo>
                <a:cubicBezTo>
                  <a:pt x="273" y="47"/>
                  <a:pt x="273" y="47"/>
                  <a:pt x="273" y="47"/>
                </a:cubicBezTo>
                <a:lnTo>
                  <a:pt x="273" y="258"/>
                </a:lnTo>
                <a:close/>
                <a:moveTo>
                  <a:pt x="305" y="281"/>
                </a:moveTo>
                <a:cubicBezTo>
                  <a:pt x="305" y="285"/>
                  <a:pt x="302" y="289"/>
                  <a:pt x="297" y="289"/>
                </a:cubicBezTo>
                <a:cubicBezTo>
                  <a:pt x="293" y="289"/>
                  <a:pt x="289" y="285"/>
                  <a:pt x="289" y="281"/>
                </a:cubicBezTo>
                <a:cubicBezTo>
                  <a:pt x="289" y="24"/>
                  <a:pt x="289" y="24"/>
                  <a:pt x="289" y="24"/>
                </a:cubicBezTo>
                <a:cubicBezTo>
                  <a:pt x="289" y="19"/>
                  <a:pt x="293" y="16"/>
                  <a:pt x="297" y="16"/>
                </a:cubicBezTo>
                <a:cubicBezTo>
                  <a:pt x="302" y="16"/>
                  <a:pt x="305" y="19"/>
                  <a:pt x="305" y="24"/>
                </a:cubicBezTo>
                <a:lnTo>
                  <a:pt x="305" y="281"/>
                </a:lnTo>
                <a:close/>
                <a:moveTo>
                  <a:pt x="337" y="168"/>
                </a:moveTo>
                <a:cubicBezTo>
                  <a:pt x="337" y="177"/>
                  <a:pt x="330" y="184"/>
                  <a:pt x="321" y="184"/>
                </a:cubicBezTo>
                <a:cubicBezTo>
                  <a:pt x="321" y="120"/>
                  <a:pt x="321" y="120"/>
                  <a:pt x="321" y="120"/>
                </a:cubicBezTo>
                <a:cubicBezTo>
                  <a:pt x="330" y="120"/>
                  <a:pt x="337" y="127"/>
                  <a:pt x="337" y="136"/>
                </a:cubicBezTo>
                <a:lnTo>
                  <a:pt x="337" y="168"/>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28" name="Google Shape;828;p32"/>
          <p:cNvSpPr/>
          <p:nvPr/>
        </p:nvSpPr>
        <p:spPr>
          <a:xfrm>
            <a:off x="21651298" y="344697"/>
            <a:ext cx="2112600" cy="2112600"/>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829" name="Google Shape;829;p32"/>
          <p:cNvSpPr/>
          <p:nvPr/>
        </p:nvSpPr>
        <p:spPr>
          <a:xfrm>
            <a:off x="21987046" y="795305"/>
            <a:ext cx="1467478" cy="1211366"/>
          </a:xfrm>
          <a:custGeom>
            <a:rect b="b" l="l" r="r" t="t"/>
            <a:pathLst>
              <a:path extrusionOk="0" h="3607" w="4366">
                <a:moveTo>
                  <a:pt x="4007" y="1756"/>
                </a:moveTo>
                <a:cubicBezTo>
                  <a:pt x="4009" y="1780"/>
                  <a:pt x="4009" y="1780"/>
                  <a:pt x="4009" y="1780"/>
                </a:cubicBezTo>
                <a:cubicBezTo>
                  <a:pt x="3984" y="1758"/>
                  <a:pt x="3984" y="1758"/>
                  <a:pt x="3984" y="1758"/>
                </a:cubicBezTo>
                <a:lnTo>
                  <a:pt x="4007" y="1756"/>
                </a:lnTo>
                <a:close/>
                <a:moveTo>
                  <a:pt x="1486" y="2487"/>
                </a:moveTo>
                <a:cubicBezTo>
                  <a:pt x="1483" y="2467"/>
                  <a:pt x="1482" y="2446"/>
                  <a:pt x="1482" y="2426"/>
                </a:cubicBezTo>
                <a:cubicBezTo>
                  <a:pt x="1482" y="2178"/>
                  <a:pt x="1482" y="1930"/>
                  <a:pt x="1482" y="1682"/>
                </a:cubicBezTo>
                <a:cubicBezTo>
                  <a:pt x="1482" y="1665"/>
                  <a:pt x="1482" y="1647"/>
                  <a:pt x="1482" y="1629"/>
                </a:cubicBezTo>
                <a:cubicBezTo>
                  <a:pt x="1461" y="1629"/>
                  <a:pt x="1444" y="1629"/>
                  <a:pt x="1425" y="1629"/>
                </a:cubicBezTo>
                <a:cubicBezTo>
                  <a:pt x="1425" y="1652"/>
                  <a:pt x="1425" y="1671"/>
                  <a:pt x="1425" y="1689"/>
                </a:cubicBezTo>
                <a:cubicBezTo>
                  <a:pt x="1425" y="1971"/>
                  <a:pt x="1425" y="2253"/>
                  <a:pt x="1425" y="2535"/>
                </a:cubicBezTo>
                <a:cubicBezTo>
                  <a:pt x="1538" y="2577"/>
                  <a:pt x="1538" y="2577"/>
                  <a:pt x="1538" y="2577"/>
                </a:cubicBezTo>
                <a:cubicBezTo>
                  <a:pt x="1510" y="2558"/>
                  <a:pt x="1492" y="2527"/>
                  <a:pt x="1486" y="2487"/>
                </a:cubicBezTo>
                <a:close/>
                <a:moveTo>
                  <a:pt x="1427" y="2402"/>
                </a:moveTo>
                <a:cubicBezTo>
                  <a:pt x="1427" y="2120"/>
                  <a:pt x="1427" y="1838"/>
                  <a:pt x="1427" y="1556"/>
                </a:cubicBezTo>
                <a:cubicBezTo>
                  <a:pt x="1427" y="1537"/>
                  <a:pt x="1427" y="1519"/>
                  <a:pt x="1427" y="1496"/>
                </a:cubicBezTo>
                <a:cubicBezTo>
                  <a:pt x="1446" y="1496"/>
                  <a:pt x="1463" y="1496"/>
                  <a:pt x="1484" y="1496"/>
                </a:cubicBezTo>
                <a:cubicBezTo>
                  <a:pt x="1484" y="1514"/>
                  <a:pt x="1484" y="1532"/>
                  <a:pt x="1484" y="1549"/>
                </a:cubicBezTo>
                <a:cubicBezTo>
                  <a:pt x="1484" y="1797"/>
                  <a:pt x="1484" y="2045"/>
                  <a:pt x="1485" y="2292"/>
                </a:cubicBezTo>
                <a:cubicBezTo>
                  <a:pt x="1485" y="2313"/>
                  <a:pt x="1486" y="2334"/>
                  <a:pt x="1488" y="2354"/>
                </a:cubicBezTo>
                <a:cubicBezTo>
                  <a:pt x="1494" y="2394"/>
                  <a:pt x="1513" y="2425"/>
                  <a:pt x="1540" y="2444"/>
                </a:cubicBezTo>
                <a:cubicBezTo>
                  <a:pt x="1592" y="2464"/>
                  <a:pt x="1592" y="2464"/>
                  <a:pt x="1592" y="2464"/>
                </a:cubicBezTo>
                <a:cubicBezTo>
                  <a:pt x="1603" y="2465"/>
                  <a:pt x="1614" y="2466"/>
                  <a:pt x="1626" y="2465"/>
                </a:cubicBezTo>
                <a:cubicBezTo>
                  <a:pt x="1697" y="2460"/>
                  <a:pt x="1744" y="2411"/>
                  <a:pt x="1745" y="2338"/>
                </a:cubicBezTo>
                <a:cubicBezTo>
                  <a:pt x="1746" y="2133"/>
                  <a:pt x="1745" y="1927"/>
                  <a:pt x="1745" y="1722"/>
                </a:cubicBezTo>
                <a:cubicBezTo>
                  <a:pt x="1745" y="1623"/>
                  <a:pt x="1746" y="1525"/>
                  <a:pt x="1745" y="1427"/>
                </a:cubicBezTo>
                <a:cubicBezTo>
                  <a:pt x="1744" y="1195"/>
                  <a:pt x="1580" y="1027"/>
                  <a:pt x="1348" y="1023"/>
                </a:cubicBezTo>
                <a:cubicBezTo>
                  <a:pt x="1275" y="1022"/>
                  <a:pt x="1203" y="1021"/>
                  <a:pt x="1130" y="1021"/>
                </a:cubicBezTo>
                <a:cubicBezTo>
                  <a:pt x="1130" y="1055"/>
                  <a:pt x="1130" y="1055"/>
                  <a:pt x="1130" y="1055"/>
                </a:cubicBezTo>
                <a:cubicBezTo>
                  <a:pt x="1083" y="1150"/>
                  <a:pt x="1083" y="1150"/>
                  <a:pt x="1083" y="1150"/>
                </a:cubicBezTo>
                <a:cubicBezTo>
                  <a:pt x="1076" y="1169"/>
                  <a:pt x="1076" y="1169"/>
                  <a:pt x="1076" y="1169"/>
                </a:cubicBezTo>
                <a:cubicBezTo>
                  <a:pt x="1121" y="1937"/>
                  <a:pt x="1121" y="1937"/>
                  <a:pt x="1121" y="1937"/>
                </a:cubicBezTo>
                <a:cubicBezTo>
                  <a:pt x="1042" y="2025"/>
                  <a:pt x="1042" y="2025"/>
                  <a:pt x="1042" y="2025"/>
                </a:cubicBezTo>
                <a:cubicBezTo>
                  <a:pt x="1041" y="2024"/>
                  <a:pt x="1041" y="2024"/>
                  <a:pt x="1041" y="2024"/>
                </a:cubicBezTo>
                <a:cubicBezTo>
                  <a:pt x="1040" y="2025"/>
                  <a:pt x="1040" y="2025"/>
                  <a:pt x="1040" y="2025"/>
                </a:cubicBezTo>
                <a:cubicBezTo>
                  <a:pt x="961" y="1937"/>
                  <a:pt x="961" y="1937"/>
                  <a:pt x="961" y="1937"/>
                </a:cubicBezTo>
                <a:cubicBezTo>
                  <a:pt x="1006" y="1169"/>
                  <a:pt x="1006" y="1169"/>
                  <a:pt x="1006" y="1169"/>
                </a:cubicBezTo>
                <a:cubicBezTo>
                  <a:pt x="998" y="1150"/>
                  <a:pt x="998" y="1150"/>
                  <a:pt x="998" y="1150"/>
                </a:cubicBezTo>
                <a:cubicBezTo>
                  <a:pt x="952" y="1055"/>
                  <a:pt x="952" y="1055"/>
                  <a:pt x="952" y="1055"/>
                </a:cubicBezTo>
                <a:cubicBezTo>
                  <a:pt x="952" y="1021"/>
                  <a:pt x="952" y="1021"/>
                  <a:pt x="952" y="1021"/>
                </a:cubicBezTo>
                <a:cubicBezTo>
                  <a:pt x="883" y="1021"/>
                  <a:pt x="814" y="1021"/>
                  <a:pt x="745" y="1022"/>
                </a:cubicBezTo>
                <a:cubicBezTo>
                  <a:pt x="540" y="1024"/>
                  <a:pt x="400" y="1139"/>
                  <a:pt x="352" y="1338"/>
                </a:cubicBezTo>
                <a:cubicBezTo>
                  <a:pt x="351" y="1344"/>
                  <a:pt x="348" y="1349"/>
                  <a:pt x="345" y="1354"/>
                </a:cubicBezTo>
                <a:cubicBezTo>
                  <a:pt x="345" y="1694"/>
                  <a:pt x="345" y="2035"/>
                  <a:pt x="345" y="2375"/>
                </a:cubicBezTo>
                <a:cubicBezTo>
                  <a:pt x="368" y="2413"/>
                  <a:pt x="391" y="2449"/>
                  <a:pt x="438" y="2461"/>
                </a:cubicBezTo>
                <a:cubicBezTo>
                  <a:pt x="526" y="2482"/>
                  <a:pt x="597" y="2432"/>
                  <a:pt x="607" y="2342"/>
                </a:cubicBezTo>
                <a:cubicBezTo>
                  <a:pt x="609" y="2322"/>
                  <a:pt x="608" y="2301"/>
                  <a:pt x="608" y="2280"/>
                </a:cubicBezTo>
                <a:cubicBezTo>
                  <a:pt x="608" y="2035"/>
                  <a:pt x="608" y="1790"/>
                  <a:pt x="608" y="1545"/>
                </a:cubicBezTo>
                <a:cubicBezTo>
                  <a:pt x="608" y="1529"/>
                  <a:pt x="608" y="1514"/>
                  <a:pt x="608" y="1495"/>
                </a:cubicBezTo>
                <a:cubicBezTo>
                  <a:pt x="629" y="1495"/>
                  <a:pt x="646" y="1495"/>
                  <a:pt x="668" y="1495"/>
                </a:cubicBezTo>
                <a:cubicBezTo>
                  <a:pt x="668" y="1516"/>
                  <a:pt x="668" y="1535"/>
                  <a:pt x="668" y="1553"/>
                </a:cubicBezTo>
                <a:cubicBezTo>
                  <a:pt x="668" y="1895"/>
                  <a:pt x="668" y="2236"/>
                  <a:pt x="668" y="2577"/>
                </a:cubicBezTo>
                <a:cubicBezTo>
                  <a:pt x="1006" y="2244"/>
                  <a:pt x="1006" y="2244"/>
                  <a:pt x="1006" y="2244"/>
                </a:cubicBezTo>
                <a:lnTo>
                  <a:pt x="1427" y="2402"/>
                </a:lnTo>
                <a:close/>
                <a:moveTo>
                  <a:pt x="1016" y="956"/>
                </a:moveTo>
                <a:cubicBezTo>
                  <a:pt x="1148" y="968"/>
                  <a:pt x="1272" y="895"/>
                  <a:pt x="1323" y="774"/>
                </a:cubicBezTo>
                <a:cubicBezTo>
                  <a:pt x="1375" y="651"/>
                  <a:pt x="1341" y="510"/>
                  <a:pt x="1233" y="426"/>
                </a:cubicBezTo>
                <a:cubicBezTo>
                  <a:pt x="1195" y="397"/>
                  <a:pt x="1146" y="381"/>
                  <a:pt x="1103" y="359"/>
                </a:cubicBezTo>
                <a:cubicBezTo>
                  <a:pt x="1064" y="359"/>
                  <a:pt x="1026" y="359"/>
                  <a:pt x="988" y="359"/>
                </a:cubicBezTo>
                <a:cubicBezTo>
                  <a:pt x="975" y="364"/>
                  <a:pt x="963" y="371"/>
                  <a:pt x="949" y="376"/>
                </a:cubicBezTo>
                <a:cubicBezTo>
                  <a:pt x="810" y="422"/>
                  <a:pt x="722" y="576"/>
                  <a:pt x="753" y="718"/>
                </a:cubicBezTo>
                <a:cubicBezTo>
                  <a:pt x="781" y="846"/>
                  <a:pt x="891" y="945"/>
                  <a:pt x="1016" y="956"/>
                </a:cubicBezTo>
                <a:close/>
                <a:moveTo>
                  <a:pt x="4283" y="1421"/>
                </a:moveTo>
                <a:cubicBezTo>
                  <a:pt x="3383" y="1507"/>
                  <a:pt x="3383" y="1507"/>
                  <a:pt x="3383" y="1507"/>
                </a:cubicBezTo>
                <a:cubicBezTo>
                  <a:pt x="3412" y="1812"/>
                  <a:pt x="3412" y="1812"/>
                  <a:pt x="3412" y="1812"/>
                </a:cubicBezTo>
                <a:cubicBezTo>
                  <a:pt x="3780" y="1777"/>
                  <a:pt x="3780" y="1777"/>
                  <a:pt x="3780" y="1777"/>
                </a:cubicBezTo>
                <a:cubicBezTo>
                  <a:pt x="3285" y="2343"/>
                  <a:pt x="3285" y="2343"/>
                  <a:pt x="3285" y="2343"/>
                </a:cubicBezTo>
                <a:cubicBezTo>
                  <a:pt x="3022" y="2262"/>
                  <a:pt x="3022" y="2262"/>
                  <a:pt x="3022" y="2262"/>
                </a:cubicBezTo>
                <a:cubicBezTo>
                  <a:pt x="2635" y="2143"/>
                  <a:pt x="2635" y="2143"/>
                  <a:pt x="2635" y="2143"/>
                </a:cubicBezTo>
                <a:cubicBezTo>
                  <a:pt x="2263" y="2537"/>
                  <a:pt x="2263" y="2537"/>
                  <a:pt x="2263" y="2537"/>
                </a:cubicBezTo>
                <a:cubicBezTo>
                  <a:pt x="2045" y="2767"/>
                  <a:pt x="2045" y="2767"/>
                  <a:pt x="2045" y="2767"/>
                </a:cubicBezTo>
                <a:cubicBezTo>
                  <a:pt x="1590" y="2597"/>
                  <a:pt x="1590" y="2597"/>
                  <a:pt x="1590" y="2597"/>
                </a:cubicBezTo>
                <a:cubicBezTo>
                  <a:pt x="1570" y="2594"/>
                  <a:pt x="1553" y="2587"/>
                  <a:pt x="1538" y="2577"/>
                </a:cubicBezTo>
                <a:cubicBezTo>
                  <a:pt x="1425" y="2535"/>
                  <a:pt x="1425" y="2535"/>
                  <a:pt x="1425" y="2535"/>
                </a:cubicBezTo>
                <a:cubicBezTo>
                  <a:pt x="1003" y="2377"/>
                  <a:pt x="1003" y="2377"/>
                  <a:pt x="1003" y="2377"/>
                </a:cubicBezTo>
                <a:cubicBezTo>
                  <a:pt x="666" y="2710"/>
                  <a:pt x="666" y="2710"/>
                  <a:pt x="666" y="2710"/>
                </a:cubicBezTo>
                <a:cubicBezTo>
                  <a:pt x="0" y="3368"/>
                  <a:pt x="0" y="3368"/>
                  <a:pt x="0" y="3368"/>
                </a:cubicBezTo>
                <a:cubicBezTo>
                  <a:pt x="236" y="3607"/>
                  <a:pt x="236" y="3607"/>
                  <a:pt x="236" y="3607"/>
                </a:cubicBezTo>
                <a:cubicBezTo>
                  <a:pt x="666" y="3184"/>
                  <a:pt x="666" y="3184"/>
                  <a:pt x="666" y="3184"/>
                </a:cubicBezTo>
                <a:cubicBezTo>
                  <a:pt x="1014" y="2840"/>
                  <a:pt x="1014" y="2840"/>
                  <a:pt x="1014" y="2840"/>
                </a:cubicBezTo>
                <a:cubicBezTo>
                  <a:pt x="1074" y="2781"/>
                  <a:pt x="1074" y="2781"/>
                  <a:pt x="1074" y="2781"/>
                </a:cubicBezTo>
                <a:cubicBezTo>
                  <a:pt x="1087" y="2768"/>
                  <a:pt x="1087" y="2768"/>
                  <a:pt x="1087" y="2768"/>
                </a:cubicBezTo>
                <a:cubicBezTo>
                  <a:pt x="1425" y="2895"/>
                  <a:pt x="1425" y="2895"/>
                  <a:pt x="1425" y="2895"/>
                </a:cubicBezTo>
                <a:cubicBezTo>
                  <a:pt x="2137" y="3162"/>
                  <a:pt x="2137" y="3162"/>
                  <a:pt x="2137" y="3162"/>
                </a:cubicBezTo>
                <a:cubicBezTo>
                  <a:pt x="2263" y="3028"/>
                  <a:pt x="2263" y="3028"/>
                  <a:pt x="2263" y="3028"/>
                </a:cubicBezTo>
                <a:cubicBezTo>
                  <a:pt x="2611" y="2659"/>
                  <a:pt x="2611" y="2659"/>
                  <a:pt x="2611" y="2659"/>
                </a:cubicBezTo>
                <a:cubicBezTo>
                  <a:pt x="2671" y="2595"/>
                  <a:pt x="2671" y="2595"/>
                  <a:pt x="2671" y="2595"/>
                </a:cubicBezTo>
                <a:cubicBezTo>
                  <a:pt x="2736" y="2527"/>
                  <a:pt x="2736" y="2527"/>
                  <a:pt x="2736" y="2527"/>
                </a:cubicBezTo>
                <a:cubicBezTo>
                  <a:pt x="3022" y="2615"/>
                  <a:pt x="3022" y="2615"/>
                  <a:pt x="3022" y="2615"/>
                </a:cubicBezTo>
                <a:cubicBezTo>
                  <a:pt x="3394" y="2730"/>
                  <a:pt x="3394" y="2730"/>
                  <a:pt x="3394" y="2730"/>
                </a:cubicBezTo>
                <a:cubicBezTo>
                  <a:pt x="4030" y="2003"/>
                  <a:pt x="4030" y="2003"/>
                  <a:pt x="4030" y="2003"/>
                </a:cubicBezTo>
                <a:cubicBezTo>
                  <a:pt x="4061" y="2323"/>
                  <a:pt x="4061" y="2323"/>
                  <a:pt x="4061" y="2323"/>
                </a:cubicBezTo>
                <a:cubicBezTo>
                  <a:pt x="4366" y="2294"/>
                  <a:pt x="4366" y="2294"/>
                  <a:pt x="4366" y="2294"/>
                </a:cubicBezTo>
                <a:lnTo>
                  <a:pt x="4283" y="1421"/>
                </a:lnTo>
                <a:close/>
                <a:moveTo>
                  <a:pt x="1590" y="2597"/>
                </a:moveTo>
                <a:cubicBezTo>
                  <a:pt x="1538" y="2577"/>
                  <a:pt x="1538" y="2577"/>
                  <a:pt x="1538" y="2577"/>
                </a:cubicBezTo>
                <a:cubicBezTo>
                  <a:pt x="1553" y="2587"/>
                  <a:pt x="1570" y="2594"/>
                  <a:pt x="1590" y="2597"/>
                </a:cubicBezTo>
                <a:close/>
                <a:moveTo>
                  <a:pt x="3342" y="1069"/>
                </a:moveTo>
                <a:cubicBezTo>
                  <a:pt x="3341" y="836"/>
                  <a:pt x="3178" y="668"/>
                  <a:pt x="2945" y="665"/>
                </a:cubicBezTo>
                <a:cubicBezTo>
                  <a:pt x="2873" y="663"/>
                  <a:pt x="2800" y="663"/>
                  <a:pt x="2727" y="663"/>
                </a:cubicBezTo>
                <a:cubicBezTo>
                  <a:pt x="2727" y="697"/>
                  <a:pt x="2727" y="697"/>
                  <a:pt x="2727" y="697"/>
                </a:cubicBezTo>
                <a:cubicBezTo>
                  <a:pt x="2681" y="791"/>
                  <a:pt x="2681" y="791"/>
                  <a:pt x="2681" y="791"/>
                </a:cubicBezTo>
                <a:cubicBezTo>
                  <a:pt x="2673" y="811"/>
                  <a:pt x="2673" y="811"/>
                  <a:pt x="2673" y="811"/>
                </a:cubicBezTo>
                <a:cubicBezTo>
                  <a:pt x="2718" y="1578"/>
                  <a:pt x="2718" y="1578"/>
                  <a:pt x="2718" y="1578"/>
                </a:cubicBezTo>
                <a:cubicBezTo>
                  <a:pt x="2639" y="1667"/>
                  <a:pt x="2639" y="1667"/>
                  <a:pt x="2639" y="1667"/>
                </a:cubicBezTo>
                <a:cubicBezTo>
                  <a:pt x="2638" y="1666"/>
                  <a:pt x="2638" y="1666"/>
                  <a:pt x="2638" y="1666"/>
                </a:cubicBezTo>
                <a:cubicBezTo>
                  <a:pt x="2637" y="1667"/>
                  <a:pt x="2637" y="1667"/>
                  <a:pt x="2637" y="1667"/>
                </a:cubicBezTo>
                <a:cubicBezTo>
                  <a:pt x="2558" y="1578"/>
                  <a:pt x="2558" y="1578"/>
                  <a:pt x="2558" y="1578"/>
                </a:cubicBezTo>
                <a:cubicBezTo>
                  <a:pt x="2603" y="811"/>
                  <a:pt x="2603" y="811"/>
                  <a:pt x="2603" y="811"/>
                </a:cubicBezTo>
                <a:cubicBezTo>
                  <a:pt x="2595" y="791"/>
                  <a:pt x="2595" y="791"/>
                  <a:pt x="2595" y="791"/>
                </a:cubicBezTo>
                <a:cubicBezTo>
                  <a:pt x="2549" y="697"/>
                  <a:pt x="2549" y="697"/>
                  <a:pt x="2549" y="697"/>
                </a:cubicBezTo>
                <a:cubicBezTo>
                  <a:pt x="2549" y="662"/>
                  <a:pt x="2549" y="662"/>
                  <a:pt x="2549" y="662"/>
                </a:cubicBezTo>
                <a:cubicBezTo>
                  <a:pt x="2480" y="663"/>
                  <a:pt x="2411" y="663"/>
                  <a:pt x="2342" y="664"/>
                </a:cubicBezTo>
                <a:cubicBezTo>
                  <a:pt x="2138" y="666"/>
                  <a:pt x="1997" y="781"/>
                  <a:pt x="1950" y="980"/>
                </a:cubicBezTo>
                <a:cubicBezTo>
                  <a:pt x="1948" y="985"/>
                  <a:pt x="1945" y="990"/>
                  <a:pt x="1942" y="995"/>
                </a:cubicBezTo>
                <a:cubicBezTo>
                  <a:pt x="1942" y="1336"/>
                  <a:pt x="1942" y="1676"/>
                  <a:pt x="1942" y="2017"/>
                </a:cubicBezTo>
                <a:cubicBezTo>
                  <a:pt x="1965" y="2055"/>
                  <a:pt x="1988" y="2091"/>
                  <a:pt x="2035" y="2102"/>
                </a:cubicBezTo>
                <a:cubicBezTo>
                  <a:pt x="2124" y="2123"/>
                  <a:pt x="2194" y="2074"/>
                  <a:pt x="2204" y="1984"/>
                </a:cubicBezTo>
                <a:cubicBezTo>
                  <a:pt x="2206" y="1963"/>
                  <a:pt x="2205" y="1942"/>
                  <a:pt x="2205" y="1922"/>
                </a:cubicBezTo>
                <a:cubicBezTo>
                  <a:pt x="2205" y="1677"/>
                  <a:pt x="2205" y="1432"/>
                  <a:pt x="2205" y="1187"/>
                </a:cubicBezTo>
                <a:cubicBezTo>
                  <a:pt x="2205" y="1171"/>
                  <a:pt x="2205" y="1155"/>
                  <a:pt x="2205" y="1137"/>
                </a:cubicBezTo>
                <a:cubicBezTo>
                  <a:pt x="2226" y="1137"/>
                  <a:pt x="2243" y="1137"/>
                  <a:pt x="2265" y="1137"/>
                </a:cubicBezTo>
                <a:cubicBezTo>
                  <a:pt x="2265" y="1158"/>
                  <a:pt x="2265" y="1176"/>
                  <a:pt x="2265" y="1195"/>
                </a:cubicBezTo>
                <a:cubicBezTo>
                  <a:pt x="2265" y="1598"/>
                  <a:pt x="2265" y="2001"/>
                  <a:pt x="2265" y="2404"/>
                </a:cubicBezTo>
                <a:cubicBezTo>
                  <a:pt x="2637" y="2010"/>
                  <a:pt x="2637" y="2010"/>
                  <a:pt x="2637" y="2010"/>
                </a:cubicBezTo>
                <a:cubicBezTo>
                  <a:pt x="3024" y="2129"/>
                  <a:pt x="3024" y="2129"/>
                  <a:pt x="3024" y="2129"/>
                </a:cubicBezTo>
                <a:cubicBezTo>
                  <a:pt x="3024" y="1819"/>
                  <a:pt x="3024" y="1508"/>
                  <a:pt x="3024" y="1198"/>
                </a:cubicBezTo>
                <a:cubicBezTo>
                  <a:pt x="3024" y="1179"/>
                  <a:pt x="3024" y="1160"/>
                  <a:pt x="3024" y="1138"/>
                </a:cubicBezTo>
                <a:cubicBezTo>
                  <a:pt x="3043" y="1138"/>
                  <a:pt x="3060" y="1138"/>
                  <a:pt x="3082" y="1138"/>
                </a:cubicBezTo>
                <a:cubicBezTo>
                  <a:pt x="3082" y="1156"/>
                  <a:pt x="3082" y="1173"/>
                  <a:pt x="3082" y="1190"/>
                </a:cubicBezTo>
                <a:cubicBezTo>
                  <a:pt x="3082" y="1438"/>
                  <a:pt x="3082" y="1686"/>
                  <a:pt x="3082" y="1934"/>
                </a:cubicBezTo>
                <a:cubicBezTo>
                  <a:pt x="3082" y="1955"/>
                  <a:pt x="3083" y="1975"/>
                  <a:pt x="3086" y="1995"/>
                </a:cubicBezTo>
                <a:cubicBezTo>
                  <a:pt x="3096" y="2070"/>
                  <a:pt x="3149" y="2112"/>
                  <a:pt x="3223" y="2106"/>
                </a:cubicBezTo>
                <a:cubicBezTo>
                  <a:pt x="3294" y="2101"/>
                  <a:pt x="3342" y="2053"/>
                  <a:pt x="3342" y="1980"/>
                </a:cubicBezTo>
                <a:cubicBezTo>
                  <a:pt x="3343" y="1774"/>
                  <a:pt x="3342" y="1569"/>
                  <a:pt x="3342" y="1363"/>
                </a:cubicBezTo>
                <a:cubicBezTo>
                  <a:pt x="3342" y="1265"/>
                  <a:pt x="3343" y="1167"/>
                  <a:pt x="3342" y="1069"/>
                </a:cubicBezTo>
                <a:close/>
                <a:moveTo>
                  <a:pt x="2613" y="598"/>
                </a:moveTo>
                <a:cubicBezTo>
                  <a:pt x="2746" y="610"/>
                  <a:pt x="2869" y="537"/>
                  <a:pt x="2920" y="416"/>
                </a:cubicBezTo>
                <a:cubicBezTo>
                  <a:pt x="2972" y="292"/>
                  <a:pt x="2938" y="152"/>
                  <a:pt x="2830" y="68"/>
                </a:cubicBezTo>
                <a:cubicBezTo>
                  <a:pt x="2792" y="38"/>
                  <a:pt x="2744" y="22"/>
                  <a:pt x="2700" y="0"/>
                </a:cubicBezTo>
                <a:cubicBezTo>
                  <a:pt x="2662" y="0"/>
                  <a:pt x="2623" y="0"/>
                  <a:pt x="2585" y="0"/>
                </a:cubicBezTo>
                <a:cubicBezTo>
                  <a:pt x="2572" y="6"/>
                  <a:pt x="2560" y="13"/>
                  <a:pt x="2546" y="17"/>
                </a:cubicBezTo>
                <a:cubicBezTo>
                  <a:pt x="2407" y="64"/>
                  <a:pt x="2319" y="217"/>
                  <a:pt x="2350" y="360"/>
                </a:cubicBezTo>
                <a:cubicBezTo>
                  <a:pt x="2379" y="487"/>
                  <a:pt x="2488" y="586"/>
                  <a:pt x="2613" y="59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pic>
        <p:nvPicPr>
          <p:cNvPr id="830" name="Google Shape;830;p32"/>
          <p:cNvPicPr preferRelativeResize="0"/>
          <p:nvPr/>
        </p:nvPicPr>
        <p:blipFill>
          <a:blip r:embed="rId3">
            <a:alphaModFix/>
          </a:blip>
          <a:stretch>
            <a:fillRect/>
          </a:stretch>
        </p:blipFill>
        <p:spPr>
          <a:xfrm>
            <a:off x="1417774" y="4323576"/>
            <a:ext cx="10674801" cy="6600574"/>
          </a:xfrm>
          <a:prstGeom prst="rect">
            <a:avLst/>
          </a:prstGeom>
          <a:noFill/>
          <a:ln>
            <a:noFill/>
          </a:ln>
        </p:spPr>
      </p:pic>
      <p:cxnSp>
        <p:nvCxnSpPr>
          <p:cNvPr id="831" name="Google Shape;831;p32"/>
          <p:cNvCxnSpPr/>
          <p:nvPr/>
        </p:nvCxnSpPr>
        <p:spPr>
          <a:xfrm>
            <a:off x="14590700" y="7798315"/>
            <a:ext cx="7030800" cy="0"/>
          </a:xfrm>
          <a:prstGeom prst="straightConnector1">
            <a:avLst/>
          </a:prstGeom>
          <a:noFill/>
          <a:ln cap="flat" cmpd="sng" w="76200">
            <a:solidFill>
              <a:schemeClr val="dk2"/>
            </a:solidFill>
            <a:prstDash val="solid"/>
            <a:round/>
            <a:headEnd len="med" w="med" type="oval"/>
            <a:tailEnd len="med" w="med" type="oval"/>
          </a:ln>
        </p:spPr>
      </p:cxnSp>
      <p:cxnSp>
        <p:nvCxnSpPr>
          <p:cNvPr id="832" name="Google Shape;832;p32"/>
          <p:cNvCxnSpPr/>
          <p:nvPr/>
        </p:nvCxnSpPr>
        <p:spPr>
          <a:xfrm>
            <a:off x="18047030" y="4085025"/>
            <a:ext cx="0" cy="7052400"/>
          </a:xfrm>
          <a:prstGeom prst="straightConnector1">
            <a:avLst/>
          </a:prstGeom>
          <a:noFill/>
          <a:ln cap="flat" cmpd="sng" w="76200">
            <a:solidFill>
              <a:schemeClr val="dk2"/>
            </a:solidFill>
            <a:prstDash val="solid"/>
            <a:round/>
            <a:headEnd len="med" w="med" type="oval"/>
            <a:tailEnd len="med" w="med" type="oval"/>
          </a:ln>
        </p:spPr>
      </p:cxnSp>
      <p:sp>
        <p:nvSpPr>
          <p:cNvPr id="833" name="Google Shape;833;p32"/>
          <p:cNvSpPr txBox="1"/>
          <p:nvPr/>
        </p:nvSpPr>
        <p:spPr>
          <a:xfrm>
            <a:off x="15498529" y="3773991"/>
            <a:ext cx="5019300" cy="5910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lang="en-US">
                <a:solidFill>
                  <a:schemeClr val="dk2"/>
                </a:solidFill>
                <a:latin typeface="Lato"/>
                <a:ea typeface="Lato"/>
                <a:cs typeface="Lato"/>
                <a:sym typeface="Lato"/>
              </a:rPr>
              <a:t>Tradicional</a:t>
            </a:r>
            <a:endParaRPr b="0" i="0" u="none" cap="none" strike="noStrike">
              <a:solidFill>
                <a:srgbClr val="000000"/>
              </a:solidFill>
              <a:latin typeface="Arial"/>
              <a:ea typeface="Arial"/>
              <a:cs typeface="Arial"/>
              <a:sym typeface="Arial"/>
            </a:endParaRPr>
          </a:p>
        </p:txBody>
      </p:sp>
      <p:sp>
        <p:nvSpPr>
          <p:cNvPr id="834" name="Google Shape;834;p32"/>
          <p:cNvSpPr txBox="1"/>
          <p:nvPr/>
        </p:nvSpPr>
        <p:spPr>
          <a:xfrm>
            <a:off x="21727501" y="7657575"/>
            <a:ext cx="18240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lang="en-US">
                <a:solidFill>
                  <a:schemeClr val="dk2"/>
                </a:solidFill>
                <a:latin typeface="Lato"/>
                <a:ea typeface="Lato"/>
                <a:cs typeface="Lato"/>
                <a:sym typeface="Lato"/>
              </a:rPr>
              <a:t>Caro</a:t>
            </a:r>
            <a:endParaRPr b="0" i="0" u="none" cap="none" strike="noStrike">
              <a:solidFill>
                <a:srgbClr val="000000"/>
              </a:solidFill>
              <a:latin typeface="Arial"/>
              <a:ea typeface="Arial"/>
              <a:cs typeface="Arial"/>
              <a:sym typeface="Arial"/>
            </a:endParaRPr>
          </a:p>
        </p:txBody>
      </p:sp>
      <p:sp>
        <p:nvSpPr>
          <p:cNvPr id="835" name="Google Shape;835;p32"/>
          <p:cNvSpPr txBox="1"/>
          <p:nvPr/>
        </p:nvSpPr>
        <p:spPr>
          <a:xfrm>
            <a:off x="1753725" y="3834850"/>
            <a:ext cx="2544900" cy="340200"/>
          </a:xfrm>
          <a:prstGeom prst="rect">
            <a:avLst/>
          </a:prstGeom>
          <a:solidFill>
            <a:srgbClr val="D8D8D8"/>
          </a:solid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1800">
                <a:solidFill>
                  <a:schemeClr val="dk2"/>
                </a:solidFill>
                <a:latin typeface="Lato"/>
                <a:ea typeface="Lato"/>
                <a:cs typeface="Lato"/>
                <a:sym typeface="Lato"/>
              </a:rPr>
              <a:t>CUOTA DE MERCADO</a:t>
            </a:r>
            <a:endParaRPr b="0" i="0" sz="1800" u="none" cap="none" strike="noStrike">
              <a:solidFill>
                <a:srgbClr val="000000"/>
              </a:solidFill>
              <a:latin typeface="Arial"/>
              <a:ea typeface="Arial"/>
              <a:cs typeface="Arial"/>
              <a:sym typeface="Arial"/>
            </a:endParaRPr>
          </a:p>
        </p:txBody>
      </p:sp>
      <p:sp>
        <p:nvSpPr>
          <p:cNvPr id="836" name="Google Shape;836;p32"/>
          <p:cNvSpPr txBox="1"/>
          <p:nvPr/>
        </p:nvSpPr>
        <p:spPr>
          <a:xfrm>
            <a:off x="14907025" y="3774000"/>
            <a:ext cx="1626600" cy="340200"/>
          </a:xfrm>
          <a:prstGeom prst="rect">
            <a:avLst/>
          </a:prstGeom>
          <a:solidFill>
            <a:srgbClr val="D8D8D8"/>
          </a:solid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1800">
                <a:solidFill>
                  <a:schemeClr val="dk2"/>
                </a:solidFill>
                <a:latin typeface="Lato"/>
                <a:ea typeface="Lato"/>
                <a:cs typeface="Lato"/>
                <a:sym typeface="Lato"/>
              </a:rPr>
              <a:t>MARCA</a:t>
            </a:r>
            <a:endParaRPr b="0" i="0" sz="1800" u="none" cap="none" strike="noStrike">
              <a:solidFill>
                <a:srgbClr val="000000"/>
              </a:solidFill>
              <a:latin typeface="Arial"/>
              <a:ea typeface="Arial"/>
              <a:cs typeface="Arial"/>
              <a:sym typeface="Arial"/>
            </a:endParaRPr>
          </a:p>
        </p:txBody>
      </p:sp>
      <p:sp>
        <p:nvSpPr>
          <p:cNvPr id="837" name="Google Shape;837;p32"/>
          <p:cNvSpPr txBox="1"/>
          <p:nvPr/>
        </p:nvSpPr>
        <p:spPr>
          <a:xfrm>
            <a:off x="12725026" y="7657575"/>
            <a:ext cx="1759800" cy="5910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None/>
            </a:pPr>
            <a:r>
              <a:rPr b="1" lang="en-US">
                <a:solidFill>
                  <a:schemeClr val="dk2"/>
                </a:solidFill>
                <a:latin typeface="Lato"/>
                <a:ea typeface="Lato"/>
                <a:cs typeface="Lato"/>
                <a:sym typeface="Lato"/>
              </a:rPr>
              <a:t>Barato</a:t>
            </a:r>
            <a:endParaRPr b="0" i="0" u="none" cap="none" strike="noStrike">
              <a:solidFill>
                <a:srgbClr val="000000"/>
              </a:solidFill>
              <a:latin typeface="Arial"/>
              <a:ea typeface="Arial"/>
              <a:cs typeface="Arial"/>
              <a:sym typeface="Arial"/>
            </a:endParaRPr>
          </a:p>
        </p:txBody>
      </p:sp>
      <p:sp>
        <p:nvSpPr>
          <p:cNvPr id="838" name="Google Shape;838;p32"/>
          <p:cNvSpPr txBox="1"/>
          <p:nvPr/>
        </p:nvSpPr>
        <p:spPr>
          <a:xfrm>
            <a:off x="15537379" y="11294741"/>
            <a:ext cx="5019300" cy="5910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lang="en-US">
                <a:solidFill>
                  <a:schemeClr val="dk2"/>
                </a:solidFill>
                <a:latin typeface="Lato"/>
                <a:ea typeface="Lato"/>
                <a:cs typeface="Lato"/>
                <a:sym typeface="Lato"/>
              </a:rPr>
              <a:t>Moderno</a:t>
            </a:r>
            <a:endParaRPr b="0" i="0" u="none" cap="none" strike="noStrike">
              <a:solidFill>
                <a:srgbClr val="000000"/>
              </a:solidFill>
              <a:latin typeface="Arial"/>
              <a:ea typeface="Arial"/>
              <a:cs typeface="Arial"/>
              <a:sym typeface="Arial"/>
            </a:endParaRPr>
          </a:p>
        </p:txBody>
      </p:sp>
      <p:sp>
        <p:nvSpPr>
          <p:cNvPr id="839" name="Google Shape;839;p32"/>
          <p:cNvSpPr txBox="1"/>
          <p:nvPr/>
        </p:nvSpPr>
        <p:spPr>
          <a:xfrm>
            <a:off x="18411075" y="6660088"/>
            <a:ext cx="824700" cy="557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lang="en-US">
                <a:solidFill>
                  <a:schemeClr val="dk2"/>
                </a:solidFill>
                <a:latin typeface="Lato Light"/>
                <a:ea typeface="Lato Light"/>
                <a:cs typeface="Lato Light"/>
                <a:sym typeface="Lato Light"/>
              </a:rPr>
              <a:t>Empresa</a:t>
            </a:r>
            <a:endParaRPr b="0" i="0" u="none" cap="none" strike="noStrike">
              <a:solidFill>
                <a:srgbClr val="000000"/>
              </a:solidFill>
              <a:latin typeface="Arial"/>
              <a:ea typeface="Arial"/>
              <a:cs typeface="Arial"/>
              <a:sym typeface="Arial"/>
            </a:endParaRPr>
          </a:p>
        </p:txBody>
      </p:sp>
      <p:sp>
        <p:nvSpPr>
          <p:cNvPr id="840" name="Google Shape;840;p32"/>
          <p:cNvSpPr txBox="1"/>
          <p:nvPr/>
        </p:nvSpPr>
        <p:spPr>
          <a:xfrm>
            <a:off x="15537376" y="5305075"/>
            <a:ext cx="1235700" cy="557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lang="en-US">
                <a:solidFill>
                  <a:schemeClr val="dk2"/>
                </a:solidFill>
                <a:latin typeface="Lato Light"/>
                <a:ea typeface="Lato Light"/>
                <a:cs typeface="Lato Light"/>
                <a:sym typeface="Lato Light"/>
              </a:rPr>
              <a:t>Competidor 1</a:t>
            </a:r>
            <a:endParaRPr b="0" i="0" u="none" cap="none" strike="noStrike">
              <a:solidFill>
                <a:srgbClr val="000000"/>
              </a:solidFill>
              <a:latin typeface="Arial"/>
              <a:ea typeface="Arial"/>
              <a:cs typeface="Arial"/>
              <a:sym typeface="Arial"/>
            </a:endParaRPr>
          </a:p>
        </p:txBody>
      </p:sp>
      <p:sp>
        <p:nvSpPr>
          <p:cNvPr id="841" name="Google Shape;841;p32"/>
          <p:cNvSpPr txBox="1"/>
          <p:nvPr/>
        </p:nvSpPr>
        <p:spPr>
          <a:xfrm>
            <a:off x="19535501" y="9333875"/>
            <a:ext cx="1235700" cy="557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lang="en-US">
                <a:solidFill>
                  <a:schemeClr val="dk2"/>
                </a:solidFill>
                <a:latin typeface="Lato Light"/>
                <a:ea typeface="Lato Light"/>
                <a:cs typeface="Lato Light"/>
                <a:sym typeface="Lato Light"/>
              </a:rPr>
              <a:t>Competidor 2</a:t>
            </a:r>
            <a:endParaRPr b="0" i="0" u="none" cap="none" strike="noStrike">
              <a:solidFill>
                <a:srgbClr val="000000"/>
              </a:solidFill>
              <a:latin typeface="Arial"/>
              <a:ea typeface="Arial"/>
              <a:cs typeface="Arial"/>
              <a:sym typeface="Arial"/>
            </a:endParaRPr>
          </a:p>
        </p:txBody>
      </p:sp>
      <p:sp>
        <p:nvSpPr>
          <p:cNvPr id="842" name="Google Shape;842;p32"/>
          <p:cNvSpPr txBox="1"/>
          <p:nvPr/>
        </p:nvSpPr>
        <p:spPr>
          <a:xfrm>
            <a:off x="16012401" y="8981725"/>
            <a:ext cx="1235700" cy="557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lang="en-US">
                <a:solidFill>
                  <a:schemeClr val="dk2"/>
                </a:solidFill>
                <a:latin typeface="Lato Light"/>
                <a:ea typeface="Lato Light"/>
                <a:cs typeface="Lato Light"/>
                <a:sym typeface="Lato Light"/>
              </a:rPr>
              <a:t>Competidor 3</a:t>
            </a:r>
            <a:endParaRPr b="0" i="0" u="none" cap="none" strike="noStrike">
              <a:solidFill>
                <a:srgbClr val="000000"/>
              </a:solidFill>
              <a:latin typeface="Arial"/>
              <a:ea typeface="Arial"/>
              <a:cs typeface="Arial"/>
              <a:sym typeface="Arial"/>
            </a:endParaRPr>
          </a:p>
        </p:txBody>
      </p:sp>
      <p:sp>
        <p:nvSpPr>
          <p:cNvPr id="843" name="Google Shape;843;p32"/>
          <p:cNvSpPr txBox="1"/>
          <p:nvPr/>
        </p:nvSpPr>
        <p:spPr>
          <a:xfrm>
            <a:off x="16625826" y="8299913"/>
            <a:ext cx="1235700" cy="557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lang="en-US">
                <a:solidFill>
                  <a:schemeClr val="dk2"/>
                </a:solidFill>
                <a:latin typeface="Lato Light"/>
                <a:ea typeface="Lato Light"/>
                <a:cs typeface="Lato Light"/>
                <a:sym typeface="Lato Light"/>
              </a:rPr>
              <a:t>Competidor 4</a:t>
            </a:r>
            <a:endParaRPr b="0" i="0" u="none" cap="none" strike="noStrike">
              <a:solidFill>
                <a:srgbClr val="000000"/>
              </a:solidFill>
              <a:latin typeface="Arial"/>
              <a:ea typeface="Arial"/>
              <a:cs typeface="Arial"/>
              <a:sym typeface="Arial"/>
            </a:endParaRPr>
          </a:p>
        </p:txBody>
      </p:sp>
      <p:sp>
        <p:nvSpPr>
          <p:cNvPr id="844" name="Google Shape;844;p32"/>
          <p:cNvSpPr/>
          <p:nvPr/>
        </p:nvSpPr>
        <p:spPr>
          <a:xfrm>
            <a:off x="16702025" y="5349425"/>
            <a:ext cx="184200" cy="184200"/>
          </a:xfrm>
          <a:prstGeom prst="ellipse">
            <a:avLst/>
          </a:prstGeom>
          <a:solidFill>
            <a:schemeClr val="accent1"/>
          </a:solid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2"/>
          <p:cNvSpPr/>
          <p:nvPr/>
        </p:nvSpPr>
        <p:spPr>
          <a:xfrm>
            <a:off x="19172450" y="6660100"/>
            <a:ext cx="184200" cy="184200"/>
          </a:xfrm>
          <a:prstGeom prst="ellipse">
            <a:avLst/>
          </a:prstGeom>
          <a:solidFill>
            <a:schemeClr val="accent6"/>
          </a:solid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32"/>
          <p:cNvSpPr/>
          <p:nvPr/>
        </p:nvSpPr>
        <p:spPr>
          <a:xfrm>
            <a:off x="17762425" y="8299925"/>
            <a:ext cx="184200" cy="184200"/>
          </a:xfrm>
          <a:prstGeom prst="ellipse">
            <a:avLst/>
          </a:prstGeom>
          <a:solidFill>
            <a:schemeClr val="accent2"/>
          </a:solid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32"/>
          <p:cNvSpPr/>
          <p:nvPr/>
        </p:nvSpPr>
        <p:spPr>
          <a:xfrm>
            <a:off x="15750475" y="8981725"/>
            <a:ext cx="184200" cy="184200"/>
          </a:xfrm>
          <a:prstGeom prst="ellipse">
            <a:avLst/>
          </a:prstGeom>
          <a:solidFill>
            <a:schemeClr val="accent3"/>
          </a:solid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32"/>
          <p:cNvSpPr/>
          <p:nvPr/>
        </p:nvSpPr>
        <p:spPr>
          <a:xfrm>
            <a:off x="19296650" y="9355225"/>
            <a:ext cx="184200" cy="184200"/>
          </a:xfrm>
          <a:prstGeom prst="ellipse">
            <a:avLst/>
          </a:prstGeom>
          <a:solidFill>
            <a:schemeClr val="accent4"/>
          </a:solid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53" name="Shape 853"/>
        <p:cNvGrpSpPr/>
        <p:nvPr/>
      </p:nvGrpSpPr>
      <p:grpSpPr>
        <a:xfrm>
          <a:off x="0" y="0"/>
          <a:ext cx="0" cy="0"/>
          <a:chOff x="0" y="0"/>
          <a:chExt cx="0" cy="0"/>
        </a:xfrm>
      </p:grpSpPr>
      <p:sp>
        <p:nvSpPr>
          <p:cNvPr id="854" name="Google Shape;854;p33"/>
          <p:cNvSpPr txBox="1"/>
          <p:nvPr>
            <p:ph idx="1" type="body"/>
          </p:nvPr>
        </p:nvSpPr>
        <p:spPr>
          <a:xfrm>
            <a:off x="2019300" y="2090814"/>
            <a:ext cx="20688300" cy="492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Debilidades, Amenazas, Fortalezas y Oportunidades de tu empresa</a:t>
            </a:r>
            <a:endParaRPr/>
          </a:p>
        </p:txBody>
      </p:sp>
      <p:sp>
        <p:nvSpPr>
          <p:cNvPr id="855" name="Google Shape;855;p33"/>
          <p:cNvSpPr txBox="1"/>
          <p:nvPr>
            <p:ph type="title"/>
          </p:nvPr>
        </p:nvSpPr>
        <p:spPr>
          <a:xfrm>
            <a:off x="2019300" y="723900"/>
            <a:ext cx="20688300" cy="135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Análisis DAFO</a:t>
            </a:r>
            <a:endParaRPr/>
          </a:p>
        </p:txBody>
      </p:sp>
      <p:sp>
        <p:nvSpPr>
          <p:cNvPr id="856" name="Google Shape;856;p33"/>
          <p:cNvSpPr/>
          <p:nvPr/>
        </p:nvSpPr>
        <p:spPr>
          <a:xfrm>
            <a:off x="1676425" y="3523650"/>
            <a:ext cx="10227000" cy="4325400"/>
          </a:xfrm>
          <a:prstGeom prst="roundRect">
            <a:avLst>
              <a:gd fmla="val 38537" name="adj"/>
            </a:avLst>
          </a:prstGeom>
          <a:solidFill>
            <a:srgbClr val="E9E9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857" name="Google Shape;857;p33"/>
          <p:cNvSpPr/>
          <p:nvPr/>
        </p:nvSpPr>
        <p:spPr>
          <a:xfrm>
            <a:off x="1676413" y="3280525"/>
            <a:ext cx="3409960" cy="2644770"/>
          </a:xfrm>
          <a:custGeom>
            <a:rect b="b" l="l" r="r" t="t"/>
            <a:pathLst>
              <a:path extrusionOk="0" h="6353" w="8195">
                <a:moveTo>
                  <a:pt x="5817" y="3974"/>
                </a:moveTo>
                <a:cubicBezTo>
                  <a:pt x="5817" y="1097"/>
                  <a:pt x="5817" y="1097"/>
                  <a:pt x="5817" y="1097"/>
                </a:cubicBezTo>
                <a:cubicBezTo>
                  <a:pt x="5817" y="491"/>
                  <a:pt x="5326" y="0"/>
                  <a:pt x="4720" y="0"/>
                </a:cubicBezTo>
                <a:cubicBezTo>
                  <a:pt x="1098" y="0"/>
                  <a:pt x="1098" y="0"/>
                  <a:pt x="1098" y="0"/>
                </a:cubicBezTo>
                <a:cubicBezTo>
                  <a:pt x="492" y="0"/>
                  <a:pt x="0" y="491"/>
                  <a:pt x="0" y="1097"/>
                </a:cubicBezTo>
                <a:cubicBezTo>
                  <a:pt x="0" y="3974"/>
                  <a:pt x="0" y="3974"/>
                  <a:pt x="0" y="3974"/>
                </a:cubicBezTo>
                <a:cubicBezTo>
                  <a:pt x="0" y="5288"/>
                  <a:pt x="1066" y="6353"/>
                  <a:pt x="2379" y="6353"/>
                </a:cubicBezTo>
                <a:cubicBezTo>
                  <a:pt x="8195" y="6353"/>
                  <a:pt x="8195" y="6353"/>
                  <a:pt x="8195" y="6353"/>
                </a:cubicBezTo>
                <a:cubicBezTo>
                  <a:pt x="6882" y="6353"/>
                  <a:pt x="5817" y="5288"/>
                  <a:pt x="5817" y="3974"/>
                </a:cubicBezTo>
                <a:close/>
              </a:path>
            </a:pathLst>
          </a:custGeom>
          <a:solidFill>
            <a:schemeClr val="accent1"/>
          </a:solidFill>
          <a:ln>
            <a:noFill/>
          </a:ln>
          <a:effectLst>
            <a:outerShdw blurRad="50800" rotWithShape="0" algn="l"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58" name="Google Shape;858;p33"/>
          <p:cNvSpPr txBox="1"/>
          <p:nvPr/>
        </p:nvSpPr>
        <p:spPr>
          <a:xfrm>
            <a:off x="1860438" y="3866162"/>
            <a:ext cx="1858500" cy="1354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800"/>
              <a:buFont typeface="Arial"/>
              <a:buNone/>
            </a:pPr>
            <a:r>
              <a:rPr b="1" lang="en-US" sz="8800">
                <a:solidFill>
                  <a:schemeClr val="lt1"/>
                </a:solidFill>
                <a:latin typeface="Lato"/>
                <a:ea typeface="Lato"/>
                <a:cs typeface="Lato"/>
                <a:sym typeface="Lato"/>
              </a:rPr>
              <a:t>D</a:t>
            </a:r>
            <a:endParaRPr b="0" i="0" sz="1400" u="none" cap="none" strike="noStrike">
              <a:solidFill>
                <a:srgbClr val="000000"/>
              </a:solidFill>
              <a:latin typeface="Arial"/>
              <a:ea typeface="Arial"/>
              <a:cs typeface="Arial"/>
              <a:sym typeface="Arial"/>
            </a:endParaRPr>
          </a:p>
        </p:txBody>
      </p:sp>
      <p:sp>
        <p:nvSpPr>
          <p:cNvPr id="859" name="Google Shape;859;p33"/>
          <p:cNvSpPr txBox="1"/>
          <p:nvPr/>
        </p:nvSpPr>
        <p:spPr>
          <a:xfrm>
            <a:off x="5086375" y="3941725"/>
            <a:ext cx="6323100" cy="4059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t/>
            </a:r>
            <a:endParaRPr b="1" i="0" sz="1600" u="none" cap="none" strike="noStrike">
              <a:solidFill>
                <a:schemeClr val="dk2"/>
              </a:solidFill>
              <a:latin typeface="Lato"/>
              <a:ea typeface="Lato"/>
              <a:cs typeface="Lato"/>
              <a:sym typeface="Lato"/>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Incluye aquí las debilidades internas</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p:txBody>
      </p:sp>
      <p:sp>
        <p:nvSpPr>
          <p:cNvPr id="860" name="Google Shape;860;p33"/>
          <p:cNvSpPr/>
          <p:nvPr/>
        </p:nvSpPr>
        <p:spPr>
          <a:xfrm>
            <a:off x="12588000" y="3523650"/>
            <a:ext cx="10135500" cy="4325400"/>
          </a:xfrm>
          <a:prstGeom prst="roundRect">
            <a:avLst>
              <a:gd fmla="val 38537" name="adj"/>
            </a:avLst>
          </a:prstGeom>
          <a:solidFill>
            <a:srgbClr val="E9E9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861" name="Google Shape;861;p33"/>
          <p:cNvSpPr/>
          <p:nvPr/>
        </p:nvSpPr>
        <p:spPr>
          <a:xfrm>
            <a:off x="12587995" y="3280525"/>
            <a:ext cx="3409960" cy="2644770"/>
          </a:xfrm>
          <a:custGeom>
            <a:rect b="b" l="l" r="r" t="t"/>
            <a:pathLst>
              <a:path extrusionOk="0" h="6353" w="8195">
                <a:moveTo>
                  <a:pt x="5817" y="3974"/>
                </a:moveTo>
                <a:cubicBezTo>
                  <a:pt x="5817" y="1097"/>
                  <a:pt x="5817" y="1097"/>
                  <a:pt x="5817" y="1097"/>
                </a:cubicBezTo>
                <a:cubicBezTo>
                  <a:pt x="5817" y="491"/>
                  <a:pt x="5326" y="0"/>
                  <a:pt x="4720" y="0"/>
                </a:cubicBezTo>
                <a:cubicBezTo>
                  <a:pt x="1098" y="0"/>
                  <a:pt x="1098" y="0"/>
                  <a:pt x="1098" y="0"/>
                </a:cubicBezTo>
                <a:cubicBezTo>
                  <a:pt x="492" y="0"/>
                  <a:pt x="0" y="491"/>
                  <a:pt x="0" y="1097"/>
                </a:cubicBezTo>
                <a:cubicBezTo>
                  <a:pt x="0" y="3974"/>
                  <a:pt x="0" y="3974"/>
                  <a:pt x="0" y="3974"/>
                </a:cubicBezTo>
                <a:cubicBezTo>
                  <a:pt x="0" y="5288"/>
                  <a:pt x="1066" y="6353"/>
                  <a:pt x="2379" y="6353"/>
                </a:cubicBezTo>
                <a:cubicBezTo>
                  <a:pt x="8195" y="6353"/>
                  <a:pt x="8195" y="6353"/>
                  <a:pt x="8195" y="6353"/>
                </a:cubicBezTo>
                <a:cubicBezTo>
                  <a:pt x="6882" y="6353"/>
                  <a:pt x="5817" y="5288"/>
                  <a:pt x="5817" y="3974"/>
                </a:cubicBezTo>
                <a:close/>
              </a:path>
            </a:pathLst>
          </a:custGeom>
          <a:solidFill>
            <a:schemeClr val="accent2"/>
          </a:solidFill>
          <a:ln>
            <a:noFill/>
          </a:ln>
          <a:effectLst>
            <a:outerShdw blurRad="50800" rotWithShape="0" algn="l"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62" name="Google Shape;862;p33"/>
          <p:cNvSpPr txBox="1"/>
          <p:nvPr/>
        </p:nvSpPr>
        <p:spPr>
          <a:xfrm>
            <a:off x="12772022" y="3866162"/>
            <a:ext cx="1858500" cy="1354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800"/>
              <a:buFont typeface="Arial"/>
              <a:buNone/>
            </a:pPr>
            <a:r>
              <a:rPr b="1" lang="en-US" sz="8800">
                <a:solidFill>
                  <a:schemeClr val="lt1"/>
                </a:solidFill>
                <a:latin typeface="Lato"/>
                <a:ea typeface="Lato"/>
                <a:cs typeface="Lato"/>
                <a:sym typeface="Lato"/>
              </a:rPr>
              <a:t>A</a:t>
            </a:r>
            <a:endParaRPr b="0" i="0" sz="1400" u="none" cap="none" strike="noStrike">
              <a:solidFill>
                <a:srgbClr val="000000"/>
              </a:solidFill>
              <a:latin typeface="Arial"/>
              <a:ea typeface="Arial"/>
              <a:cs typeface="Arial"/>
              <a:sym typeface="Arial"/>
            </a:endParaRPr>
          </a:p>
        </p:txBody>
      </p:sp>
      <p:sp>
        <p:nvSpPr>
          <p:cNvPr id="863" name="Google Shape;863;p33"/>
          <p:cNvSpPr/>
          <p:nvPr/>
        </p:nvSpPr>
        <p:spPr>
          <a:xfrm>
            <a:off x="1676425" y="8364775"/>
            <a:ext cx="10227000" cy="4391700"/>
          </a:xfrm>
          <a:prstGeom prst="roundRect">
            <a:avLst>
              <a:gd fmla="val 38537" name="adj"/>
            </a:avLst>
          </a:prstGeom>
          <a:solidFill>
            <a:srgbClr val="E9E9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864" name="Google Shape;864;p33"/>
          <p:cNvSpPr/>
          <p:nvPr/>
        </p:nvSpPr>
        <p:spPr>
          <a:xfrm>
            <a:off x="1676413" y="8121657"/>
            <a:ext cx="3409960" cy="2644770"/>
          </a:xfrm>
          <a:custGeom>
            <a:rect b="b" l="l" r="r" t="t"/>
            <a:pathLst>
              <a:path extrusionOk="0" h="6353" w="8195">
                <a:moveTo>
                  <a:pt x="5817" y="3974"/>
                </a:moveTo>
                <a:cubicBezTo>
                  <a:pt x="5817" y="1097"/>
                  <a:pt x="5817" y="1097"/>
                  <a:pt x="5817" y="1097"/>
                </a:cubicBezTo>
                <a:cubicBezTo>
                  <a:pt x="5817" y="491"/>
                  <a:pt x="5326" y="0"/>
                  <a:pt x="4720" y="0"/>
                </a:cubicBezTo>
                <a:cubicBezTo>
                  <a:pt x="1098" y="0"/>
                  <a:pt x="1098" y="0"/>
                  <a:pt x="1098" y="0"/>
                </a:cubicBezTo>
                <a:cubicBezTo>
                  <a:pt x="492" y="0"/>
                  <a:pt x="0" y="491"/>
                  <a:pt x="0" y="1097"/>
                </a:cubicBezTo>
                <a:cubicBezTo>
                  <a:pt x="0" y="3974"/>
                  <a:pt x="0" y="3974"/>
                  <a:pt x="0" y="3974"/>
                </a:cubicBezTo>
                <a:cubicBezTo>
                  <a:pt x="0" y="5288"/>
                  <a:pt x="1066" y="6353"/>
                  <a:pt x="2379" y="6353"/>
                </a:cubicBezTo>
                <a:cubicBezTo>
                  <a:pt x="8195" y="6353"/>
                  <a:pt x="8195" y="6353"/>
                  <a:pt x="8195" y="6353"/>
                </a:cubicBezTo>
                <a:cubicBezTo>
                  <a:pt x="6882" y="6353"/>
                  <a:pt x="5817" y="5288"/>
                  <a:pt x="5817" y="3974"/>
                </a:cubicBezTo>
                <a:close/>
              </a:path>
            </a:pathLst>
          </a:custGeom>
          <a:solidFill>
            <a:schemeClr val="accent3"/>
          </a:solidFill>
          <a:ln>
            <a:noFill/>
          </a:ln>
          <a:effectLst>
            <a:outerShdw blurRad="50800" rotWithShape="0" algn="l"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65" name="Google Shape;865;p33"/>
          <p:cNvSpPr txBox="1"/>
          <p:nvPr/>
        </p:nvSpPr>
        <p:spPr>
          <a:xfrm>
            <a:off x="1860438" y="8707294"/>
            <a:ext cx="1858500" cy="1354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800"/>
              <a:buFont typeface="Arial"/>
              <a:buNone/>
            </a:pPr>
            <a:r>
              <a:rPr b="1" lang="en-US" sz="8800">
                <a:solidFill>
                  <a:schemeClr val="lt1"/>
                </a:solidFill>
                <a:latin typeface="Lato"/>
                <a:ea typeface="Lato"/>
                <a:cs typeface="Lato"/>
                <a:sym typeface="Lato"/>
              </a:rPr>
              <a:t>F</a:t>
            </a:r>
            <a:endParaRPr b="0" i="0" sz="1400" u="none" cap="none" strike="noStrike">
              <a:solidFill>
                <a:srgbClr val="000000"/>
              </a:solidFill>
              <a:latin typeface="Arial"/>
              <a:ea typeface="Arial"/>
              <a:cs typeface="Arial"/>
              <a:sym typeface="Arial"/>
            </a:endParaRPr>
          </a:p>
        </p:txBody>
      </p:sp>
      <p:sp>
        <p:nvSpPr>
          <p:cNvPr id="866" name="Google Shape;866;p33"/>
          <p:cNvSpPr/>
          <p:nvPr/>
        </p:nvSpPr>
        <p:spPr>
          <a:xfrm>
            <a:off x="12588000" y="8364775"/>
            <a:ext cx="10135500" cy="4391700"/>
          </a:xfrm>
          <a:prstGeom prst="roundRect">
            <a:avLst>
              <a:gd fmla="val 38537" name="adj"/>
            </a:avLst>
          </a:prstGeom>
          <a:solidFill>
            <a:srgbClr val="E9E9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867" name="Google Shape;867;p33"/>
          <p:cNvSpPr/>
          <p:nvPr/>
        </p:nvSpPr>
        <p:spPr>
          <a:xfrm>
            <a:off x="12587995" y="8121657"/>
            <a:ext cx="3409960" cy="2644770"/>
          </a:xfrm>
          <a:custGeom>
            <a:rect b="b" l="l" r="r" t="t"/>
            <a:pathLst>
              <a:path extrusionOk="0" h="6353" w="8195">
                <a:moveTo>
                  <a:pt x="5817" y="3974"/>
                </a:moveTo>
                <a:cubicBezTo>
                  <a:pt x="5817" y="1097"/>
                  <a:pt x="5817" y="1097"/>
                  <a:pt x="5817" y="1097"/>
                </a:cubicBezTo>
                <a:cubicBezTo>
                  <a:pt x="5817" y="491"/>
                  <a:pt x="5326" y="0"/>
                  <a:pt x="4720" y="0"/>
                </a:cubicBezTo>
                <a:cubicBezTo>
                  <a:pt x="1098" y="0"/>
                  <a:pt x="1098" y="0"/>
                  <a:pt x="1098" y="0"/>
                </a:cubicBezTo>
                <a:cubicBezTo>
                  <a:pt x="492" y="0"/>
                  <a:pt x="0" y="491"/>
                  <a:pt x="0" y="1097"/>
                </a:cubicBezTo>
                <a:cubicBezTo>
                  <a:pt x="0" y="3974"/>
                  <a:pt x="0" y="3974"/>
                  <a:pt x="0" y="3974"/>
                </a:cubicBezTo>
                <a:cubicBezTo>
                  <a:pt x="0" y="5288"/>
                  <a:pt x="1066" y="6353"/>
                  <a:pt x="2379" y="6353"/>
                </a:cubicBezTo>
                <a:cubicBezTo>
                  <a:pt x="8195" y="6353"/>
                  <a:pt x="8195" y="6353"/>
                  <a:pt x="8195" y="6353"/>
                </a:cubicBezTo>
                <a:cubicBezTo>
                  <a:pt x="6882" y="6353"/>
                  <a:pt x="5817" y="5288"/>
                  <a:pt x="5817" y="3974"/>
                </a:cubicBezTo>
                <a:close/>
              </a:path>
            </a:pathLst>
          </a:custGeom>
          <a:solidFill>
            <a:schemeClr val="accent4"/>
          </a:solidFill>
          <a:ln>
            <a:noFill/>
          </a:ln>
          <a:effectLst>
            <a:outerShdw blurRad="50800" rotWithShape="0" algn="l"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68" name="Google Shape;868;p33"/>
          <p:cNvSpPr txBox="1"/>
          <p:nvPr/>
        </p:nvSpPr>
        <p:spPr>
          <a:xfrm>
            <a:off x="12772022" y="8707294"/>
            <a:ext cx="1858500" cy="1354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800"/>
              <a:buFont typeface="Arial"/>
              <a:buNone/>
            </a:pPr>
            <a:r>
              <a:rPr b="1" lang="en-US" sz="8800">
                <a:solidFill>
                  <a:schemeClr val="lt1"/>
                </a:solidFill>
                <a:latin typeface="Lato"/>
                <a:ea typeface="Lato"/>
                <a:cs typeface="Lato"/>
                <a:sym typeface="Lato"/>
              </a:rPr>
              <a:t>O</a:t>
            </a:r>
            <a:endParaRPr b="0" i="0" sz="1400" u="none" cap="none" strike="noStrike">
              <a:solidFill>
                <a:srgbClr val="000000"/>
              </a:solidFill>
              <a:latin typeface="Arial"/>
              <a:ea typeface="Arial"/>
              <a:cs typeface="Arial"/>
              <a:sym typeface="Arial"/>
            </a:endParaRPr>
          </a:p>
        </p:txBody>
      </p:sp>
      <p:sp>
        <p:nvSpPr>
          <p:cNvPr id="869" name="Google Shape;869;p33"/>
          <p:cNvSpPr txBox="1"/>
          <p:nvPr/>
        </p:nvSpPr>
        <p:spPr>
          <a:xfrm>
            <a:off x="15997950" y="3941725"/>
            <a:ext cx="5955900" cy="4059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t/>
            </a:r>
            <a:endParaRPr b="1" i="0" sz="1600" u="none" cap="none" strike="noStrike">
              <a:solidFill>
                <a:schemeClr val="dk2"/>
              </a:solidFill>
              <a:latin typeface="Lato"/>
              <a:ea typeface="Lato"/>
              <a:cs typeface="Lato"/>
              <a:sym typeface="Lato"/>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Incluye aquí las amenazas externas</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p:txBody>
      </p:sp>
      <p:sp>
        <p:nvSpPr>
          <p:cNvPr id="870" name="Google Shape;870;p33"/>
          <p:cNvSpPr txBox="1"/>
          <p:nvPr/>
        </p:nvSpPr>
        <p:spPr>
          <a:xfrm>
            <a:off x="5086375" y="8804700"/>
            <a:ext cx="6323100" cy="40596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rgbClr val="000000"/>
              </a:buClr>
              <a:buSzPts val="1100"/>
              <a:buFont typeface="Arial"/>
              <a:buNone/>
            </a:pPr>
            <a:r>
              <a:t/>
            </a:r>
            <a:endParaRPr b="0" i="0" sz="1600" u="none" cap="none" strike="noStrike">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Incluye aquí las fortalezas internas</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p:txBody>
      </p:sp>
      <p:sp>
        <p:nvSpPr>
          <p:cNvPr id="871" name="Google Shape;871;p33"/>
          <p:cNvSpPr txBox="1"/>
          <p:nvPr/>
        </p:nvSpPr>
        <p:spPr>
          <a:xfrm>
            <a:off x="16119525" y="8707300"/>
            <a:ext cx="5955900" cy="4059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t/>
            </a:r>
            <a:endParaRPr b="1" i="0" sz="1600" u="none" cap="none" strike="noStrike">
              <a:solidFill>
                <a:schemeClr val="dk2"/>
              </a:solidFill>
              <a:latin typeface="Lato"/>
              <a:ea typeface="Lato"/>
              <a:cs typeface="Lato"/>
              <a:sym typeface="Lato"/>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Incluye aquí las oportunidades externas</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dk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76" name="Shape 876"/>
        <p:cNvGrpSpPr/>
        <p:nvPr/>
      </p:nvGrpSpPr>
      <p:grpSpPr>
        <a:xfrm>
          <a:off x="0" y="0"/>
          <a:ext cx="0" cy="0"/>
          <a:chOff x="0" y="0"/>
          <a:chExt cx="0" cy="0"/>
        </a:xfrm>
      </p:grpSpPr>
      <p:sp>
        <p:nvSpPr>
          <p:cNvPr id="877" name="Google Shape;877;p34"/>
          <p:cNvSpPr txBox="1"/>
          <p:nvPr>
            <p:ph idx="1" type="body"/>
          </p:nvPr>
        </p:nvSpPr>
        <p:spPr>
          <a:xfrm>
            <a:off x="2019300" y="2090814"/>
            <a:ext cx="20688300" cy="492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Básica</a:t>
            </a:r>
            <a:endParaRPr/>
          </a:p>
        </p:txBody>
      </p:sp>
      <p:sp>
        <p:nvSpPr>
          <p:cNvPr id="878" name="Google Shape;878;p34"/>
          <p:cNvSpPr txBox="1"/>
          <p:nvPr>
            <p:ph type="title"/>
          </p:nvPr>
        </p:nvSpPr>
        <p:spPr>
          <a:xfrm>
            <a:off x="2019300" y="723900"/>
            <a:ext cx="20688300" cy="135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Matriz CAME</a:t>
            </a:r>
            <a:endParaRPr/>
          </a:p>
        </p:txBody>
      </p:sp>
      <p:sp>
        <p:nvSpPr>
          <p:cNvPr id="879" name="Google Shape;879;p34"/>
          <p:cNvSpPr/>
          <p:nvPr/>
        </p:nvSpPr>
        <p:spPr>
          <a:xfrm>
            <a:off x="4319200" y="3655125"/>
            <a:ext cx="17405400" cy="9018600"/>
          </a:xfrm>
          <a:prstGeom prst="rect">
            <a:avLst/>
          </a:prstGeom>
          <a:solidFill>
            <a:srgbClr val="E9E9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0" name="Google Shape;880;p34"/>
          <p:cNvCxnSpPr/>
          <p:nvPr/>
        </p:nvCxnSpPr>
        <p:spPr>
          <a:xfrm>
            <a:off x="3894544" y="8439720"/>
            <a:ext cx="18230400" cy="0"/>
          </a:xfrm>
          <a:prstGeom prst="straightConnector1">
            <a:avLst/>
          </a:prstGeom>
          <a:noFill/>
          <a:ln cap="flat" cmpd="sng" w="76200">
            <a:solidFill>
              <a:schemeClr val="dk2"/>
            </a:solidFill>
            <a:prstDash val="solid"/>
            <a:round/>
            <a:headEnd len="med" w="med" type="oval"/>
            <a:tailEnd len="med" w="med" type="oval"/>
          </a:ln>
        </p:spPr>
      </p:cxnSp>
      <p:cxnSp>
        <p:nvCxnSpPr>
          <p:cNvPr id="881" name="Google Shape;881;p34"/>
          <p:cNvCxnSpPr/>
          <p:nvPr/>
        </p:nvCxnSpPr>
        <p:spPr>
          <a:xfrm>
            <a:off x="12856589" y="3210078"/>
            <a:ext cx="0" cy="9932100"/>
          </a:xfrm>
          <a:prstGeom prst="straightConnector1">
            <a:avLst/>
          </a:prstGeom>
          <a:noFill/>
          <a:ln cap="flat" cmpd="sng" w="76200">
            <a:solidFill>
              <a:schemeClr val="dk2"/>
            </a:solidFill>
            <a:prstDash val="solid"/>
            <a:round/>
            <a:headEnd len="med" w="med" type="oval"/>
            <a:tailEnd len="med" w="med" type="oval"/>
          </a:ln>
        </p:spPr>
      </p:cxnSp>
      <p:sp>
        <p:nvSpPr>
          <p:cNvPr id="882" name="Google Shape;882;p34"/>
          <p:cNvSpPr txBox="1"/>
          <p:nvPr/>
        </p:nvSpPr>
        <p:spPr>
          <a:xfrm>
            <a:off x="6248490" y="2924430"/>
            <a:ext cx="5436300" cy="832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lang="en-US" sz="3000">
                <a:solidFill>
                  <a:srgbClr val="C9C9C9"/>
                </a:solidFill>
                <a:latin typeface="Lato"/>
                <a:ea typeface="Lato"/>
                <a:cs typeface="Lato"/>
                <a:sym typeface="Lato"/>
              </a:rPr>
              <a:t>Interno</a:t>
            </a:r>
            <a:endParaRPr b="0" i="0" sz="3000" u="none" cap="none" strike="noStrike">
              <a:solidFill>
                <a:srgbClr val="C9C9C9"/>
              </a:solidFill>
              <a:latin typeface="Arial"/>
              <a:ea typeface="Arial"/>
              <a:cs typeface="Arial"/>
              <a:sym typeface="Arial"/>
            </a:endParaRPr>
          </a:p>
        </p:txBody>
      </p:sp>
      <p:sp>
        <p:nvSpPr>
          <p:cNvPr id="883" name="Google Shape;883;p34"/>
          <p:cNvSpPr txBox="1"/>
          <p:nvPr/>
        </p:nvSpPr>
        <p:spPr>
          <a:xfrm>
            <a:off x="5031408" y="4032583"/>
            <a:ext cx="4217400" cy="479100"/>
          </a:xfrm>
          <a:prstGeom prst="rect">
            <a:avLst/>
          </a:prstGeom>
          <a:solidFill>
            <a:schemeClr val="accent2"/>
          </a:solid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1800">
                <a:solidFill>
                  <a:srgbClr val="FFFFFF"/>
                </a:solidFill>
                <a:latin typeface="Lato"/>
                <a:ea typeface="Lato"/>
                <a:cs typeface="Lato"/>
                <a:sym typeface="Lato"/>
              </a:rPr>
              <a:t>CORREGIR DEBILIDADES</a:t>
            </a:r>
            <a:endParaRPr b="0" i="0" sz="1800" u="none" cap="none" strike="noStrike">
              <a:solidFill>
                <a:srgbClr val="FFFFFF"/>
              </a:solidFill>
              <a:latin typeface="Arial"/>
              <a:ea typeface="Arial"/>
              <a:cs typeface="Arial"/>
              <a:sym typeface="Arial"/>
            </a:endParaRPr>
          </a:p>
        </p:txBody>
      </p:sp>
      <p:sp>
        <p:nvSpPr>
          <p:cNvPr id="884" name="Google Shape;884;p34"/>
          <p:cNvSpPr txBox="1"/>
          <p:nvPr/>
        </p:nvSpPr>
        <p:spPr>
          <a:xfrm>
            <a:off x="1676400" y="5652616"/>
            <a:ext cx="2289900" cy="8325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None/>
            </a:pPr>
            <a:r>
              <a:rPr b="1" lang="en-US" sz="4800">
                <a:solidFill>
                  <a:srgbClr val="C9C9C9"/>
                </a:solidFill>
                <a:latin typeface="Lato"/>
                <a:ea typeface="Lato"/>
                <a:cs typeface="Lato"/>
                <a:sym typeface="Lato"/>
              </a:rPr>
              <a:t>-</a:t>
            </a:r>
            <a:endParaRPr b="0" i="0" sz="4800" u="none" cap="none" strike="noStrike">
              <a:solidFill>
                <a:srgbClr val="C9C9C9"/>
              </a:solidFill>
              <a:latin typeface="Arial"/>
              <a:ea typeface="Arial"/>
              <a:cs typeface="Arial"/>
              <a:sym typeface="Arial"/>
            </a:endParaRPr>
          </a:p>
        </p:txBody>
      </p:sp>
      <p:sp>
        <p:nvSpPr>
          <p:cNvPr id="885" name="Google Shape;885;p34"/>
          <p:cNvSpPr txBox="1"/>
          <p:nvPr/>
        </p:nvSpPr>
        <p:spPr>
          <a:xfrm>
            <a:off x="13451893" y="4032583"/>
            <a:ext cx="4217400" cy="4791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1800">
                <a:solidFill>
                  <a:srgbClr val="FFFFFF"/>
                </a:solidFill>
                <a:latin typeface="Lato"/>
                <a:ea typeface="Lato"/>
                <a:cs typeface="Lato"/>
                <a:sym typeface="Lato"/>
              </a:rPr>
              <a:t>AFRONTAR AMENAZAS</a:t>
            </a:r>
            <a:endParaRPr b="0" i="0" sz="1800" u="none" cap="none" strike="noStrike">
              <a:solidFill>
                <a:srgbClr val="FFFFFF"/>
              </a:solidFill>
              <a:latin typeface="Arial"/>
              <a:ea typeface="Arial"/>
              <a:cs typeface="Arial"/>
              <a:sym typeface="Arial"/>
            </a:endParaRPr>
          </a:p>
        </p:txBody>
      </p:sp>
      <p:sp>
        <p:nvSpPr>
          <p:cNvPr id="886" name="Google Shape;886;p34"/>
          <p:cNvSpPr txBox="1"/>
          <p:nvPr/>
        </p:nvSpPr>
        <p:spPr>
          <a:xfrm>
            <a:off x="5031408" y="8870680"/>
            <a:ext cx="4217400" cy="479100"/>
          </a:xfrm>
          <a:prstGeom prst="rect">
            <a:avLst/>
          </a:prstGeom>
          <a:solidFill>
            <a:schemeClr val="accent3"/>
          </a:solid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1800">
                <a:solidFill>
                  <a:srgbClr val="FFFFFF"/>
                </a:solidFill>
                <a:latin typeface="Lato"/>
                <a:ea typeface="Lato"/>
                <a:cs typeface="Lato"/>
                <a:sym typeface="Lato"/>
              </a:rPr>
              <a:t>MANTENER FORTALEZAS</a:t>
            </a:r>
            <a:endParaRPr b="0" i="0" sz="1800" u="none" cap="none" strike="noStrike">
              <a:solidFill>
                <a:srgbClr val="FFFFFF"/>
              </a:solidFill>
              <a:latin typeface="Arial"/>
              <a:ea typeface="Arial"/>
              <a:cs typeface="Arial"/>
              <a:sym typeface="Arial"/>
            </a:endParaRPr>
          </a:p>
        </p:txBody>
      </p:sp>
      <p:sp>
        <p:nvSpPr>
          <p:cNvPr id="887" name="Google Shape;887;p34"/>
          <p:cNvSpPr txBox="1"/>
          <p:nvPr/>
        </p:nvSpPr>
        <p:spPr>
          <a:xfrm>
            <a:off x="13411039" y="8812572"/>
            <a:ext cx="4563000" cy="479100"/>
          </a:xfrm>
          <a:prstGeom prst="rect">
            <a:avLst/>
          </a:prstGeom>
          <a:solidFill>
            <a:schemeClr val="accent5"/>
          </a:solid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1800">
                <a:solidFill>
                  <a:srgbClr val="FFFFFF"/>
                </a:solidFill>
                <a:latin typeface="Lato"/>
                <a:ea typeface="Lato"/>
                <a:cs typeface="Lato"/>
                <a:sym typeface="Lato"/>
              </a:rPr>
              <a:t>EXPLOTAR OPORTUNIDADES</a:t>
            </a:r>
            <a:endParaRPr b="0" i="0" sz="1800" u="none" cap="none" strike="noStrike">
              <a:solidFill>
                <a:srgbClr val="FFFFFF"/>
              </a:solidFill>
              <a:latin typeface="Arial"/>
              <a:ea typeface="Arial"/>
              <a:cs typeface="Arial"/>
              <a:sym typeface="Arial"/>
            </a:endParaRPr>
          </a:p>
        </p:txBody>
      </p:sp>
      <p:sp>
        <p:nvSpPr>
          <p:cNvPr id="888" name="Google Shape;888;p34"/>
          <p:cNvSpPr txBox="1"/>
          <p:nvPr/>
        </p:nvSpPr>
        <p:spPr>
          <a:xfrm>
            <a:off x="1664899" y="9994971"/>
            <a:ext cx="2289900" cy="8325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None/>
            </a:pPr>
            <a:r>
              <a:rPr b="1" lang="en-US" sz="4800">
                <a:solidFill>
                  <a:srgbClr val="C9C9C9"/>
                </a:solidFill>
                <a:latin typeface="Lato"/>
                <a:ea typeface="Lato"/>
                <a:cs typeface="Lato"/>
                <a:sym typeface="Lato"/>
              </a:rPr>
              <a:t>+</a:t>
            </a:r>
            <a:endParaRPr b="0" i="0" sz="4800" u="none" cap="none" strike="noStrike">
              <a:solidFill>
                <a:srgbClr val="C9C9C9"/>
              </a:solidFill>
              <a:latin typeface="Arial"/>
              <a:ea typeface="Arial"/>
              <a:cs typeface="Arial"/>
              <a:sym typeface="Arial"/>
            </a:endParaRPr>
          </a:p>
        </p:txBody>
      </p:sp>
      <p:sp>
        <p:nvSpPr>
          <p:cNvPr id="889" name="Google Shape;889;p34"/>
          <p:cNvSpPr txBox="1"/>
          <p:nvPr/>
        </p:nvSpPr>
        <p:spPr>
          <a:xfrm>
            <a:off x="14223385" y="2849400"/>
            <a:ext cx="5436300" cy="832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lang="en-US" sz="3000">
                <a:solidFill>
                  <a:srgbClr val="C9C9C9"/>
                </a:solidFill>
                <a:latin typeface="Lato"/>
                <a:ea typeface="Lato"/>
                <a:cs typeface="Lato"/>
                <a:sym typeface="Lato"/>
              </a:rPr>
              <a:t>Externo</a:t>
            </a:r>
            <a:endParaRPr b="0" i="0" sz="3000" u="none" cap="none" strike="noStrike">
              <a:solidFill>
                <a:srgbClr val="C9C9C9"/>
              </a:solidFill>
              <a:latin typeface="Arial"/>
              <a:ea typeface="Arial"/>
              <a:cs typeface="Arial"/>
              <a:sym typeface="Arial"/>
            </a:endParaRPr>
          </a:p>
        </p:txBody>
      </p:sp>
      <p:sp>
        <p:nvSpPr>
          <p:cNvPr id="890" name="Google Shape;890;p34"/>
          <p:cNvSpPr txBox="1"/>
          <p:nvPr/>
        </p:nvSpPr>
        <p:spPr>
          <a:xfrm>
            <a:off x="4933975" y="4627525"/>
            <a:ext cx="6323100" cy="4059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t/>
            </a:r>
            <a:endParaRPr b="1" i="0" sz="1600" u="none" cap="none" strike="noStrike">
              <a:solidFill>
                <a:schemeClr val="dk2"/>
              </a:solidFill>
              <a:latin typeface="Lato"/>
              <a:ea typeface="Lato"/>
              <a:cs typeface="Lato"/>
              <a:sym typeface="Lato"/>
            </a:endParaRPr>
          </a:p>
          <a:p>
            <a:pPr indent="-330200" lvl="0" marL="457200" rtl="0" algn="l">
              <a:lnSpc>
                <a:spcPct val="120000"/>
              </a:lnSpc>
              <a:spcBef>
                <a:spcPts val="0"/>
              </a:spcBef>
              <a:spcAft>
                <a:spcPts val="0"/>
              </a:spcAft>
              <a:buClr>
                <a:schemeClr val="accent2"/>
              </a:buClr>
              <a:buSzPts val="1600"/>
              <a:buFont typeface="Lato Light"/>
              <a:buChar char="●"/>
            </a:pPr>
            <a:r>
              <a:rPr lang="en-US" sz="1600">
                <a:solidFill>
                  <a:schemeClr val="dk2"/>
                </a:solidFill>
                <a:latin typeface="Lato Light"/>
                <a:ea typeface="Lato Light"/>
                <a:cs typeface="Lato Light"/>
                <a:sym typeface="Lato Light"/>
              </a:rPr>
              <a:t>¿Cómo corregir debilidades?</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p:txBody>
      </p:sp>
      <p:sp>
        <p:nvSpPr>
          <p:cNvPr id="891" name="Google Shape;891;p34"/>
          <p:cNvSpPr txBox="1"/>
          <p:nvPr/>
        </p:nvSpPr>
        <p:spPr>
          <a:xfrm>
            <a:off x="4920175" y="9349775"/>
            <a:ext cx="6323100" cy="4059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t/>
            </a:r>
            <a:endParaRPr b="1" i="0" sz="1600" u="none" cap="none" strike="noStrike">
              <a:solidFill>
                <a:schemeClr val="dk2"/>
              </a:solidFill>
              <a:latin typeface="Lato"/>
              <a:ea typeface="Lato"/>
              <a:cs typeface="Lato"/>
              <a:sym typeface="Lato"/>
            </a:endParaRPr>
          </a:p>
          <a:p>
            <a:pPr indent="-330200" lvl="0" marL="457200" rtl="0" algn="l">
              <a:lnSpc>
                <a:spcPct val="120000"/>
              </a:lnSpc>
              <a:spcBef>
                <a:spcPts val="0"/>
              </a:spcBef>
              <a:spcAft>
                <a:spcPts val="0"/>
              </a:spcAft>
              <a:buClr>
                <a:schemeClr val="accent3"/>
              </a:buClr>
              <a:buSzPts val="1600"/>
              <a:buFont typeface="Lato Light"/>
              <a:buChar char="●"/>
            </a:pPr>
            <a:r>
              <a:rPr lang="en-US" sz="1600">
                <a:solidFill>
                  <a:schemeClr val="dk2"/>
                </a:solidFill>
                <a:latin typeface="Lato Light"/>
                <a:ea typeface="Lato Light"/>
                <a:cs typeface="Lato Light"/>
                <a:sym typeface="Lato Light"/>
              </a:rPr>
              <a:t>¿Cómo mantener fortalezas?</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3"/>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3"/>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3"/>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3"/>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3"/>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3"/>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3"/>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3"/>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p:txBody>
      </p:sp>
      <p:sp>
        <p:nvSpPr>
          <p:cNvPr id="892" name="Google Shape;892;p34"/>
          <p:cNvSpPr txBox="1"/>
          <p:nvPr/>
        </p:nvSpPr>
        <p:spPr>
          <a:xfrm>
            <a:off x="13336575" y="4511675"/>
            <a:ext cx="6323100" cy="4059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t/>
            </a:r>
            <a:endParaRPr b="1" i="0" sz="1600" u="none" cap="none" strike="noStrike">
              <a:solidFill>
                <a:schemeClr val="dk2"/>
              </a:solidFill>
              <a:latin typeface="Lato"/>
              <a:ea typeface="Lato"/>
              <a:cs typeface="Lato"/>
              <a:sym typeface="Lato"/>
            </a:endParaRPr>
          </a:p>
          <a:p>
            <a:pPr indent="-330200" lvl="0" marL="457200" rtl="0" algn="l">
              <a:lnSpc>
                <a:spcPct val="120000"/>
              </a:lnSpc>
              <a:spcBef>
                <a:spcPts val="0"/>
              </a:spcBef>
              <a:spcAft>
                <a:spcPts val="0"/>
              </a:spcAft>
              <a:buClr>
                <a:schemeClr val="accent4"/>
              </a:buClr>
              <a:buSzPts val="1600"/>
              <a:buFont typeface="Lato Light"/>
              <a:buChar char="●"/>
            </a:pPr>
            <a:r>
              <a:rPr lang="en-US" sz="1600">
                <a:solidFill>
                  <a:schemeClr val="dk2"/>
                </a:solidFill>
                <a:latin typeface="Lato Light"/>
                <a:ea typeface="Lato Light"/>
                <a:cs typeface="Lato Light"/>
                <a:sym typeface="Lato Light"/>
              </a:rPr>
              <a:t>¿Cómo afrontar amenazas?</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4"/>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4"/>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4"/>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4"/>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4"/>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4"/>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4"/>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4"/>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p:txBody>
      </p:sp>
      <p:sp>
        <p:nvSpPr>
          <p:cNvPr id="893" name="Google Shape;893;p34"/>
          <p:cNvSpPr txBox="1"/>
          <p:nvPr/>
        </p:nvSpPr>
        <p:spPr>
          <a:xfrm>
            <a:off x="13322775" y="9233925"/>
            <a:ext cx="6323100" cy="4059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t/>
            </a:r>
            <a:endParaRPr b="1" i="0" sz="1600" u="none" cap="none" strike="noStrike">
              <a:solidFill>
                <a:schemeClr val="dk2"/>
              </a:solidFill>
              <a:latin typeface="Lato"/>
              <a:ea typeface="Lato"/>
              <a:cs typeface="Lato"/>
              <a:sym typeface="Lato"/>
            </a:endParaRPr>
          </a:p>
          <a:p>
            <a:pPr indent="-330200" lvl="0" marL="457200" rtl="0" algn="l">
              <a:lnSpc>
                <a:spcPct val="120000"/>
              </a:lnSpc>
              <a:spcBef>
                <a:spcPts val="0"/>
              </a:spcBef>
              <a:spcAft>
                <a:spcPts val="0"/>
              </a:spcAft>
              <a:buClr>
                <a:schemeClr val="accent5"/>
              </a:buClr>
              <a:buSzPts val="1600"/>
              <a:buFont typeface="Lato Light"/>
              <a:buChar char="●"/>
            </a:pPr>
            <a:r>
              <a:rPr lang="en-US" sz="1600">
                <a:solidFill>
                  <a:schemeClr val="dk2"/>
                </a:solidFill>
                <a:latin typeface="Lato Light"/>
                <a:ea typeface="Lato Light"/>
                <a:cs typeface="Lato Light"/>
                <a:sym typeface="Lato Light"/>
              </a:rPr>
              <a:t>¿Cómo explotar oportunidades?</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5"/>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5"/>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5"/>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5"/>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5"/>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5"/>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5"/>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5"/>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98" name="Shape 898"/>
        <p:cNvGrpSpPr/>
        <p:nvPr/>
      </p:nvGrpSpPr>
      <p:grpSpPr>
        <a:xfrm>
          <a:off x="0" y="0"/>
          <a:ext cx="0" cy="0"/>
          <a:chOff x="0" y="0"/>
          <a:chExt cx="0" cy="0"/>
        </a:xfrm>
      </p:grpSpPr>
      <p:sp>
        <p:nvSpPr>
          <p:cNvPr id="899" name="Google Shape;899;p35"/>
          <p:cNvSpPr txBox="1"/>
          <p:nvPr>
            <p:ph idx="1" type="body"/>
          </p:nvPr>
        </p:nvSpPr>
        <p:spPr>
          <a:xfrm>
            <a:off x="2019300" y="2090814"/>
            <a:ext cx="20688300" cy="492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Cruzada</a:t>
            </a:r>
            <a:endParaRPr/>
          </a:p>
        </p:txBody>
      </p:sp>
      <p:sp>
        <p:nvSpPr>
          <p:cNvPr id="900" name="Google Shape;900;p35"/>
          <p:cNvSpPr txBox="1"/>
          <p:nvPr>
            <p:ph type="title"/>
          </p:nvPr>
        </p:nvSpPr>
        <p:spPr>
          <a:xfrm>
            <a:off x="2019300" y="723900"/>
            <a:ext cx="20688300" cy="135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Matriz CAME</a:t>
            </a:r>
            <a:endParaRPr/>
          </a:p>
        </p:txBody>
      </p:sp>
      <p:sp>
        <p:nvSpPr>
          <p:cNvPr id="901" name="Google Shape;901;p35"/>
          <p:cNvSpPr/>
          <p:nvPr/>
        </p:nvSpPr>
        <p:spPr>
          <a:xfrm>
            <a:off x="4319200" y="3655125"/>
            <a:ext cx="17405400" cy="9018600"/>
          </a:xfrm>
          <a:prstGeom prst="rect">
            <a:avLst/>
          </a:prstGeom>
          <a:solidFill>
            <a:srgbClr val="E9E9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02" name="Google Shape;902;p35"/>
          <p:cNvCxnSpPr/>
          <p:nvPr/>
        </p:nvCxnSpPr>
        <p:spPr>
          <a:xfrm>
            <a:off x="3894544" y="8439720"/>
            <a:ext cx="18230400" cy="0"/>
          </a:xfrm>
          <a:prstGeom prst="straightConnector1">
            <a:avLst/>
          </a:prstGeom>
          <a:noFill/>
          <a:ln cap="flat" cmpd="sng" w="76200">
            <a:solidFill>
              <a:schemeClr val="dk2"/>
            </a:solidFill>
            <a:prstDash val="solid"/>
            <a:round/>
            <a:headEnd len="med" w="med" type="oval"/>
            <a:tailEnd len="med" w="med" type="oval"/>
          </a:ln>
        </p:spPr>
      </p:cxnSp>
      <p:cxnSp>
        <p:nvCxnSpPr>
          <p:cNvPr id="903" name="Google Shape;903;p35"/>
          <p:cNvCxnSpPr/>
          <p:nvPr/>
        </p:nvCxnSpPr>
        <p:spPr>
          <a:xfrm>
            <a:off x="12856589" y="3210078"/>
            <a:ext cx="0" cy="9932100"/>
          </a:xfrm>
          <a:prstGeom prst="straightConnector1">
            <a:avLst/>
          </a:prstGeom>
          <a:noFill/>
          <a:ln cap="flat" cmpd="sng" w="76200">
            <a:solidFill>
              <a:schemeClr val="dk2"/>
            </a:solidFill>
            <a:prstDash val="solid"/>
            <a:round/>
            <a:headEnd len="med" w="med" type="oval"/>
            <a:tailEnd len="med" w="med" type="oval"/>
          </a:ln>
        </p:spPr>
      </p:cxnSp>
      <p:sp>
        <p:nvSpPr>
          <p:cNvPr id="904" name="Google Shape;904;p35"/>
          <p:cNvSpPr txBox="1"/>
          <p:nvPr/>
        </p:nvSpPr>
        <p:spPr>
          <a:xfrm>
            <a:off x="6248490" y="2924430"/>
            <a:ext cx="5436300" cy="832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lang="en-US" sz="2400">
                <a:solidFill>
                  <a:srgbClr val="C9C9C9"/>
                </a:solidFill>
                <a:latin typeface="Lato"/>
                <a:ea typeface="Lato"/>
                <a:cs typeface="Lato"/>
                <a:sym typeface="Lato"/>
              </a:rPr>
              <a:t>Fortalezas</a:t>
            </a:r>
            <a:endParaRPr b="0" i="0" sz="2400" u="none" cap="none" strike="noStrike">
              <a:solidFill>
                <a:srgbClr val="C9C9C9"/>
              </a:solidFill>
              <a:latin typeface="Arial"/>
              <a:ea typeface="Arial"/>
              <a:cs typeface="Arial"/>
              <a:sym typeface="Arial"/>
            </a:endParaRPr>
          </a:p>
        </p:txBody>
      </p:sp>
      <p:sp>
        <p:nvSpPr>
          <p:cNvPr id="905" name="Google Shape;905;p35"/>
          <p:cNvSpPr txBox="1"/>
          <p:nvPr/>
        </p:nvSpPr>
        <p:spPr>
          <a:xfrm>
            <a:off x="5031408" y="4032583"/>
            <a:ext cx="4217400" cy="479100"/>
          </a:xfrm>
          <a:prstGeom prst="rect">
            <a:avLst/>
          </a:prstGeom>
          <a:solidFill>
            <a:schemeClr val="accent2"/>
          </a:solid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1800">
                <a:solidFill>
                  <a:srgbClr val="FFFFFF"/>
                </a:solidFill>
                <a:latin typeface="Lato"/>
                <a:ea typeface="Lato"/>
                <a:cs typeface="Lato"/>
                <a:sym typeface="Lato"/>
              </a:rPr>
              <a:t>ESTRATEGIAS OFENSIVAS</a:t>
            </a:r>
            <a:endParaRPr b="0" i="0" sz="1800" u="none" cap="none" strike="noStrike">
              <a:solidFill>
                <a:srgbClr val="FFFFFF"/>
              </a:solidFill>
              <a:latin typeface="Arial"/>
              <a:ea typeface="Arial"/>
              <a:cs typeface="Arial"/>
              <a:sym typeface="Arial"/>
            </a:endParaRPr>
          </a:p>
        </p:txBody>
      </p:sp>
      <p:sp>
        <p:nvSpPr>
          <p:cNvPr id="906" name="Google Shape;906;p35"/>
          <p:cNvSpPr txBox="1"/>
          <p:nvPr/>
        </p:nvSpPr>
        <p:spPr>
          <a:xfrm>
            <a:off x="1676400" y="5652616"/>
            <a:ext cx="2289900" cy="8325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None/>
            </a:pPr>
            <a:r>
              <a:rPr b="1" lang="en-US" sz="2400">
                <a:solidFill>
                  <a:srgbClr val="C9C9C9"/>
                </a:solidFill>
                <a:latin typeface="Lato"/>
                <a:ea typeface="Lato"/>
                <a:cs typeface="Lato"/>
                <a:sym typeface="Lato"/>
              </a:rPr>
              <a:t>Oportunidades</a:t>
            </a:r>
            <a:endParaRPr b="0" i="0" sz="2400" u="none" cap="none" strike="noStrike">
              <a:solidFill>
                <a:srgbClr val="C9C9C9"/>
              </a:solidFill>
              <a:latin typeface="Arial"/>
              <a:ea typeface="Arial"/>
              <a:cs typeface="Arial"/>
              <a:sym typeface="Arial"/>
            </a:endParaRPr>
          </a:p>
        </p:txBody>
      </p:sp>
      <p:sp>
        <p:nvSpPr>
          <p:cNvPr id="907" name="Google Shape;907;p35"/>
          <p:cNvSpPr txBox="1"/>
          <p:nvPr/>
        </p:nvSpPr>
        <p:spPr>
          <a:xfrm>
            <a:off x="13451893" y="4032583"/>
            <a:ext cx="4217400" cy="4791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1800">
                <a:solidFill>
                  <a:srgbClr val="FFFFFF"/>
                </a:solidFill>
                <a:latin typeface="Lato"/>
                <a:ea typeface="Lato"/>
                <a:cs typeface="Lato"/>
                <a:sym typeface="Lato"/>
              </a:rPr>
              <a:t>ESTRATEGIAS ADAPTATIVAS</a:t>
            </a:r>
            <a:endParaRPr b="0" i="0" sz="1800" u="none" cap="none" strike="noStrike">
              <a:solidFill>
                <a:srgbClr val="FFFFFF"/>
              </a:solidFill>
              <a:latin typeface="Arial"/>
              <a:ea typeface="Arial"/>
              <a:cs typeface="Arial"/>
              <a:sym typeface="Arial"/>
            </a:endParaRPr>
          </a:p>
        </p:txBody>
      </p:sp>
      <p:sp>
        <p:nvSpPr>
          <p:cNvPr id="908" name="Google Shape;908;p35"/>
          <p:cNvSpPr txBox="1"/>
          <p:nvPr/>
        </p:nvSpPr>
        <p:spPr>
          <a:xfrm>
            <a:off x="5031408" y="8870680"/>
            <a:ext cx="4217400" cy="479100"/>
          </a:xfrm>
          <a:prstGeom prst="rect">
            <a:avLst/>
          </a:prstGeom>
          <a:solidFill>
            <a:schemeClr val="accent3"/>
          </a:solid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1800">
                <a:solidFill>
                  <a:srgbClr val="FFFFFF"/>
                </a:solidFill>
                <a:latin typeface="Lato"/>
                <a:ea typeface="Lato"/>
                <a:cs typeface="Lato"/>
                <a:sym typeface="Lato"/>
              </a:rPr>
              <a:t>ESTRATEGIAS DEFENSIVAS</a:t>
            </a:r>
            <a:endParaRPr b="0" i="0" sz="1800" u="none" cap="none" strike="noStrike">
              <a:solidFill>
                <a:srgbClr val="FFFFFF"/>
              </a:solidFill>
              <a:latin typeface="Arial"/>
              <a:ea typeface="Arial"/>
              <a:cs typeface="Arial"/>
              <a:sym typeface="Arial"/>
            </a:endParaRPr>
          </a:p>
        </p:txBody>
      </p:sp>
      <p:sp>
        <p:nvSpPr>
          <p:cNvPr id="909" name="Google Shape;909;p35"/>
          <p:cNvSpPr txBox="1"/>
          <p:nvPr/>
        </p:nvSpPr>
        <p:spPr>
          <a:xfrm>
            <a:off x="13411039" y="8812572"/>
            <a:ext cx="4563000" cy="479100"/>
          </a:xfrm>
          <a:prstGeom prst="rect">
            <a:avLst/>
          </a:prstGeom>
          <a:solidFill>
            <a:schemeClr val="accent5"/>
          </a:solid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1800">
                <a:solidFill>
                  <a:srgbClr val="FFFFFF"/>
                </a:solidFill>
                <a:latin typeface="Lato"/>
                <a:ea typeface="Lato"/>
                <a:cs typeface="Lato"/>
                <a:sym typeface="Lato"/>
              </a:rPr>
              <a:t>ESTRATEGIAS REACTIVAS</a:t>
            </a:r>
            <a:endParaRPr b="0" i="0" sz="1800" u="none" cap="none" strike="noStrike">
              <a:solidFill>
                <a:srgbClr val="FFFFFF"/>
              </a:solidFill>
              <a:latin typeface="Arial"/>
              <a:ea typeface="Arial"/>
              <a:cs typeface="Arial"/>
              <a:sym typeface="Arial"/>
            </a:endParaRPr>
          </a:p>
        </p:txBody>
      </p:sp>
      <p:sp>
        <p:nvSpPr>
          <p:cNvPr id="910" name="Google Shape;910;p35"/>
          <p:cNvSpPr txBox="1"/>
          <p:nvPr/>
        </p:nvSpPr>
        <p:spPr>
          <a:xfrm>
            <a:off x="1664899" y="9994971"/>
            <a:ext cx="2289900" cy="8325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None/>
            </a:pPr>
            <a:r>
              <a:rPr b="1" lang="en-US" sz="2400">
                <a:solidFill>
                  <a:srgbClr val="C9C9C9"/>
                </a:solidFill>
                <a:latin typeface="Lato"/>
                <a:ea typeface="Lato"/>
                <a:cs typeface="Lato"/>
                <a:sym typeface="Lato"/>
              </a:rPr>
              <a:t>Amenazas</a:t>
            </a:r>
            <a:endParaRPr b="0" i="0" sz="2400" u="none" cap="none" strike="noStrike">
              <a:solidFill>
                <a:srgbClr val="C9C9C9"/>
              </a:solidFill>
              <a:latin typeface="Arial"/>
              <a:ea typeface="Arial"/>
              <a:cs typeface="Arial"/>
              <a:sym typeface="Arial"/>
            </a:endParaRPr>
          </a:p>
        </p:txBody>
      </p:sp>
      <p:sp>
        <p:nvSpPr>
          <p:cNvPr id="911" name="Google Shape;911;p35"/>
          <p:cNvSpPr txBox="1"/>
          <p:nvPr/>
        </p:nvSpPr>
        <p:spPr>
          <a:xfrm>
            <a:off x="14223385" y="2849400"/>
            <a:ext cx="5436300" cy="832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lang="en-US" sz="2400">
                <a:solidFill>
                  <a:srgbClr val="C9C9C9"/>
                </a:solidFill>
                <a:latin typeface="Lato"/>
                <a:ea typeface="Lato"/>
                <a:cs typeface="Lato"/>
                <a:sym typeface="Lato"/>
              </a:rPr>
              <a:t>Debilidades</a:t>
            </a:r>
            <a:endParaRPr b="0" i="0" sz="2400" u="none" cap="none" strike="noStrike">
              <a:solidFill>
                <a:srgbClr val="C9C9C9"/>
              </a:solidFill>
              <a:latin typeface="Arial"/>
              <a:ea typeface="Arial"/>
              <a:cs typeface="Arial"/>
              <a:sym typeface="Arial"/>
            </a:endParaRPr>
          </a:p>
        </p:txBody>
      </p:sp>
      <p:sp>
        <p:nvSpPr>
          <p:cNvPr id="912" name="Google Shape;912;p35"/>
          <p:cNvSpPr txBox="1"/>
          <p:nvPr/>
        </p:nvSpPr>
        <p:spPr>
          <a:xfrm>
            <a:off x="4933975" y="4475125"/>
            <a:ext cx="6323100" cy="4059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t/>
            </a:r>
            <a:endParaRPr b="1" i="0" sz="1600" u="none" cap="none" strike="noStrike">
              <a:solidFill>
                <a:schemeClr val="dk2"/>
              </a:solidFill>
              <a:latin typeface="Lato"/>
              <a:ea typeface="Lato"/>
              <a:cs typeface="Lato"/>
              <a:sym typeface="Lato"/>
            </a:endParaRPr>
          </a:p>
          <a:p>
            <a:pPr indent="-330200" lvl="0" marL="457200" rtl="0" algn="l">
              <a:lnSpc>
                <a:spcPct val="120000"/>
              </a:lnSpc>
              <a:spcBef>
                <a:spcPts val="0"/>
              </a:spcBef>
              <a:spcAft>
                <a:spcPts val="0"/>
              </a:spcAft>
              <a:buClr>
                <a:schemeClr val="accent2"/>
              </a:buClr>
              <a:buSzPts val="1600"/>
              <a:buFont typeface="Lato Light"/>
              <a:buChar char="●"/>
            </a:pPr>
            <a:r>
              <a:rPr lang="en-US" sz="1600">
                <a:solidFill>
                  <a:schemeClr val="dk2"/>
                </a:solidFill>
                <a:latin typeface="Lato Light"/>
                <a:ea typeface="Lato Light"/>
                <a:cs typeface="Lato Light"/>
                <a:sym typeface="Lato Light"/>
              </a:rPr>
              <a:t>¿Cómo podemos usar cada fortaleza para explotar cada oportunidad?</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2"/>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p:txBody>
      </p:sp>
      <p:sp>
        <p:nvSpPr>
          <p:cNvPr id="913" name="Google Shape;913;p35"/>
          <p:cNvSpPr txBox="1"/>
          <p:nvPr/>
        </p:nvSpPr>
        <p:spPr>
          <a:xfrm>
            <a:off x="4933975" y="9252925"/>
            <a:ext cx="6323100" cy="4059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t/>
            </a:r>
            <a:endParaRPr b="1" i="0" sz="1600" u="none" cap="none" strike="noStrike">
              <a:solidFill>
                <a:schemeClr val="dk2"/>
              </a:solidFill>
              <a:latin typeface="Lato"/>
              <a:ea typeface="Lato"/>
              <a:cs typeface="Lato"/>
              <a:sym typeface="Lato"/>
            </a:endParaRPr>
          </a:p>
          <a:p>
            <a:pPr indent="-330200" lvl="0" marL="457200" rtl="0" algn="l">
              <a:lnSpc>
                <a:spcPct val="120000"/>
              </a:lnSpc>
              <a:spcBef>
                <a:spcPts val="0"/>
              </a:spcBef>
              <a:spcAft>
                <a:spcPts val="0"/>
              </a:spcAft>
              <a:buClr>
                <a:schemeClr val="accent3"/>
              </a:buClr>
              <a:buSzPts val="1600"/>
              <a:buFont typeface="Lato Light"/>
              <a:buChar char="●"/>
            </a:pPr>
            <a:r>
              <a:rPr lang="en-US" sz="1600">
                <a:solidFill>
                  <a:schemeClr val="dk2"/>
                </a:solidFill>
                <a:latin typeface="Lato Light"/>
                <a:ea typeface="Lato Light"/>
                <a:cs typeface="Lato Light"/>
                <a:sym typeface="Lato Light"/>
              </a:rPr>
              <a:t>¿Cómo podemos usar esta fortaleza para minimizar o neutralizar esta amenaza?</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3"/>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3"/>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3"/>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3"/>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3"/>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3"/>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3"/>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3"/>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p:txBody>
      </p:sp>
      <p:sp>
        <p:nvSpPr>
          <p:cNvPr id="914" name="Google Shape;914;p35"/>
          <p:cNvSpPr txBox="1"/>
          <p:nvPr/>
        </p:nvSpPr>
        <p:spPr>
          <a:xfrm>
            <a:off x="13336575" y="4511675"/>
            <a:ext cx="6323100" cy="4059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t/>
            </a:r>
            <a:endParaRPr b="1" i="0" sz="1600" u="none" cap="none" strike="noStrike">
              <a:solidFill>
                <a:schemeClr val="dk2"/>
              </a:solidFill>
              <a:latin typeface="Lato"/>
              <a:ea typeface="Lato"/>
              <a:cs typeface="Lato"/>
              <a:sym typeface="Lato"/>
            </a:endParaRPr>
          </a:p>
          <a:p>
            <a:pPr indent="-330200" lvl="0" marL="457200" rtl="0" algn="l">
              <a:lnSpc>
                <a:spcPct val="120000"/>
              </a:lnSpc>
              <a:spcBef>
                <a:spcPts val="0"/>
              </a:spcBef>
              <a:spcAft>
                <a:spcPts val="0"/>
              </a:spcAft>
              <a:buClr>
                <a:schemeClr val="accent4"/>
              </a:buClr>
              <a:buSzPts val="1600"/>
              <a:buFont typeface="Lato Light"/>
              <a:buChar char="●"/>
            </a:pPr>
            <a:r>
              <a:rPr lang="en-US" sz="1600">
                <a:solidFill>
                  <a:schemeClr val="dk2"/>
                </a:solidFill>
                <a:latin typeface="Lato Light"/>
                <a:ea typeface="Lato Light"/>
                <a:cs typeface="Lato Light"/>
                <a:sym typeface="Lato Light"/>
              </a:rPr>
              <a:t>¿Cómo debemos corregir esta debilidad para poder aprovechar esta oportunidad?</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4"/>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4"/>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4"/>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4"/>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4"/>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4"/>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4"/>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4"/>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p:txBody>
      </p:sp>
      <p:sp>
        <p:nvSpPr>
          <p:cNvPr id="915" name="Google Shape;915;p35"/>
          <p:cNvSpPr txBox="1"/>
          <p:nvPr/>
        </p:nvSpPr>
        <p:spPr>
          <a:xfrm>
            <a:off x="13322775" y="9233925"/>
            <a:ext cx="6323100" cy="4059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t/>
            </a:r>
            <a:endParaRPr b="1" i="0" sz="1600" u="none" cap="none" strike="noStrike">
              <a:solidFill>
                <a:schemeClr val="dk2"/>
              </a:solidFill>
              <a:latin typeface="Lato"/>
              <a:ea typeface="Lato"/>
              <a:cs typeface="Lato"/>
              <a:sym typeface="Lato"/>
            </a:endParaRPr>
          </a:p>
          <a:p>
            <a:pPr indent="-330200" lvl="0" marL="457200" rtl="0" algn="l">
              <a:lnSpc>
                <a:spcPct val="120000"/>
              </a:lnSpc>
              <a:spcBef>
                <a:spcPts val="0"/>
              </a:spcBef>
              <a:spcAft>
                <a:spcPts val="0"/>
              </a:spcAft>
              <a:buClr>
                <a:schemeClr val="accent5"/>
              </a:buClr>
              <a:buSzPts val="1600"/>
              <a:buFont typeface="Lato Light"/>
              <a:buChar char="●"/>
            </a:pPr>
            <a:r>
              <a:rPr lang="en-US" sz="1600">
                <a:solidFill>
                  <a:schemeClr val="dk2"/>
                </a:solidFill>
                <a:latin typeface="Lato Light"/>
                <a:ea typeface="Lato Light"/>
                <a:cs typeface="Lato Light"/>
                <a:sym typeface="Lato Light"/>
              </a:rPr>
              <a:t>¿Cómo vamos a trabajar esta debilidad para minimizar el efecto de esta amenaza?</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5"/>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5"/>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5"/>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5"/>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5"/>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5"/>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5"/>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a:p>
            <a:pPr indent="-330200" lvl="0" marL="457200" rtl="0" algn="l">
              <a:lnSpc>
                <a:spcPct val="120000"/>
              </a:lnSpc>
              <a:spcBef>
                <a:spcPts val="0"/>
              </a:spcBef>
              <a:spcAft>
                <a:spcPts val="0"/>
              </a:spcAft>
              <a:buClr>
                <a:schemeClr val="accent5"/>
              </a:buClr>
              <a:buSzPts val="1600"/>
              <a:buFont typeface="Lato Light"/>
              <a:buChar char="●"/>
            </a:pPr>
            <a:r>
              <a:rPr lang="en-US" sz="1600">
                <a:solidFill>
                  <a:schemeClr val="dk2"/>
                </a:solidFill>
                <a:latin typeface="Lato Light"/>
                <a:ea typeface="Lato Light"/>
                <a:cs typeface="Lato Light"/>
                <a:sym typeface="Lato Light"/>
              </a:rPr>
              <a:t>….</a:t>
            </a:r>
            <a:endParaRPr sz="1600">
              <a:solidFill>
                <a:schemeClr val="dk2"/>
              </a:solidFill>
              <a:latin typeface="Lato Light"/>
              <a:ea typeface="Lato Light"/>
              <a:cs typeface="Lato Light"/>
              <a:sym typeface="Lato 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19" name="Shape 919"/>
        <p:cNvGrpSpPr/>
        <p:nvPr/>
      </p:nvGrpSpPr>
      <p:grpSpPr>
        <a:xfrm>
          <a:off x="0" y="0"/>
          <a:ext cx="0" cy="0"/>
          <a:chOff x="0" y="0"/>
          <a:chExt cx="0" cy="0"/>
        </a:xfrm>
      </p:grpSpPr>
      <p:sp>
        <p:nvSpPr>
          <p:cNvPr id="920" name="Google Shape;920;p36"/>
          <p:cNvSpPr/>
          <p:nvPr/>
        </p:nvSpPr>
        <p:spPr>
          <a:xfrm>
            <a:off x="0" y="0"/>
            <a:ext cx="24384000" cy="13716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921" name="Google Shape;921;p36"/>
          <p:cNvSpPr txBox="1"/>
          <p:nvPr/>
        </p:nvSpPr>
        <p:spPr>
          <a:xfrm>
            <a:off x="2349500" y="4826675"/>
            <a:ext cx="11963400" cy="4062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8800"/>
              <a:buFont typeface="Arial"/>
              <a:buNone/>
            </a:pPr>
            <a:r>
              <a:rPr b="1" i="0" lang="en-US" sz="8800" u="none" cap="none" strike="noStrike">
                <a:solidFill>
                  <a:schemeClr val="lt1"/>
                </a:solidFill>
                <a:latin typeface="Lato"/>
                <a:ea typeface="Lato"/>
                <a:cs typeface="Lato"/>
                <a:sym typeface="Lato"/>
              </a:rPr>
              <a:t>“</a:t>
            </a:r>
            <a:r>
              <a:rPr b="1" lang="en-US" sz="8800">
                <a:solidFill>
                  <a:schemeClr val="lt1"/>
                </a:solidFill>
                <a:latin typeface="Lato"/>
                <a:ea typeface="Lato"/>
                <a:cs typeface="Lato"/>
                <a:sym typeface="Lato"/>
              </a:rPr>
              <a:t>Tu objetivo es dónde quieres llegar, y tu estrategia es cómo llegar hasta allí</a:t>
            </a:r>
            <a:r>
              <a:rPr b="1" i="0" lang="en-US" sz="8800" u="none" cap="none" strike="noStrike">
                <a:solidFill>
                  <a:schemeClr val="lt1"/>
                </a:solidFill>
                <a:latin typeface="Lato"/>
                <a:ea typeface="Lato"/>
                <a:cs typeface="Lato"/>
                <a:sym typeface="Lato"/>
              </a:rPr>
              <a:t>”</a:t>
            </a:r>
            <a:endParaRPr b="1" i="0" sz="8800" u="none" cap="none" strike="noStrike">
              <a:solidFill>
                <a:schemeClr val="lt1"/>
              </a:solidFill>
              <a:latin typeface="Lato"/>
              <a:ea typeface="Lato"/>
              <a:cs typeface="Lato"/>
              <a:sym typeface="Lato"/>
            </a:endParaRPr>
          </a:p>
        </p:txBody>
      </p:sp>
      <p:cxnSp>
        <p:nvCxnSpPr>
          <p:cNvPr id="922" name="Google Shape;922;p36"/>
          <p:cNvCxnSpPr/>
          <p:nvPr/>
        </p:nvCxnSpPr>
        <p:spPr>
          <a:xfrm>
            <a:off x="15451455" y="5113247"/>
            <a:ext cx="0" cy="3540300"/>
          </a:xfrm>
          <a:prstGeom prst="straightConnector1">
            <a:avLst/>
          </a:prstGeom>
          <a:noFill/>
          <a:ln cap="flat" cmpd="sng" w="88900">
            <a:solidFill>
              <a:schemeClr val="lt1"/>
            </a:solidFill>
            <a:prstDash val="solid"/>
            <a:miter lim="800000"/>
            <a:headEnd len="sm" w="sm" type="none"/>
            <a:tailEnd len="sm" w="sm" type="none"/>
          </a:ln>
        </p:spPr>
      </p:cxnSp>
      <p:sp>
        <p:nvSpPr>
          <p:cNvPr id="923" name="Google Shape;923;p36"/>
          <p:cNvSpPr txBox="1"/>
          <p:nvPr/>
        </p:nvSpPr>
        <p:spPr>
          <a:xfrm>
            <a:off x="16632011" y="6267069"/>
            <a:ext cx="6075600" cy="1182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lt1"/>
                </a:solidFill>
                <a:latin typeface="Lato"/>
                <a:ea typeface="Lato"/>
                <a:cs typeface="Lato"/>
                <a:sym typeface="Lato"/>
              </a:rPr>
              <a:t>VILMA NUÑEZ</a:t>
            </a:r>
            <a:endParaRPr b="0" i="0" sz="1400" u="none" cap="none" strike="noStrike">
              <a:solidFill>
                <a:srgbClr val="000000"/>
              </a:solidFill>
              <a:latin typeface="Arial"/>
              <a:ea typeface="Arial"/>
              <a:cs typeface="Arial"/>
              <a:sym typeface="Arial"/>
            </a:endParaRPr>
          </a:p>
        </p:txBody>
      </p:sp>
      <p:sp>
        <p:nvSpPr>
          <p:cNvPr id="924" name="Google Shape;924;p36"/>
          <p:cNvSpPr txBox="1"/>
          <p:nvPr/>
        </p:nvSpPr>
        <p:spPr>
          <a:xfrm>
            <a:off x="16479605" y="8324474"/>
            <a:ext cx="3033300" cy="10164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2400">
                <a:solidFill>
                  <a:schemeClr val="lt1"/>
                </a:solidFill>
                <a:latin typeface="Lato"/>
                <a:ea typeface="Lato"/>
                <a:cs typeface="Lato"/>
                <a:sym typeface="Lato"/>
              </a:rPr>
              <a:t>VILMA NUÑEZ</a:t>
            </a:r>
            <a:endParaRPr b="0" i="0" sz="2400" u="none" cap="none" strike="noStrike">
              <a:solidFill>
                <a:srgbClr val="000000"/>
              </a:solidFill>
              <a:latin typeface="Arial"/>
              <a:ea typeface="Arial"/>
              <a:cs typeface="Arial"/>
              <a:sym typeface="Arial"/>
            </a:endParaRPr>
          </a:p>
        </p:txBody>
      </p:sp>
      <p:pic>
        <p:nvPicPr>
          <p:cNvPr id="925" name="Google Shape;925;p36"/>
          <p:cNvPicPr preferRelativeResize="0"/>
          <p:nvPr/>
        </p:nvPicPr>
        <p:blipFill>
          <a:blip r:embed="rId3">
            <a:alphaModFix/>
          </a:blip>
          <a:stretch>
            <a:fillRect/>
          </a:stretch>
        </p:blipFill>
        <p:spPr>
          <a:xfrm>
            <a:off x="16608225" y="5265650"/>
            <a:ext cx="2857500" cy="2857500"/>
          </a:xfrm>
          <a:prstGeom prst="rect">
            <a:avLst/>
          </a:prstGeom>
          <a:noFill/>
          <a:ln>
            <a:noFill/>
          </a:ln>
        </p:spPr>
      </p:pic>
      <p:sp>
        <p:nvSpPr>
          <p:cNvPr id="926" name="Google Shape;926;p36"/>
          <p:cNvSpPr/>
          <p:nvPr/>
        </p:nvSpPr>
        <p:spPr>
          <a:xfrm>
            <a:off x="16590000" y="5265650"/>
            <a:ext cx="2857500" cy="2857500"/>
          </a:xfrm>
          <a:prstGeom prst="ellipse">
            <a:avLst/>
          </a:prstGeom>
          <a:noFill/>
          <a:ln cap="flat" cmpd="sng" w="228600">
            <a:solidFill>
              <a:srgbClr val="E9E9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30" name="Shape 930"/>
        <p:cNvGrpSpPr/>
        <p:nvPr/>
      </p:nvGrpSpPr>
      <p:grpSpPr>
        <a:xfrm>
          <a:off x="0" y="0"/>
          <a:ext cx="0" cy="0"/>
          <a:chOff x="0" y="0"/>
          <a:chExt cx="0" cy="0"/>
        </a:xfrm>
      </p:grpSpPr>
      <p:sp>
        <p:nvSpPr>
          <p:cNvPr id="931" name="Google Shape;931;p37"/>
          <p:cNvSpPr txBox="1"/>
          <p:nvPr/>
        </p:nvSpPr>
        <p:spPr>
          <a:xfrm>
            <a:off x="1972945" y="5728297"/>
            <a:ext cx="78867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Lato Light"/>
              <a:buNone/>
            </a:pPr>
            <a:r>
              <a:rPr lang="en-US" sz="3200">
                <a:solidFill>
                  <a:schemeClr val="dk2"/>
                </a:solidFill>
                <a:latin typeface="Lato Light"/>
                <a:ea typeface="Lato Light"/>
                <a:cs typeface="Lato Light"/>
                <a:sym typeface="Lato Light"/>
              </a:rPr>
              <a:t>Objetivos, estrategia y tácticas</a:t>
            </a:r>
            <a:endParaRPr b="0" i="0" sz="3200" u="none" cap="none" strike="noStrike">
              <a:solidFill>
                <a:schemeClr val="dk2"/>
              </a:solidFill>
              <a:latin typeface="Lato Light"/>
              <a:ea typeface="Lato Light"/>
              <a:cs typeface="Lato Light"/>
              <a:sym typeface="Lato Light"/>
            </a:endParaRPr>
          </a:p>
        </p:txBody>
      </p:sp>
      <p:sp>
        <p:nvSpPr>
          <p:cNvPr id="932" name="Google Shape;932;p37"/>
          <p:cNvSpPr txBox="1"/>
          <p:nvPr/>
        </p:nvSpPr>
        <p:spPr>
          <a:xfrm>
            <a:off x="1972945" y="4361383"/>
            <a:ext cx="78867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b="1" lang="en-US" sz="8800">
                <a:solidFill>
                  <a:schemeClr val="dk2"/>
                </a:solidFill>
                <a:latin typeface="Lato"/>
                <a:ea typeface="Lato"/>
                <a:cs typeface="Lato"/>
                <a:sym typeface="Lato"/>
              </a:rPr>
              <a:t>Estrategia</a:t>
            </a:r>
            <a:endParaRPr b="1" i="0" sz="8800" u="none" cap="none" strike="noStrike">
              <a:solidFill>
                <a:schemeClr val="dk2"/>
              </a:solidFill>
              <a:latin typeface="Lato"/>
              <a:ea typeface="Lato"/>
              <a:cs typeface="Lato"/>
              <a:sym typeface="Lato"/>
            </a:endParaRPr>
          </a:p>
        </p:txBody>
      </p:sp>
      <p:cxnSp>
        <p:nvCxnSpPr>
          <p:cNvPr id="933" name="Google Shape;933;p37"/>
          <p:cNvCxnSpPr/>
          <p:nvPr/>
        </p:nvCxnSpPr>
        <p:spPr>
          <a:xfrm>
            <a:off x="1676400" y="4551883"/>
            <a:ext cx="0" cy="1619700"/>
          </a:xfrm>
          <a:prstGeom prst="straightConnector1">
            <a:avLst/>
          </a:prstGeom>
          <a:noFill/>
          <a:ln cap="flat" cmpd="sng" w="88900">
            <a:solidFill>
              <a:schemeClr val="accent1"/>
            </a:solidFill>
            <a:prstDash val="solid"/>
            <a:miter lim="800000"/>
            <a:headEnd len="sm" w="sm" type="none"/>
            <a:tailEnd len="sm" w="sm" type="none"/>
          </a:ln>
        </p:spPr>
      </p:cxnSp>
      <p:sp>
        <p:nvSpPr>
          <p:cNvPr id="934" name="Google Shape;934;p37"/>
          <p:cNvSpPr txBox="1"/>
          <p:nvPr/>
        </p:nvSpPr>
        <p:spPr>
          <a:xfrm>
            <a:off x="1972945" y="6876119"/>
            <a:ext cx="7886700" cy="2523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data about the title here. The explanation should be short. Insert some explanations, information, data about the title here. </a:t>
            </a:r>
            <a:endParaRPr b="0" i="0" sz="2400" u="none" cap="none" strike="noStrike">
              <a:solidFill>
                <a:schemeClr val="dk2"/>
              </a:solidFill>
              <a:latin typeface="Lato Light"/>
              <a:ea typeface="Lato Light"/>
              <a:cs typeface="Lato Light"/>
              <a:sym typeface="Lato Light"/>
            </a:endParaRPr>
          </a:p>
          <a:p>
            <a:pPr indent="0" lvl="0" marL="0" marR="0" rtl="0" algn="l">
              <a:lnSpc>
                <a:spcPct val="120000"/>
              </a:lnSpc>
              <a:spcBef>
                <a:spcPts val="240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and data about the title here. </a:t>
            </a:r>
            <a:endParaRPr b="0" i="0" sz="1400" u="none" cap="none" strike="noStrike">
              <a:solidFill>
                <a:srgbClr val="000000"/>
              </a:solidFill>
              <a:latin typeface="Arial"/>
              <a:ea typeface="Arial"/>
              <a:cs typeface="Arial"/>
              <a:sym typeface="Arial"/>
            </a:endParaRPr>
          </a:p>
        </p:txBody>
      </p:sp>
      <p:sp>
        <p:nvSpPr>
          <p:cNvPr id="935" name="Google Shape;935;p37"/>
          <p:cNvSpPr/>
          <p:nvPr/>
        </p:nvSpPr>
        <p:spPr>
          <a:xfrm>
            <a:off x="12179300" y="0"/>
            <a:ext cx="12204600" cy="13716000"/>
          </a:xfrm>
          <a:prstGeom prst="rect">
            <a:avLst/>
          </a:prstGeom>
          <a:gradFill>
            <a:gsLst>
              <a:gs pos="0">
                <a:srgbClr val="9C9C9C"/>
              </a:gs>
              <a:gs pos="50000">
                <a:srgbClr val="C3C3C3"/>
              </a:gs>
              <a:gs pos="100000">
                <a:srgbClr val="E2E2E2"/>
              </a:gs>
            </a:gsLst>
            <a:lin ang="16200038"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chemeClr val="lt1"/>
              </a:solidFill>
              <a:latin typeface="Calibri"/>
              <a:ea typeface="Calibri"/>
              <a:cs typeface="Calibri"/>
              <a:sym typeface="Calibri"/>
            </a:endParaRPr>
          </a:p>
        </p:txBody>
      </p:sp>
      <p:sp>
        <p:nvSpPr>
          <p:cNvPr id="936" name="Google Shape;936;p37"/>
          <p:cNvSpPr txBox="1"/>
          <p:nvPr/>
        </p:nvSpPr>
        <p:spPr>
          <a:xfrm>
            <a:off x="16988655" y="6427113"/>
            <a:ext cx="2586000" cy="861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2800"/>
              <a:buFont typeface="Lato"/>
              <a:buNone/>
            </a:pPr>
            <a:r>
              <a:rPr b="0" i="0" lang="en-US" sz="2800" u="none" cap="none" strike="noStrike">
                <a:solidFill>
                  <a:schemeClr val="lt1"/>
                </a:solidFill>
                <a:latin typeface="Lato"/>
                <a:ea typeface="Lato"/>
                <a:cs typeface="Lato"/>
                <a:sym typeface="Lato"/>
              </a:rPr>
              <a:t>Image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800"/>
              <a:buFont typeface="Lato"/>
              <a:buNone/>
            </a:pPr>
            <a:r>
              <a:rPr b="0" i="0" lang="en-US" sz="2800" u="none" cap="none" strike="noStrike">
                <a:solidFill>
                  <a:schemeClr val="lt1"/>
                </a:solidFill>
                <a:latin typeface="Lato"/>
                <a:ea typeface="Lato"/>
                <a:cs typeface="Lato"/>
                <a:sym typeface="Lato"/>
              </a:rPr>
              <a:t>Placeholder</a:t>
            </a:r>
            <a:endParaRPr b="0" i="0" sz="2800" u="none" cap="none" strike="noStrike">
              <a:solidFill>
                <a:schemeClr val="lt1"/>
              </a:solidFill>
              <a:latin typeface="Lato"/>
              <a:ea typeface="Lato"/>
              <a:cs typeface="Lato"/>
              <a:sym typeface="La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40" name="Shape 940"/>
        <p:cNvGrpSpPr/>
        <p:nvPr/>
      </p:nvGrpSpPr>
      <p:grpSpPr>
        <a:xfrm>
          <a:off x="0" y="0"/>
          <a:ext cx="0" cy="0"/>
          <a:chOff x="0" y="0"/>
          <a:chExt cx="0" cy="0"/>
        </a:xfrm>
      </p:grpSpPr>
      <p:sp>
        <p:nvSpPr>
          <p:cNvPr id="941" name="Google Shape;941;p38"/>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De lo general a lo concreto</a:t>
            </a:r>
            <a:endParaRPr/>
          </a:p>
        </p:txBody>
      </p:sp>
      <p:sp>
        <p:nvSpPr>
          <p:cNvPr id="942" name="Google Shape;942;p38"/>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t>Objetivos</a:t>
            </a:r>
            <a:endParaRPr b="1" i="0" sz="8800" u="none" cap="none" strike="noStrike">
              <a:solidFill>
                <a:schemeClr val="dk2"/>
              </a:solidFill>
              <a:latin typeface="Lato"/>
              <a:ea typeface="Lato"/>
              <a:cs typeface="Lato"/>
              <a:sym typeface="Lato"/>
            </a:endParaRPr>
          </a:p>
        </p:txBody>
      </p:sp>
      <p:graphicFrame>
        <p:nvGraphicFramePr>
          <p:cNvPr id="943" name="Google Shape;943;p38"/>
          <p:cNvGraphicFramePr/>
          <p:nvPr/>
        </p:nvGraphicFramePr>
        <p:xfrm>
          <a:off x="1676400" y="3484034"/>
          <a:ext cx="3000000" cy="3000000"/>
        </p:xfrm>
        <a:graphic>
          <a:graphicData uri="http://schemas.openxmlformats.org/drawingml/2006/table">
            <a:tbl>
              <a:tblPr bandRow="1" firstRow="1">
                <a:noFill/>
                <a:tableStyleId>{21A46F77-6203-4918-A673-6B69CD0BA170}</a:tableStyleId>
              </a:tblPr>
              <a:tblGrid>
                <a:gridCol w="4808425"/>
                <a:gridCol w="16150500"/>
              </a:tblGrid>
              <a:tr h="1037175">
                <a:tc>
                  <a:txBody>
                    <a:bodyPr/>
                    <a:lstStyle/>
                    <a:p>
                      <a:pPr indent="0" lvl="0" marL="0" marR="0" rtl="0" algn="l">
                        <a:lnSpc>
                          <a:spcPct val="100000"/>
                        </a:lnSpc>
                        <a:spcBef>
                          <a:spcPts val="0"/>
                        </a:spcBef>
                        <a:spcAft>
                          <a:spcPts val="0"/>
                        </a:spcAft>
                        <a:buClr>
                          <a:srgbClr val="000000"/>
                        </a:buClr>
                        <a:buSzPts val="3200"/>
                        <a:buFont typeface="Arial"/>
                        <a:buNone/>
                      </a:pPr>
                      <a:r>
                        <a:rPr lang="en-US" sz="3200">
                          <a:latin typeface="Lato"/>
                          <a:ea typeface="Lato"/>
                          <a:cs typeface="Lato"/>
                          <a:sym typeface="Lato"/>
                        </a:rPr>
                        <a:t>OBJETIVOS generales</a:t>
                      </a:r>
                      <a:endParaRPr sz="3200" u="none" cap="none" strike="noStrike">
                        <a:latin typeface="Lato"/>
                        <a:ea typeface="Lato"/>
                        <a:cs typeface="Lato"/>
                        <a:sym typeface="Lato"/>
                      </a:endParaRPr>
                    </a:p>
                  </a:txBody>
                  <a:tcPr marT="45725" marB="45725" marR="274325" marL="274325" anchor="ctr">
                    <a:lnR cap="flat" cmpd="sng" w="19050">
                      <a:solidFill>
                        <a:srgbClr val="E9E9E9"/>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2800"/>
                        <a:buFont typeface="Arial"/>
                        <a:buNone/>
                      </a:pPr>
                      <a:r>
                        <a:rPr lang="en-US" sz="2800">
                          <a:latin typeface="Lato"/>
                          <a:ea typeface="Lato"/>
                          <a:cs typeface="Lato"/>
                          <a:sym typeface="Lato"/>
                        </a:rPr>
                        <a:t>OBJETIVOS S.M.A.R.T</a:t>
                      </a:r>
                      <a:endParaRPr sz="2800" u="none" cap="none" strike="noStrike">
                        <a:latin typeface="Lato"/>
                        <a:ea typeface="Lato"/>
                        <a:cs typeface="Lato"/>
                        <a:sym typeface="Lato"/>
                      </a:endParaRPr>
                    </a:p>
                  </a:txBody>
                  <a:tcPr marT="45725" marB="45725" marR="274325" marL="274325" anchor="ctr">
                    <a:lnL cap="flat" cmpd="sng" w="19050">
                      <a:solidFill>
                        <a:srgbClr val="E9E9E9"/>
                      </a:solidFill>
                      <a:prstDash val="solid"/>
                      <a:round/>
                      <a:headEnd len="sm" w="sm" type="none"/>
                      <a:tailEnd len="sm" w="sm" type="none"/>
                    </a:lnL>
                    <a:solidFill>
                      <a:schemeClr val="accent2"/>
                    </a:solidFill>
                  </a:tcPr>
                </a:tc>
              </a:tr>
              <a:tr h="1082275">
                <a:tc>
                  <a:txBody>
                    <a:bodyPr/>
                    <a:lstStyle/>
                    <a:p>
                      <a:pPr indent="0" lvl="0" marL="0" marR="0" rtl="0" algn="l">
                        <a:lnSpc>
                          <a:spcPct val="100000"/>
                        </a:lnSpc>
                        <a:spcBef>
                          <a:spcPts val="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Objetivo 1</a:t>
                      </a:r>
                      <a:endParaRPr sz="2400" u="none" cap="none" strike="noStrike">
                        <a:solidFill>
                          <a:schemeClr val="dk2"/>
                        </a:solidFill>
                        <a:latin typeface="Lato Light"/>
                        <a:ea typeface="Lato Light"/>
                        <a:cs typeface="Lato Light"/>
                        <a:sym typeface="Lato Light"/>
                      </a:endParaRPr>
                    </a:p>
                  </a:txBody>
                  <a:tcPr marT="45725" marB="45725" marR="91450" marL="274325" anchor="ctr">
                    <a:lnR cap="flat" cmpd="sng" w="19050">
                      <a:solidFill>
                        <a:srgbClr val="E9E9E9"/>
                      </a:solidFill>
                      <a:prstDash val="solid"/>
                      <a:round/>
                      <a:headEnd len="sm" w="sm" type="none"/>
                      <a:tailEnd len="sm" w="sm" type="none"/>
                    </a:lnR>
                    <a:lnB cap="flat" cmpd="sng" w="19050">
                      <a:solidFill>
                        <a:srgbClr val="E9E9E9"/>
                      </a:solidFill>
                      <a:prstDash val="solid"/>
                      <a:round/>
                      <a:headEnd len="sm" w="sm" type="none"/>
                      <a:tailEnd len="sm" w="sm" type="none"/>
                    </a:lnB>
                    <a:solidFill>
                      <a:schemeClr val="lt1"/>
                    </a:solidFill>
                  </a:tcPr>
                </a:tc>
                <a:tc>
                  <a:txBody>
                    <a:bodyPr/>
                    <a:lstStyle/>
                    <a:p>
                      <a:pPr indent="-317500" lvl="0" marL="457200" marR="0" rtl="0" algn="l">
                        <a:lnSpc>
                          <a:spcPct val="100000"/>
                        </a:lnSpc>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Objetivo SMART</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Objetivo SMART</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Objetivo SMART</a:t>
                      </a:r>
                      <a:endParaRPr>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B cap="flat" cmpd="sng" w="19050">
                      <a:solidFill>
                        <a:srgbClr val="E9E9E9"/>
                      </a:solidFill>
                      <a:prstDash val="solid"/>
                      <a:round/>
                      <a:headEnd len="sm" w="sm" type="none"/>
                      <a:tailEnd len="sm" w="sm" type="none"/>
                    </a:lnB>
                    <a:solidFill>
                      <a:schemeClr val="lt1"/>
                    </a:solidFill>
                  </a:tcPr>
                </a:tc>
              </a:tr>
              <a:tr h="1082275">
                <a:tc>
                  <a:txBody>
                    <a:bodyPr/>
                    <a:lstStyle/>
                    <a:p>
                      <a:pPr indent="0" lvl="0" marL="0" rtl="0" algn="l">
                        <a:spcBef>
                          <a:spcPts val="0"/>
                        </a:spcBef>
                        <a:spcAft>
                          <a:spcPts val="0"/>
                        </a:spcAft>
                        <a:buClr>
                          <a:schemeClr val="dk1"/>
                        </a:buClr>
                        <a:buSzPts val="2400"/>
                        <a:buFont typeface="Arial"/>
                        <a:buNone/>
                      </a:pPr>
                      <a:r>
                        <a:rPr lang="en-US" sz="2400">
                          <a:solidFill>
                            <a:schemeClr val="dk2"/>
                          </a:solidFill>
                          <a:latin typeface="Lato Light"/>
                          <a:ea typeface="Lato Light"/>
                          <a:cs typeface="Lato Light"/>
                          <a:sym typeface="Lato Light"/>
                        </a:rPr>
                        <a:t>Objetivo 2</a:t>
                      </a:r>
                      <a:endParaRPr sz="2400">
                        <a:solidFill>
                          <a:schemeClr val="dk2"/>
                        </a:solidFill>
                        <a:latin typeface="Lato Light"/>
                        <a:ea typeface="Lato Light"/>
                        <a:cs typeface="Lato Light"/>
                        <a:sym typeface="Lato Light"/>
                      </a:endParaRPr>
                    </a:p>
                  </a:txBody>
                  <a:tcPr marT="45725" marB="45725" marR="91450" marL="274325" anchor="ctr">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Objetivo SMART</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Objetivo SMART</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Objetivo SMART</a:t>
                      </a:r>
                      <a:endParaRPr sz="2400">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r>
              <a:tr h="1082275">
                <a:tc>
                  <a:txBody>
                    <a:bodyPr/>
                    <a:lstStyle/>
                    <a:p>
                      <a:pPr indent="0" lvl="0" marL="0" rtl="0" algn="l">
                        <a:spcBef>
                          <a:spcPts val="0"/>
                        </a:spcBef>
                        <a:spcAft>
                          <a:spcPts val="0"/>
                        </a:spcAft>
                        <a:buClr>
                          <a:schemeClr val="dk1"/>
                        </a:buClr>
                        <a:buSzPts val="2400"/>
                        <a:buFont typeface="Arial"/>
                        <a:buNone/>
                      </a:pPr>
                      <a:r>
                        <a:rPr lang="en-US" sz="2400">
                          <a:solidFill>
                            <a:schemeClr val="dk2"/>
                          </a:solidFill>
                          <a:latin typeface="Lato Light"/>
                          <a:ea typeface="Lato Light"/>
                          <a:cs typeface="Lato Light"/>
                          <a:sym typeface="Lato Light"/>
                        </a:rPr>
                        <a:t>Objetivo 3</a:t>
                      </a:r>
                      <a:endParaRPr sz="2400">
                        <a:solidFill>
                          <a:schemeClr val="dk2"/>
                        </a:solidFill>
                        <a:latin typeface="Lato Light"/>
                        <a:ea typeface="Lato Light"/>
                        <a:cs typeface="Lato Light"/>
                        <a:sym typeface="Lato Light"/>
                      </a:endParaRPr>
                    </a:p>
                  </a:txBody>
                  <a:tcPr marT="45725" marB="45725" marR="91450" marL="274325" anchor="ctr">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Objetivo SMART</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Objetivo SMART</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Objetivo SMART</a:t>
                      </a:r>
                      <a:endParaRPr sz="2400">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r>
              <a:tr h="1082275">
                <a:tc>
                  <a:txBody>
                    <a:bodyPr/>
                    <a:lstStyle/>
                    <a:p>
                      <a:pPr indent="0" lvl="0" marL="0" rtl="0" algn="l">
                        <a:spcBef>
                          <a:spcPts val="0"/>
                        </a:spcBef>
                        <a:spcAft>
                          <a:spcPts val="0"/>
                        </a:spcAft>
                        <a:buClr>
                          <a:schemeClr val="dk1"/>
                        </a:buClr>
                        <a:buSzPts val="2400"/>
                        <a:buFont typeface="Arial"/>
                        <a:buNone/>
                      </a:pPr>
                      <a:r>
                        <a:rPr lang="en-US" sz="2400">
                          <a:solidFill>
                            <a:schemeClr val="dk2"/>
                          </a:solidFill>
                          <a:latin typeface="Lato Light"/>
                          <a:ea typeface="Lato Light"/>
                          <a:cs typeface="Lato Light"/>
                          <a:sym typeface="Lato Light"/>
                        </a:rPr>
                        <a:t>Objetivo 4</a:t>
                      </a:r>
                      <a:endParaRPr sz="2400">
                        <a:solidFill>
                          <a:schemeClr val="dk2"/>
                        </a:solidFill>
                        <a:latin typeface="Lato Light"/>
                        <a:ea typeface="Lato Light"/>
                        <a:cs typeface="Lato Light"/>
                        <a:sym typeface="Lato Light"/>
                      </a:endParaRPr>
                    </a:p>
                  </a:txBody>
                  <a:tcPr marT="45725" marB="45725" marR="91450" marL="274325" anchor="ctr">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Objetivo SMART</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Objetivo SMART</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Objetivo SMART</a:t>
                      </a:r>
                      <a:endParaRPr sz="2400">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r>
              <a:tr h="1082275">
                <a:tc>
                  <a:txBody>
                    <a:bodyPr/>
                    <a:lstStyle/>
                    <a:p>
                      <a:pPr indent="0" lvl="0" marL="0" rtl="0" algn="l">
                        <a:spcBef>
                          <a:spcPts val="0"/>
                        </a:spcBef>
                        <a:spcAft>
                          <a:spcPts val="0"/>
                        </a:spcAft>
                        <a:buClr>
                          <a:schemeClr val="dk1"/>
                        </a:buClr>
                        <a:buSzPts val="2400"/>
                        <a:buFont typeface="Arial"/>
                        <a:buNone/>
                      </a:pPr>
                      <a:r>
                        <a:rPr lang="en-US" sz="2400">
                          <a:solidFill>
                            <a:schemeClr val="dk2"/>
                          </a:solidFill>
                          <a:latin typeface="Lato Light"/>
                          <a:ea typeface="Lato Light"/>
                          <a:cs typeface="Lato Light"/>
                          <a:sym typeface="Lato Light"/>
                        </a:rPr>
                        <a:t>Objetivo 5</a:t>
                      </a:r>
                      <a:endParaRPr sz="2400">
                        <a:solidFill>
                          <a:schemeClr val="dk2"/>
                        </a:solidFill>
                        <a:latin typeface="Lato Light"/>
                        <a:ea typeface="Lato Light"/>
                        <a:cs typeface="Lato Light"/>
                        <a:sym typeface="Lato Light"/>
                      </a:endParaRPr>
                    </a:p>
                  </a:txBody>
                  <a:tcPr marT="45725" marB="45725" marR="91450" marL="274325" anchor="ctr">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Objetivo SMART</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Objetivo SMART</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Objetivo SMART</a:t>
                      </a:r>
                      <a:endParaRPr sz="2400">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r>
              <a:tr h="1082275">
                <a:tc>
                  <a:txBody>
                    <a:bodyPr/>
                    <a:lstStyle/>
                    <a:p>
                      <a:pPr indent="0" lvl="0" marL="0" rtl="0" algn="l">
                        <a:spcBef>
                          <a:spcPts val="0"/>
                        </a:spcBef>
                        <a:spcAft>
                          <a:spcPts val="0"/>
                        </a:spcAft>
                        <a:buClr>
                          <a:schemeClr val="dk1"/>
                        </a:buClr>
                        <a:buSzPts val="2400"/>
                        <a:buFont typeface="Arial"/>
                        <a:buNone/>
                      </a:pPr>
                      <a:r>
                        <a:rPr lang="en-US" sz="2400">
                          <a:solidFill>
                            <a:schemeClr val="dk2"/>
                          </a:solidFill>
                          <a:latin typeface="Lato Light"/>
                          <a:ea typeface="Lato Light"/>
                          <a:cs typeface="Lato Light"/>
                          <a:sym typeface="Lato Light"/>
                        </a:rPr>
                        <a:t>Objetivo 6</a:t>
                      </a:r>
                      <a:endParaRPr sz="2400">
                        <a:solidFill>
                          <a:schemeClr val="dk2"/>
                        </a:solidFill>
                        <a:latin typeface="Lato Light"/>
                        <a:ea typeface="Lato Light"/>
                        <a:cs typeface="Lato Light"/>
                        <a:sym typeface="Lato Light"/>
                      </a:endParaRPr>
                    </a:p>
                  </a:txBody>
                  <a:tcPr marT="45725" marB="45725" marR="91450" marL="274325" anchor="ctr">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Objetivo SMART</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Objetivo SMART</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Objetivo SMART</a:t>
                      </a:r>
                      <a:endParaRPr sz="2400">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r>
              <a:tr h="1082275">
                <a:tc>
                  <a:txBody>
                    <a:bodyPr/>
                    <a:lstStyle/>
                    <a:p>
                      <a:pPr indent="0" lvl="0" marL="0" rtl="0" algn="l">
                        <a:spcBef>
                          <a:spcPts val="0"/>
                        </a:spcBef>
                        <a:spcAft>
                          <a:spcPts val="0"/>
                        </a:spcAft>
                        <a:buClr>
                          <a:schemeClr val="dk1"/>
                        </a:buClr>
                        <a:buSzPts val="2400"/>
                        <a:buFont typeface="Arial"/>
                        <a:buNone/>
                      </a:pPr>
                      <a:r>
                        <a:rPr lang="en-US" sz="2400">
                          <a:solidFill>
                            <a:schemeClr val="dk2"/>
                          </a:solidFill>
                          <a:latin typeface="Lato Light"/>
                          <a:ea typeface="Lato Light"/>
                          <a:cs typeface="Lato Light"/>
                          <a:sym typeface="Lato Light"/>
                        </a:rPr>
                        <a:t>Objetivo 7</a:t>
                      </a:r>
                      <a:endParaRPr sz="2400">
                        <a:solidFill>
                          <a:schemeClr val="dk2"/>
                        </a:solidFill>
                        <a:latin typeface="Lato Light"/>
                        <a:ea typeface="Lato Light"/>
                        <a:cs typeface="Lato Light"/>
                        <a:sym typeface="Lato Light"/>
                      </a:endParaRPr>
                    </a:p>
                  </a:txBody>
                  <a:tcPr marT="45725" marB="45725" marR="91450" marL="274325" anchor="ctr">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Objetivo SMART</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Objetivo SMART</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Objetivo SMART</a:t>
                      </a:r>
                      <a:endParaRPr sz="2400">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47" name="Shape 947"/>
        <p:cNvGrpSpPr/>
        <p:nvPr/>
      </p:nvGrpSpPr>
      <p:grpSpPr>
        <a:xfrm>
          <a:off x="0" y="0"/>
          <a:ext cx="0" cy="0"/>
          <a:chOff x="0" y="0"/>
          <a:chExt cx="0" cy="0"/>
        </a:xfrm>
      </p:grpSpPr>
      <p:sp>
        <p:nvSpPr>
          <p:cNvPr id="948" name="Google Shape;948;p39"/>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¿Qué hacer y cómo lo vamos a hacer?</a:t>
            </a:r>
            <a:endParaRPr/>
          </a:p>
        </p:txBody>
      </p:sp>
      <p:sp>
        <p:nvSpPr>
          <p:cNvPr id="949" name="Google Shape;949;p39"/>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t>Estrategias y tácticas</a:t>
            </a:r>
            <a:endParaRPr b="1" i="0" sz="8800" u="none" cap="none" strike="noStrike">
              <a:solidFill>
                <a:schemeClr val="dk2"/>
              </a:solidFill>
              <a:latin typeface="Lato"/>
              <a:ea typeface="Lato"/>
              <a:cs typeface="Lato"/>
              <a:sym typeface="Lato"/>
            </a:endParaRPr>
          </a:p>
        </p:txBody>
      </p:sp>
      <p:graphicFrame>
        <p:nvGraphicFramePr>
          <p:cNvPr id="950" name="Google Shape;950;p39"/>
          <p:cNvGraphicFramePr/>
          <p:nvPr/>
        </p:nvGraphicFramePr>
        <p:xfrm>
          <a:off x="1676400" y="3484034"/>
          <a:ext cx="3000000" cy="3000000"/>
        </p:xfrm>
        <a:graphic>
          <a:graphicData uri="http://schemas.openxmlformats.org/drawingml/2006/table">
            <a:tbl>
              <a:tblPr bandRow="1" firstRow="1">
                <a:noFill/>
                <a:tableStyleId>{21A46F77-6203-4918-A673-6B69CD0BA170}</a:tableStyleId>
              </a:tblPr>
              <a:tblGrid>
                <a:gridCol w="4808425"/>
                <a:gridCol w="16150500"/>
              </a:tblGrid>
              <a:tr h="1037175">
                <a:tc>
                  <a:txBody>
                    <a:bodyPr/>
                    <a:lstStyle/>
                    <a:p>
                      <a:pPr indent="0" lvl="0" marL="0" marR="0" rtl="0" algn="l">
                        <a:lnSpc>
                          <a:spcPct val="100000"/>
                        </a:lnSpc>
                        <a:spcBef>
                          <a:spcPts val="0"/>
                        </a:spcBef>
                        <a:spcAft>
                          <a:spcPts val="0"/>
                        </a:spcAft>
                        <a:buClr>
                          <a:srgbClr val="000000"/>
                        </a:buClr>
                        <a:buSzPts val="3200"/>
                        <a:buFont typeface="Arial"/>
                        <a:buNone/>
                      </a:pPr>
                      <a:r>
                        <a:rPr lang="en-US" sz="3200">
                          <a:latin typeface="Lato"/>
                          <a:ea typeface="Lato"/>
                          <a:cs typeface="Lato"/>
                          <a:sym typeface="Lato"/>
                        </a:rPr>
                        <a:t>ESTRATEGIAS</a:t>
                      </a:r>
                      <a:endParaRPr sz="3200" u="none" cap="none" strike="noStrike">
                        <a:latin typeface="Lato"/>
                        <a:ea typeface="Lato"/>
                        <a:cs typeface="Lato"/>
                        <a:sym typeface="Lato"/>
                      </a:endParaRPr>
                    </a:p>
                  </a:txBody>
                  <a:tcPr marT="45725" marB="45725" marR="274325" marL="274325" anchor="ctr">
                    <a:lnR cap="flat" cmpd="sng" w="19050">
                      <a:solidFill>
                        <a:srgbClr val="E9E9E9"/>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2800"/>
                        <a:buFont typeface="Arial"/>
                        <a:buNone/>
                      </a:pPr>
                      <a:r>
                        <a:rPr lang="en-US" sz="2800">
                          <a:latin typeface="Lato"/>
                          <a:ea typeface="Lato"/>
                          <a:cs typeface="Lato"/>
                          <a:sym typeface="Lato"/>
                        </a:rPr>
                        <a:t>TÁCTICAS</a:t>
                      </a:r>
                      <a:endParaRPr sz="2800" u="none" cap="none" strike="noStrike">
                        <a:latin typeface="Lato"/>
                        <a:ea typeface="Lato"/>
                        <a:cs typeface="Lato"/>
                        <a:sym typeface="Lato"/>
                      </a:endParaRPr>
                    </a:p>
                  </a:txBody>
                  <a:tcPr marT="45725" marB="45725" marR="274325" marL="274325" anchor="ctr">
                    <a:lnL cap="flat" cmpd="sng" w="19050">
                      <a:solidFill>
                        <a:srgbClr val="E9E9E9"/>
                      </a:solidFill>
                      <a:prstDash val="solid"/>
                      <a:round/>
                      <a:headEnd len="sm" w="sm" type="none"/>
                      <a:tailEnd len="sm" w="sm" type="none"/>
                    </a:lnL>
                    <a:solidFill>
                      <a:schemeClr val="accent2"/>
                    </a:solidFill>
                  </a:tcPr>
                </a:tc>
              </a:tr>
              <a:tr h="1082275">
                <a:tc>
                  <a:txBody>
                    <a:bodyPr/>
                    <a:lstStyle/>
                    <a:p>
                      <a:pPr indent="0" lvl="0" marL="0" marR="0" rtl="0" algn="l">
                        <a:lnSpc>
                          <a:spcPct val="100000"/>
                        </a:lnSpc>
                        <a:spcBef>
                          <a:spcPts val="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Estrategia de Relaciones Públicas</a:t>
                      </a:r>
                      <a:endParaRPr sz="2400" u="none" cap="none" strike="noStrike">
                        <a:solidFill>
                          <a:schemeClr val="dk2"/>
                        </a:solidFill>
                        <a:latin typeface="Lato Light"/>
                        <a:ea typeface="Lato Light"/>
                        <a:cs typeface="Lato Light"/>
                        <a:sym typeface="Lato Light"/>
                      </a:endParaRPr>
                    </a:p>
                  </a:txBody>
                  <a:tcPr marT="45725" marB="45725" marR="91450" marL="274325" anchor="ctr">
                    <a:lnR cap="flat" cmpd="sng" w="19050">
                      <a:solidFill>
                        <a:srgbClr val="E9E9E9"/>
                      </a:solidFill>
                      <a:prstDash val="solid"/>
                      <a:round/>
                      <a:headEnd len="sm" w="sm" type="none"/>
                      <a:tailEnd len="sm" w="sm" type="none"/>
                    </a:lnR>
                    <a:lnB cap="flat" cmpd="sng" w="19050">
                      <a:solidFill>
                        <a:srgbClr val="E9E9E9"/>
                      </a:solidFill>
                      <a:prstDash val="solid"/>
                      <a:round/>
                      <a:headEnd len="sm" w="sm" type="none"/>
                      <a:tailEnd len="sm" w="sm" type="none"/>
                    </a:lnB>
                    <a:solidFill>
                      <a:schemeClr val="lt1"/>
                    </a:solidFill>
                  </a:tcPr>
                </a:tc>
                <a:tc>
                  <a:txBody>
                    <a:bodyPr/>
                    <a:lstStyle/>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Hacer un estudio de Instagram y crear gráficas de los resultados</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Enviar Nota de Prensa a blogs del sector</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Hacer una campaña con prensa escrita</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Analizar resultados objetivos (menciones, enlaces, ventas, etc.)</a:t>
                      </a:r>
                      <a:endParaRPr>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B cap="flat" cmpd="sng" w="19050">
                      <a:solidFill>
                        <a:srgbClr val="E9E9E9"/>
                      </a:solidFill>
                      <a:prstDash val="solid"/>
                      <a:round/>
                      <a:headEnd len="sm" w="sm" type="none"/>
                      <a:tailEnd len="sm" w="sm" type="none"/>
                    </a:lnB>
                    <a:solidFill>
                      <a:schemeClr val="lt1"/>
                    </a:solidFill>
                  </a:tcPr>
                </a:tc>
              </a:tr>
              <a:tr h="1082275">
                <a:tc>
                  <a:txBody>
                    <a:bodyPr/>
                    <a:lstStyle/>
                    <a:p>
                      <a:pPr indent="0" lvl="0" marL="0" rtl="0" algn="l">
                        <a:spcBef>
                          <a:spcPts val="0"/>
                        </a:spcBef>
                        <a:spcAft>
                          <a:spcPts val="0"/>
                        </a:spcAft>
                        <a:buClr>
                          <a:schemeClr val="dk1"/>
                        </a:buClr>
                        <a:buSzPts val="2400"/>
                        <a:buFont typeface="Arial"/>
                        <a:buNone/>
                      </a:pPr>
                      <a:r>
                        <a:rPr lang="en-US" sz="2400">
                          <a:solidFill>
                            <a:schemeClr val="dk2"/>
                          </a:solidFill>
                          <a:latin typeface="Lato Light"/>
                          <a:ea typeface="Lato Light"/>
                          <a:cs typeface="Lato Light"/>
                          <a:sym typeface="Lato Light"/>
                        </a:rPr>
                        <a:t>Estrategia de publicidad en Instagram</a:t>
                      </a:r>
                      <a:endParaRPr sz="2400">
                        <a:solidFill>
                          <a:schemeClr val="dk2"/>
                        </a:solidFill>
                        <a:latin typeface="Lato Light"/>
                        <a:ea typeface="Lato Light"/>
                        <a:cs typeface="Lato Light"/>
                        <a:sym typeface="Lato Light"/>
                      </a:endParaRPr>
                    </a:p>
                  </a:txBody>
                  <a:tcPr marT="45725" marB="45725" marR="91450" marL="274325" anchor="ctr">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Definir presupuesto anual, trimestral y mensual</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Dividir presupuesto por lanzamientos</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Crear piezas gráficas</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Crear vídeos</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Determinar formatos de campañas</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Determinar máximo CPA</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Implementar un sistema de tracking con Google Analytics y Facebook Ads</a:t>
                      </a:r>
                      <a:endParaRPr sz="2400">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r>
              <a:tr h="1082275">
                <a:tc>
                  <a:txBody>
                    <a:bodyPr/>
                    <a:lstStyle/>
                    <a:p>
                      <a:pPr indent="0" lvl="0" marL="0" rtl="0" algn="l">
                        <a:spcBef>
                          <a:spcPts val="0"/>
                        </a:spcBef>
                        <a:spcAft>
                          <a:spcPts val="0"/>
                        </a:spcAft>
                        <a:buClr>
                          <a:schemeClr val="dk1"/>
                        </a:buClr>
                        <a:buSzPts val="2400"/>
                        <a:buFont typeface="Arial"/>
                        <a:buNone/>
                      </a:pPr>
                      <a:r>
                        <a:rPr lang="en-US" sz="2400">
                          <a:solidFill>
                            <a:schemeClr val="dk2"/>
                          </a:solidFill>
                          <a:latin typeface="Lato Light"/>
                          <a:ea typeface="Lato Light"/>
                          <a:cs typeface="Lato Light"/>
                          <a:sym typeface="Lato Light"/>
                        </a:rPr>
                        <a:t>Estrategia de captación de leads</a:t>
                      </a:r>
                      <a:endParaRPr sz="2400">
                        <a:solidFill>
                          <a:schemeClr val="dk2"/>
                        </a:solidFill>
                        <a:latin typeface="Lato Light"/>
                        <a:ea typeface="Lato Light"/>
                        <a:cs typeface="Lato Light"/>
                        <a:sym typeface="Lato Light"/>
                      </a:endParaRPr>
                    </a:p>
                  </a:txBody>
                  <a:tcPr marT="45725" marB="45725" marR="91450" marL="274325" anchor="ctr">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Reto de 21 días</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Desarrollo de materiales para el reto</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Campaña de publicidad</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Contenidos para lanzamiento</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Creación de funnel en Infusionsoft con emails automáticos</a:t>
                      </a:r>
                      <a:endParaRPr>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r>
              <a:tr h="1082275">
                <a:tc>
                  <a:txBody>
                    <a:bodyPr/>
                    <a:lstStyle/>
                    <a:p>
                      <a:pPr indent="0" lvl="0" marL="0" rtl="0" algn="l">
                        <a:spcBef>
                          <a:spcPts val="0"/>
                        </a:spcBef>
                        <a:spcAft>
                          <a:spcPts val="0"/>
                        </a:spcAft>
                        <a:buClr>
                          <a:schemeClr val="dk1"/>
                        </a:buClr>
                        <a:buSzPts val="2400"/>
                        <a:buFont typeface="Arial"/>
                        <a:buNone/>
                      </a:pPr>
                      <a:r>
                        <a:rPr lang="en-US" sz="2400">
                          <a:solidFill>
                            <a:schemeClr val="dk2"/>
                          </a:solidFill>
                          <a:latin typeface="Lato Light"/>
                          <a:ea typeface="Lato Light"/>
                          <a:cs typeface="Lato Light"/>
                          <a:sym typeface="Lato Light"/>
                        </a:rPr>
                        <a:t>Estrategia de nueva propuesta de valor</a:t>
                      </a:r>
                      <a:endParaRPr sz="2400">
                        <a:solidFill>
                          <a:schemeClr val="dk2"/>
                        </a:solidFill>
                        <a:latin typeface="Lato Light"/>
                        <a:ea typeface="Lato Light"/>
                        <a:cs typeface="Lato Light"/>
                        <a:sym typeface="Lato Light"/>
                      </a:endParaRPr>
                    </a:p>
                  </a:txBody>
                  <a:tcPr marT="45725" marB="45725" marR="91450" marL="274325" anchor="ctr">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Búsqueda de nuevos segmentos de mercado y estudio en profundidad de los mismos</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Creación de arquetipo de clientes</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Adaptación de nuestra propuesta de valor a los nuevos segmentos</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Encaje entre propuesta de valor y segmentos del mercado con el Value Proposition Canvas</a:t>
                      </a:r>
                      <a:endParaRPr>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r>
              <a:tr h="1082275">
                <a:tc>
                  <a:txBody>
                    <a:bodyPr/>
                    <a:lstStyle/>
                    <a:p>
                      <a:pPr indent="0" lvl="0" marL="0" rtl="0" algn="l">
                        <a:spcBef>
                          <a:spcPts val="0"/>
                        </a:spcBef>
                        <a:spcAft>
                          <a:spcPts val="0"/>
                        </a:spcAft>
                        <a:buClr>
                          <a:schemeClr val="dk1"/>
                        </a:buClr>
                        <a:buSzPts val="2400"/>
                        <a:buFont typeface="Arial"/>
                        <a:buNone/>
                      </a:pPr>
                      <a:r>
                        <a:rPr lang="en-US" sz="2400">
                          <a:solidFill>
                            <a:schemeClr val="dk2"/>
                          </a:solidFill>
                          <a:latin typeface="Lato Light"/>
                          <a:ea typeface="Lato Light"/>
                          <a:cs typeface="Lato Light"/>
                          <a:sym typeface="Lato Light"/>
                        </a:rPr>
                        <a:t>Estrategia de precios y promociones</a:t>
                      </a:r>
                      <a:endParaRPr sz="2400">
                        <a:solidFill>
                          <a:schemeClr val="dk2"/>
                        </a:solidFill>
                        <a:latin typeface="Lato Light"/>
                        <a:ea typeface="Lato Light"/>
                        <a:cs typeface="Lato Light"/>
                        <a:sym typeface="Lato Light"/>
                      </a:endParaRPr>
                    </a:p>
                  </a:txBody>
                  <a:tcPr marT="45725" marB="45725" marR="91450" marL="274325" anchor="ctr">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Análisis de costes, beneficios, competencia y percepción del cliente</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Redefinición de posicionamiento de precios</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Definición de nuevas tarifas, ofertas, descuentos y promociones</a:t>
                      </a:r>
                      <a:endParaRPr>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r>
              <a:tr h="1082275">
                <a:tc>
                  <a:txBody>
                    <a:bodyPr/>
                    <a:lstStyle/>
                    <a:p>
                      <a:pPr indent="0" lvl="0" marL="0" rtl="0" algn="l">
                        <a:spcBef>
                          <a:spcPts val="0"/>
                        </a:spcBef>
                        <a:spcAft>
                          <a:spcPts val="0"/>
                        </a:spcAft>
                        <a:buClr>
                          <a:schemeClr val="dk1"/>
                        </a:buClr>
                        <a:buSzPts val="2400"/>
                        <a:buFont typeface="Arial"/>
                        <a:buNone/>
                      </a:pPr>
                      <a:r>
                        <a:rPr lang="en-US" sz="2400">
                          <a:solidFill>
                            <a:schemeClr val="dk2"/>
                          </a:solidFill>
                          <a:latin typeface="Lato Light"/>
                          <a:ea typeface="Lato Light"/>
                          <a:cs typeface="Lato Light"/>
                          <a:sym typeface="Lato Light"/>
                        </a:rPr>
                        <a:t>Estrategia de distribución</a:t>
                      </a:r>
                      <a:endParaRPr sz="2400">
                        <a:solidFill>
                          <a:schemeClr val="dk2"/>
                        </a:solidFill>
                        <a:latin typeface="Lato Light"/>
                        <a:ea typeface="Lato Light"/>
                        <a:cs typeface="Lato Light"/>
                        <a:sym typeface="Lato Light"/>
                      </a:endParaRPr>
                    </a:p>
                  </a:txBody>
                  <a:tcPr marT="45725" marB="45725" marR="91450" marL="274325" anchor="ctr">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Análisis de nuevos canales de distribución, ventajas y desventajas (Ej. Amazon)</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Cálculo de potencial de ventas de cada uno de ellos</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Implementación de nuevos canales de distribución</a:t>
                      </a:r>
                      <a:endParaRPr>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r>
              <a:tr h="1082275">
                <a:tc>
                  <a:txBody>
                    <a:bodyPr/>
                    <a:lstStyle/>
                    <a:p>
                      <a:pPr indent="0" lvl="0" marL="0" rtl="0" algn="l">
                        <a:spcBef>
                          <a:spcPts val="0"/>
                        </a:spcBef>
                        <a:spcAft>
                          <a:spcPts val="0"/>
                        </a:spcAft>
                        <a:buClr>
                          <a:schemeClr val="dk1"/>
                        </a:buClr>
                        <a:buSzPts val="2400"/>
                        <a:buFont typeface="Arial"/>
                        <a:buNone/>
                      </a:pPr>
                      <a:r>
                        <a:rPr lang="en-US" sz="2400">
                          <a:solidFill>
                            <a:schemeClr val="dk2"/>
                          </a:solidFill>
                          <a:latin typeface="Lato Light"/>
                          <a:ea typeface="Lato Light"/>
                          <a:cs typeface="Lato Light"/>
                          <a:sym typeface="Lato Light"/>
                        </a:rPr>
                        <a:t>Estrategia de att. al cliente</a:t>
                      </a:r>
                      <a:endParaRPr sz="2400">
                        <a:solidFill>
                          <a:schemeClr val="dk2"/>
                        </a:solidFill>
                        <a:latin typeface="Lato Light"/>
                        <a:ea typeface="Lato Light"/>
                        <a:cs typeface="Lato Light"/>
                        <a:sym typeface="Lato Light"/>
                      </a:endParaRPr>
                    </a:p>
                  </a:txBody>
                  <a:tcPr marT="45725" marB="45725" marR="91450" marL="274325" anchor="ctr">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c>
                  <a:txBody>
                    <a:bodyPr/>
                    <a:lstStyle/>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Análisis de</a:t>
                      </a:r>
                      <a:r>
                        <a:rPr i="1" lang="en-US">
                          <a:solidFill>
                            <a:schemeClr val="dk2"/>
                          </a:solidFill>
                          <a:latin typeface="Lato Light"/>
                          <a:ea typeface="Lato Light"/>
                          <a:cs typeface="Lato Light"/>
                          <a:sym typeface="Lato Light"/>
                        </a:rPr>
                        <a:t> best practices </a:t>
                      </a:r>
                      <a:r>
                        <a:rPr lang="en-US">
                          <a:solidFill>
                            <a:schemeClr val="dk2"/>
                          </a:solidFill>
                          <a:latin typeface="Lato Light"/>
                          <a:ea typeface="Lato Light"/>
                          <a:cs typeface="Lato Light"/>
                          <a:sym typeface="Lato Light"/>
                        </a:rPr>
                        <a:t>de la competencia y el sector</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Análisis en profundidad de situación actual (en especial qué tipo de quejas llegan y por qué canales)</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Documento Q&amp;A</a:t>
                      </a:r>
                      <a:endParaRPr>
                        <a:solidFill>
                          <a:schemeClr val="dk2"/>
                        </a:solidFill>
                        <a:latin typeface="Lato Light"/>
                        <a:ea typeface="Lato Light"/>
                        <a:cs typeface="Lato Light"/>
                        <a:sym typeface="Lato Light"/>
                      </a:endParaRPr>
                    </a:p>
                    <a:p>
                      <a:pPr indent="-317500" lvl="0" marL="457200" rtl="0" algn="l">
                        <a:spcBef>
                          <a:spcPts val="0"/>
                        </a:spcBef>
                        <a:spcAft>
                          <a:spcPts val="0"/>
                        </a:spcAft>
                        <a:buClr>
                          <a:schemeClr val="dk2"/>
                        </a:buClr>
                        <a:buSzPts val="1400"/>
                        <a:buFont typeface="Lato Light"/>
                        <a:buChar char="-"/>
                      </a:pPr>
                      <a:r>
                        <a:rPr lang="en-US">
                          <a:solidFill>
                            <a:schemeClr val="dk2"/>
                          </a:solidFill>
                          <a:latin typeface="Lato Light"/>
                          <a:ea typeface="Lato Light"/>
                          <a:cs typeface="Lato Light"/>
                          <a:sym typeface="Lato Light"/>
                        </a:rPr>
                        <a:t>Redefinición de equipo, procesos y cadena de comunicación interna y externa</a:t>
                      </a:r>
                      <a:endParaRPr>
                        <a:solidFill>
                          <a:schemeClr val="dk2"/>
                        </a:solidFill>
                        <a:latin typeface="Lato Light"/>
                        <a:ea typeface="Lato Light"/>
                        <a:cs typeface="Lato Light"/>
                        <a:sym typeface="Lato Light"/>
                      </a:endParaRPr>
                    </a:p>
                  </a:txBody>
                  <a:tcPr marT="45725" marB="45725" marR="91450" marL="274325" anchor="ctr">
                    <a:lnL cap="flat" cmpd="sng" w="19050">
                      <a:solidFill>
                        <a:srgbClr val="E9E9E9"/>
                      </a:solidFill>
                      <a:prstDash val="solid"/>
                      <a:round/>
                      <a:headEnd len="sm" w="sm" type="none"/>
                      <a:tailEnd len="sm" w="sm" type="none"/>
                    </a:lnL>
                    <a:lnR cap="flat" cmpd="sng" w="19050">
                      <a:solidFill>
                        <a:srgbClr val="E9E9E9"/>
                      </a:solidFill>
                      <a:prstDash val="solid"/>
                      <a:round/>
                      <a:headEnd len="sm" w="sm" type="none"/>
                      <a:tailEnd len="sm" w="sm" type="none"/>
                    </a:lnR>
                    <a:lnT cap="flat" cmpd="sng" w="19050">
                      <a:solidFill>
                        <a:srgbClr val="E9E9E9"/>
                      </a:solidFill>
                      <a:prstDash val="solid"/>
                      <a:round/>
                      <a:headEnd len="sm" w="sm" type="none"/>
                      <a:tailEnd len="sm" w="sm" type="none"/>
                    </a:lnT>
                    <a:lnB cap="flat" cmpd="sng" w="19050">
                      <a:solidFill>
                        <a:srgbClr val="E9E9E9"/>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54" name="Shape 954"/>
        <p:cNvGrpSpPr/>
        <p:nvPr/>
      </p:nvGrpSpPr>
      <p:grpSpPr>
        <a:xfrm>
          <a:off x="0" y="0"/>
          <a:ext cx="0" cy="0"/>
          <a:chOff x="0" y="0"/>
          <a:chExt cx="0" cy="0"/>
        </a:xfrm>
      </p:grpSpPr>
      <p:sp>
        <p:nvSpPr>
          <p:cNvPr id="955" name="Google Shape;955;p40"/>
          <p:cNvSpPr txBox="1"/>
          <p:nvPr/>
        </p:nvSpPr>
        <p:spPr>
          <a:xfrm>
            <a:off x="1972945" y="5728297"/>
            <a:ext cx="78867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Lato Light"/>
              <a:buNone/>
            </a:pPr>
            <a:r>
              <a:rPr lang="en-US" sz="3200">
                <a:solidFill>
                  <a:schemeClr val="dk2"/>
                </a:solidFill>
                <a:latin typeface="Lato Light"/>
                <a:ea typeface="Lato Light"/>
                <a:cs typeface="Lato Light"/>
                <a:sym typeface="Lato Light"/>
              </a:rPr>
              <a:t>KPIs, evaluación y control</a:t>
            </a:r>
            <a:endParaRPr b="0" i="0" sz="3200" u="none" cap="none" strike="noStrike">
              <a:solidFill>
                <a:schemeClr val="dk2"/>
              </a:solidFill>
              <a:latin typeface="Lato Light"/>
              <a:ea typeface="Lato Light"/>
              <a:cs typeface="Lato Light"/>
              <a:sym typeface="Lato Light"/>
            </a:endParaRPr>
          </a:p>
        </p:txBody>
      </p:sp>
      <p:sp>
        <p:nvSpPr>
          <p:cNvPr id="956" name="Google Shape;956;p40"/>
          <p:cNvSpPr txBox="1"/>
          <p:nvPr/>
        </p:nvSpPr>
        <p:spPr>
          <a:xfrm>
            <a:off x="1972945" y="4361383"/>
            <a:ext cx="78867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b="1" lang="en-US" sz="8800">
                <a:solidFill>
                  <a:schemeClr val="dk2"/>
                </a:solidFill>
                <a:latin typeface="Lato"/>
                <a:ea typeface="Lato"/>
                <a:cs typeface="Lato"/>
                <a:sym typeface="Lato"/>
              </a:rPr>
              <a:t>Medición</a:t>
            </a:r>
            <a:endParaRPr b="1" i="0" sz="8800" u="none" cap="none" strike="noStrike">
              <a:solidFill>
                <a:schemeClr val="dk2"/>
              </a:solidFill>
              <a:latin typeface="Lato"/>
              <a:ea typeface="Lato"/>
              <a:cs typeface="Lato"/>
              <a:sym typeface="Lato"/>
            </a:endParaRPr>
          </a:p>
        </p:txBody>
      </p:sp>
      <p:cxnSp>
        <p:nvCxnSpPr>
          <p:cNvPr id="957" name="Google Shape;957;p40"/>
          <p:cNvCxnSpPr/>
          <p:nvPr/>
        </p:nvCxnSpPr>
        <p:spPr>
          <a:xfrm>
            <a:off x="1676400" y="4551883"/>
            <a:ext cx="0" cy="1619700"/>
          </a:xfrm>
          <a:prstGeom prst="straightConnector1">
            <a:avLst/>
          </a:prstGeom>
          <a:noFill/>
          <a:ln cap="flat" cmpd="sng" w="88900">
            <a:solidFill>
              <a:schemeClr val="accent1"/>
            </a:solidFill>
            <a:prstDash val="solid"/>
            <a:miter lim="800000"/>
            <a:headEnd len="sm" w="sm" type="none"/>
            <a:tailEnd len="sm" w="sm" type="none"/>
          </a:ln>
        </p:spPr>
      </p:cxnSp>
      <p:sp>
        <p:nvSpPr>
          <p:cNvPr id="958" name="Google Shape;958;p40"/>
          <p:cNvSpPr txBox="1"/>
          <p:nvPr/>
        </p:nvSpPr>
        <p:spPr>
          <a:xfrm>
            <a:off x="1972945" y="6876119"/>
            <a:ext cx="7886700" cy="2523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data about the title here. The explanation should be short. Insert some explanations, information, data about the title here. </a:t>
            </a:r>
            <a:endParaRPr b="0" i="0" sz="2400" u="none" cap="none" strike="noStrike">
              <a:solidFill>
                <a:schemeClr val="dk2"/>
              </a:solidFill>
              <a:latin typeface="Lato Light"/>
              <a:ea typeface="Lato Light"/>
              <a:cs typeface="Lato Light"/>
              <a:sym typeface="Lato Light"/>
            </a:endParaRPr>
          </a:p>
          <a:p>
            <a:pPr indent="0" lvl="0" marL="0" marR="0" rtl="0" algn="l">
              <a:lnSpc>
                <a:spcPct val="120000"/>
              </a:lnSpc>
              <a:spcBef>
                <a:spcPts val="240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and data about the title here. </a:t>
            </a:r>
            <a:endParaRPr b="0" i="0" sz="1400" u="none" cap="none" strike="noStrike">
              <a:solidFill>
                <a:srgbClr val="000000"/>
              </a:solidFill>
              <a:latin typeface="Arial"/>
              <a:ea typeface="Arial"/>
              <a:cs typeface="Arial"/>
              <a:sym typeface="Arial"/>
            </a:endParaRPr>
          </a:p>
        </p:txBody>
      </p:sp>
      <p:sp>
        <p:nvSpPr>
          <p:cNvPr id="959" name="Google Shape;959;p40"/>
          <p:cNvSpPr/>
          <p:nvPr/>
        </p:nvSpPr>
        <p:spPr>
          <a:xfrm>
            <a:off x="12179300" y="0"/>
            <a:ext cx="12204600" cy="13716000"/>
          </a:xfrm>
          <a:prstGeom prst="rect">
            <a:avLst/>
          </a:prstGeom>
          <a:gradFill>
            <a:gsLst>
              <a:gs pos="0">
                <a:srgbClr val="9C9C9C"/>
              </a:gs>
              <a:gs pos="50000">
                <a:srgbClr val="C3C3C3"/>
              </a:gs>
              <a:gs pos="100000">
                <a:srgbClr val="E2E2E2"/>
              </a:gs>
            </a:gsLst>
            <a:lin ang="16200038"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chemeClr val="lt1"/>
              </a:solidFill>
              <a:latin typeface="Calibri"/>
              <a:ea typeface="Calibri"/>
              <a:cs typeface="Calibri"/>
              <a:sym typeface="Calibri"/>
            </a:endParaRPr>
          </a:p>
        </p:txBody>
      </p:sp>
      <p:sp>
        <p:nvSpPr>
          <p:cNvPr id="960" name="Google Shape;960;p40"/>
          <p:cNvSpPr txBox="1"/>
          <p:nvPr/>
        </p:nvSpPr>
        <p:spPr>
          <a:xfrm>
            <a:off x="16988655" y="6427113"/>
            <a:ext cx="2586000" cy="861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2800"/>
              <a:buFont typeface="Lato"/>
              <a:buNone/>
            </a:pPr>
            <a:r>
              <a:rPr b="0" i="0" lang="en-US" sz="2800" u="none" cap="none" strike="noStrike">
                <a:solidFill>
                  <a:schemeClr val="lt1"/>
                </a:solidFill>
                <a:latin typeface="Lato"/>
                <a:ea typeface="Lato"/>
                <a:cs typeface="Lato"/>
                <a:sym typeface="Lato"/>
              </a:rPr>
              <a:t>Image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800"/>
              <a:buFont typeface="Lato"/>
              <a:buNone/>
            </a:pPr>
            <a:r>
              <a:rPr b="0" i="0" lang="en-US" sz="2800" u="none" cap="none" strike="noStrike">
                <a:solidFill>
                  <a:schemeClr val="lt1"/>
                </a:solidFill>
                <a:latin typeface="Lato"/>
                <a:ea typeface="Lato"/>
                <a:cs typeface="Lato"/>
                <a:sym typeface="Lato"/>
              </a:rPr>
              <a:t>Placeholder</a:t>
            </a:r>
            <a:endParaRPr b="0" i="0" sz="2800" u="none" cap="none" strike="noStrike">
              <a:solidFill>
                <a:schemeClr val="lt1"/>
              </a:solidFill>
              <a:latin typeface="Lato"/>
              <a:ea typeface="Lato"/>
              <a:cs typeface="Lato"/>
              <a:sym typeface="La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64" name="Shape 964"/>
        <p:cNvGrpSpPr/>
        <p:nvPr/>
      </p:nvGrpSpPr>
      <p:grpSpPr>
        <a:xfrm>
          <a:off x="0" y="0"/>
          <a:ext cx="0" cy="0"/>
          <a:chOff x="0" y="0"/>
          <a:chExt cx="0" cy="0"/>
        </a:xfrm>
      </p:grpSpPr>
      <p:sp>
        <p:nvSpPr>
          <p:cNvPr id="965" name="Google Shape;965;p41"/>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Indicadores y herramientas para la realización de informes mensuales de control</a:t>
            </a:r>
            <a:endParaRPr/>
          </a:p>
        </p:txBody>
      </p:sp>
      <p:sp>
        <p:nvSpPr>
          <p:cNvPr id="966" name="Google Shape;966;p41"/>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t>KPIs y medición</a:t>
            </a:r>
            <a:endParaRPr b="1" i="0" sz="8800" u="none" cap="none" strike="noStrike">
              <a:solidFill>
                <a:schemeClr val="dk2"/>
              </a:solidFill>
              <a:latin typeface="Lato"/>
              <a:ea typeface="Lato"/>
              <a:cs typeface="Lato"/>
              <a:sym typeface="Lato"/>
            </a:endParaRPr>
          </a:p>
        </p:txBody>
      </p:sp>
      <p:grpSp>
        <p:nvGrpSpPr>
          <p:cNvPr id="967" name="Google Shape;967;p41"/>
          <p:cNvGrpSpPr/>
          <p:nvPr/>
        </p:nvGrpSpPr>
        <p:grpSpPr>
          <a:xfrm>
            <a:off x="1600200" y="4102100"/>
            <a:ext cx="5452362" cy="1531555"/>
            <a:chOff x="1676400" y="3746500"/>
            <a:chExt cx="5452362" cy="1531555"/>
          </a:xfrm>
        </p:grpSpPr>
        <p:sp>
          <p:nvSpPr>
            <p:cNvPr id="968" name="Google Shape;968;p41"/>
            <p:cNvSpPr/>
            <p:nvPr/>
          </p:nvSpPr>
          <p:spPr>
            <a:xfrm>
              <a:off x="1676400" y="3746500"/>
              <a:ext cx="677864" cy="677864"/>
            </a:xfrm>
            <a:custGeom>
              <a:rect b="b" l="l" r="r" t="t"/>
              <a:pathLst>
                <a:path extrusionOk="0" h="353" w="353">
                  <a:moveTo>
                    <a:pt x="176" y="221"/>
                  </a:moveTo>
                  <a:cubicBezTo>
                    <a:pt x="102" y="147"/>
                    <a:pt x="102" y="147"/>
                    <a:pt x="102" y="147"/>
                  </a:cubicBezTo>
                  <a:cubicBezTo>
                    <a:pt x="100" y="146"/>
                    <a:pt x="98" y="145"/>
                    <a:pt x="96" y="145"/>
                  </a:cubicBezTo>
                  <a:cubicBezTo>
                    <a:pt x="91" y="145"/>
                    <a:pt x="88" y="148"/>
                    <a:pt x="88" y="153"/>
                  </a:cubicBezTo>
                  <a:cubicBezTo>
                    <a:pt x="88" y="155"/>
                    <a:pt x="89" y="157"/>
                    <a:pt x="90" y="158"/>
                  </a:cubicBezTo>
                  <a:cubicBezTo>
                    <a:pt x="170" y="239"/>
                    <a:pt x="170" y="239"/>
                    <a:pt x="170" y="239"/>
                  </a:cubicBezTo>
                  <a:cubicBezTo>
                    <a:pt x="172" y="240"/>
                    <a:pt x="174" y="241"/>
                    <a:pt x="176" y="241"/>
                  </a:cubicBezTo>
                  <a:cubicBezTo>
                    <a:pt x="178" y="241"/>
                    <a:pt x="180" y="240"/>
                    <a:pt x="182" y="238"/>
                  </a:cubicBezTo>
                  <a:cubicBezTo>
                    <a:pt x="182" y="238"/>
                    <a:pt x="182" y="238"/>
                    <a:pt x="182" y="238"/>
                  </a:cubicBezTo>
                  <a:cubicBezTo>
                    <a:pt x="316" y="98"/>
                    <a:pt x="316" y="98"/>
                    <a:pt x="316" y="98"/>
                  </a:cubicBezTo>
                  <a:cubicBezTo>
                    <a:pt x="316" y="98"/>
                    <a:pt x="316" y="98"/>
                    <a:pt x="316" y="98"/>
                  </a:cubicBezTo>
                  <a:cubicBezTo>
                    <a:pt x="328" y="86"/>
                    <a:pt x="328" y="86"/>
                    <a:pt x="328" y="86"/>
                  </a:cubicBezTo>
                  <a:cubicBezTo>
                    <a:pt x="328" y="86"/>
                    <a:pt x="328" y="86"/>
                    <a:pt x="327" y="86"/>
                  </a:cubicBezTo>
                  <a:cubicBezTo>
                    <a:pt x="351" y="62"/>
                    <a:pt x="351" y="62"/>
                    <a:pt x="351" y="62"/>
                  </a:cubicBezTo>
                  <a:cubicBezTo>
                    <a:pt x="351" y="62"/>
                    <a:pt x="351" y="62"/>
                    <a:pt x="351" y="62"/>
                  </a:cubicBezTo>
                  <a:cubicBezTo>
                    <a:pt x="352" y="60"/>
                    <a:pt x="353" y="58"/>
                    <a:pt x="353" y="56"/>
                  </a:cubicBezTo>
                  <a:cubicBezTo>
                    <a:pt x="353" y="52"/>
                    <a:pt x="349" y="48"/>
                    <a:pt x="345" y="48"/>
                  </a:cubicBezTo>
                  <a:cubicBezTo>
                    <a:pt x="342" y="48"/>
                    <a:pt x="340" y="49"/>
                    <a:pt x="339" y="51"/>
                  </a:cubicBezTo>
                  <a:cubicBezTo>
                    <a:pt x="339" y="51"/>
                    <a:pt x="339" y="51"/>
                    <a:pt x="339" y="51"/>
                  </a:cubicBezTo>
                  <a:cubicBezTo>
                    <a:pt x="318" y="72"/>
                    <a:pt x="318" y="72"/>
                    <a:pt x="318" y="72"/>
                  </a:cubicBezTo>
                  <a:cubicBezTo>
                    <a:pt x="318" y="72"/>
                    <a:pt x="318" y="72"/>
                    <a:pt x="318" y="72"/>
                  </a:cubicBezTo>
                  <a:cubicBezTo>
                    <a:pt x="307" y="84"/>
                    <a:pt x="307" y="84"/>
                    <a:pt x="307" y="84"/>
                  </a:cubicBezTo>
                  <a:cubicBezTo>
                    <a:pt x="307" y="84"/>
                    <a:pt x="307" y="84"/>
                    <a:pt x="307" y="84"/>
                  </a:cubicBezTo>
                  <a:lnTo>
                    <a:pt x="176" y="221"/>
                  </a:lnTo>
                  <a:close/>
                  <a:moveTo>
                    <a:pt x="339" y="109"/>
                  </a:moveTo>
                  <a:cubicBezTo>
                    <a:pt x="335" y="106"/>
                    <a:pt x="330" y="106"/>
                    <a:pt x="327" y="109"/>
                  </a:cubicBezTo>
                  <a:cubicBezTo>
                    <a:pt x="325" y="111"/>
                    <a:pt x="324" y="115"/>
                    <a:pt x="325" y="117"/>
                  </a:cubicBezTo>
                  <a:cubicBezTo>
                    <a:pt x="325" y="117"/>
                    <a:pt x="325" y="117"/>
                    <a:pt x="325" y="117"/>
                  </a:cubicBezTo>
                  <a:cubicBezTo>
                    <a:pt x="333" y="136"/>
                    <a:pt x="337" y="156"/>
                    <a:pt x="337" y="177"/>
                  </a:cubicBezTo>
                  <a:cubicBezTo>
                    <a:pt x="337" y="265"/>
                    <a:pt x="265" y="337"/>
                    <a:pt x="176" y="337"/>
                  </a:cubicBezTo>
                  <a:cubicBezTo>
                    <a:pt x="88" y="337"/>
                    <a:pt x="16" y="265"/>
                    <a:pt x="16" y="177"/>
                  </a:cubicBezTo>
                  <a:cubicBezTo>
                    <a:pt x="16" y="88"/>
                    <a:pt x="88" y="16"/>
                    <a:pt x="176" y="16"/>
                  </a:cubicBezTo>
                  <a:cubicBezTo>
                    <a:pt x="222" y="16"/>
                    <a:pt x="262" y="35"/>
                    <a:pt x="292" y="65"/>
                  </a:cubicBezTo>
                  <a:cubicBezTo>
                    <a:pt x="292" y="65"/>
                    <a:pt x="292" y="65"/>
                    <a:pt x="292" y="65"/>
                  </a:cubicBezTo>
                  <a:cubicBezTo>
                    <a:pt x="295" y="68"/>
                    <a:pt x="300" y="68"/>
                    <a:pt x="303" y="65"/>
                  </a:cubicBezTo>
                  <a:cubicBezTo>
                    <a:pt x="306" y="62"/>
                    <a:pt x="306" y="57"/>
                    <a:pt x="303" y="54"/>
                  </a:cubicBezTo>
                  <a:cubicBezTo>
                    <a:pt x="302" y="53"/>
                    <a:pt x="302" y="53"/>
                    <a:pt x="302" y="53"/>
                  </a:cubicBezTo>
                  <a:cubicBezTo>
                    <a:pt x="270" y="20"/>
                    <a:pt x="225" y="0"/>
                    <a:pt x="176" y="0"/>
                  </a:cubicBezTo>
                  <a:cubicBezTo>
                    <a:pt x="79" y="0"/>
                    <a:pt x="0" y="79"/>
                    <a:pt x="0" y="177"/>
                  </a:cubicBezTo>
                  <a:cubicBezTo>
                    <a:pt x="0" y="274"/>
                    <a:pt x="79" y="353"/>
                    <a:pt x="176" y="353"/>
                  </a:cubicBezTo>
                  <a:cubicBezTo>
                    <a:pt x="274" y="353"/>
                    <a:pt x="353" y="274"/>
                    <a:pt x="353" y="177"/>
                  </a:cubicBezTo>
                  <a:cubicBezTo>
                    <a:pt x="353" y="154"/>
                    <a:pt x="348" y="132"/>
                    <a:pt x="341" y="112"/>
                  </a:cubicBezTo>
                  <a:cubicBezTo>
                    <a:pt x="340" y="111"/>
                    <a:pt x="340" y="110"/>
                    <a:pt x="339" y="109"/>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nvGrpSpPr>
            <p:cNvPr id="969" name="Google Shape;969;p41"/>
            <p:cNvGrpSpPr/>
            <p:nvPr/>
          </p:nvGrpSpPr>
          <p:grpSpPr>
            <a:xfrm>
              <a:off x="2849562" y="3746500"/>
              <a:ext cx="4279200" cy="1531555"/>
              <a:chOff x="1676400" y="6928348"/>
              <a:chExt cx="4279200" cy="1531555"/>
            </a:xfrm>
          </p:grpSpPr>
          <p:sp>
            <p:nvSpPr>
              <p:cNvPr id="970" name="Google Shape;970;p41"/>
              <p:cNvSpPr txBox="1"/>
              <p:nvPr/>
            </p:nvSpPr>
            <p:spPr>
              <a:xfrm>
                <a:off x="1676400" y="7618703"/>
                <a:ext cx="4279200" cy="841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and data about the title</a:t>
                </a:r>
                <a:endParaRPr b="0" i="0" sz="2400" u="none" cap="none" strike="noStrike">
                  <a:solidFill>
                    <a:schemeClr val="dk2"/>
                  </a:solidFill>
                  <a:latin typeface="Lato Light"/>
                  <a:ea typeface="Lato Light"/>
                  <a:cs typeface="Lato Light"/>
                  <a:sym typeface="Lato Light"/>
                </a:endParaRPr>
              </a:p>
            </p:txBody>
          </p:sp>
          <p:sp>
            <p:nvSpPr>
              <p:cNvPr id="971" name="Google Shape;971;p41"/>
              <p:cNvSpPr txBox="1"/>
              <p:nvPr/>
            </p:nvSpPr>
            <p:spPr>
              <a:xfrm>
                <a:off x="1676400" y="6928348"/>
                <a:ext cx="4279200" cy="530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KPI 1</a:t>
                </a:r>
                <a:endParaRPr b="0" i="0" sz="1400" u="none" cap="none" strike="noStrike">
                  <a:solidFill>
                    <a:srgbClr val="000000"/>
                  </a:solidFill>
                  <a:latin typeface="Arial"/>
                  <a:ea typeface="Arial"/>
                  <a:cs typeface="Arial"/>
                  <a:sym typeface="Arial"/>
                </a:endParaRPr>
              </a:p>
            </p:txBody>
          </p:sp>
        </p:grpSp>
      </p:grpSp>
      <p:grpSp>
        <p:nvGrpSpPr>
          <p:cNvPr id="972" name="Google Shape;972;p41"/>
          <p:cNvGrpSpPr/>
          <p:nvPr/>
        </p:nvGrpSpPr>
        <p:grpSpPr>
          <a:xfrm>
            <a:off x="6951200" y="4102100"/>
            <a:ext cx="5452362" cy="1531555"/>
            <a:chOff x="9465800" y="3746500"/>
            <a:chExt cx="5452362" cy="1531555"/>
          </a:xfrm>
        </p:grpSpPr>
        <p:sp>
          <p:nvSpPr>
            <p:cNvPr id="973" name="Google Shape;973;p41"/>
            <p:cNvSpPr/>
            <p:nvPr/>
          </p:nvSpPr>
          <p:spPr>
            <a:xfrm>
              <a:off x="9465800" y="3746500"/>
              <a:ext cx="677864" cy="677864"/>
            </a:xfrm>
            <a:custGeom>
              <a:rect b="b" l="l" r="r" t="t"/>
              <a:pathLst>
                <a:path extrusionOk="0" h="353" w="353">
                  <a:moveTo>
                    <a:pt x="176" y="221"/>
                  </a:moveTo>
                  <a:cubicBezTo>
                    <a:pt x="102" y="147"/>
                    <a:pt x="102" y="147"/>
                    <a:pt x="102" y="147"/>
                  </a:cubicBezTo>
                  <a:cubicBezTo>
                    <a:pt x="100" y="146"/>
                    <a:pt x="98" y="145"/>
                    <a:pt x="96" y="145"/>
                  </a:cubicBezTo>
                  <a:cubicBezTo>
                    <a:pt x="91" y="145"/>
                    <a:pt x="88" y="148"/>
                    <a:pt x="88" y="153"/>
                  </a:cubicBezTo>
                  <a:cubicBezTo>
                    <a:pt x="88" y="155"/>
                    <a:pt x="89" y="157"/>
                    <a:pt x="90" y="158"/>
                  </a:cubicBezTo>
                  <a:cubicBezTo>
                    <a:pt x="170" y="239"/>
                    <a:pt x="170" y="239"/>
                    <a:pt x="170" y="239"/>
                  </a:cubicBezTo>
                  <a:cubicBezTo>
                    <a:pt x="172" y="240"/>
                    <a:pt x="174" y="241"/>
                    <a:pt x="176" y="241"/>
                  </a:cubicBezTo>
                  <a:cubicBezTo>
                    <a:pt x="178" y="241"/>
                    <a:pt x="180" y="240"/>
                    <a:pt x="182" y="238"/>
                  </a:cubicBezTo>
                  <a:cubicBezTo>
                    <a:pt x="182" y="238"/>
                    <a:pt x="182" y="238"/>
                    <a:pt x="182" y="238"/>
                  </a:cubicBezTo>
                  <a:cubicBezTo>
                    <a:pt x="316" y="98"/>
                    <a:pt x="316" y="98"/>
                    <a:pt x="316" y="98"/>
                  </a:cubicBezTo>
                  <a:cubicBezTo>
                    <a:pt x="316" y="98"/>
                    <a:pt x="316" y="98"/>
                    <a:pt x="316" y="98"/>
                  </a:cubicBezTo>
                  <a:cubicBezTo>
                    <a:pt x="328" y="86"/>
                    <a:pt x="328" y="86"/>
                    <a:pt x="328" y="86"/>
                  </a:cubicBezTo>
                  <a:cubicBezTo>
                    <a:pt x="328" y="86"/>
                    <a:pt x="328" y="86"/>
                    <a:pt x="327" y="86"/>
                  </a:cubicBezTo>
                  <a:cubicBezTo>
                    <a:pt x="351" y="62"/>
                    <a:pt x="351" y="62"/>
                    <a:pt x="351" y="62"/>
                  </a:cubicBezTo>
                  <a:cubicBezTo>
                    <a:pt x="351" y="62"/>
                    <a:pt x="351" y="62"/>
                    <a:pt x="351" y="62"/>
                  </a:cubicBezTo>
                  <a:cubicBezTo>
                    <a:pt x="352" y="60"/>
                    <a:pt x="353" y="58"/>
                    <a:pt x="353" y="56"/>
                  </a:cubicBezTo>
                  <a:cubicBezTo>
                    <a:pt x="353" y="52"/>
                    <a:pt x="349" y="48"/>
                    <a:pt x="345" y="48"/>
                  </a:cubicBezTo>
                  <a:cubicBezTo>
                    <a:pt x="342" y="48"/>
                    <a:pt x="340" y="49"/>
                    <a:pt x="339" y="51"/>
                  </a:cubicBezTo>
                  <a:cubicBezTo>
                    <a:pt x="339" y="51"/>
                    <a:pt x="339" y="51"/>
                    <a:pt x="339" y="51"/>
                  </a:cubicBezTo>
                  <a:cubicBezTo>
                    <a:pt x="318" y="72"/>
                    <a:pt x="318" y="72"/>
                    <a:pt x="318" y="72"/>
                  </a:cubicBezTo>
                  <a:cubicBezTo>
                    <a:pt x="318" y="72"/>
                    <a:pt x="318" y="72"/>
                    <a:pt x="318" y="72"/>
                  </a:cubicBezTo>
                  <a:cubicBezTo>
                    <a:pt x="307" y="84"/>
                    <a:pt x="307" y="84"/>
                    <a:pt x="307" y="84"/>
                  </a:cubicBezTo>
                  <a:cubicBezTo>
                    <a:pt x="307" y="84"/>
                    <a:pt x="307" y="84"/>
                    <a:pt x="307" y="84"/>
                  </a:cubicBezTo>
                  <a:lnTo>
                    <a:pt x="176" y="221"/>
                  </a:lnTo>
                  <a:close/>
                  <a:moveTo>
                    <a:pt x="339" y="109"/>
                  </a:moveTo>
                  <a:cubicBezTo>
                    <a:pt x="335" y="106"/>
                    <a:pt x="330" y="106"/>
                    <a:pt x="327" y="109"/>
                  </a:cubicBezTo>
                  <a:cubicBezTo>
                    <a:pt x="325" y="111"/>
                    <a:pt x="324" y="115"/>
                    <a:pt x="325" y="117"/>
                  </a:cubicBezTo>
                  <a:cubicBezTo>
                    <a:pt x="325" y="117"/>
                    <a:pt x="325" y="117"/>
                    <a:pt x="325" y="117"/>
                  </a:cubicBezTo>
                  <a:cubicBezTo>
                    <a:pt x="333" y="136"/>
                    <a:pt x="337" y="156"/>
                    <a:pt x="337" y="177"/>
                  </a:cubicBezTo>
                  <a:cubicBezTo>
                    <a:pt x="337" y="265"/>
                    <a:pt x="265" y="337"/>
                    <a:pt x="176" y="337"/>
                  </a:cubicBezTo>
                  <a:cubicBezTo>
                    <a:pt x="88" y="337"/>
                    <a:pt x="16" y="265"/>
                    <a:pt x="16" y="177"/>
                  </a:cubicBezTo>
                  <a:cubicBezTo>
                    <a:pt x="16" y="88"/>
                    <a:pt x="88" y="16"/>
                    <a:pt x="176" y="16"/>
                  </a:cubicBezTo>
                  <a:cubicBezTo>
                    <a:pt x="222" y="16"/>
                    <a:pt x="262" y="35"/>
                    <a:pt x="292" y="65"/>
                  </a:cubicBezTo>
                  <a:cubicBezTo>
                    <a:pt x="292" y="65"/>
                    <a:pt x="292" y="65"/>
                    <a:pt x="292" y="65"/>
                  </a:cubicBezTo>
                  <a:cubicBezTo>
                    <a:pt x="295" y="68"/>
                    <a:pt x="300" y="68"/>
                    <a:pt x="303" y="65"/>
                  </a:cubicBezTo>
                  <a:cubicBezTo>
                    <a:pt x="306" y="62"/>
                    <a:pt x="306" y="57"/>
                    <a:pt x="303" y="54"/>
                  </a:cubicBezTo>
                  <a:cubicBezTo>
                    <a:pt x="302" y="53"/>
                    <a:pt x="302" y="53"/>
                    <a:pt x="302" y="53"/>
                  </a:cubicBezTo>
                  <a:cubicBezTo>
                    <a:pt x="270" y="20"/>
                    <a:pt x="225" y="0"/>
                    <a:pt x="176" y="0"/>
                  </a:cubicBezTo>
                  <a:cubicBezTo>
                    <a:pt x="79" y="0"/>
                    <a:pt x="0" y="79"/>
                    <a:pt x="0" y="177"/>
                  </a:cubicBezTo>
                  <a:cubicBezTo>
                    <a:pt x="0" y="274"/>
                    <a:pt x="79" y="353"/>
                    <a:pt x="176" y="353"/>
                  </a:cubicBezTo>
                  <a:cubicBezTo>
                    <a:pt x="274" y="353"/>
                    <a:pt x="353" y="274"/>
                    <a:pt x="353" y="177"/>
                  </a:cubicBezTo>
                  <a:cubicBezTo>
                    <a:pt x="353" y="154"/>
                    <a:pt x="348" y="132"/>
                    <a:pt x="341" y="112"/>
                  </a:cubicBezTo>
                  <a:cubicBezTo>
                    <a:pt x="340" y="111"/>
                    <a:pt x="340" y="110"/>
                    <a:pt x="339" y="109"/>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nvGrpSpPr>
            <p:cNvPr id="974" name="Google Shape;974;p41"/>
            <p:cNvGrpSpPr/>
            <p:nvPr/>
          </p:nvGrpSpPr>
          <p:grpSpPr>
            <a:xfrm>
              <a:off x="10638962" y="3746500"/>
              <a:ext cx="4279200" cy="1531555"/>
              <a:chOff x="1676400" y="6928348"/>
              <a:chExt cx="4279200" cy="1531555"/>
            </a:xfrm>
          </p:grpSpPr>
          <p:sp>
            <p:nvSpPr>
              <p:cNvPr id="975" name="Google Shape;975;p41"/>
              <p:cNvSpPr txBox="1"/>
              <p:nvPr/>
            </p:nvSpPr>
            <p:spPr>
              <a:xfrm>
                <a:off x="1676400" y="7618703"/>
                <a:ext cx="4279200" cy="841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and data about the title</a:t>
                </a:r>
                <a:endParaRPr b="0" i="0" sz="2400" u="none" cap="none" strike="noStrike">
                  <a:solidFill>
                    <a:schemeClr val="dk2"/>
                  </a:solidFill>
                  <a:latin typeface="Lato Light"/>
                  <a:ea typeface="Lato Light"/>
                  <a:cs typeface="Lato Light"/>
                  <a:sym typeface="Lato Light"/>
                </a:endParaRPr>
              </a:p>
            </p:txBody>
          </p:sp>
          <p:sp>
            <p:nvSpPr>
              <p:cNvPr id="976" name="Google Shape;976;p41"/>
              <p:cNvSpPr txBox="1"/>
              <p:nvPr/>
            </p:nvSpPr>
            <p:spPr>
              <a:xfrm>
                <a:off x="1676400" y="6928348"/>
                <a:ext cx="4279200" cy="5910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3200"/>
                  <a:buFont typeface="Arial"/>
                  <a:buNone/>
                </a:pPr>
                <a:r>
                  <a:rPr b="1" lang="en-US" sz="3200">
                    <a:solidFill>
                      <a:schemeClr val="dk2"/>
                    </a:solidFill>
                    <a:latin typeface="Lato"/>
                    <a:ea typeface="Lato"/>
                    <a:cs typeface="Lato"/>
                    <a:sym typeface="Lato"/>
                  </a:rPr>
                  <a:t>KPI 4</a:t>
                </a:r>
                <a:endParaRPr b="1" sz="3200">
                  <a:solidFill>
                    <a:schemeClr val="dk2"/>
                  </a:solidFill>
                  <a:latin typeface="Lato"/>
                  <a:ea typeface="Lato"/>
                  <a:cs typeface="Lato"/>
                  <a:sym typeface="Lato"/>
                </a:endParaRPr>
              </a:p>
            </p:txBody>
          </p:sp>
        </p:grpSp>
      </p:grpSp>
      <p:grpSp>
        <p:nvGrpSpPr>
          <p:cNvPr id="977" name="Google Shape;977;p41"/>
          <p:cNvGrpSpPr/>
          <p:nvPr/>
        </p:nvGrpSpPr>
        <p:grpSpPr>
          <a:xfrm>
            <a:off x="12302200" y="4102100"/>
            <a:ext cx="5452363" cy="1531555"/>
            <a:chOff x="17255200" y="3746500"/>
            <a:chExt cx="5452363" cy="1531555"/>
          </a:xfrm>
        </p:grpSpPr>
        <p:sp>
          <p:nvSpPr>
            <p:cNvPr id="978" name="Google Shape;978;p41"/>
            <p:cNvSpPr/>
            <p:nvPr/>
          </p:nvSpPr>
          <p:spPr>
            <a:xfrm>
              <a:off x="17255200" y="3746500"/>
              <a:ext cx="677864" cy="677864"/>
            </a:xfrm>
            <a:custGeom>
              <a:rect b="b" l="l" r="r" t="t"/>
              <a:pathLst>
                <a:path extrusionOk="0" h="353" w="353">
                  <a:moveTo>
                    <a:pt x="176" y="221"/>
                  </a:moveTo>
                  <a:cubicBezTo>
                    <a:pt x="102" y="147"/>
                    <a:pt x="102" y="147"/>
                    <a:pt x="102" y="147"/>
                  </a:cubicBezTo>
                  <a:cubicBezTo>
                    <a:pt x="100" y="146"/>
                    <a:pt x="98" y="145"/>
                    <a:pt x="96" y="145"/>
                  </a:cubicBezTo>
                  <a:cubicBezTo>
                    <a:pt x="91" y="145"/>
                    <a:pt x="88" y="148"/>
                    <a:pt x="88" y="153"/>
                  </a:cubicBezTo>
                  <a:cubicBezTo>
                    <a:pt x="88" y="155"/>
                    <a:pt x="89" y="157"/>
                    <a:pt x="90" y="158"/>
                  </a:cubicBezTo>
                  <a:cubicBezTo>
                    <a:pt x="170" y="239"/>
                    <a:pt x="170" y="239"/>
                    <a:pt x="170" y="239"/>
                  </a:cubicBezTo>
                  <a:cubicBezTo>
                    <a:pt x="172" y="240"/>
                    <a:pt x="174" y="241"/>
                    <a:pt x="176" y="241"/>
                  </a:cubicBezTo>
                  <a:cubicBezTo>
                    <a:pt x="178" y="241"/>
                    <a:pt x="180" y="240"/>
                    <a:pt x="182" y="238"/>
                  </a:cubicBezTo>
                  <a:cubicBezTo>
                    <a:pt x="182" y="238"/>
                    <a:pt x="182" y="238"/>
                    <a:pt x="182" y="238"/>
                  </a:cubicBezTo>
                  <a:cubicBezTo>
                    <a:pt x="316" y="98"/>
                    <a:pt x="316" y="98"/>
                    <a:pt x="316" y="98"/>
                  </a:cubicBezTo>
                  <a:cubicBezTo>
                    <a:pt x="316" y="98"/>
                    <a:pt x="316" y="98"/>
                    <a:pt x="316" y="98"/>
                  </a:cubicBezTo>
                  <a:cubicBezTo>
                    <a:pt x="328" y="86"/>
                    <a:pt x="328" y="86"/>
                    <a:pt x="328" y="86"/>
                  </a:cubicBezTo>
                  <a:cubicBezTo>
                    <a:pt x="328" y="86"/>
                    <a:pt x="328" y="86"/>
                    <a:pt x="327" y="86"/>
                  </a:cubicBezTo>
                  <a:cubicBezTo>
                    <a:pt x="351" y="62"/>
                    <a:pt x="351" y="62"/>
                    <a:pt x="351" y="62"/>
                  </a:cubicBezTo>
                  <a:cubicBezTo>
                    <a:pt x="351" y="62"/>
                    <a:pt x="351" y="62"/>
                    <a:pt x="351" y="62"/>
                  </a:cubicBezTo>
                  <a:cubicBezTo>
                    <a:pt x="352" y="60"/>
                    <a:pt x="353" y="58"/>
                    <a:pt x="353" y="56"/>
                  </a:cubicBezTo>
                  <a:cubicBezTo>
                    <a:pt x="353" y="52"/>
                    <a:pt x="349" y="48"/>
                    <a:pt x="345" y="48"/>
                  </a:cubicBezTo>
                  <a:cubicBezTo>
                    <a:pt x="342" y="48"/>
                    <a:pt x="340" y="49"/>
                    <a:pt x="339" y="51"/>
                  </a:cubicBezTo>
                  <a:cubicBezTo>
                    <a:pt x="339" y="51"/>
                    <a:pt x="339" y="51"/>
                    <a:pt x="339" y="51"/>
                  </a:cubicBezTo>
                  <a:cubicBezTo>
                    <a:pt x="318" y="72"/>
                    <a:pt x="318" y="72"/>
                    <a:pt x="318" y="72"/>
                  </a:cubicBezTo>
                  <a:cubicBezTo>
                    <a:pt x="318" y="72"/>
                    <a:pt x="318" y="72"/>
                    <a:pt x="318" y="72"/>
                  </a:cubicBezTo>
                  <a:cubicBezTo>
                    <a:pt x="307" y="84"/>
                    <a:pt x="307" y="84"/>
                    <a:pt x="307" y="84"/>
                  </a:cubicBezTo>
                  <a:cubicBezTo>
                    <a:pt x="307" y="84"/>
                    <a:pt x="307" y="84"/>
                    <a:pt x="307" y="84"/>
                  </a:cubicBezTo>
                  <a:lnTo>
                    <a:pt x="176" y="221"/>
                  </a:lnTo>
                  <a:close/>
                  <a:moveTo>
                    <a:pt x="339" y="109"/>
                  </a:moveTo>
                  <a:cubicBezTo>
                    <a:pt x="335" y="106"/>
                    <a:pt x="330" y="106"/>
                    <a:pt x="327" y="109"/>
                  </a:cubicBezTo>
                  <a:cubicBezTo>
                    <a:pt x="325" y="111"/>
                    <a:pt x="324" y="115"/>
                    <a:pt x="325" y="117"/>
                  </a:cubicBezTo>
                  <a:cubicBezTo>
                    <a:pt x="325" y="117"/>
                    <a:pt x="325" y="117"/>
                    <a:pt x="325" y="117"/>
                  </a:cubicBezTo>
                  <a:cubicBezTo>
                    <a:pt x="333" y="136"/>
                    <a:pt x="337" y="156"/>
                    <a:pt x="337" y="177"/>
                  </a:cubicBezTo>
                  <a:cubicBezTo>
                    <a:pt x="337" y="265"/>
                    <a:pt x="265" y="337"/>
                    <a:pt x="176" y="337"/>
                  </a:cubicBezTo>
                  <a:cubicBezTo>
                    <a:pt x="88" y="337"/>
                    <a:pt x="16" y="265"/>
                    <a:pt x="16" y="177"/>
                  </a:cubicBezTo>
                  <a:cubicBezTo>
                    <a:pt x="16" y="88"/>
                    <a:pt x="88" y="16"/>
                    <a:pt x="176" y="16"/>
                  </a:cubicBezTo>
                  <a:cubicBezTo>
                    <a:pt x="222" y="16"/>
                    <a:pt x="262" y="35"/>
                    <a:pt x="292" y="65"/>
                  </a:cubicBezTo>
                  <a:cubicBezTo>
                    <a:pt x="292" y="65"/>
                    <a:pt x="292" y="65"/>
                    <a:pt x="292" y="65"/>
                  </a:cubicBezTo>
                  <a:cubicBezTo>
                    <a:pt x="295" y="68"/>
                    <a:pt x="300" y="68"/>
                    <a:pt x="303" y="65"/>
                  </a:cubicBezTo>
                  <a:cubicBezTo>
                    <a:pt x="306" y="62"/>
                    <a:pt x="306" y="57"/>
                    <a:pt x="303" y="54"/>
                  </a:cubicBezTo>
                  <a:cubicBezTo>
                    <a:pt x="302" y="53"/>
                    <a:pt x="302" y="53"/>
                    <a:pt x="302" y="53"/>
                  </a:cubicBezTo>
                  <a:cubicBezTo>
                    <a:pt x="270" y="20"/>
                    <a:pt x="225" y="0"/>
                    <a:pt x="176" y="0"/>
                  </a:cubicBezTo>
                  <a:cubicBezTo>
                    <a:pt x="79" y="0"/>
                    <a:pt x="0" y="79"/>
                    <a:pt x="0" y="177"/>
                  </a:cubicBezTo>
                  <a:cubicBezTo>
                    <a:pt x="0" y="274"/>
                    <a:pt x="79" y="353"/>
                    <a:pt x="176" y="353"/>
                  </a:cubicBezTo>
                  <a:cubicBezTo>
                    <a:pt x="274" y="353"/>
                    <a:pt x="353" y="274"/>
                    <a:pt x="353" y="177"/>
                  </a:cubicBezTo>
                  <a:cubicBezTo>
                    <a:pt x="353" y="154"/>
                    <a:pt x="348" y="132"/>
                    <a:pt x="341" y="112"/>
                  </a:cubicBezTo>
                  <a:cubicBezTo>
                    <a:pt x="340" y="111"/>
                    <a:pt x="340" y="110"/>
                    <a:pt x="339" y="109"/>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nvGrpSpPr>
            <p:cNvPr id="979" name="Google Shape;979;p41"/>
            <p:cNvGrpSpPr/>
            <p:nvPr/>
          </p:nvGrpSpPr>
          <p:grpSpPr>
            <a:xfrm>
              <a:off x="18428363" y="3746500"/>
              <a:ext cx="4279200" cy="1531555"/>
              <a:chOff x="1676400" y="6928348"/>
              <a:chExt cx="4279200" cy="1531555"/>
            </a:xfrm>
          </p:grpSpPr>
          <p:sp>
            <p:nvSpPr>
              <p:cNvPr id="980" name="Google Shape;980;p41"/>
              <p:cNvSpPr txBox="1"/>
              <p:nvPr/>
            </p:nvSpPr>
            <p:spPr>
              <a:xfrm>
                <a:off x="1676400" y="7618703"/>
                <a:ext cx="4279200" cy="841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and data about the title</a:t>
                </a:r>
                <a:endParaRPr b="0" i="0" sz="2400" u="none" cap="none" strike="noStrike">
                  <a:solidFill>
                    <a:schemeClr val="dk2"/>
                  </a:solidFill>
                  <a:latin typeface="Lato Light"/>
                  <a:ea typeface="Lato Light"/>
                  <a:cs typeface="Lato Light"/>
                  <a:sym typeface="Lato Light"/>
                </a:endParaRPr>
              </a:p>
            </p:txBody>
          </p:sp>
          <p:sp>
            <p:nvSpPr>
              <p:cNvPr id="981" name="Google Shape;981;p41"/>
              <p:cNvSpPr txBox="1"/>
              <p:nvPr/>
            </p:nvSpPr>
            <p:spPr>
              <a:xfrm>
                <a:off x="1676400" y="6928348"/>
                <a:ext cx="4279200" cy="5910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3200"/>
                  <a:buFont typeface="Arial"/>
                  <a:buNone/>
                </a:pPr>
                <a:r>
                  <a:rPr b="1" lang="en-US" sz="3200">
                    <a:solidFill>
                      <a:schemeClr val="dk2"/>
                    </a:solidFill>
                    <a:latin typeface="Lato"/>
                    <a:ea typeface="Lato"/>
                    <a:cs typeface="Lato"/>
                    <a:sym typeface="Lato"/>
                  </a:rPr>
                  <a:t>KPI 7</a:t>
                </a:r>
                <a:endParaRPr b="1" sz="3200">
                  <a:solidFill>
                    <a:schemeClr val="dk2"/>
                  </a:solidFill>
                  <a:latin typeface="Lato"/>
                  <a:ea typeface="Lato"/>
                  <a:cs typeface="Lato"/>
                  <a:sym typeface="Lato"/>
                </a:endParaRPr>
              </a:p>
            </p:txBody>
          </p:sp>
        </p:grpSp>
      </p:grpSp>
      <p:grpSp>
        <p:nvGrpSpPr>
          <p:cNvPr id="982" name="Google Shape;982;p41"/>
          <p:cNvGrpSpPr/>
          <p:nvPr/>
        </p:nvGrpSpPr>
        <p:grpSpPr>
          <a:xfrm>
            <a:off x="1600200" y="6921500"/>
            <a:ext cx="5452362" cy="1531555"/>
            <a:chOff x="1676400" y="6121400"/>
            <a:chExt cx="5452362" cy="1531555"/>
          </a:xfrm>
        </p:grpSpPr>
        <p:sp>
          <p:nvSpPr>
            <p:cNvPr id="983" name="Google Shape;983;p41"/>
            <p:cNvSpPr/>
            <p:nvPr/>
          </p:nvSpPr>
          <p:spPr>
            <a:xfrm>
              <a:off x="1676400" y="6121400"/>
              <a:ext cx="677864" cy="677864"/>
            </a:xfrm>
            <a:custGeom>
              <a:rect b="b" l="l" r="r" t="t"/>
              <a:pathLst>
                <a:path extrusionOk="0" h="353" w="353">
                  <a:moveTo>
                    <a:pt x="176" y="221"/>
                  </a:moveTo>
                  <a:cubicBezTo>
                    <a:pt x="102" y="147"/>
                    <a:pt x="102" y="147"/>
                    <a:pt x="102" y="147"/>
                  </a:cubicBezTo>
                  <a:cubicBezTo>
                    <a:pt x="100" y="146"/>
                    <a:pt x="98" y="145"/>
                    <a:pt x="96" y="145"/>
                  </a:cubicBezTo>
                  <a:cubicBezTo>
                    <a:pt x="91" y="145"/>
                    <a:pt x="88" y="148"/>
                    <a:pt x="88" y="153"/>
                  </a:cubicBezTo>
                  <a:cubicBezTo>
                    <a:pt x="88" y="155"/>
                    <a:pt x="89" y="157"/>
                    <a:pt x="90" y="158"/>
                  </a:cubicBezTo>
                  <a:cubicBezTo>
                    <a:pt x="170" y="239"/>
                    <a:pt x="170" y="239"/>
                    <a:pt x="170" y="239"/>
                  </a:cubicBezTo>
                  <a:cubicBezTo>
                    <a:pt x="172" y="240"/>
                    <a:pt x="174" y="241"/>
                    <a:pt x="176" y="241"/>
                  </a:cubicBezTo>
                  <a:cubicBezTo>
                    <a:pt x="178" y="241"/>
                    <a:pt x="180" y="240"/>
                    <a:pt x="182" y="238"/>
                  </a:cubicBezTo>
                  <a:cubicBezTo>
                    <a:pt x="182" y="238"/>
                    <a:pt x="182" y="238"/>
                    <a:pt x="182" y="238"/>
                  </a:cubicBezTo>
                  <a:cubicBezTo>
                    <a:pt x="316" y="98"/>
                    <a:pt x="316" y="98"/>
                    <a:pt x="316" y="98"/>
                  </a:cubicBezTo>
                  <a:cubicBezTo>
                    <a:pt x="316" y="98"/>
                    <a:pt x="316" y="98"/>
                    <a:pt x="316" y="98"/>
                  </a:cubicBezTo>
                  <a:cubicBezTo>
                    <a:pt x="328" y="86"/>
                    <a:pt x="328" y="86"/>
                    <a:pt x="328" y="86"/>
                  </a:cubicBezTo>
                  <a:cubicBezTo>
                    <a:pt x="328" y="86"/>
                    <a:pt x="328" y="86"/>
                    <a:pt x="327" y="86"/>
                  </a:cubicBezTo>
                  <a:cubicBezTo>
                    <a:pt x="351" y="62"/>
                    <a:pt x="351" y="62"/>
                    <a:pt x="351" y="62"/>
                  </a:cubicBezTo>
                  <a:cubicBezTo>
                    <a:pt x="351" y="62"/>
                    <a:pt x="351" y="62"/>
                    <a:pt x="351" y="62"/>
                  </a:cubicBezTo>
                  <a:cubicBezTo>
                    <a:pt x="352" y="60"/>
                    <a:pt x="353" y="58"/>
                    <a:pt x="353" y="56"/>
                  </a:cubicBezTo>
                  <a:cubicBezTo>
                    <a:pt x="353" y="52"/>
                    <a:pt x="349" y="48"/>
                    <a:pt x="345" y="48"/>
                  </a:cubicBezTo>
                  <a:cubicBezTo>
                    <a:pt x="342" y="48"/>
                    <a:pt x="340" y="49"/>
                    <a:pt x="339" y="51"/>
                  </a:cubicBezTo>
                  <a:cubicBezTo>
                    <a:pt x="339" y="51"/>
                    <a:pt x="339" y="51"/>
                    <a:pt x="339" y="51"/>
                  </a:cubicBezTo>
                  <a:cubicBezTo>
                    <a:pt x="318" y="72"/>
                    <a:pt x="318" y="72"/>
                    <a:pt x="318" y="72"/>
                  </a:cubicBezTo>
                  <a:cubicBezTo>
                    <a:pt x="318" y="72"/>
                    <a:pt x="318" y="72"/>
                    <a:pt x="318" y="72"/>
                  </a:cubicBezTo>
                  <a:cubicBezTo>
                    <a:pt x="307" y="84"/>
                    <a:pt x="307" y="84"/>
                    <a:pt x="307" y="84"/>
                  </a:cubicBezTo>
                  <a:cubicBezTo>
                    <a:pt x="307" y="84"/>
                    <a:pt x="307" y="84"/>
                    <a:pt x="307" y="84"/>
                  </a:cubicBezTo>
                  <a:lnTo>
                    <a:pt x="176" y="221"/>
                  </a:lnTo>
                  <a:close/>
                  <a:moveTo>
                    <a:pt x="339" y="109"/>
                  </a:moveTo>
                  <a:cubicBezTo>
                    <a:pt x="335" y="106"/>
                    <a:pt x="330" y="106"/>
                    <a:pt x="327" y="109"/>
                  </a:cubicBezTo>
                  <a:cubicBezTo>
                    <a:pt x="325" y="111"/>
                    <a:pt x="324" y="115"/>
                    <a:pt x="325" y="117"/>
                  </a:cubicBezTo>
                  <a:cubicBezTo>
                    <a:pt x="325" y="117"/>
                    <a:pt x="325" y="117"/>
                    <a:pt x="325" y="117"/>
                  </a:cubicBezTo>
                  <a:cubicBezTo>
                    <a:pt x="333" y="136"/>
                    <a:pt x="337" y="156"/>
                    <a:pt x="337" y="177"/>
                  </a:cubicBezTo>
                  <a:cubicBezTo>
                    <a:pt x="337" y="265"/>
                    <a:pt x="265" y="337"/>
                    <a:pt x="176" y="337"/>
                  </a:cubicBezTo>
                  <a:cubicBezTo>
                    <a:pt x="88" y="337"/>
                    <a:pt x="16" y="265"/>
                    <a:pt x="16" y="177"/>
                  </a:cubicBezTo>
                  <a:cubicBezTo>
                    <a:pt x="16" y="88"/>
                    <a:pt x="88" y="16"/>
                    <a:pt x="176" y="16"/>
                  </a:cubicBezTo>
                  <a:cubicBezTo>
                    <a:pt x="222" y="16"/>
                    <a:pt x="262" y="35"/>
                    <a:pt x="292" y="65"/>
                  </a:cubicBezTo>
                  <a:cubicBezTo>
                    <a:pt x="292" y="65"/>
                    <a:pt x="292" y="65"/>
                    <a:pt x="292" y="65"/>
                  </a:cubicBezTo>
                  <a:cubicBezTo>
                    <a:pt x="295" y="68"/>
                    <a:pt x="300" y="68"/>
                    <a:pt x="303" y="65"/>
                  </a:cubicBezTo>
                  <a:cubicBezTo>
                    <a:pt x="306" y="62"/>
                    <a:pt x="306" y="57"/>
                    <a:pt x="303" y="54"/>
                  </a:cubicBezTo>
                  <a:cubicBezTo>
                    <a:pt x="302" y="53"/>
                    <a:pt x="302" y="53"/>
                    <a:pt x="302" y="53"/>
                  </a:cubicBezTo>
                  <a:cubicBezTo>
                    <a:pt x="270" y="20"/>
                    <a:pt x="225" y="0"/>
                    <a:pt x="176" y="0"/>
                  </a:cubicBezTo>
                  <a:cubicBezTo>
                    <a:pt x="79" y="0"/>
                    <a:pt x="0" y="79"/>
                    <a:pt x="0" y="177"/>
                  </a:cubicBezTo>
                  <a:cubicBezTo>
                    <a:pt x="0" y="274"/>
                    <a:pt x="79" y="353"/>
                    <a:pt x="176" y="353"/>
                  </a:cubicBezTo>
                  <a:cubicBezTo>
                    <a:pt x="274" y="353"/>
                    <a:pt x="353" y="274"/>
                    <a:pt x="353" y="177"/>
                  </a:cubicBezTo>
                  <a:cubicBezTo>
                    <a:pt x="353" y="154"/>
                    <a:pt x="348" y="132"/>
                    <a:pt x="341" y="112"/>
                  </a:cubicBezTo>
                  <a:cubicBezTo>
                    <a:pt x="340" y="111"/>
                    <a:pt x="340" y="110"/>
                    <a:pt x="339" y="109"/>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nvGrpSpPr>
            <p:cNvPr id="984" name="Google Shape;984;p41"/>
            <p:cNvGrpSpPr/>
            <p:nvPr/>
          </p:nvGrpSpPr>
          <p:grpSpPr>
            <a:xfrm>
              <a:off x="2849562" y="6121400"/>
              <a:ext cx="4279200" cy="1531555"/>
              <a:chOff x="1676400" y="6928348"/>
              <a:chExt cx="4279200" cy="1531555"/>
            </a:xfrm>
          </p:grpSpPr>
          <p:sp>
            <p:nvSpPr>
              <p:cNvPr id="985" name="Google Shape;985;p41"/>
              <p:cNvSpPr txBox="1"/>
              <p:nvPr/>
            </p:nvSpPr>
            <p:spPr>
              <a:xfrm>
                <a:off x="1676400" y="7618703"/>
                <a:ext cx="4279200" cy="841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and data about the title</a:t>
                </a:r>
                <a:endParaRPr b="0" i="0" sz="2400" u="none" cap="none" strike="noStrike">
                  <a:solidFill>
                    <a:schemeClr val="dk2"/>
                  </a:solidFill>
                  <a:latin typeface="Lato Light"/>
                  <a:ea typeface="Lato Light"/>
                  <a:cs typeface="Lato Light"/>
                  <a:sym typeface="Lato Light"/>
                </a:endParaRPr>
              </a:p>
            </p:txBody>
          </p:sp>
          <p:sp>
            <p:nvSpPr>
              <p:cNvPr id="986" name="Google Shape;986;p41"/>
              <p:cNvSpPr txBox="1"/>
              <p:nvPr/>
            </p:nvSpPr>
            <p:spPr>
              <a:xfrm>
                <a:off x="1676400" y="6928348"/>
                <a:ext cx="4279200" cy="5910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3200"/>
                  <a:buFont typeface="Arial"/>
                  <a:buNone/>
                </a:pPr>
                <a:r>
                  <a:rPr b="1" lang="en-US" sz="3200">
                    <a:solidFill>
                      <a:schemeClr val="dk2"/>
                    </a:solidFill>
                    <a:latin typeface="Lato"/>
                    <a:ea typeface="Lato"/>
                    <a:cs typeface="Lato"/>
                    <a:sym typeface="Lato"/>
                  </a:rPr>
                  <a:t>KPI 2</a:t>
                </a:r>
                <a:endParaRPr>
                  <a:solidFill>
                    <a:schemeClr val="dk1"/>
                  </a:solidFill>
                </a:endParaRPr>
              </a:p>
              <a:p>
                <a:pPr indent="0" lvl="0" marL="0" marR="0" rtl="0" algn="l">
                  <a:lnSpc>
                    <a:spcPct val="120000"/>
                  </a:lnSpc>
                  <a:spcBef>
                    <a:spcPts val="0"/>
                  </a:spcBef>
                  <a:spcAft>
                    <a:spcPts val="0"/>
                  </a:spcAft>
                  <a:buClr>
                    <a:srgbClr val="000000"/>
                  </a:buClr>
                  <a:buSzPts val="3200"/>
                  <a:buFont typeface="Arial"/>
                  <a:buNone/>
                </a:pPr>
                <a:r>
                  <a:t/>
                </a:r>
                <a:endParaRPr b="1" sz="3200">
                  <a:solidFill>
                    <a:schemeClr val="dk2"/>
                  </a:solidFill>
                  <a:latin typeface="Lato"/>
                  <a:ea typeface="Lato"/>
                  <a:cs typeface="Lato"/>
                  <a:sym typeface="Lato"/>
                </a:endParaRPr>
              </a:p>
            </p:txBody>
          </p:sp>
        </p:grpSp>
      </p:grpSp>
      <p:grpSp>
        <p:nvGrpSpPr>
          <p:cNvPr id="987" name="Google Shape;987;p41"/>
          <p:cNvGrpSpPr/>
          <p:nvPr/>
        </p:nvGrpSpPr>
        <p:grpSpPr>
          <a:xfrm>
            <a:off x="6951200" y="6921500"/>
            <a:ext cx="5452362" cy="1531555"/>
            <a:chOff x="9465800" y="6121400"/>
            <a:chExt cx="5452362" cy="1531555"/>
          </a:xfrm>
        </p:grpSpPr>
        <p:sp>
          <p:nvSpPr>
            <p:cNvPr id="988" name="Google Shape;988;p41"/>
            <p:cNvSpPr/>
            <p:nvPr/>
          </p:nvSpPr>
          <p:spPr>
            <a:xfrm>
              <a:off x="9465800" y="6121400"/>
              <a:ext cx="677864" cy="677864"/>
            </a:xfrm>
            <a:custGeom>
              <a:rect b="b" l="l" r="r" t="t"/>
              <a:pathLst>
                <a:path extrusionOk="0" h="353" w="353">
                  <a:moveTo>
                    <a:pt x="176" y="221"/>
                  </a:moveTo>
                  <a:cubicBezTo>
                    <a:pt x="102" y="147"/>
                    <a:pt x="102" y="147"/>
                    <a:pt x="102" y="147"/>
                  </a:cubicBezTo>
                  <a:cubicBezTo>
                    <a:pt x="100" y="146"/>
                    <a:pt x="98" y="145"/>
                    <a:pt x="96" y="145"/>
                  </a:cubicBezTo>
                  <a:cubicBezTo>
                    <a:pt x="91" y="145"/>
                    <a:pt x="88" y="148"/>
                    <a:pt x="88" y="153"/>
                  </a:cubicBezTo>
                  <a:cubicBezTo>
                    <a:pt x="88" y="155"/>
                    <a:pt x="89" y="157"/>
                    <a:pt x="90" y="158"/>
                  </a:cubicBezTo>
                  <a:cubicBezTo>
                    <a:pt x="170" y="239"/>
                    <a:pt x="170" y="239"/>
                    <a:pt x="170" y="239"/>
                  </a:cubicBezTo>
                  <a:cubicBezTo>
                    <a:pt x="172" y="240"/>
                    <a:pt x="174" y="241"/>
                    <a:pt x="176" y="241"/>
                  </a:cubicBezTo>
                  <a:cubicBezTo>
                    <a:pt x="178" y="241"/>
                    <a:pt x="180" y="240"/>
                    <a:pt x="182" y="238"/>
                  </a:cubicBezTo>
                  <a:cubicBezTo>
                    <a:pt x="182" y="238"/>
                    <a:pt x="182" y="238"/>
                    <a:pt x="182" y="238"/>
                  </a:cubicBezTo>
                  <a:cubicBezTo>
                    <a:pt x="316" y="98"/>
                    <a:pt x="316" y="98"/>
                    <a:pt x="316" y="98"/>
                  </a:cubicBezTo>
                  <a:cubicBezTo>
                    <a:pt x="316" y="98"/>
                    <a:pt x="316" y="98"/>
                    <a:pt x="316" y="98"/>
                  </a:cubicBezTo>
                  <a:cubicBezTo>
                    <a:pt x="328" y="86"/>
                    <a:pt x="328" y="86"/>
                    <a:pt x="328" y="86"/>
                  </a:cubicBezTo>
                  <a:cubicBezTo>
                    <a:pt x="328" y="86"/>
                    <a:pt x="328" y="86"/>
                    <a:pt x="327" y="86"/>
                  </a:cubicBezTo>
                  <a:cubicBezTo>
                    <a:pt x="351" y="62"/>
                    <a:pt x="351" y="62"/>
                    <a:pt x="351" y="62"/>
                  </a:cubicBezTo>
                  <a:cubicBezTo>
                    <a:pt x="351" y="62"/>
                    <a:pt x="351" y="62"/>
                    <a:pt x="351" y="62"/>
                  </a:cubicBezTo>
                  <a:cubicBezTo>
                    <a:pt x="352" y="60"/>
                    <a:pt x="353" y="58"/>
                    <a:pt x="353" y="56"/>
                  </a:cubicBezTo>
                  <a:cubicBezTo>
                    <a:pt x="353" y="52"/>
                    <a:pt x="349" y="48"/>
                    <a:pt x="345" y="48"/>
                  </a:cubicBezTo>
                  <a:cubicBezTo>
                    <a:pt x="342" y="48"/>
                    <a:pt x="340" y="49"/>
                    <a:pt x="339" y="51"/>
                  </a:cubicBezTo>
                  <a:cubicBezTo>
                    <a:pt x="339" y="51"/>
                    <a:pt x="339" y="51"/>
                    <a:pt x="339" y="51"/>
                  </a:cubicBezTo>
                  <a:cubicBezTo>
                    <a:pt x="318" y="72"/>
                    <a:pt x="318" y="72"/>
                    <a:pt x="318" y="72"/>
                  </a:cubicBezTo>
                  <a:cubicBezTo>
                    <a:pt x="318" y="72"/>
                    <a:pt x="318" y="72"/>
                    <a:pt x="318" y="72"/>
                  </a:cubicBezTo>
                  <a:cubicBezTo>
                    <a:pt x="307" y="84"/>
                    <a:pt x="307" y="84"/>
                    <a:pt x="307" y="84"/>
                  </a:cubicBezTo>
                  <a:cubicBezTo>
                    <a:pt x="307" y="84"/>
                    <a:pt x="307" y="84"/>
                    <a:pt x="307" y="84"/>
                  </a:cubicBezTo>
                  <a:lnTo>
                    <a:pt x="176" y="221"/>
                  </a:lnTo>
                  <a:close/>
                  <a:moveTo>
                    <a:pt x="339" y="109"/>
                  </a:moveTo>
                  <a:cubicBezTo>
                    <a:pt x="335" y="106"/>
                    <a:pt x="330" y="106"/>
                    <a:pt x="327" y="109"/>
                  </a:cubicBezTo>
                  <a:cubicBezTo>
                    <a:pt x="325" y="111"/>
                    <a:pt x="324" y="115"/>
                    <a:pt x="325" y="117"/>
                  </a:cubicBezTo>
                  <a:cubicBezTo>
                    <a:pt x="325" y="117"/>
                    <a:pt x="325" y="117"/>
                    <a:pt x="325" y="117"/>
                  </a:cubicBezTo>
                  <a:cubicBezTo>
                    <a:pt x="333" y="136"/>
                    <a:pt x="337" y="156"/>
                    <a:pt x="337" y="177"/>
                  </a:cubicBezTo>
                  <a:cubicBezTo>
                    <a:pt x="337" y="265"/>
                    <a:pt x="265" y="337"/>
                    <a:pt x="176" y="337"/>
                  </a:cubicBezTo>
                  <a:cubicBezTo>
                    <a:pt x="88" y="337"/>
                    <a:pt x="16" y="265"/>
                    <a:pt x="16" y="177"/>
                  </a:cubicBezTo>
                  <a:cubicBezTo>
                    <a:pt x="16" y="88"/>
                    <a:pt x="88" y="16"/>
                    <a:pt x="176" y="16"/>
                  </a:cubicBezTo>
                  <a:cubicBezTo>
                    <a:pt x="222" y="16"/>
                    <a:pt x="262" y="35"/>
                    <a:pt x="292" y="65"/>
                  </a:cubicBezTo>
                  <a:cubicBezTo>
                    <a:pt x="292" y="65"/>
                    <a:pt x="292" y="65"/>
                    <a:pt x="292" y="65"/>
                  </a:cubicBezTo>
                  <a:cubicBezTo>
                    <a:pt x="295" y="68"/>
                    <a:pt x="300" y="68"/>
                    <a:pt x="303" y="65"/>
                  </a:cubicBezTo>
                  <a:cubicBezTo>
                    <a:pt x="306" y="62"/>
                    <a:pt x="306" y="57"/>
                    <a:pt x="303" y="54"/>
                  </a:cubicBezTo>
                  <a:cubicBezTo>
                    <a:pt x="302" y="53"/>
                    <a:pt x="302" y="53"/>
                    <a:pt x="302" y="53"/>
                  </a:cubicBezTo>
                  <a:cubicBezTo>
                    <a:pt x="270" y="20"/>
                    <a:pt x="225" y="0"/>
                    <a:pt x="176" y="0"/>
                  </a:cubicBezTo>
                  <a:cubicBezTo>
                    <a:pt x="79" y="0"/>
                    <a:pt x="0" y="79"/>
                    <a:pt x="0" y="177"/>
                  </a:cubicBezTo>
                  <a:cubicBezTo>
                    <a:pt x="0" y="274"/>
                    <a:pt x="79" y="353"/>
                    <a:pt x="176" y="353"/>
                  </a:cubicBezTo>
                  <a:cubicBezTo>
                    <a:pt x="274" y="353"/>
                    <a:pt x="353" y="274"/>
                    <a:pt x="353" y="177"/>
                  </a:cubicBezTo>
                  <a:cubicBezTo>
                    <a:pt x="353" y="154"/>
                    <a:pt x="348" y="132"/>
                    <a:pt x="341" y="112"/>
                  </a:cubicBezTo>
                  <a:cubicBezTo>
                    <a:pt x="340" y="111"/>
                    <a:pt x="340" y="110"/>
                    <a:pt x="339" y="109"/>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nvGrpSpPr>
            <p:cNvPr id="989" name="Google Shape;989;p41"/>
            <p:cNvGrpSpPr/>
            <p:nvPr/>
          </p:nvGrpSpPr>
          <p:grpSpPr>
            <a:xfrm>
              <a:off x="10638962" y="6121400"/>
              <a:ext cx="4279200" cy="1531555"/>
              <a:chOff x="1676400" y="6928348"/>
              <a:chExt cx="4279200" cy="1531555"/>
            </a:xfrm>
          </p:grpSpPr>
          <p:sp>
            <p:nvSpPr>
              <p:cNvPr id="990" name="Google Shape;990;p41"/>
              <p:cNvSpPr txBox="1"/>
              <p:nvPr/>
            </p:nvSpPr>
            <p:spPr>
              <a:xfrm>
                <a:off x="1676400" y="7618703"/>
                <a:ext cx="4279200" cy="841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and data about the title</a:t>
                </a:r>
                <a:endParaRPr b="0" i="0" sz="2400" u="none" cap="none" strike="noStrike">
                  <a:solidFill>
                    <a:schemeClr val="dk2"/>
                  </a:solidFill>
                  <a:latin typeface="Lato Light"/>
                  <a:ea typeface="Lato Light"/>
                  <a:cs typeface="Lato Light"/>
                  <a:sym typeface="Lato Light"/>
                </a:endParaRPr>
              </a:p>
            </p:txBody>
          </p:sp>
          <p:sp>
            <p:nvSpPr>
              <p:cNvPr id="991" name="Google Shape;991;p41"/>
              <p:cNvSpPr txBox="1"/>
              <p:nvPr/>
            </p:nvSpPr>
            <p:spPr>
              <a:xfrm>
                <a:off x="1676400" y="6928348"/>
                <a:ext cx="4279200" cy="5910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3200"/>
                  <a:buFont typeface="Arial"/>
                  <a:buNone/>
                </a:pPr>
                <a:r>
                  <a:rPr b="1" lang="en-US" sz="3200">
                    <a:solidFill>
                      <a:schemeClr val="dk2"/>
                    </a:solidFill>
                    <a:latin typeface="Lato"/>
                    <a:ea typeface="Lato"/>
                    <a:cs typeface="Lato"/>
                    <a:sym typeface="Lato"/>
                  </a:rPr>
                  <a:t>KPI 5</a:t>
                </a:r>
                <a:endParaRPr b="1" sz="3200">
                  <a:solidFill>
                    <a:schemeClr val="dk2"/>
                  </a:solidFill>
                  <a:latin typeface="Lato"/>
                  <a:ea typeface="Lato"/>
                  <a:cs typeface="Lato"/>
                  <a:sym typeface="Lato"/>
                </a:endParaRPr>
              </a:p>
            </p:txBody>
          </p:sp>
        </p:grpSp>
      </p:grpSp>
      <p:grpSp>
        <p:nvGrpSpPr>
          <p:cNvPr id="992" name="Google Shape;992;p41"/>
          <p:cNvGrpSpPr/>
          <p:nvPr/>
        </p:nvGrpSpPr>
        <p:grpSpPr>
          <a:xfrm>
            <a:off x="12302200" y="6921500"/>
            <a:ext cx="5452363" cy="1531555"/>
            <a:chOff x="17255200" y="6121400"/>
            <a:chExt cx="5452363" cy="1531555"/>
          </a:xfrm>
        </p:grpSpPr>
        <p:sp>
          <p:nvSpPr>
            <p:cNvPr id="993" name="Google Shape;993;p41"/>
            <p:cNvSpPr/>
            <p:nvPr/>
          </p:nvSpPr>
          <p:spPr>
            <a:xfrm>
              <a:off x="17255200" y="6121400"/>
              <a:ext cx="677864" cy="677864"/>
            </a:xfrm>
            <a:custGeom>
              <a:rect b="b" l="l" r="r" t="t"/>
              <a:pathLst>
                <a:path extrusionOk="0" h="353" w="353">
                  <a:moveTo>
                    <a:pt x="176" y="221"/>
                  </a:moveTo>
                  <a:cubicBezTo>
                    <a:pt x="102" y="147"/>
                    <a:pt x="102" y="147"/>
                    <a:pt x="102" y="147"/>
                  </a:cubicBezTo>
                  <a:cubicBezTo>
                    <a:pt x="100" y="146"/>
                    <a:pt x="98" y="145"/>
                    <a:pt x="96" y="145"/>
                  </a:cubicBezTo>
                  <a:cubicBezTo>
                    <a:pt x="91" y="145"/>
                    <a:pt x="88" y="148"/>
                    <a:pt x="88" y="153"/>
                  </a:cubicBezTo>
                  <a:cubicBezTo>
                    <a:pt x="88" y="155"/>
                    <a:pt x="89" y="157"/>
                    <a:pt x="90" y="158"/>
                  </a:cubicBezTo>
                  <a:cubicBezTo>
                    <a:pt x="170" y="239"/>
                    <a:pt x="170" y="239"/>
                    <a:pt x="170" y="239"/>
                  </a:cubicBezTo>
                  <a:cubicBezTo>
                    <a:pt x="172" y="240"/>
                    <a:pt x="174" y="241"/>
                    <a:pt x="176" y="241"/>
                  </a:cubicBezTo>
                  <a:cubicBezTo>
                    <a:pt x="178" y="241"/>
                    <a:pt x="180" y="240"/>
                    <a:pt x="182" y="238"/>
                  </a:cubicBezTo>
                  <a:cubicBezTo>
                    <a:pt x="182" y="238"/>
                    <a:pt x="182" y="238"/>
                    <a:pt x="182" y="238"/>
                  </a:cubicBezTo>
                  <a:cubicBezTo>
                    <a:pt x="316" y="98"/>
                    <a:pt x="316" y="98"/>
                    <a:pt x="316" y="98"/>
                  </a:cubicBezTo>
                  <a:cubicBezTo>
                    <a:pt x="316" y="98"/>
                    <a:pt x="316" y="98"/>
                    <a:pt x="316" y="98"/>
                  </a:cubicBezTo>
                  <a:cubicBezTo>
                    <a:pt x="328" y="86"/>
                    <a:pt x="328" y="86"/>
                    <a:pt x="328" y="86"/>
                  </a:cubicBezTo>
                  <a:cubicBezTo>
                    <a:pt x="328" y="86"/>
                    <a:pt x="328" y="86"/>
                    <a:pt x="327" y="86"/>
                  </a:cubicBezTo>
                  <a:cubicBezTo>
                    <a:pt x="351" y="62"/>
                    <a:pt x="351" y="62"/>
                    <a:pt x="351" y="62"/>
                  </a:cubicBezTo>
                  <a:cubicBezTo>
                    <a:pt x="351" y="62"/>
                    <a:pt x="351" y="62"/>
                    <a:pt x="351" y="62"/>
                  </a:cubicBezTo>
                  <a:cubicBezTo>
                    <a:pt x="352" y="60"/>
                    <a:pt x="353" y="58"/>
                    <a:pt x="353" y="56"/>
                  </a:cubicBezTo>
                  <a:cubicBezTo>
                    <a:pt x="353" y="52"/>
                    <a:pt x="349" y="48"/>
                    <a:pt x="345" y="48"/>
                  </a:cubicBezTo>
                  <a:cubicBezTo>
                    <a:pt x="342" y="48"/>
                    <a:pt x="340" y="49"/>
                    <a:pt x="339" y="51"/>
                  </a:cubicBezTo>
                  <a:cubicBezTo>
                    <a:pt x="339" y="51"/>
                    <a:pt x="339" y="51"/>
                    <a:pt x="339" y="51"/>
                  </a:cubicBezTo>
                  <a:cubicBezTo>
                    <a:pt x="318" y="72"/>
                    <a:pt x="318" y="72"/>
                    <a:pt x="318" y="72"/>
                  </a:cubicBezTo>
                  <a:cubicBezTo>
                    <a:pt x="318" y="72"/>
                    <a:pt x="318" y="72"/>
                    <a:pt x="318" y="72"/>
                  </a:cubicBezTo>
                  <a:cubicBezTo>
                    <a:pt x="307" y="84"/>
                    <a:pt x="307" y="84"/>
                    <a:pt x="307" y="84"/>
                  </a:cubicBezTo>
                  <a:cubicBezTo>
                    <a:pt x="307" y="84"/>
                    <a:pt x="307" y="84"/>
                    <a:pt x="307" y="84"/>
                  </a:cubicBezTo>
                  <a:lnTo>
                    <a:pt x="176" y="221"/>
                  </a:lnTo>
                  <a:close/>
                  <a:moveTo>
                    <a:pt x="339" y="109"/>
                  </a:moveTo>
                  <a:cubicBezTo>
                    <a:pt x="335" y="106"/>
                    <a:pt x="330" y="106"/>
                    <a:pt x="327" y="109"/>
                  </a:cubicBezTo>
                  <a:cubicBezTo>
                    <a:pt x="325" y="111"/>
                    <a:pt x="324" y="115"/>
                    <a:pt x="325" y="117"/>
                  </a:cubicBezTo>
                  <a:cubicBezTo>
                    <a:pt x="325" y="117"/>
                    <a:pt x="325" y="117"/>
                    <a:pt x="325" y="117"/>
                  </a:cubicBezTo>
                  <a:cubicBezTo>
                    <a:pt x="333" y="136"/>
                    <a:pt x="337" y="156"/>
                    <a:pt x="337" y="177"/>
                  </a:cubicBezTo>
                  <a:cubicBezTo>
                    <a:pt x="337" y="265"/>
                    <a:pt x="265" y="337"/>
                    <a:pt x="176" y="337"/>
                  </a:cubicBezTo>
                  <a:cubicBezTo>
                    <a:pt x="88" y="337"/>
                    <a:pt x="16" y="265"/>
                    <a:pt x="16" y="177"/>
                  </a:cubicBezTo>
                  <a:cubicBezTo>
                    <a:pt x="16" y="88"/>
                    <a:pt x="88" y="16"/>
                    <a:pt x="176" y="16"/>
                  </a:cubicBezTo>
                  <a:cubicBezTo>
                    <a:pt x="222" y="16"/>
                    <a:pt x="262" y="35"/>
                    <a:pt x="292" y="65"/>
                  </a:cubicBezTo>
                  <a:cubicBezTo>
                    <a:pt x="292" y="65"/>
                    <a:pt x="292" y="65"/>
                    <a:pt x="292" y="65"/>
                  </a:cubicBezTo>
                  <a:cubicBezTo>
                    <a:pt x="295" y="68"/>
                    <a:pt x="300" y="68"/>
                    <a:pt x="303" y="65"/>
                  </a:cubicBezTo>
                  <a:cubicBezTo>
                    <a:pt x="306" y="62"/>
                    <a:pt x="306" y="57"/>
                    <a:pt x="303" y="54"/>
                  </a:cubicBezTo>
                  <a:cubicBezTo>
                    <a:pt x="302" y="53"/>
                    <a:pt x="302" y="53"/>
                    <a:pt x="302" y="53"/>
                  </a:cubicBezTo>
                  <a:cubicBezTo>
                    <a:pt x="270" y="20"/>
                    <a:pt x="225" y="0"/>
                    <a:pt x="176" y="0"/>
                  </a:cubicBezTo>
                  <a:cubicBezTo>
                    <a:pt x="79" y="0"/>
                    <a:pt x="0" y="79"/>
                    <a:pt x="0" y="177"/>
                  </a:cubicBezTo>
                  <a:cubicBezTo>
                    <a:pt x="0" y="274"/>
                    <a:pt x="79" y="353"/>
                    <a:pt x="176" y="353"/>
                  </a:cubicBezTo>
                  <a:cubicBezTo>
                    <a:pt x="274" y="353"/>
                    <a:pt x="353" y="274"/>
                    <a:pt x="353" y="177"/>
                  </a:cubicBezTo>
                  <a:cubicBezTo>
                    <a:pt x="353" y="154"/>
                    <a:pt x="348" y="132"/>
                    <a:pt x="341" y="112"/>
                  </a:cubicBezTo>
                  <a:cubicBezTo>
                    <a:pt x="340" y="111"/>
                    <a:pt x="340" y="110"/>
                    <a:pt x="339" y="109"/>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nvGrpSpPr>
            <p:cNvPr id="994" name="Google Shape;994;p41"/>
            <p:cNvGrpSpPr/>
            <p:nvPr/>
          </p:nvGrpSpPr>
          <p:grpSpPr>
            <a:xfrm>
              <a:off x="18428363" y="6121400"/>
              <a:ext cx="4279200" cy="1531555"/>
              <a:chOff x="1676400" y="6928348"/>
              <a:chExt cx="4279200" cy="1531555"/>
            </a:xfrm>
          </p:grpSpPr>
          <p:sp>
            <p:nvSpPr>
              <p:cNvPr id="995" name="Google Shape;995;p41"/>
              <p:cNvSpPr txBox="1"/>
              <p:nvPr/>
            </p:nvSpPr>
            <p:spPr>
              <a:xfrm>
                <a:off x="1676400" y="7618703"/>
                <a:ext cx="4279200" cy="841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and data about the title</a:t>
                </a:r>
                <a:endParaRPr b="0" i="0" sz="2400" u="none" cap="none" strike="noStrike">
                  <a:solidFill>
                    <a:schemeClr val="dk2"/>
                  </a:solidFill>
                  <a:latin typeface="Lato Light"/>
                  <a:ea typeface="Lato Light"/>
                  <a:cs typeface="Lato Light"/>
                  <a:sym typeface="Lato Light"/>
                </a:endParaRPr>
              </a:p>
            </p:txBody>
          </p:sp>
          <p:sp>
            <p:nvSpPr>
              <p:cNvPr id="996" name="Google Shape;996;p41"/>
              <p:cNvSpPr txBox="1"/>
              <p:nvPr/>
            </p:nvSpPr>
            <p:spPr>
              <a:xfrm>
                <a:off x="1676400" y="6928348"/>
                <a:ext cx="4279200" cy="5910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3200"/>
                  <a:buFont typeface="Arial"/>
                  <a:buNone/>
                </a:pPr>
                <a:r>
                  <a:rPr b="1" lang="en-US" sz="3200">
                    <a:solidFill>
                      <a:schemeClr val="dk2"/>
                    </a:solidFill>
                    <a:latin typeface="Lato"/>
                    <a:ea typeface="Lato"/>
                    <a:cs typeface="Lato"/>
                    <a:sym typeface="Lato"/>
                  </a:rPr>
                  <a:t>KPI 8</a:t>
                </a:r>
                <a:endParaRPr b="1" sz="3200">
                  <a:solidFill>
                    <a:schemeClr val="dk2"/>
                  </a:solidFill>
                  <a:latin typeface="Lato"/>
                  <a:ea typeface="Lato"/>
                  <a:cs typeface="Lato"/>
                  <a:sym typeface="Lato"/>
                </a:endParaRPr>
              </a:p>
            </p:txBody>
          </p:sp>
        </p:grpSp>
      </p:grpSp>
      <p:grpSp>
        <p:nvGrpSpPr>
          <p:cNvPr id="997" name="Google Shape;997;p41"/>
          <p:cNvGrpSpPr/>
          <p:nvPr/>
        </p:nvGrpSpPr>
        <p:grpSpPr>
          <a:xfrm>
            <a:off x="1600200" y="9740900"/>
            <a:ext cx="5452362" cy="1531555"/>
            <a:chOff x="1676400" y="8496300"/>
            <a:chExt cx="5452362" cy="1531555"/>
          </a:xfrm>
        </p:grpSpPr>
        <p:sp>
          <p:nvSpPr>
            <p:cNvPr id="998" name="Google Shape;998;p41"/>
            <p:cNvSpPr/>
            <p:nvPr/>
          </p:nvSpPr>
          <p:spPr>
            <a:xfrm>
              <a:off x="1676400" y="8496300"/>
              <a:ext cx="677864" cy="677864"/>
            </a:xfrm>
            <a:custGeom>
              <a:rect b="b" l="l" r="r" t="t"/>
              <a:pathLst>
                <a:path extrusionOk="0" h="353" w="353">
                  <a:moveTo>
                    <a:pt x="176" y="221"/>
                  </a:moveTo>
                  <a:cubicBezTo>
                    <a:pt x="102" y="147"/>
                    <a:pt x="102" y="147"/>
                    <a:pt x="102" y="147"/>
                  </a:cubicBezTo>
                  <a:cubicBezTo>
                    <a:pt x="100" y="146"/>
                    <a:pt x="98" y="145"/>
                    <a:pt x="96" y="145"/>
                  </a:cubicBezTo>
                  <a:cubicBezTo>
                    <a:pt x="91" y="145"/>
                    <a:pt x="88" y="148"/>
                    <a:pt x="88" y="153"/>
                  </a:cubicBezTo>
                  <a:cubicBezTo>
                    <a:pt x="88" y="155"/>
                    <a:pt x="89" y="157"/>
                    <a:pt x="90" y="158"/>
                  </a:cubicBezTo>
                  <a:cubicBezTo>
                    <a:pt x="170" y="239"/>
                    <a:pt x="170" y="239"/>
                    <a:pt x="170" y="239"/>
                  </a:cubicBezTo>
                  <a:cubicBezTo>
                    <a:pt x="172" y="240"/>
                    <a:pt x="174" y="241"/>
                    <a:pt x="176" y="241"/>
                  </a:cubicBezTo>
                  <a:cubicBezTo>
                    <a:pt x="178" y="241"/>
                    <a:pt x="180" y="240"/>
                    <a:pt x="182" y="238"/>
                  </a:cubicBezTo>
                  <a:cubicBezTo>
                    <a:pt x="182" y="238"/>
                    <a:pt x="182" y="238"/>
                    <a:pt x="182" y="238"/>
                  </a:cubicBezTo>
                  <a:cubicBezTo>
                    <a:pt x="316" y="98"/>
                    <a:pt x="316" y="98"/>
                    <a:pt x="316" y="98"/>
                  </a:cubicBezTo>
                  <a:cubicBezTo>
                    <a:pt x="316" y="98"/>
                    <a:pt x="316" y="98"/>
                    <a:pt x="316" y="98"/>
                  </a:cubicBezTo>
                  <a:cubicBezTo>
                    <a:pt x="328" y="86"/>
                    <a:pt x="328" y="86"/>
                    <a:pt x="328" y="86"/>
                  </a:cubicBezTo>
                  <a:cubicBezTo>
                    <a:pt x="328" y="86"/>
                    <a:pt x="328" y="86"/>
                    <a:pt x="327" y="86"/>
                  </a:cubicBezTo>
                  <a:cubicBezTo>
                    <a:pt x="351" y="62"/>
                    <a:pt x="351" y="62"/>
                    <a:pt x="351" y="62"/>
                  </a:cubicBezTo>
                  <a:cubicBezTo>
                    <a:pt x="351" y="62"/>
                    <a:pt x="351" y="62"/>
                    <a:pt x="351" y="62"/>
                  </a:cubicBezTo>
                  <a:cubicBezTo>
                    <a:pt x="352" y="60"/>
                    <a:pt x="353" y="58"/>
                    <a:pt x="353" y="56"/>
                  </a:cubicBezTo>
                  <a:cubicBezTo>
                    <a:pt x="353" y="52"/>
                    <a:pt x="349" y="48"/>
                    <a:pt x="345" y="48"/>
                  </a:cubicBezTo>
                  <a:cubicBezTo>
                    <a:pt x="342" y="48"/>
                    <a:pt x="340" y="49"/>
                    <a:pt x="339" y="51"/>
                  </a:cubicBezTo>
                  <a:cubicBezTo>
                    <a:pt x="339" y="51"/>
                    <a:pt x="339" y="51"/>
                    <a:pt x="339" y="51"/>
                  </a:cubicBezTo>
                  <a:cubicBezTo>
                    <a:pt x="318" y="72"/>
                    <a:pt x="318" y="72"/>
                    <a:pt x="318" y="72"/>
                  </a:cubicBezTo>
                  <a:cubicBezTo>
                    <a:pt x="318" y="72"/>
                    <a:pt x="318" y="72"/>
                    <a:pt x="318" y="72"/>
                  </a:cubicBezTo>
                  <a:cubicBezTo>
                    <a:pt x="307" y="84"/>
                    <a:pt x="307" y="84"/>
                    <a:pt x="307" y="84"/>
                  </a:cubicBezTo>
                  <a:cubicBezTo>
                    <a:pt x="307" y="84"/>
                    <a:pt x="307" y="84"/>
                    <a:pt x="307" y="84"/>
                  </a:cubicBezTo>
                  <a:lnTo>
                    <a:pt x="176" y="221"/>
                  </a:lnTo>
                  <a:close/>
                  <a:moveTo>
                    <a:pt x="339" y="109"/>
                  </a:moveTo>
                  <a:cubicBezTo>
                    <a:pt x="335" y="106"/>
                    <a:pt x="330" y="106"/>
                    <a:pt x="327" y="109"/>
                  </a:cubicBezTo>
                  <a:cubicBezTo>
                    <a:pt x="325" y="111"/>
                    <a:pt x="324" y="115"/>
                    <a:pt x="325" y="117"/>
                  </a:cubicBezTo>
                  <a:cubicBezTo>
                    <a:pt x="325" y="117"/>
                    <a:pt x="325" y="117"/>
                    <a:pt x="325" y="117"/>
                  </a:cubicBezTo>
                  <a:cubicBezTo>
                    <a:pt x="333" y="136"/>
                    <a:pt x="337" y="156"/>
                    <a:pt x="337" y="177"/>
                  </a:cubicBezTo>
                  <a:cubicBezTo>
                    <a:pt x="337" y="265"/>
                    <a:pt x="265" y="337"/>
                    <a:pt x="176" y="337"/>
                  </a:cubicBezTo>
                  <a:cubicBezTo>
                    <a:pt x="88" y="337"/>
                    <a:pt x="16" y="265"/>
                    <a:pt x="16" y="177"/>
                  </a:cubicBezTo>
                  <a:cubicBezTo>
                    <a:pt x="16" y="88"/>
                    <a:pt x="88" y="16"/>
                    <a:pt x="176" y="16"/>
                  </a:cubicBezTo>
                  <a:cubicBezTo>
                    <a:pt x="222" y="16"/>
                    <a:pt x="262" y="35"/>
                    <a:pt x="292" y="65"/>
                  </a:cubicBezTo>
                  <a:cubicBezTo>
                    <a:pt x="292" y="65"/>
                    <a:pt x="292" y="65"/>
                    <a:pt x="292" y="65"/>
                  </a:cubicBezTo>
                  <a:cubicBezTo>
                    <a:pt x="295" y="68"/>
                    <a:pt x="300" y="68"/>
                    <a:pt x="303" y="65"/>
                  </a:cubicBezTo>
                  <a:cubicBezTo>
                    <a:pt x="306" y="62"/>
                    <a:pt x="306" y="57"/>
                    <a:pt x="303" y="54"/>
                  </a:cubicBezTo>
                  <a:cubicBezTo>
                    <a:pt x="302" y="53"/>
                    <a:pt x="302" y="53"/>
                    <a:pt x="302" y="53"/>
                  </a:cubicBezTo>
                  <a:cubicBezTo>
                    <a:pt x="270" y="20"/>
                    <a:pt x="225" y="0"/>
                    <a:pt x="176" y="0"/>
                  </a:cubicBezTo>
                  <a:cubicBezTo>
                    <a:pt x="79" y="0"/>
                    <a:pt x="0" y="79"/>
                    <a:pt x="0" y="177"/>
                  </a:cubicBezTo>
                  <a:cubicBezTo>
                    <a:pt x="0" y="274"/>
                    <a:pt x="79" y="353"/>
                    <a:pt x="176" y="353"/>
                  </a:cubicBezTo>
                  <a:cubicBezTo>
                    <a:pt x="274" y="353"/>
                    <a:pt x="353" y="274"/>
                    <a:pt x="353" y="177"/>
                  </a:cubicBezTo>
                  <a:cubicBezTo>
                    <a:pt x="353" y="154"/>
                    <a:pt x="348" y="132"/>
                    <a:pt x="341" y="112"/>
                  </a:cubicBezTo>
                  <a:cubicBezTo>
                    <a:pt x="340" y="111"/>
                    <a:pt x="340" y="110"/>
                    <a:pt x="339" y="109"/>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nvGrpSpPr>
            <p:cNvPr id="999" name="Google Shape;999;p41"/>
            <p:cNvGrpSpPr/>
            <p:nvPr/>
          </p:nvGrpSpPr>
          <p:grpSpPr>
            <a:xfrm>
              <a:off x="2849562" y="8496300"/>
              <a:ext cx="4279200" cy="1531555"/>
              <a:chOff x="1676400" y="6928348"/>
              <a:chExt cx="4279200" cy="1531555"/>
            </a:xfrm>
          </p:grpSpPr>
          <p:sp>
            <p:nvSpPr>
              <p:cNvPr id="1000" name="Google Shape;1000;p41"/>
              <p:cNvSpPr txBox="1"/>
              <p:nvPr/>
            </p:nvSpPr>
            <p:spPr>
              <a:xfrm>
                <a:off x="1676400" y="7618703"/>
                <a:ext cx="4279200" cy="841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and data about the title</a:t>
                </a:r>
                <a:endParaRPr b="0" i="0" sz="2400" u="none" cap="none" strike="noStrike">
                  <a:solidFill>
                    <a:schemeClr val="dk2"/>
                  </a:solidFill>
                  <a:latin typeface="Lato Light"/>
                  <a:ea typeface="Lato Light"/>
                  <a:cs typeface="Lato Light"/>
                  <a:sym typeface="Lato Light"/>
                </a:endParaRPr>
              </a:p>
            </p:txBody>
          </p:sp>
          <p:sp>
            <p:nvSpPr>
              <p:cNvPr id="1001" name="Google Shape;1001;p41"/>
              <p:cNvSpPr txBox="1"/>
              <p:nvPr/>
            </p:nvSpPr>
            <p:spPr>
              <a:xfrm>
                <a:off x="1676400" y="6928348"/>
                <a:ext cx="4279200" cy="5910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3200"/>
                  <a:buFont typeface="Arial"/>
                  <a:buNone/>
                </a:pPr>
                <a:r>
                  <a:rPr b="1" lang="en-US" sz="3200">
                    <a:solidFill>
                      <a:schemeClr val="dk2"/>
                    </a:solidFill>
                    <a:latin typeface="Lato"/>
                    <a:ea typeface="Lato"/>
                    <a:cs typeface="Lato"/>
                    <a:sym typeface="Lato"/>
                  </a:rPr>
                  <a:t>KPI 3</a:t>
                </a:r>
                <a:endParaRPr b="1" sz="3200">
                  <a:solidFill>
                    <a:schemeClr val="dk2"/>
                  </a:solidFill>
                  <a:latin typeface="Lato"/>
                  <a:ea typeface="Lato"/>
                  <a:cs typeface="Lato"/>
                  <a:sym typeface="Lato"/>
                </a:endParaRPr>
              </a:p>
            </p:txBody>
          </p:sp>
        </p:grpSp>
      </p:grpSp>
      <p:grpSp>
        <p:nvGrpSpPr>
          <p:cNvPr id="1002" name="Google Shape;1002;p41"/>
          <p:cNvGrpSpPr/>
          <p:nvPr/>
        </p:nvGrpSpPr>
        <p:grpSpPr>
          <a:xfrm>
            <a:off x="6951200" y="9740900"/>
            <a:ext cx="5452362" cy="1531555"/>
            <a:chOff x="9465800" y="8496300"/>
            <a:chExt cx="5452362" cy="1531555"/>
          </a:xfrm>
        </p:grpSpPr>
        <p:sp>
          <p:nvSpPr>
            <p:cNvPr id="1003" name="Google Shape;1003;p41"/>
            <p:cNvSpPr/>
            <p:nvPr/>
          </p:nvSpPr>
          <p:spPr>
            <a:xfrm>
              <a:off x="9465800" y="8496300"/>
              <a:ext cx="677864" cy="677864"/>
            </a:xfrm>
            <a:custGeom>
              <a:rect b="b" l="l" r="r" t="t"/>
              <a:pathLst>
                <a:path extrusionOk="0" h="353" w="353">
                  <a:moveTo>
                    <a:pt x="176" y="221"/>
                  </a:moveTo>
                  <a:cubicBezTo>
                    <a:pt x="102" y="147"/>
                    <a:pt x="102" y="147"/>
                    <a:pt x="102" y="147"/>
                  </a:cubicBezTo>
                  <a:cubicBezTo>
                    <a:pt x="100" y="146"/>
                    <a:pt x="98" y="145"/>
                    <a:pt x="96" y="145"/>
                  </a:cubicBezTo>
                  <a:cubicBezTo>
                    <a:pt x="91" y="145"/>
                    <a:pt x="88" y="148"/>
                    <a:pt x="88" y="153"/>
                  </a:cubicBezTo>
                  <a:cubicBezTo>
                    <a:pt x="88" y="155"/>
                    <a:pt x="89" y="157"/>
                    <a:pt x="90" y="158"/>
                  </a:cubicBezTo>
                  <a:cubicBezTo>
                    <a:pt x="170" y="239"/>
                    <a:pt x="170" y="239"/>
                    <a:pt x="170" y="239"/>
                  </a:cubicBezTo>
                  <a:cubicBezTo>
                    <a:pt x="172" y="240"/>
                    <a:pt x="174" y="241"/>
                    <a:pt x="176" y="241"/>
                  </a:cubicBezTo>
                  <a:cubicBezTo>
                    <a:pt x="178" y="241"/>
                    <a:pt x="180" y="240"/>
                    <a:pt x="182" y="238"/>
                  </a:cubicBezTo>
                  <a:cubicBezTo>
                    <a:pt x="182" y="238"/>
                    <a:pt x="182" y="238"/>
                    <a:pt x="182" y="238"/>
                  </a:cubicBezTo>
                  <a:cubicBezTo>
                    <a:pt x="316" y="98"/>
                    <a:pt x="316" y="98"/>
                    <a:pt x="316" y="98"/>
                  </a:cubicBezTo>
                  <a:cubicBezTo>
                    <a:pt x="316" y="98"/>
                    <a:pt x="316" y="98"/>
                    <a:pt x="316" y="98"/>
                  </a:cubicBezTo>
                  <a:cubicBezTo>
                    <a:pt x="328" y="86"/>
                    <a:pt x="328" y="86"/>
                    <a:pt x="328" y="86"/>
                  </a:cubicBezTo>
                  <a:cubicBezTo>
                    <a:pt x="328" y="86"/>
                    <a:pt x="328" y="86"/>
                    <a:pt x="327" y="86"/>
                  </a:cubicBezTo>
                  <a:cubicBezTo>
                    <a:pt x="351" y="62"/>
                    <a:pt x="351" y="62"/>
                    <a:pt x="351" y="62"/>
                  </a:cubicBezTo>
                  <a:cubicBezTo>
                    <a:pt x="351" y="62"/>
                    <a:pt x="351" y="62"/>
                    <a:pt x="351" y="62"/>
                  </a:cubicBezTo>
                  <a:cubicBezTo>
                    <a:pt x="352" y="60"/>
                    <a:pt x="353" y="58"/>
                    <a:pt x="353" y="56"/>
                  </a:cubicBezTo>
                  <a:cubicBezTo>
                    <a:pt x="353" y="52"/>
                    <a:pt x="349" y="48"/>
                    <a:pt x="345" y="48"/>
                  </a:cubicBezTo>
                  <a:cubicBezTo>
                    <a:pt x="342" y="48"/>
                    <a:pt x="340" y="49"/>
                    <a:pt x="339" y="51"/>
                  </a:cubicBezTo>
                  <a:cubicBezTo>
                    <a:pt x="339" y="51"/>
                    <a:pt x="339" y="51"/>
                    <a:pt x="339" y="51"/>
                  </a:cubicBezTo>
                  <a:cubicBezTo>
                    <a:pt x="318" y="72"/>
                    <a:pt x="318" y="72"/>
                    <a:pt x="318" y="72"/>
                  </a:cubicBezTo>
                  <a:cubicBezTo>
                    <a:pt x="318" y="72"/>
                    <a:pt x="318" y="72"/>
                    <a:pt x="318" y="72"/>
                  </a:cubicBezTo>
                  <a:cubicBezTo>
                    <a:pt x="307" y="84"/>
                    <a:pt x="307" y="84"/>
                    <a:pt x="307" y="84"/>
                  </a:cubicBezTo>
                  <a:cubicBezTo>
                    <a:pt x="307" y="84"/>
                    <a:pt x="307" y="84"/>
                    <a:pt x="307" y="84"/>
                  </a:cubicBezTo>
                  <a:lnTo>
                    <a:pt x="176" y="221"/>
                  </a:lnTo>
                  <a:close/>
                  <a:moveTo>
                    <a:pt x="339" y="109"/>
                  </a:moveTo>
                  <a:cubicBezTo>
                    <a:pt x="335" y="106"/>
                    <a:pt x="330" y="106"/>
                    <a:pt x="327" y="109"/>
                  </a:cubicBezTo>
                  <a:cubicBezTo>
                    <a:pt x="325" y="111"/>
                    <a:pt x="324" y="115"/>
                    <a:pt x="325" y="117"/>
                  </a:cubicBezTo>
                  <a:cubicBezTo>
                    <a:pt x="325" y="117"/>
                    <a:pt x="325" y="117"/>
                    <a:pt x="325" y="117"/>
                  </a:cubicBezTo>
                  <a:cubicBezTo>
                    <a:pt x="333" y="136"/>
                    <a:pt x="337" y="156"/>
                    <a:pt x="337" y="177"/>
                  </a:cubicBezTo>
                  <a:cubicBezTo>
                    <a:pt x="337" y="265"/>
                    <a:pt x="265" y="337"/>
                    <a:pt x="176" y="337"/>
                  </a:cubicBezTo>
                  <a:cubicBezTo>
                    <a:pt x="88" y="337"/>
                    <a:pt x="16" y="265"/>
                    <a:pt x="16" y="177"/>
                  </a:cubicBezTo>
                  <a:cubicBezTo>
                    <a:pt x="16" y="88"/>
                    <a:pt x="88" y="16"/>
                    <a:pt x="176" y="16"/>
                  </a:cubicBezTo>
                  <a:cubicBezTo>
                    <a:pt x="222" y="16"/>
                    <a:pt x="262" y="35"/>
                    <a:pt x="292" y="65"/>
                  </a:cubicBezTo>
                  <a:cubicBezTo>
                    <a:pt x="292" y="65"/>
                    <a:pt x="292" y="65"/>
                    <a:pt x="292" y="65"/>
                  </a:cubicBezTo>
                  <a:cubicBezTo>
                    <a:pt x="295" y="68"/>
                    <a:pt x="300" y="68"/>
                    <a:pt x="303" y="65"/>
                  </a:cubicBezTo>
                  <a:cubicBezTo>
                    <a:pt x="306" y="62"/>
                    <a:pt x="306" y="57"/>
                    <a:pt x="303" y="54"/>
                  </a:cubicBezTo>
                  <a:cubicBezTo>
                    <a:pt x="302" y="53"/>
                    <a:pt x="302" y="53"/>
                    <a:pt x="302" y="53"/>
                  </a:cubicBezTo>
                  <a:cubicBezTo>
                    <a:pt x="270" y="20"/>
                    <a:pt x="225" y="0"/>
                    <a:pt x="176" y="0"/>
                  </a:cubicBezTo>
                  <a:cubicBezTo>
                    <a:pt x="79" y="0"/>
                    <a:pt x="0" y="79"/>
                    <a:pt x="0" y="177"/>
                  </a:cubicBezTo>
                  <a:cubicBezTo>
                    <a:pt x="0" y="274"/>
                    <a:pt x="79" y="353"/>
                    <a:pt x="176" y="353"/>
                  </a:cubicBezTo>
                  <a:cubicBezTo>
                    <a:pt x="274" y="353"/>
                    <a:pt x="353" y="274"/>
                    <a:pt x="353" y="177"/>
                  </a:cubicBezTo>
                  <a:cubicBezTo>
                    <a:pt x="353" y="154"/>
                    <a:pt x="348" y="132"/>
                    <a:pt x="341" y="112"/>
                  </a:cubicBezTo>
                  <a:cubicBezTo>
                    <a:pt x="340" y="111"/>
                    <a:pt x="340" y="110"/>
                    <a:pt x="339" y="109"/>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nvGrpSpPr>
            <p:cNvPr id="1004" name="Google Shape;1004;p41"/>
            <p:cNvGrpSpPr/>
            <p:nvPr/>
          </p:nvGrpSpPr>
          <p:grpSpPr>
            <a:xfrm>
              <a:off x="10638962" y="8496300"/>
              <a:ext cx="4279200" cy="1531555"/>
              <a:chOff x="1676400" y="6928348"/>
              <a:chExt cx="4279200" cy="1531555"/>
            </a:xfrm>
          </p:grpSpPr>
          <p:sp>
            <p:nvSpPr>
              <p:cNvPr id="1005" name="Google Shape;1005;p41"/>
              <p:cNvSpPr txBox="1"/>
              <p:nvPr/>
            </p:nvSpPr>
            <p:spPr>
              <a:xfrm>
                <a:off x="1676400" y="7618703"/>
                <a:ext cx="4279200" cy="841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and data about the title</a:t>
                </a:r>
                <a:endParaRPr b="0" i="0" sz="2400" u="none" cap="none" strike="noStrike">
                  <a:solidFill>
                    <a:schemeClr val="dk2"/>
                  </a:solidFill>
                  <a:latin typeface="Lato Light"/>
                  <a:ea typeface="Lato Light"/>
                  <a:cs typeface="Lato Light"/>
                  <a:sym typeface="Lato Light"/>
                </a:endParaRPr>
              </a:p>
            </p:txBody>
          </p:sp>
          <p:sp>
            <p:nvSpPr>
              <p:cNvPr id="1006" name="Google Shape;1006;p41"/>
              <p:cNvSpPr txBox="1"/>
              <p:nvPr/>
            </p:nvSpPr>
            <p:spPr>
              <a:xfrm>
                <a:off x="1676400" y="6928348"/>
                <a:ext cx="4279200" cy="5910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3200"/>
                  <a:buFont typeface="Arial"/>
                  <a:buNone/>
                </a:pPr>
                <a:r>
                  <a:rPr b="1" lang="en-US" sz="3200">
                    <a:solidFill>
                      <a:schemeClr val="dk2"/>
                    </a:solidFill>
                    <a:latin typeface="Lato"/>
                    <a:ea typeface="Lato"/>
                    <a:cs typeface="Lato"/>
                    <a:sym typeface="Lato"/>
                  </a:rPr>
                  <a:t>KPI 6</a:t>
                </a:r>
                <a:endParaRPr b="1" sz="3200">
                  <a:solidFill>
                    <a:schemeClr val="dk2"/>
                  </a:solidFill>
                  <a:latin typeface="Lato"/>
                  <a:ea typeface="Lato"/>
                  <a:cs typeface="Lato"/>
                  <a:sym typeface="Lato"/>
                </a:endParaRPr>
              </a:p>
            </p:txBody>
          </p:sp>
        </p:grpSp>
      </p:grpSp>
      <p:grpSp>
        <p:nvGrpSpPr>
          <p:cNvPr id="1007" name="Google Shape;1007;p41"/>
          <p:cNvGrpSpPr/>
          <p:nvPr/>
        </p:nvGrpSpPr>
        <p:grpSpPr>
          <a:xfrm>
            <a:off x="12302200" y="9740900"/>
            <a:ext cx="5452363" cy="1531555"/>
            <a:chOff x="17255200" y="8496300"/>
            <a:chExt cx="5452363" cy="1531555"/>
          </a:xfrm>
        </p:grpSpPr>
        <p:sp>
          <p:nvSpPr>
            <p:cNvPr id="1008" name="Google Shape;1008;p41"/>
            <p:cNvSpPr/>
            <p:nvPr/>
          </p:nvSpPr>
          <p:spPr>
            <a:xfrm>
              <a:off x="17255200" y="8496300"/>
              <a:ext cx="677864" cy="677864"/>
            </a:xfrm>
            <a:custGeom>
              <a:rect b="b" l="l" r="r" t="t"/>
              <a:pathLst>
                <a:path extrusionOk="0" h="353" w="353">
                  <a:moveTo>
                    <a:pt x="176" y="221"/>
                  </a:moveTo>
                  <a:cubicBezTo>
                    <a:pt x="102" y="147"/>
                    <a:pt x="102" y="147"/>
                    <a:pt x="102" y="147"/>
                  </a:cubicBezTo>
                  <a:cubicBezTo>
                    <a:pt x="100" y="146"/>
                    <a:pt x="98" y="145"/>
                    <a:pt x="96" y="145"/>
                  </a:cubicBezTo>
                  <a:cubicBezTo>
                    <a:pt x="91" y="145"/>
                    <a:pt x="88" y="148"/>
                    <a:pt x="88" y="153"/>
                  </a:cubicBezTo>
                  <a:cubicBezTo>
                    <a:pt x="88" y="155"/>
                    <a:pt x="89" y="157"/>
                    <a:pt x="90" y="158"/>
                  </a:cubicBezTo>
                  <a:cubicBezTo>
                    <a:pt x="170" y="239"/>
                    <a:pt x="170" y="239"/>
                    <a:pt x="170" y="239"/>
                  </a:cubicBezTo>
                  <a:cubicBezTo>
                    <a:pt x="172" y="240"/>
                    <a:pt x="174" y="241"/>
                    <a:pt x="176" y="241"/>
                  </a:cubicBezTo>
                  <a:cubicBezTo>
                    <a:pt x="178" y="241"/>
                    <a:pt x="180" y="240"/>
                    <a:pt x="182" y="238"/>
                  </a:cubicBezTo>
                  <a:cubicBezTo>
                    <a:pt x="182" y="238"/>
                    <a:pt x="182" y="238"/>
                    <a:pt x="182" y="238"/>
                  </a:cubicBezTo>
                  <a:cubicBezTo>
                    <a:pt x="316" y="98"/>
                    <a:pt x="316" y="98"/>
                    <a:pt x="316" y="98"/>
                  </a:cubicBezTo>
                  <a:cubicBezTo>
                    <a:pt x="316" y="98"/>
                    <a:pt x="316" y="98"/>
                    <a:pt x="316" y="98"/>
                  </a:cubicBezTo>
                  <a:cubicBezTo>
                    <a:pt x="328" y="86"/>
                    <a:pt x="328" y="86"/>
                    <a:pt x="328" y="86"/>
                  </a:cubicBezTo>
                  <a:cubicBezTo>
                    <a:pt x="328" y="86"/>
                    <a:pt x="328" y="86"/>
                    <a:pt x="327" y="86"/>
                  </a:cubicBezTo>
                  <a:cubicBezTo>
                    <a:pt x="351" y="62"/>
                    <a:pt x="351" y="62"/>
                    <a:pt x="351" y="62"/>
                  </a:cubicBezTo>
                  <a:cubicBezTo>
                    <a:pt x="351" y="62"/>
                    <a:pt x="351" y="62"/>
                    <a:pt x="351" y="62"/>
                  </a:cubicBezTo>
                  <a:cubicBezTo>
                    <a:pt x="352" y="60"/>
                    <a:pt x="353" y="58"/>
                    <a:pt x="353" y="56"/>
                  </a:cubicBezTo>
                  <a:cubicBezTo>
                    <a:pt x="353" y="52"/>
                    <a:pt x="349" y="48"/>
                    <a:pt x="345" y="48"/>
                  </a:cubicBezTo>
                  <a:cubicBezTo>
                    <a:pt x="342" y="48"/>
                    <a:pt x="340" y="49"/>
                    <a:pt x="339" y="51"/>
                  </a:cubicBezTo>
                  <a:cubicBezTo>
                    <a:pt x="339" y="51"/>
                    <a:pt x="339" y="51"/>
                    <a:pt x="339" y="51"/>
                  </a:cubicBezTo>
                  <a:cubicBezTo>
                    <a:pt x="318" y="72"/>
                    <a:pt x="318" y="72"/>
                    <a:pt x="318" y="72"/>
                  </a:cubicBezTo>
                  <a:cubicBezTo>
                    <a:pt x="318" y="72"/>
                    <a:pt x="318" y="72"/>
                    <a:pt x="318" y="72"/>
                  </a:cubicBezTo>
                  <a:cubicBezTo>
                    <a:pt x="307" y="84"/>
                    <a:pt x="307" y="84"/>
                    <a:pt x="307" y="84"/>
                  </a:cubicBezTo>
                  <a:cubicBezTo>
                    <a:pt x="307" y="84"/>
                    <a:pt x="307" y="84"/>
                    <a:pt x="307" y="84"/>
                  </a:cubicBezTo>
                  <a:lnTo>
                    <a:pt x="176" y="221"/>
                  </a:lnTo>
                  <a:close/>
                  <a:moveTo>
                    <a:pt x="339" y="109"/>
                  </a:moveTo>
                  <a:cubicBezTo>
                    <a:pt x="335" y="106"/>
                    <a:pt x="330" y="106"/>
                    <a:pt x="327" y="109"/>
                  </a:cubicBezTo>
                  <a:cubicBezTo>
                    <a:pt x="325" y="111"/>
                    <a:pt x="324" y="115"/>
                    <a:pt x="325" y="117"/>
                  </a:cubicBezTo>
                  <a:cubicBezTo>
                    <a:pt x="325" y="117"/>
                    <a:pt x="325" y="117"/>
                    <a:pt x="325" y="117"/>
                  </a:cubicBezTo>
                  <a:cubicBezTo>
                    <a:pt x="333" y="136"/>
                    <a:pt x="337" y="156"/>
                    <a:pt x="337" y="177"/>
                  </a:cubicBezTo>
                  <a:cubicBezTo>
                    <a:pt x="337" y="265"/>
                    <a:pt x="265" y="337"/>
                    <a:pt x="176" y="337"/>
                  </a:cubicBezTo>
                  <a:cubicBezTo>
                    <a:pt x="88" y="337"/>
                    <a:pt x="16" y="265"/>
                    <a:pt x="16" y="177"/>
                  </a:cubicBezTo>
                  <a:cubicBezTo>
                    <a:pt x="16" y="88"/>
                    <a:pt x="88" y="16"/>
                    <a:pt x="176" y="16"/>
                  </a:cubicBezTo>
                  <a:cubicBezTo>
                    <a:pt x="222" y="16"/>
                    <a:pt x="262" y="35"/>
                    <a:pt x="292" y="65"/>
                  </a:cubicBezTo>
                  <a:cubicBezTo>
                    <a:pt x="292" y="65"/>
                    <a:pt x="292" y="65"/>
                    <a:pt x="292" y="65"/>
                  </a:cubicBezTo>
                  <a:cubicBezTo>
                    <a:pt x="295" y="68"/>
                    <a:pt x="300" y="68"/>
                    <a:pt x="303" y="65"/>
                  </a:cubicBezTo>
                  <a:cubicBezTo>
                    <a:pt x="306" y="62"/>
                    <a:pt x="306" y="57"/>
                    <a:pt x="303" y="54"/>
                  </a:cubicBezTo>
                  <a:cubicBezTo>
                    <a:pt x="302" y="53"/>
                    <a:pt x="302" y="53"/>
                    <a:pt x="302" y="53"/>
                  </a:cubicBezTo>
                  <a:cubicBezTo>
                    <a:pt x="270" y="20"/>
                    <a:pt x="225" y="0"/>
                    <a:pt x="176" y="0"/>
                  </a:cubicBezTo>
                  <a:cubicBezTo>
                    <a:pt x="79" y="0"/>
                    <a:pt x="0" y="79"/>
                    <a:pt x="0" y="177"/>
                  </a:cubicBezTo>
                  <a:cubicBezTo>
                    <a:pt x="0" y="274"/>
                    <a:pt x="79" y="353"/>
                    <a:pt x="176" y="353"/>
                  </a:cubicBezTo>
                  <a:cubicBezTo>
                    <a:pt x="274" y="353"/>
                    <a:pt x="353" y="274"/>
                    <a:pt x="353" y="177"/>
                  </a:cubicBezTo>
                  <a:cubicBezTo>
                    <a:pt x="353" y="154"/>
                    <a:pt x="348" y="132"/>
                    <a:pt x="341" y="112"/>
                  </a:cubicBezTo>
                  <a:cubicBezTo>
                    <a:pt x="340" y="111"/>
                    <a:pt x="340" y="110"/>
                    <a:pt x="339" y="109"/>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nvGrpSpPr>
            <p:cNvPr id="1009" name="Google Shape;1009;p41"/>
            <p:cNvGrpSpPr/>
            <p:nvPr/>
          </p:nvGrpSpPr>
          <p:grpSpPr>
            <a:xfrm>
              <a:off x="18428363" y="8496300"/>
              <a:ext cx="4279200" cy="1531555"/>
              <a:chOff x="1676400" y="6928348"/>
              <a:chExt cx="4279200" cy="1531555"/>
            </a:xfrm>
          </p:grpSpPr>
          <p:sp>
            <p:nvSpPr>
              <p:cNvPr id="1010" name="Google Shape;1010;p41"/>
              <p:cNvSpPr txBox="1"/>
              <p:nvPr/>
            </p:nvSpPr>
            <p:spPr>
              <a:xfrm>
                <a:off x="1676400" y="7618703"/>
                <a:ext cx="4279200" cy="841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and data about the title</a:t>
                </a:r>
                <a:endParaRPr b="0" i="0" sz="2400" u="none" cap="none" strike="noStrike">
                  <a:solidFill>
                    <a:schemeClr val="dk2"/>
                  </a:solidFill>
                  <a:latin typeface="Lato Light"/>
                  <a:ea typeface="Lato Light"/>
                  <a:cs typeface="Lato Light"/>
                  <a:sym typeface="Lato Light"/>
                </a:endParaRPr>
              </a:p>
            </p:txBody>
          </p:sp>
          <p:sp>
            <p:nvSpPr>
              <p:cNvPr id="1011" name="Google Shape;1011;p41"/>
              <p:cNvSpPr txBox="1"/>
              <p:nvPr/>
            </p:nvSpPr>
            <p:spPr>
              <a:xfrm>
                <a:off x="1676400" y="6928348"/>
                <a:ext cx="4279200" cy="5910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3200"/>
                  <a:buFont typeface="Arial"/>
                  <a:buNone/>
                </a:pPr>
                <a:r>
                  <a:rPr b="1" lang="en-US" sz="3200">
                    <a:solidFill>
                      <a:schemeClr val="dk2"/>
                    </a:solidFill>
                    <a:latin typeface="Lato"/>
                    <a:ea typeface="Lato"/>
                    <a:cs typeface="Lato"/>
                    <a:sym typeface="Lato"/>
                  </a:rPr>
                  <a:t>KPI 9</a:t>
                </a:r>
                <a:endParaRPr b="1" sz="3200">
                  <a:solidFill>
                    <a:schemeClr val="dk2"/>
                  </a:solidFill>
                  <a:latin typeface="Lato"/>
                  <a:ea typeface="Lato"/>
                  <a:cs typeface="Lato"/>
                  <a:sym typeface="Lato"/>
                </a:endParaRPr>
              </a:p>
            </p:txBody>
          </p:sp>
        </p:grpSp>
      </p:grpSp>
      <p:grpSp>
        <p:nvGrpSpPr>
          <p:cNvPr id="1012" name="Google Shape;1012;p41"/>
          <p:cNvGrpSpPr/>
          <p:nvPr/>
        </p:nvGrpSpPr>
        <p:grpSpPr>
          <a:xfrm>
            <a:off x="17906225" y="4165850"/>
            <a:ext cx="5452363" cy="1531555"/>
            <a:chOff x="17255200" y="3746500"/>
            <a:chExt cx="5452363" cy="1531555"/>
          </a:xfrm>
        </p:grpSpPr>
        <p:sp>
          <p:nvSpPr>
            <p:cNvPr id="1013" name="Google Shape;1013;p41"/>
            <p:cNvSpPr/>
            <p:nvPr/>
          </p:nvSpPr>
          <p:spPr>
            <a:xfrm>
              <a:off x="17255200" y="3746500"/>
              <a:ext cx="677864" cy="677864"/>
            </a:xfrm>
            <a:custGeom>
              <a:rect b="b" l="l" r="r" t="t"/>
              <a:pathLst>
                <a:path extrusionOk="0" h="353" w="353">
                  <a:moveTo>
                    <a:pt x="176" y="221"/>
                  </a:moveTo>
                  <a:cubicBezTo>
                    <a:pt x="102" y="147"/>
                    <a:pt x="102" y="147"/>
                    <a:pt x="102" y="147"/>
                  </a:cubicBezTo>
                  <a:cubicBezTo>
                    <a:pt x="100" y="146"/>
                    <a:pt x="98" y="145"/>
                    <a:pt x="96" y="145"/>
                  </a:cubicBezTo>
                  <a:cubicBezTo>
                    <a:pt x="91" y="145"/>
                    <a:pt x="88" y="148"/>
                    <a:pt x="88" y="153"/>
                  </a:cubicBezTo>
                  <a:cubicBezTo>
                    <a:pt x="88" y="155"/>
                    <a:pt x="89" y="157"/>
                    <a:pt x="90" y="158"/>
                  </a:cubicBezTo>
                  <a:cubicBezTo>
                    <a:pt x="170" y="239"/>
                    <a:pt x="170" y="239"/>
                    <a:pt x="170" y="239"/>
                  </a:cubicBezTo>
                  <a:cubicBezTo>
                    <a:pt x="172" y="240"/>
                    <a:pt x="174" y="241"/>
                    <a:pt x="176" y="241"/>
                  </a:cubicBezTo>
                  <a:cubicBezTo>
                    <a:pt x="178" y="241"/>
                    <a:pt x="180" y="240"/>
                    <a:pt x="182" y="238"/>
                  </a:cubicBezTo>
                  <a:cubicBezTo>
                    <a:pt x="182" y="238"/>
                    <a:pt x="182" y="238"/>
                    <a:pt x="182" y="238"/>
                  </a:cubicBezTo>
                  <a:cubicBezTo>
                    <a:pt x="316" y="98"/>
                    <a:pt x="316" y="98"/>
                    <a:pt x="316" y="98"/>
                  </a:cubicBezTo>
                  <a:cubicBezTo>
                    <a:pt x="316" y="98"/>
                    <a:pt x="316" y="98"/>
                    <a:pt x="316" y="98"/>
                  </a:cubicBezTo>
                  <a:cubicBezTo>
                    <a:pt x="328" y="86"/>
                    <a:pt x="328" y="86"/>
                    <a:pt x="328" y="86"/>
                  </a:cubicBezTo>
                  <a:cubicBezTo>
                    <a:pt x="328" y="86"/>
                    <a:pt x="328" y="86"/>
                    <a:pt x="327" y="86"/>
                  </a:cubicBezTo>
                  <a:cubicBezTo>
                    <a:pt x="351" y="62"/>
                    <a:pt x="351" y="62"/>
                    <a:pt x="351" y="62"/>
                  </a:cubicBezTo>
                  <a:cubicBezTo>
                    <a:pt x="351" y="62"/>
                    <a:pt x="351" y="62"/>
                    <a:pt x="351" y="62"/>
                  </a:cubicBezTo>
                  <a:cubicBezTo>
                    <a:pt x="352" y="60"/>
                    <a:pt x="353" y="58"/>
                    <a:pt x="353" y="56"/>
                  </a:cubicBezTo>
                  <a:cubicBezTo>
                    <a:pt x="353" y="52"/>
                    <a:pt x="349" y="48"/>
                    <a:pt x="345" y="48"/>
                  </a:cubicBezTo>
                  <a:cubicBezTo>
                    <a:pt x="342" y="48"/>
                    <a:pt x="340" y="49"/>
                    <a:pt x="339" y="51"/>
                  </a:cubicBezTo>
                  <a:cubicBezTo>
                    <a:pt x="339" y="51"/>
                    <a:pt x="339" y="51"/>
                    <a:pt x="339" y="51"/>
                  </a:cubicBezTo>
                  <a:cubicBezTo>
                    <a:pt x="318" y="72"/>
                    <a:pt x="318" y="72"/>
                    <a:pt x="318" y="72"/>
                  </a:cubicBezTo>
                  <a:cubicBezTo>
                    <a:pt x="318" y="72"/>
                    <a:pt x="318" y="72"/>
                    <a:pt x="318" y="72"/>
                  </a:cubicBezTo>
                  <a:cubicBezTo>
                    <a:pt x="307" y="84"/>
                    <a:pt x="307" y="84"/>
                    <a:pt x="307" y="84"/>
                  </a:cubicBezTo>
                  <a:cubicBezTo>
                    <a:pt x="307" y="84"/>
                    <a:pt x="307" y="84"/>
                    <a:pt x="307" y="84"/>
                  </a:cubicBezTo>
                  <a:lnTo>
                    <a:pt x="176" y="221"/>
                  </a:lnTo>
                  <a:close/>
                  <a:moveTo>
                    <a:pt x="339" y="109"/>
                  </a:moveTo>
                  <a:cubicBezTo>
                    <a:pt x="335" y="106"/>
                    <a:pt x="330" y="106"/>
                    <a:pt x="327" y="109"/>
                  </a:cubicBezTo>
                  <a:cubicBezTo>
                    <a:pt x="325" y="111"/>
                    <a:pt x="324" y="115"/>
                    <a:pt x="325" y="117"/>
                  </a:cubicBezTo>
                  <a:cubicBezTo>
                    <a:pt x="325" y="117"/>
                    <a:pt x="325" y="117"/>
                    <a:pt x="325" y="117"/>
                  </a:cubicBezTo>
                  <a:cubicBezTo>
                    <a:pt x="333" y="136"/>
                    <a:pt x="337" y="156"/>
                    <a:pt x="337" y="177"/>
                  </a:cubicBezTo>
                  <a:cubicBezTo>
                    <a:pt x="337" y="265"/>
                    <a:pt x="265" y="337"/>
                    <a:pt x="176" y="337"/>
                  </a:cubicBezTo>
                  <a:cubicBezTo>
                    <a:pt x="88" y="337"/>
                    <a:pt x="16" y="265"/>
                    <a:pt x="16" y="177"/>
                  </a:cubicBezTo>
                  <a:cubicBezTo>
                    <a:pt x="16" y="88"/>
                    <a:pt x="88" y="16"/>
                    <a:pt x="176" y="16"/>
                  </a:cubicBezTo>
                  <a:cubicBezTo>
                    <a:pt x="222" y="16"/>
                    <a:pt x="262" y="35"/>
                    <a:pt x="292" y="65"/>
                  </a:cubicBezTo>
                  <a:cubicBezTo>
                    <a:pt x="292" y="65"/>
                    <a:pt x="292" y="65"/>
                    <a:pt x="292" y="65"/>
                  </a:cubicBezTo>
                  <a:cubicBezTo>
                    <a:pt x="295" y="68"/>
                    <a:pt x="300" y="68"/>
                    <a:pt x="303" y="65"/>
                  </a:cubicBezTo>
                  <a:cubicBezTo>
                    <a:pt x="306" y="62"/>
                    <a:pt x="306" y="57"/>
                    <a:pt x="303" y="54"/>
                  </a:cubicBezTo>
                  <a:cubicBezTo>
                    <a:pt x="302" y="53"/>
                    <a:pt x="302" y="53"/>
                    <a:pt x="302" y="53"/>
                  </a:cubicBezTo>
                  <a:cubicBezTo>
                    <a:pt x="270" y="20"/>
                    <a:pt x="225" y="0"/>
                    <a:pt x="176" y="0"/>
                  </a:cubicBezTo>
                  <a:cubicBezTo>
                    <a:pt x="79" y="0"/>
                    <a:pt x="0" y="79"/>
                    <a:pt x="0" y="177"/>
                  </a:cubicBezTo>
                  <a:cubicBezTo>
                    <a:pt x="0" y="274"/>
                    <a:pt x="79" y="353"/>
                    <a:pt x="176" y="353"/>
                  </a:cubicBezTo>
                  <a:cubicBezTo>
                    <a:pt x="274" y="353"/>
                    <a:pt x="353" y="274"/>
                    <a:pt x="353" y="177"/>
                  </a:cubicBezTo>
                  <a:cubicBezTo>
                    <a:pt x="353" y="154"/>
                    <a:pt x="348" y="132"/>
                    <a:pt x="341" y="112"/>
                  </a:cubicBezTo>
                  <a:cubicBezTo>
                    <a:pt x="340" y="111"/>
                    <a:pt x="340" y="110"/>
                    <a:pt x="339" y="109"/>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nvGrpSpPr>
            <p:cNvPr id="1014" name="Google Shape;1014;p41"/>
            <p:cNvGrpSpPr/>
            <p:nvPr/>
          </p:nvGrpSpPr>
          <p:grpSpPr>
            <a:xfrm>
              <a:off x="18428363" y="3746500"/>
              <a:ext cx="4279200" cy="1531555"/>
              <a:chOff x="1676400" y="6928348"/>
              <a:chExt cx="4279200" cy="1531555"/>
            </a:xfrm>
          </p:grpSpPr>
          <p:sp>
            <p:nvSpPr>
              <p:cNvPr id="1015" name="Google Shape;1015;p41"/>
              <p:cNvSpPr txBox="1"/>
              <p:nvPr/>
            </p:nvSpPr>
            <p:spPr>
              <a:xfrm>
                <a:off x="1676400" y="7618703"/>
                <a:ext cx="4279200" cy="841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and data about the title</a:t>
                </a:r>
                <a:endParaRPr b="0" i="0" sz="2400" u="none" cap="none" strike="noStrike">
                  <a:solidFill>
                    <a:schemeClr val="dk2"/>
                  </a:solidFill>
                  <a:latin typeface="Lato Light"/>
                  <a:ea typeface="Lato Light"/>
                  <a:cs typeface="Lato Light"/>
                  <a:sym typeface="Lato Light"/>
                </a:endParaRPr>
              </a:p>
            </p:txBody>
          </p:sp>
          <p:sp>
            <p:nvSpPr>
              <p:cNvPr id="1016" name="Google Shape;1016;p41"/>
              <p:cNvSpPr txBox="1"/>
              <p:nvPr/>
            </p:nvSpPr>
            <p:spPr>
              <a:xfrm>
                <a:off x="1676400" y="6928348"/>
                <a:ext cx="4279200" cy="5910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3200"/>
                  <a:buFont typeface="Arial"/>
                  <a:buNone/>
                </a:pPr>
                <a:r>
                  <a:rPr b="1" lang="en-US" sz="3200">
                    <a:solidFill>
                      <a:schemeClr val="dk2"/>
                    </a:solidFill>
                    <a:latin typeface="Lato"/>
                    <a:ea typeface="Lato"/>
                    <a:cs typeface="Lato"/>
                    <a:sym typeface="Lato"/>
                  </a:rPr>
                  <a:t>KPI 10</a:t>
                </a:r>
                <a:endParaRPr b="1" sz="3200">
                  <a:solidFill>
                    <a:schemeClr val="dk2"/>
                  </a:solidFill>
                  <a:latin typeface="Lato"/>
                  <a:ea typeface="Lato"/>
                  <a:cs typeface="Lato"/>
                  <a:sym typeface="Lato"/>
                </a:endParaRPr>
              </a:p>
            </p:txBody>
          </p:sp>
        </p:grpSp>
      </p:grpSp>
      <p:grpSp>
        <p:nvGrpSpPr>
          <p:cNvPr id="1017" name="Google Shape;1017;p41"/>
          <p:cNvGrpSpPr/>
          <p:nvPr/>
        </p:nvGrpSpPr>
        <p:grpSpPr>
          <a:xfrm>
            <a:off x="17906225" y="6985250"/>
            <a:ext cx="5452363" cy="1531555"/>
            <a:chOff x="17255200" y="6121400"/>
            <a:chExt cx="5452363" cy="1531555"/>
          </a:xfrm>
        </p:grpSpPr>
        <p:sp>
          <p:nvSpPr>
            <p:cNvPr id="1018" name="Google Shape;1018;p41"/>
            <p:cNvSpPr/>
            <p:nvPr/>
          </p:nvSpPr>
          <p:spPr>
            <a:xfrm>
              <a:off x="17255200" y="6121400"/>
              <a:ext cx="677864" cy="677864"/>
            </a:xfrm>
            <a:custGeom>
              <a:rect b="b" l="l" r="r" t="t"/>
              <a:pathLst>
                <a:path extrusionOk="0" h="353" w="353">
                  <a:moveTo>
                    <a:pt x="176" y="221"/>
                  </a:moveTo>
                  <a:cubicBezTo>
                    <a:pt x="102" y="147"/>
                    <a:pt x="102" y="147"/>
                    <a:pt x="102" y="147"/>
                  </a:cubicBezTo>
                  <a:cubicBezTo>
                    <a:pt x="100" y="146"/>
                    <a:pt x="98" y="145"/>
                    <a:pt x="96" y="145"/>
                  </a:cubicBezTo>
                  <a:cubicBezTo>
                    <a:pt x="91" y="145"/>
                    <a:pt x="88" y="148"/>
                    <a:pt x="88" y="153"/>
                  </a:cubicBezTo>
                  <a:cubicBezTo>
                    <a:pt x="88" y="155"/>
                    <a:pt x="89" y="157"/>
                    <a:pt x="90" y="158"/>
                  </a:cubicBezTo>
                  <a:cubicBezTo>
                    <a:pt x="170" y="239"/>
                    <a:pt x="170" y="239"/>
                    <a:pt x="170" y="239"/>
                  </a:cubicBezTo>
                  <a:cubicBezTo>
                    <a:pt x="172" y="240"/>
                    <a:pt x="174" y="241"/>
                    <a:pt x="176" y="241"/>
                  </a:cubicBezTo>
                  <a:cubicBezTo>
                    <a:pt x="178" y="241"/>
                    <a:pt x="180" y="240"/>
                    <a:pt x="182" y="238"/>
                  </a:cubicBezTo>
                  <a:cubicBezTo>
                    <a:pt x="182" y="238"/>
                    <a:pt x="182" y="238"/>
                    <a:pt x="182" y="238"/>
                  </a:cubicBezTo>
                  <a:cubicBezTo>
                    <a:pt x="316" y="98"/>
                    <a:pt x="316" y="98"/>
                    <a:pt x="316" y="98"/>
                  </a:cubicBezTo>
                  <a:cubicBezTo>
                    <a:pt x="316" y="98"/>
                    <a:pt x="316" y="98"/>
                    <a:pt x="316" y="98"/>
                  </a:cubicBezTo>
                  <a:cubicBezTo>
                    <a:pt x="328" y="86"/>
                    <a:pt x="328" y="86"/>
                    <a:pt x="328" y="86"/>
                  </a:cubicBezTo>
                  <a:cubicBezTo>
                    <a:pt x="328" y="86"/>
                    <a:pt x="328" y="86"/>
                    <a:pt x="327" y="86"/>
                  </a:cubicBezTo>
                  <a:cubicBezTo>
                    <a:pt x="351" y="62"/>
                    <a:pt x="351" y="62"/>
                    <a:pt x="351" y="62"/>
                  </a:cubicBezTo>
                  <a:cubicBezTo>
                    <a:pt x="351" y="62"/>
                    <a:pt x="351" y="62"/>
                    <a:pt x="351" y="62"/>
                  </a:cubicBezTo>
                  <a:cubicBezTo>
                    <a:pt x="352" y="60"/>
                    <a:pt x="353" y="58"/>
                    <a:pt x="353" y="56"/>
                  </a:cubicBezTo>
                  <a:cubicBezTo>
                    <a:pt x="353" y="52"/>
                    <a:pt x="349" y="48"/>
                    <a:pt x="345" y="48"/>
                  </a:cubicBezTo>
                  <a:cubicBezTo>
                    <a:pt x="342" y="48"/>
                    <a:pt x="340" y="49"/>
                    <a:pt x="339" y="51"/>
                  </a:cubicBezTo>
                  <a:cubicBezTo>
                    <a:pt x="339" y="51"/>
                    <a:pt x="339" y="51"/>
                    <a:pt x="339" y="51"/>
                  </a:cubicBezTo>
                  <a:cubicBezTo>
                    <a:pt x="318" y="72"/>
                    <a:pt x="318" y="72"/>
                    <a:pt x="318" y="72"/>
                  </a:cubicBezTo>
                  <a:cubicBezTo>
                    <a:pt x="318" y="72"/>
                    <a:pt x="318" y="72"/>
                    <a:pt x="318" y="72"/>
                  </a:cubicBezTo>
                  <a:cubicBezTo>
                    <a:pt x="307" y="84"/>
                    <a:pt x="307" y="84"/>
                    <a:pt x="307" y="84"/>
                  </a:cubicBezTo>
                  <a:cubicBezTo>
                    <a:pt x="307" y="84"/>
                    <a:pt x="307" y="84"/>
                    <a:pt x="307" y="84"/>
                  </a:cubicBezTo>
                  <a:lnTo>
                    <a:pt x="176" y="221"/>
                  </a:lnTo>
                  <a:close/>
                  <a:moveTo>
                    <a:pt x="339" y="109"/>
                  </a:moveTo>
                  <a:cubicBezTo>
                    <a:pt x="335" y="106"/>
                    <a:pt x="330" y="106"/>
                    <a:pt x="327" y="109"/>
                  </a:cubicBezTo>
                  <a:cubicBezTo>
                    <a:pt x="325" y="111"/>
                    <a:pt x="324" y="115"/>
                    <a:pt x="325" y="117"/>
                  </a:cubicBezTo>
                  <a:cubicBezTo>
                    <a:pt x="325" y="117"/>
                    <a:pt x="325" y="117"/>
                    <a:pt x="325" y="117"/>
                  </a:cubicBezTo>
                  <a:cubicBezTo>
                    <a:pt x="333" y="136"/>
                    <a:pt x="337" y="156"/>
                    <a:pt x="337" y="177"/>
                  </a:cubicBezTo>
                  <a:cubicBezTo>
                    <a:pt x="337" y="265"/>
                    <a:pt x="265" y="337"/>
                    <a:pt x="176" y="337"/>
                  </a:cubicBezTo>
                  <a:cubicBezTo>
                    <a:pt x="88" y="337"/>
                    <a:pt x="16" y="265"/>
                    <a:pt x="16" y="177"/>
                  </a:cubicBezTo>
                  <a:cubicBezTo>
                    <a:pt x="16" y="88"/>
                    <a:pt x="88" y="16"/>
                    <a:pt x="176" y="16"/>
                  </a:cubicBezTo>
                  <a:cubicBezTo>
                    <a:pt x="222" y="16"/>
                    <a:pt x="262" y="35"/>
                    <a:pt x="292" y="65"/>
                  </a:cubicBezTo>
                  <a:cubicBezTo>
                    <a:pt x="292" y="65"/>
                    <a:pt x="292" y="65"/>
                    <a:pt x="292" y="65"/>
                  </a:cubicBezTo>
                  <a:cubicBezTo>
                    <a:pt x="295" y="68"/>
                    <a:pt x="300" y="68"/>
                    <a:pt x="303" y="65"/>
                  </a:cubicBezTo>
                  <a:cubicBezTo>
                    <a:pt x="306" y="62"/>
                    <a:pt x="306" y="57"/>
                    <a:pt x="303" y="54"/>
                  </a:cubicBezTo>
                  <a:cubicBezTo>
                    <a:pt x="302" y="53"/>
                    <a:pt x="302" y="53"/>
                    <a:pt x="302" y="53"/>
                  </a:cubicBezTo>
                  <a:cubicBezTo>
                    <a:pt x="270" y="20"/>
                    <a:pt x="225" y="0"/>
                    <a:pt x="176" y="0"/>
                  </a:cubicBezTo>
                  <a:cubicBezTo>
                    <a:pt x="79" y="0"/>
                    <a:pt x="0" y="79"/>
                    <a:pt x="0" y="177"/>
                  </a:cubicBezTo>
                  <a:cubicBezTo>
                    <a:pt x="0" y="274"/>
                    <a:pt x="79" y="353"/>
                    <a:pt x="176" y="353"/>
                  </a:cubicBezTo>
                  <a:cubicBezTo>
                    <a:pt x="274" y="353"/>
                    <a:pt x="353" y="274"/>
                    <a:pt x="353" y="177"/>
                  </a:cubicBezTo>
                  <a:cubicBezTo>
                    <a:pt x="353" y="154"/>
                    <a:pt x="348" y="132"/>
                    <a:pt x="341" y="112"/>
                  </a:cubicBezTo>
                  <a:cubicBezTo>
                    <a:pt x="340" y="111"/>
                    <a:pt x="340" y="110"/>
                    <a:pt x="339" y="109"/>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nvGrpSpPr>
            <p:cNvPr id="1019" name="Google Shape;1019;p41"/>
            <p:cNvGrpSpPr/>
            <p:nvPr/>
          </p:nvGrpSpPr>
          <p:grpSpPr>
            <a:xfrm>
              <a:off x="18428363" y="6121400"/>
              <a:ext cx="4279200" cy="1531555"/>
              <a:chOff x="1676400" y="6928348"/>
              <a:chExt cx="4279200" cy="1531555"/>
            </a:xfrm>
          </p:grpSpPr>
          <p:sp>
            <p:nvSpPr>
              <p:cNvPr id="1020" name="Google Shape;1020;p41"/>
              <p:cNvSpPr txBox="1"/>
              <p:nvPr/>
            </p:nvSpPr>
            <p:spPr>
              <a:xfrm>
                <a:off x="1676400" y="7618703"/>
                <a:ext cx="4279200" cy="841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and data about the title</a:t>
                </a:r>
                <a:endParaRPr b="0" i="0" sz="2400" u="none" cap="none" strike="noStrike">
                  <a:solidFill>
                    <a:schemeClr val="dk2"/>
                  </a:solidFill>
                  <a:latin typeface="Lato Light"/>
                  <a:ea typeface="Lato Light"/>
                  <a:cs typeface="Lato Light"/>
                  <a:sym typeface="Lato Light"/>
                </a:endParaRPr>
              </a:p>
            </p:txBody>
          </p:sp>
          <p:sp>
            <p:nvSpPr>
              <p:cNvPr id="1021" name="Google Shape;1021;p41"/>
              <p:cNvSpPr txBox="1"/>
              <p:nvPr/>
            </p:nvSpPr>
            <p:spPr>
              <a:xfrm>
                <a:off x="1676400" y="6928348"/>
                <a:ext cx="4279200" cy="5910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3200"/>
                  <a:buFont typeface="Arial"/>
                  <a:buNone/>
                </a:pPr>
                <a:r>
                  <a:rPr b="1" lang="en-US" sz="3200">
                    <a:solidFill>
                      <a:schemeClr val="dk2"/>
                    </a:solidFill>
                    <a:latin typeface="Lato"/>
                    <a:ea typeface="Lato"/>
                    <a:cs typeface="Lato"/>
                    <a:sym typeface="Lato"/>
                  </a:rPr>
                  <a:t>KPI 11</a:t>
                </a:r>
                <a:endParaRPr b="1" sz="3200">
                  <a:solidFill>
                    <a:schemeClr val="dk2"/>
                  </a:solidFill>
                  <a:latin typeface="Lato"/>
                  <a:ea typeface="Lato"/>
                  <a:cs typeface="Lato"/>
                  <a:sym typeface="Lato"/>
                </a:endParaRPr>
              </a:p>
            </p:txBody>
          </p:sp>
        </p:grpSp>
      </p:grpSp>
      <p:grpSp>
        <p:nvGrpSpPr>
          <p:cNvPr id="1022" name="Google Shape;1022;p41"/>
          <p:cNvGrpSpPr/>
          <p:nvPr/>
        </p:nvGrpSpPr>
        <p:grpSpPr>
          <a:xfrm>
            <a:off x="17906225" y="9804650"/>
            <a:ext cx="5452363" cy="1531555"/>
            <a:chOff x="17255200" y="8496300"/>
            <a:chExt cx="5452363" cy="1531555"/>
          </a:xfrm>
        </p:grpSpPr>
        <p:sp>
          <p:nvSpPr>
            <p:cNvPr id="1023" name="Google Shape;1023;p41"/>
            <p:cNvSpPr/>
            <p:nvPr/>
          </p:nvSpPr>
          <p:spPr>
            <a:xfrm>
              <a:off x="17255200" y="8496300"/>
              <a:ext cx="677864" cy="677864"/>
            </a:xfrm>
            <a:custGeom>
              <a:rect b="b" l="l" r="r" t="t"/>
              <a:pathLst>
                <a:path extrusionOk="0" h="353" w="353">
                  <a:moveTo>
                    <a:pt x="176" y="221"/>
                  </a:moveTo>
                  <a:cubicBezTo>
                    <a:pt x="102" y="147"/>
                    <a:pt x="102" y="147"/>
                    <a:pt x="102" y="147"/>
                  </a:cubicBezTo>
                  <a:cubicBezTo>
                    <a:pt x="100" y="146"/>
                    <a:pt x="98" y="145"/>
                    <a:pt x="96" y="145"/>
                  </a:cubicBezTo>
                  <a:cubicBezTo>
                    <a:pt x="91" y="145"/>
                    <a:pt x="88" y="148"/>
                    <a:pt x="88" y="153"/>
                  </a:cubicBezTo>
                  <a:cubicBezTo>
                    <a:pt x="88" y="155"/>
                    <a:pt x="89" y="157"/>
                    <a:pt x="90" y="158"/>
                  </a:cubicBezTo>
                  <a:cubicBezTo>
                    <a:pt x="170" y="239"/>
                    <a:pt x="170" y="239"/>
                    <a:pt x="170" y="239"/>
                  </a:cubicBezTo>
                  <a:cubicBezTo>
                    <a:pt x="172" y="240"/>
                    <a:pt x="174" y="241"/>
                    <a:pt x="176" y="241"/>
                  </a:cubicBezTo>
                  <a:cubicBezTo>
                    <a:pt x="178" y="241"/>
                    <a:pt x="180" y="240"/>
                    <a:pt x="182" y="238"/>
                  </a:cubicBezTo>
                  <a:cubicBezTo>
                    <a:pt x="182" y="238"/>
                    <a:pt x="182" y="238"/>
                    <a:pt x="182" y="238"/>
                  </a:cubicBezTo>
                  <a:cubicBezTo>
                    <a:pt x="316" y="98"/>
                    <a:pt x="316" y="98"/>
                    <a:pt x="316" y="98"/>
                  </a:cubicBezTo>
                  <a:cubicBezTo>
                    <a:pt x="316" y="98"/>
                    <a:pt x="316" y="98"/>
                    <a:pt x="316" y="98"/>
                  </a:cubicBezTo>
                  <a:cubicBezTo>
                    <a:pt x="328" y="86"/>
                    <a:pt x="328" y="86"/>
                    <a:pt x="328" y="86"/>
                  </a:cubicBezTo>
                  <a:cubicBezTo>
                    <a:pt x="328" y="86"/>
                    <a:pt x="328" y="86"/>
                    <a:pt x="327" y="86"/>
                  </a:cubicBezTo>
                  <a:cubicBezTo>
                    <a:pt x="351" y="62"/>
                    <a:pt x="351" y="62"/>
                    <a:pt x="351" y="62"/>
                  </a:cubicBezTo>
                  <a:cubicBezTo>
                    <a:pt x="351" y="62"/>
                    <a:pt x="351" y="62"/>
                    <a:pt x="351" y="62"/>
                  </a:cubicBezTo>
                  <a:cubicBezTo>
                    <a:pt x="352" y="60"/>
                    <a:pt x="353" y="58"/>
                    <a:pt x="353" y="56"/>
                  </a:cubicBezTo>
                  <a:cubicBezTo>
                    <a:pt x="353" y="52"/>
                    <a:pt x="349" y="48"/>
                    <a:pt x="345" y="48"/>
                  </a:cubicBezTo>
                  <a:cubicBezTo>
                    <a:pt x="342" y="48"/>
                    <a:pt x="340" y="49"/>
                    <a:pt x="339" y="51"/>
                  </a:cubicBezTo>
                  <a:cubicBezTo>
                    <a:pt x="339" y="51"/>
                    <a:pt x="339" y="51"/>
                    <a:pt x="339" y="51"/>
                  </a:cubicBezTo>
                  <a:cubicBezTo>
                    <a:pt x="318" y="72"/>
                    <a:pt x="318" y="72"/>
                    <a:pt x="318" y="72"/>
                  </a:cubicBezTo>
                  <a:cubicBezTo>
                    <a:pt x="318" y="72"/>
                    <a:pt x="318" y="72"/>
                    <a:pt x="318" y="72"/>
                  </a:cubicBezTo>
                  <a:cubicBezTo>
                    <a:pt x="307" y="84"/>
                    <a:pt x="307" y="84"/>
                    <a:pt x="307" y="84"/>
                  </a:cubicBezTo>
                  <a:cubicBezTo>
                    <a:pt x="307" y="84"/>
                    <a:pt x="307" y="84"/>
                    <a:pt x="307" y="84"/>
                  </a:cubicBezTo>
                  <a:lnTo>
                    <a:pt x="176" y="221"/>
                  </a:lnTo>
                  <a:close/>
                  <a:moveTo>
                    <a:pt x="339" y="109"/>
                  </a:moveTo>
                  <a:cubicBezTo>
                    <a:pt x="335" y="106"/>
                    <a:pt x="330" y="106"/>
                    <a:pt x="327" y="109"/>
                  </a:cubicBezTo>
                  <a:cubicBezTo>
                    <a:pt x="325" y="111"/>
                    <a:pt x="324" y="115"/>
                    <a:pt x="325" y="117"/>
                  </a:cubicBezTo>
                  <a:cubicBezTo>
                    <a:pt x="325" y="117"/>
                    <a:pt x="325" y="117"/>
                    <a:pt x="325" y="117"/>
                  </a:cubicBezTo>
                  <a:cubicBezTo>
                    <a:pt x="333" y="136"/>
                    <a:pt x="337" y="156"/>
                    <a:pt x="337" y="177"/>
                  </a:cubicBezTo>
                  <a:cubicBezTo>
                    <a:pt x="337" y="265"/>
                    <a:pt x="265" y="337"/>
                    <a:pt x="176" y="337"/>
                  </a:cubicBezTo>
                  <a:cubicBezTo>
                    <a:pt x="88" y="337"/>
                    <a:pt x="16" y="265"/>
                    <a:pt x="16" y="177"/>
                  </a:cubicBezTo>
                  <a:cubicBezTo>
                    <a:pt x="16" y="88"/>
                    <a:pt x="88" y="16"/>
                    <a:pt x="176" y="16"/>
                  </a:cubicBezTo>
                  <a:cubicBezTo>
                    <a:pt x="222" y="16"/>
                    <a:pt x="262" y="35"/>
                    <a:pt x="292" y="65"/>
                  </a:cubicBezTo>
                  <a:cubicBezTo>
                    <a:pt x="292" y="65"/>
                    <a:pt x="292" y="65"/>
                    <a:pt x="292" y="65"/>
                  </a:cubicBezTo>
                  <a:cubicBezTo>
                    <a:pt x="295" y="68"/>
                    <a:pt x="300" y="68"/>
                    <a:pt x="303" y="65"/>
                  </a:cubicBezTo>
                  <a:cubicBezTo>
                    <a:pt x="306" y="62"/>
                    <a:pt x="306" y="57"/>
                    <a:pt x="303" y="54"/>
                  </a:cubicBezTo>
                  <a:cubicBezTo>
                    <a:pt x="302" y="53"/>
                    <a:pt x="302" y="53"/>
                    <a:pt x="302" y="53"/>
                  </a:cubicBezTo>
                  <a:cubicBezTo>
                    <a:pt x="270" y="20"/>
                    <a:pt x="225" y="0"/>
                    <a:pt x="176" y="0"/>
                  </a:cubicBezTo>
                  <a:cubicBezTo>
                    <a:pt x="79" y="0"/>
                    <a:pt x="0" y="79"/>
                    <a:pt x="0" y="177"/>
                  </a:cubicBezTo>
                  <a:cubicBezTo>
                    <a:pt x="0" y="274"/>
                    <a:pt x="79" y="353"/>
                    <a:pt x="176" y="353"/>
                  </a:cubicBezTo>
                  <a:cubicBezTo>
                    <a:pt x="274" y="353"/>
                    <a:pt x="353" y="274"/>
                    <a:pt x="353" y="177"/>
                  </a:cubicBezTo>
                  <a:cubicBezTo>
                    <a:pt x="353" y="154"/>
                    <a:pt x="348" y="132"/>
                    <a:pt x="341" y="112"/>
                  </a:cubicBezTo>
                  <a:cubicBezTo>
                    <a:pt x="340" y="111"/>
                    <a:pt x="340" y="110"/>
                    <a:pt x="339" y="109"/>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nvGrpSpPr>
            <p:cNvPr id="1024" name="Google Shape;1024;p41"/>
            <p:cNvGrpSpPr/>
            <p:nvPr/>
          </p:nvGrpSpPr>
          <p:grpSpPr>
            <a:xfrm>
              <a:off x="18428363" y="8496300"/>
              <a:ext cx="4279200" cy="1531555"/>
              <a:chOff x="1676400" y="6928348"/>
              <a:chExt cx="4279200" cy="1531555"/>
            </a:xfrm>
          </p:grpSpPr>
          <p:sp>
            <p:nvSpPr>
              <p:cNvPr id="1025" name="Google Shape;1025;p41"/>
              <p:cNvSpPr txBox="1"/>
              <p:nvPr/>
            </p:nvSpPr>
            <p:spPr>
              <a:xfrm>
                <a:off x="1676400" y="7618703"/>
                <a:ext cx="4279200" cy="841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and data about the title</a:t>
                </a:r>
                <a:endParaRPr b="0" i="0" sz="2400" u="none" cap="none" strike="noStrike">
                  <a:solidFill>
                    <a:schemeClr val="dk2"/>
                  </a:solidFill>
                  <a:latin typeface="Lato Light"/>
                  <a:ea typeface="Lato Light"/>
                  <a:cs typeface="Lato Light"/>
                  <a:sym typeface="Lato Light"/>
                </a:endParaRPr>
              </a:p>
            </p:txBody>
          </p:sp>
          <p:sp>
            <p:nvSpPr>
              <p:cNvPr id="1026" name="Google Shape;1026;p41"/>
              <p:cNvSpPr txBox="1"/>
              <p:nvPr/>
            </p:nvSpPr>
            <p:spPr>
              <a:xfrm>
                <a:off x="1676400" y="6928348"/>
                <a:ext cx="4279200" cy="5910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3200"/>
                  <a:buFont typeface="Arial"/>
                  <a:buNone/>
                </a:pPr>
                <a:r>
                  <a:rPr b="1" lang="en-US" sz="3200">
                    <a:solidFill>
                      <a:schemeClr val="dk2"/>
                    </a:solidFill>
                    <a:latin typeface="Lato"/>
                    <a:ea typeface="Lato"/>
                    <a:cs typeface="Lato"/>
                    <a:sym typeface="Lato"/>
                  </a:rPr>
                  <a:t>KPI 12</a:t>
                </a:r>
                <a:endParaRPr b="1" sz="3200">
                  <a:solidFill>
                    <a:schemeClr val="dk2"/>
                  </a:solidFill>
                  <a:latin typeface="Lato"/>
                  <a:ea typeface="Lato"/>
                  <a:cs typeface="Lato"/>
                  <a:sym typeface="Lato"/>
                </a:endParaRPr>
              </a:p>
            </p:txBody>
          </p:sp>
        </p:gr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30" name="Shape 1030"/>
        <p:cNvGrpSpPr/>
        <p:nvPr/>
      </p:nvGrpSpPr>
      <p:grpSpPr>
        <a:xfrm>
          <a:off x="0" y="0"/>
          <a:ext cx="0" cy="0"/>
          <a:chOff x="0" y="0"/>
          <a:chExt cx="0" cy="0"/>
        </a:xfrm>
      </p:grpSpPr>
      <p:sp>
        <p:nvSpPr>
          <p:cNvPr id="1031" name="Google Shape;1031;p42"/>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Ingresos, inversión y ROI </a:t>
            </a:r>
            <a:endParaRPr/>
          </a:p>
        </p:txBody>
      </p:sp>
      <p:sp>
        <p:nvSpPr>
          <p:cNvPr id="1032" name="Google Shape;1032;p42"/>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t> Cuadro de mando</a:t>
            </a:r>
            <a:endParaRPr b="1" i="0" sz="8800" u="none" cap="none" strike="noStrike">
              <a:solidFill>
                <a:schemeClr val="dk2"/>
              </a:solidFill>
              <a:latin typeface="Lato"/>
              <a:ea typeface="Lato"/>
              <a:cs typeface="Lato"/>
              <a:sym typeface="Lato"/>
            </a:endParaRPr>
          </a:p>
        </p:txBody>
      </p:sp>
      <p:pic>
        <p:nvPicPr>
          <p:cNvPr id="1033" name="Google Shape;1033;p42"/>
          <p:cNvPicPr preferRelativeResize="0"/>
          <p:nvPr/>
        </p:nvPicPr>
        <p:blipFill>
          <a:blip r:embed="rId3">
            <a:alphaModFix/>
          </a:blip>
          <a:stretch>
            <a:fillRect/>
          </a:stretch>
        </p:blipFill>
        <p:spPr>
          <a:xfrm>
            <a:off x="9261075" y="2078101"/>
            <a:ext cx="13290207" cy="6341376"/>
          </a:xfrm>
          <a:prstGeom prst="rect">
            <a:avLst/>
          </a:prstGeom>
          <a:noFill/>
          <a:ln>
            <a:noFill/>
          </a:ln>
        </p:spPr>
      </p:pic>
      <p:pic>
        <p:nvPicPr>
          <p:cNvPr id="1034" name="Google Shape;1034;p42"/>
          <p:cNvPicPr preferRelativeResize="0"/>
          <p:nvPr/>
        </p:nvPicPr>
        <p:blipFill>
          <a:blip r:embed="rId4">
            <a:alphaModFix/>
          </a:blip>
          <a:stretch>
            <a:fillRect/>
          </a:stretch>
        </p:blipFill>
        <p:spPr>
          <a:xfrm>
            <a:off x="9405358" y="8419475"/>
            <a:ext cx="6612293" cy="4163676"/>
          </a:xfrm>
          <a:prstGeom prst="rect">
            <a:avLst/>
          </a:prstGeom>
          <a:noFill/>
          <a:ln>
            <a:noFill/>
          </a:ln>
        </p:spPr>
      </p:pic>
      <p:pic>
        <p:nvPicPr>
          <p:cNvPr id="1035" name="Google Shape;1035;p42"/>
          <p:cNvPicPr preferRelativeResize="0"/>
          <p:nvPr/>
        </p:nvPicPr>
        <p:blipFill>
          <a:blip r:embed="rId5">
            <a:alphaModFix/>
          </a:blip>
          <a:stretch>
            <a:fillRect/>
          </a:stretch>
        </p:blipFill>
        <p:spPr>
          <a:xfrm>
            <a:off x="16017650" y="8357375"/>
            <a:ext cx="6689951" cy="4225781"/>
          </a:xfrm>
          <a:prstGeom prst="rect">
            <a:avLst/>
          </a:prstGeom>
          <a:noFill/>
          <a:ln>
            <a:noFill/>
          </a:ln>
        </p:spPr>
      </p:pic>
      <p:sp>
        <p:nvSpPr>
          <p:cNvPr id="1036" name="Google Shape;1036;p42"/>
          <p:cNvSpPr txBox="1"/>
          <p:nvPr/>
        </p:nvSpPr>
        <p:spPr>
          <a:xfrm>
            <a:off x="2019302" y="3167525"/>
            <a:ext cx="6454800" cy="2523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240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Se dispondrá de un cuadro de mandos para evaluar el ROI de cada una de las tácticas/estrategias teniendo en cuenta los KPIs mencionados en la anterior diapositiva. El control de cada dato se realizará de forma rigurosa revisando los resultados de forma mensual para poder realizar los ajustes que se consideren necesarios en la estrategia de marketing para su optimización. </a:t>
            </a:r>
            <a:endParaRPr sz="2400">
              <a:solidFill>
                <a:schemeClr val="dk2"/>
              </a:solidFill>
              <a:latin typeface="Lato Light"/>
              <a:ea typeface="Lato Light"/>
              <a:cs typeface="Lato Light"/>
              <a:sym typeface="Lato Light"/>
            </a:endParaRPr>
          </a:p>
          <a:p>
            <a:pPr indent="0" lvl="0" marL="0" marR="0" rtl="0" algn="l">
              <a:lnSpc>
                <a:spcPct val="120000"/>
              </a:lnSpc>
              <a:spcBef>
                <a:spcPts val="240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Aquí se muestra un ejemplo de cómo será el cuadro de mandos para el seguimiento y control de </a:t>
            </a:r>
            <a:r>
              <a:rPr b="1" lang="en-US" sz="2400">
                <a:solidFill>
                  <a:schemeClr val="dk2"/>
                </a:solidFill>
                <a:latin typeface="Lato"/>
                <a:ea typeface="Lato"/>
                <a:cs typeface="Lato"/>
                <a:sym typeface="Lato"/>
              </a:rPr>
              <a:t>ingresos, inversión, resultados, KPIs y ROI</a:t>
            </a:r>
            <a:r>
              <a:rPr lang="en-US" sz="2400">
                <a:solidFill>
                  <a:schemeClr val="dk2"/>
                </a:solidFill>
                <a:latin typeface="Lato Light"/>
                <a:ea typeface="Lato Light"/>
                <a:cs typeface="Lato Light"/>
                <a:sym typeface="Lato Light"/>
              </a:rPr>
              <a:t>. </a:t>
            </a:r>
            <a:endParaRPr sz="2400">
              <a:solidFill>
                <a:schemeClr val="dk2"/>
              </a:solidFill>
              <a:latin typeface="Lato Light"/>
              <a:ea typeface="Lato Light"/>
              <a:cs typeface="Lato Light"/>
              <a:sym typeface="Lato Ligh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40" name="Shape 1040"/>
        <p:cNvGrpSpPr/>
        <p:nvPr/>
      </p:nvGrpSpPr>
      <p:grpSpPr>
        <a:xfrm>
          <a:off x="0" y="0"/>
          <a:ext cx="0" cy="0"/>
          <a:chOff x="0" y="0"/>
          <a:chExt cx="0" cy="0"/>
        </a:xfrm>
      </p:grpSpPr>
      <p:sp>
        <p:nvSpPr>
          <p:cNvPr id="1041" name="Google Shape;1041;p43"/>
          <p:cNvSpPr txBox="1"/>
          <p:nvPr/>
        </p:nvSpPr>
        <p:spPr>
          <a:xfrm>
            <a:off x="1972945" y="5728297"/>
            <a:ext cx="78867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Lato Light"/>
              <a:buNone/>
            </a:pPr>
            <a:r>
              <a:rPr lang="en-US" sz="3200">
                <a:solidFill>
                  <a:schemeClr val="dk2"/>
                </a:solidFill>
                <a:latin typeface="Lato Light"/>
                <a:ea typeface="Lato Light"/>
                <a:cs typeface="Lato Light"/>
                <a:sym typeface="Lato Light"/>
              </a:rPr>
              <a:t>Procesos, recursos, equipo y cronograma</a:t>
            </a:r>
            <a:endParaRPr b="0" i="0" sz="3200" u="none" cap="none" strike="noStrike">
              <a:solidFill>
                <a:schemeClr val="dk2"/>
              </a:solidFill>
              <a:latin typeface="Lato Light"/>
              <a:ea typeface="Lato Light"/>
              <a:cs typeface="Lato Light"/>
              <a:sym typeface="Lato Light"/>
            </a:endParaRPr>
          </a:p>
        </p:txBody>
      </p:sp>
      <p:sp>
        <p:nvSpPr>
          <p:cNvPr id="1042" name="Google Shape;1042;p43"/>
          <p:cNvSpPr txBox="1"/>
          <p:nvPr/>
        </p:nvSpPr>
        <p:spPr>
          <a:xfrm>
            <a:off x="1972945" y="4361383"/>
            <a:ext cx="78867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b="1" lang="en-US" sz="8800">
                <a:solidFill>
                  <a:schemeClr val="dk2"/>
                </a:solidFill>
                <a:latin typeface="Lato"/>
                <a:ea typeface="Lato"/>
                <a:cs typeface="Lato"/>
                <a:sym typeface="Lato"/>
              </a:rPr>
              <a:t>Planificación</a:t>
            </a:r>
            <a:endParaRPr b="1" i="0" sz="8800" u="none" cap="none" strike="noStrike">
              <a:solidFill>
                <a:schemeClr val="dk2"/>
              </a:solidFill>
              <a:latin typeface="Lato"/>
              <a:ea typeface="Lato"/>
              <a:cs typeface="Lato"/>
              <a:sym typeface="Lato"/>
            </a:endParaRPr>
          </a:p>
        </p:txBody>
      </p:sp>
      <p:cxnSp>
        <p:nvCxnSpPr>
          <p:cNvPr id="1043" name="Google Shape;1043;p43"/>
          <p:cNvCxnSpPr/>
          <p:nvPr/>
        </p:nvCxnSpPr>
        <p:spPr>
          <a:xfrm>
            <a:off x="1676400" y="4551883"/>
            <a:ext cx="0" cy="1619700"/>
          </a:xfrm>
          <a:prstGeom prst="straightConnector1">
            <a:avLst/>
          </a:prstGeom>
          <a:noFill/>
          <a:ln cap="flat" cmpd="sng" w="88900">
            <a:solidFill>
              <a:schemeClr val="accent1"/>
            </a:solidFill>
            <a:prstDash val="solid"/>
            <a:miter lim="800000"/>
            <a:headEnd len="sm" w="sm" type="none"/>
            <a:tailEnd len="sm" w="sm" type="none"/>
          </a:ln>
        </p:spPr>
      </p:cxnSp>
      <p:sp>
        <p:nvSpPr>
          <p:cNvPr id="1044" name="Google Shape;1044;p43"/>
          <p:cNvSpPr txBox="1"/>
          <p:nvPr/>
        </p:nvSpPr>
        <p:spPr>
          <a:xfrm>
            <a:off x="1972945" y="6876119"/>
            <a:ext cx="7886700" cy="2523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data about the title here. The explanation should be short. Insert some explanations, information, data about the title here. </a:t>
            </a:r>
            <a:endParaRPr b="0" i="0" sz="2400" u="none" cap="none" strike="noStrike">
              <a:solidFill>
                <a:schemeClr val="dk2"/>
              </a:solidFill>
              <a:latin typeface="Lato Light"/>
              <a:ea typeface="Lato Light"/>
              <a:cs typeface="Lato Light"/>
              <a:sym typeface="Lato Light"/>
            </a:endParaRPr>
          </a:p>
          <a:p>
            <a:pPr indent="0" lvl="0" marL="0" marR="0" rtl="0" algn="l">
              <a:lnSpc>
                <a:spcPct val="120000"/>
              </a:lnSpc>
              <a:spcBef>
                <a:spcPts val="240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and data about the title here. </a:t>
            </a:r>
            <a:endParaRPr b="0" i="0" sz="1400" u="none" cap="none" strike="noStrike">
              <a:solidFill>
                <a:srgbClr val="000000"/>
              </a:solidFill>
              <a:latin typeface="Arial"/>
              <a:ea typeface="Arial"/>
              <a:cs typeface="Arial"/>
              <a:sym typeface="Arial"/>
            </a:endParaRPr>
          </a:p>
        </p:txBody>
      </p:sp>
      <p:sp>
        <p:nvSpPr>
          <p:cNvPr id="1045" name="Google Shape;1045;p43"/>
          <p:cNvSpPr/>
          <p:nvPr/>
        </p:nvSpPr>
        <p:spPr>
          <a:xfrm>
            <a:off x="12179300" y="0"/>
            <a:ext cx="12204600" cy="13716000"/>
          </a:xfrm>
          <a:prstGeom prst="rect">
            <a:avLst/>
          </a:prstGeom>
          <a:gradFill>
            <a:gsLst>
              <a:gs pos="0">
                <a:srgbClr val="9C9C9C"/>
              </a:gs>
              <a:gs pos="50000">
                <a:srgbClr val="C3C3C3"/>
              </a:gs>
              <a:gs pos="100000">
                <a:srgbClr val="E2E2E2"/>
              </a:gs>
            </a:gsLst>
            <a:lin ang="16200038"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chemeClr val="lt1"/>
              </a:solidFill>
              <a:latin typeface="Calibri"/>
              <a:ea typeface="Calibri"/>
              <a:cs typeface="Calibri"/>
              <a:sym typeface="Calibri"/>
            </a:endParaRPr>
          </a:p>
        </p:txBody>
      </p:sp>
      <p:sp>
        <p:nvSpPr>
          <p:cNvPr id="1046" name="Google Shape;1046;p43"/>
          <p:cNvSpPr txBox="1"/>
          <p:nvPr/>
        </p:nvSpPr>
        <p:spPr>
          <a:xfrm>
            <a:off x="16988655" y="6427113"/>
            <a:ext cx="2586000" cy="861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2800"/>
              <a:buFont typeface="Lato"/>
              <a:buNone/>
            </a:pPr>
            <a:r>
              <a:rPr b="0" i="0" lang="en-US" sz="2800" u="none" cap="none" strike="noStrike">
                <a:solidFill>
                  <a:schemeClr val="lt1"/>
                </a:solidFill>
                <a:latin typeface="Lato"/>
                <a:ea typeface="Lato"/>
                <a:cs typeface="Lato"/>
                <a:sym typeface="Lato"/>
              </a:rPr>
              <a:t>Image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800"/>
              <a:buFont typeface="Lato"/>
              <a:buNone/>
            </a:pPr>
            <a:r>
              <a:rPr b="0" i="0" lang="en-US" sz="2800" u="none" cap="none" strike="noStrike">
                <a:solidFill>
                  <a:schemeClr val="lt1"/>
                </a:solidFill>
                <a:latin typeface="Lato"/>
                <a:ea typeface="Lato"/>
                <a:cs typeface="Lato"/>
                <a:sym typeface="Lato"/>
              </a:rPr>
              <a:t>Placeholder</a:t>
            </a:r>
            <a:endParaRPr b="0" i="0" sz="2800" u="none" cap="none" strike="noStrike">
              <a:solidFill>
                <a:schemeClr val="lt1"/>
              </a:solidFill>
              <a:latin typeface="Lato"/>
              <a:ea typeface="Lato"/>
              <a:cs typeface="Lato"/>
              <a:sym typeface="La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50" name="Shape 1050"/>
        <p:cNvGrpSpPr/>
        <p:nvPr/>
      </p:nvGrpSpPr>
      <p:grpSpPr>
        <a:xfrm>
          <a:off x="0" y="0"/>
          <a:ext cx="0" cy="0"/>
          <a:chOff x="0" y="0"/>
          <a:chExt cx="0" cy="0"/>
        </a:xfrm>
      </p:grpSpPr>
      <p:sp>
        <p:nvSpPr>
          <p:cNvPr id="1051" name="Google Shape;1051;p44"/>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Procesos, recursos y equipo</a:t>
            </a:r>
            <a:endParaRPr/>
          </a:p>
        </p:txBody>
      </p:sp>
      <p:sp>
        <p:nvSpPr>
          <p:cNvPr id="1052" name="Google Shape;1052;p44"/>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t>Optimización de implementación</a:t>
            </a:r>
            <a:endParaRPr b="1" i="0" sz="8800" u="none" cap="none" strike="noStrike">
              <a:solidFill>
                <a:schemeClr val="dk2"/>
              </a:solidFill>
              <a:latin typeface="Lato"/>
              <a:ea typeface="Lato"/>
              <a:cs typeface="Lato"/>
              <a:sym typeface="Lato"/>
            </a:endParaRPr>
          </a:p>
        </p:txBody>
      </p:sp>
      <p:sp>
        <p:nvSpPr>
          <p:cNvPr id="1053" name="Google Shape;1053;p44"/>
          <p:cNvSpPr/>
          <p:nvPr/>
        </p:nvSpPr>
        <p:spPr>
          <a:xfrm>
            <a:off x="10833385" y="7397445"/>
            <a:ext cx="4968874" cy="4962526"/>
          </a:xfrm>
          <a:custGeom>
            <a:rect b="b" l="l" r="r" t="t"/>
            <a:pathLst>
              <a:path extrusionOk="0" h="4428" w="4435">
                <a:moveTo>
                  <a:pt x="4435" y="2225"/>
                </a:moveTo>
                <a:cubicBezTo>
                  <a:pt x="4435" y="2222"/>
                  <a:pt x="4435" y="2220"/>
                  <a:pt x="4435" y="2217"/>
                </a:cubicBezTo>
                <a:cubicBezTo>
                  <a:pt x="4435" y="2115"/>
                  <a:pt x="4428" y="2014"/>
                  <a:pt x="4415" y="1916"/>
                </a:cubicBezTo>
                <a:cubicBezTo>
                  <a:pt x="4179" y="1899"/>
                  <a:pt x="4179" y="1899"/>
                  <a:pt x="4179" y="1899"/>
                </a:cubicBezTo>
                <a:cubicBezTo>
                  <a:pt x="4168" y="1827"/>
                  <a:pt x="4152" y="1756"/>
                  <a:pt x="4133" y="1686"/>
                </a:cubicBezTo>
                <a:cubicBezTo>
                  <a:pt x="4339" y="1568"/>
                  <a:pt x="4339" y="1568"/>
                  <a:pt x="4339" y="1568"/>
                </a:cubicBezTo>
                <a:cubicBezTo>
                  <a:pt x="4308" y="1469"/>
                  <a:pt x="4271" y="1374"/>
                  <a:pt x="4228" y="1281"/>
                </a:cubicBezTo>
                <a:cubicBezTo>
                  <a:pt x="3998" y="1334"/>
                  <a:pt x="3998" y="1334"/>
                  <a:pt x="3998" y="1334"/>
                </a:cubicBezTo>
                <a:cubicBezTo>
                  <a:pt x="3965" y="1268"/>
                  <a:pt x="3929" y="1204"/>
                  <a:pt x="3889" y="1143"/>
                </a:cubicBezTo>
                <a:cubicBezTo>
                  <a:pt x="4051" y="970"/>
                  <a:pt x="4051" y="970"/>
                  <a:pt x="4051" y="970"/>
                </a:cubicBezTo>
                <a:cubicBezTo>
                  <a:pt x="3993" y="885"/>
                  <a:pt x="3930" y="804"/>
                  <a:pt x="3861" y="729"/>
                </a:cubicBezTo>
                <a:cubicBezTo>
                  <a:pt x="3657" y="847"/>
                  <a:pt x="3657" y="847"/>
                  <a:pt x="3657" y="847"/>
                </a:cubicBezTo>
                <a:cubicBezTo>
                  <a:pt x="3606" y="794"/>
                  <a:pt x="3552" y="743"/>
                  <a:pt x="3495" y="695"/>
                </a:cubicBezTo>
                <a:cubicBezTo>
                  <a:pt x="3598" y="482"/>
                  <a:pt x="3598" y="482"/>
                  <a:pt x="3598" y="482"/>
                </a:cubicBezTo>
                <a:cubicBezTo>
                  <a:pt x="3519" y="419"/>
                  <a:pt x="3435" y="360"/>
                  <a:pt x="3347" y="308"/>
                </a:cubicBezTo>
                <a:cubicBezTo>
                  <a:pt x="3187" y="482"/>
                  <a:pt x="3187" y="482"/>
                  <a:pt x="3187" y="482"/>
                </a:cubicBezTo>
                <a:cubicBezTo>
                  <a:pt x="3121" y="446"/>
                  <a:pt x="3054" y="413"/>
                  <a:pt x="2985" y="384"/>
                </a:cubicBezTo>
                <a:cubicBezTo>
                  <a:pt x="3021" y="150"/>
                  <a:pt x="3021" y="150"/>
                  <a:pt x="3021" y="150"/>
                </a:cubicBezTo>
                <a:cubicBezTo>
                  <a:pt x="2926" y="113"/>
                  <a:pt x="2829" y="83"/>
                  <a:pt x="2730" y="59"/>
                </a:cubicBezTo>
                <a:cubicBezTo>
                  <a:pt x="2628" y="273"/>
                  <a:pt x="2628" y="273"/>
                  <a:pt x="2628" y="273"/>
                </a:cubicBezTo>
                <a:cubicBezTo>
                  <a:pt x="2555" y="257"/>
                  <a:pt x="2480" y="246"/>
                  <a:pt x="2404" y="239"/>
                </a:cubicBezTo>
                <a:cubicBezTo>
                  <a:pt x="2370" y="5"/>
                  <a:pt x="2370" y="5"/>
                  <a:pt x="2370" y="5"/>
                </a:cubicBezTo>
                <a:cubicBezTo>
                  <a:pt x="2320" y="2"/>
                  <a:pt x="2269" y="0"/>
                  <a:pt x="2218" y="0"/>
                </a:cubicBezTo>
                <a:cubicBezTo>
                  <a:pt x="2166" y="0"/>
                  <a:pt x="2116" y="2"/>
                  <a:pt x="2065" y="5"/>
                </a:cubicBezTo>
                <a:cubicBezTo>
                  <a:pt x="2031" y="239"/>
                  <a:pt x="2031" y="239"/>
                  <a:pt x="2031" y="239"/>
                </a:cubicBezTo>
                <a:cubicBezTo>
                  <a:pt x="1955" y="246"/>
                  <a:pt x="1881" y="257"/>
                  <a:pt x="1808" y="273"/>
                </a:cubicBezTo>
                <a:cubicBezTo>
                  <a:pt x="1706" y="59"/>
                  <a:pt x="1706" y="59"/>
                  <a:pt x="1706" y="59"/>
                </a:cubicBezTo>
                <a:cubicBezTo>
                  <a:pt x="1606" y="83"/>
                  <a:pt x="1509" y="113"/>
                  <a:pt x="1415" y="150"/>
                </a:cubicBezTo>
                <a:cubicBezTo>
                  <a:pt x="1451" y="384"/>
                  <a:pt x="1451" y="384"/>
                  <a:pt x="1451" y="384"/>
                </a:cubicBezTo>
                <a:cubicBezTo>
                  <a:pt x="1381" y="413"/>
                  <a:pt x="1314" y="446"/>
                  <a:pt x="1249" y="482"/>
                </a:cubicBezTo>
                <a:cubicBezTo>
                  <a:pt x="1089" y="308"/>
                  <a:pt x="1089" y="308"/>
                  <a:pt x="1089" y="308"/>
                </a:cubicBezTo>
                <a:cubicBezTo>
                  <a:pt x="1001" y="360"/>
                  <a:pt x="917" y="418"/>
                  <a:pt x="837" y="482"/>
                </a:cubicBezTo>
                <a:cubicBezTo>
                  <a:pt x="941" y="695"/>
                  <a:pt x="941" y="695"/>
                  <a:pt x="941" y="695"/>
                </a:cubicBezTo>
                <a:cubicBezTo>
                  <a:pt x="884" y="743"/>
                  <a:pt x="829" y="794"/>
                  <a:pt x="778" y="847"/>
                </a:cubicBezTo>
                <a:cubicBezTo>
                  <a:pt x="574" y="729"/>
                  <a:pt x="574" y="729"/>
                  <a:pt x="574" y="729"/>
                </a:cubicBezTo>
                <a:cubicBezTo>
                  <a:pt x="505" y="804"/>
                  <a:pt x="442" y="885"/>
                  <a:pt x="384" y="970"/>
                </a:cubicBezTo>
                <a:cubicBezTo>
                  <a:pt x="546" y="1143"/>
                  <a:pt x="546" y="1143"/>
                  <a:pt x="546" y="1143"/>
                </a:cubicBezTo>
                <a:cubicBezTo>
                  <a:pt x="506" y="1204"/>
                  <a:pt x="470" y="1268"/>
                  <a:pt x="437" y="1334"/>
                </a:cubicBezTo>
                <a:cubicBezTo>
                  <a:pt x="207" y="1281"/>
                  <a:pt x="207" y="1281"/>
                  <a:pt x="207" y="1281"/>
                </a:cubicBezTo>
                <a:cubicBezTo>
                  <a:pt x="164" y="1374"/>
                  <a:pt x="127" y="1469"/>
                  <a:pt x="97" y="1568"/>
                </a:cubicBezTo>
                <a:cubicBezTo>
                  <a:pt x="303" y="1686"/>
                  <a:pt x="303" y="1686"/>
                  <a:pt x="303" y="1686"/>
                </a:cubicBezTo>
                <a:cubicBezTo>
                  <a:pt x="283" y="1756"/>
                  <a:pt x="268" y="1827"/>
                  <a:pt x="256" y="1899"/>
                </a:cubicBezTo>
                <a:cubicBezTo>
                  <a:pt x="21" y="1916"/>
                  <a:pt x="21" y="1916"/>
                  <a:pt x="21" y="1916"/>
                </a:cubicBezTo>
                <a:cubicBezTo>
                  <a:pt x="7" y="2014"/>
                  <a:pt x="0" y="2115"/>
                  <a:pt x="0" y="2217"/>
                </a:cubicBezTo>
                <a:cubicBezTo>
                  <a:pt x="0" y="2220"/>
                  <a:pt x="0" y="2222"/>
                  <a:pt x="0" y="2225"/>
                </a:cubicBezTo>
                <a:cubicBezTo>
                  <a:pt x="232" y="2277"/>
                  <a:pt x="232" y="2277"/>
                  <a:pt x="232" y="2277"/>
                </a:cubicBezTo>
                <a:cubicBezTo>
                  <a:pt x="234" y="2349"/>
                  <a:pt x="240" y="2420"/>
                  <a:pt x="249" y="2490"/>
                </a:cubicBezTo>
                <a:cubicBezTo>
                  <a:pt x="29" y="2575"/>
                  <a:pt x="29" y="2575"/>
                  <a:pt x="29" y="2575"/>
                </a:cubicBezTo>
                <a:cubicBezTo>
                  <a:pt x="46" y="2679"/>
                  <a:pt x="70" y="2780"/>
                  <a:pt x="101" y="2878"/>
                </a:cubicBezTo>
                <a:cubicBezTo>
                  <a:pt x="337" y="2860"/>
                  <a:pt x="337" y="2860"/>
                  <a:pt x="337" y="2860"/>
                </a:cubicBezTo>
                <a:cubicBezTo>
                  <a:pt x="360" y="2927"/>
                  <a:pt x="386" y="2992"/>
                  <a:pt x="416" y="3055"/>
                </a:cubicBezTo>
                <a:cubicBezTo>
                  <a:pt x="231" y="3202"/>
                  <a:pt x="231" y="3202"/>
                  <a:pt x="231" y="3202"/>
                </a:cubicBezTo>
                <a:cubicBezTo>
                  <a:pt x="277" y="3296"/>
                  <a:pt x="330" y="3386"/>
                  <a:pt x="389" y="3472"/>
                </a:cubicBezTo>
                <a:cubicBezTo>
                  <a:pt x="610" y="3384"/>
                  <a:pt x="610" y="3384"/>
                  <a:pt x="610" y="3384"/>
                </a:cubicBezTo>
                <a:cubicBezTo>
                  <a:pt x="651" y="3440"/>
                  <a:pt x="694" y="3494"/>
                  <a:pt x="741" y="3546"/>
                </a:cubicBezTo>
                <a:cubicBezTo>
                  <a:pt x="607" y="3741"/>
                  <a:pt x="607" y="3741"/>
                  <a:pt x="607" y="3741"/>
                </a:cubicBezTo>
                <a:cubicBezTo>
                  <a:pt x="679" y="3817"/>
                  <a:pt x="756" y="3888"/>
                  <a:pt x="838" y="3953"/>
                </a:cubicBezTo>
                <a:cubicBezTo>
                  <a:pt x="1023" y="3805"/>
                  <a:pt x="1023" y="3805"/>
                  <a:pt x="1023" y="3805"/>
                </a:cubicBezTo>
                <a:cubicBezTo>
                  <a:pt x="1078" y="3846"/>
                  <a:pt x="1135" y="3884"/>
                  <a:pt x="1194" y="3920"/>
                </a:cubicBezTo>
                <a:cubicBezTo>
                  <a:pt x="1123" y="4146"/>
                  <a:pt x="1123" y="4146"/>
                  <a:pt x="1123" y="4146"/>
                </a:cubicBezTo>
                <a:cubicBezTo>
                  <a:pt x="1214" y="4197"/>
                  <a:pt x="1309" y="4243"/>
                  <a:pt x="1407" y="4282"/>
                </a:cubicBezTo>
                <a:cubicBezTo>
                  <a:pt x="1540" y="4085"/>
                  <a:pt x="1540" y="4085"/>
                  <a:pt x="1540" y="4085"/>
                </a:cubicBezTo>
                <a:cubicBezTo>
                  <a:pt x="1604" y="4109"/>
                  <a:pt x="1669" y="4128"/>
                  <a:pt x="1736" y="4145"/>
                </a:cubicBezTo>
                <a:cubicBezTo>
                  <a:pt x="1735" y="4382"/>
                  <a:pt x="1735" y="4382"/>
                  <a:pt x="1735" y="4382"/>
                </a:cubicBezTo>
                <a:cubicBezTo>
                  <a:pt x="1836" y="4404"/>
                  <a:pt x="1940" y="4420"/>
                  <a:pt x="2047" y="4428"/>
                </a:cubicBezTo>
                <a:cubicBezTo>
                  <a:pt x="2116" y="4201"/>
                  <a:pt x="2116" y="4201"/>
                  <a:pt x="2116" y="4201"/>
                </a:cubicBezTo>
                <a:cubicBezTo>
                  <a:pt x="2150" y="4203"/>
                  <a:pt x="2184" y="4204"/>
                  <a:pt x="2218" y="4204"/>
                </a:cubicBezTo>
                <a:cubicBezTo>
                  <a:pt x="2252" y="4204"/>
                  <a:pt x="2286" y="4203"/>
                  <a:pt x="2320" y="4201"/>
                </a:cubicBezTo>
                <a:cubicBezTo>
                  <a:pt x="2389" y="4428"/>
                  <a:pt x="2389" y="4428"/>
                  <a:pt x="2389" y="4428"/>
                </a:cubicBezTo>
                <a:cubicBezTo>
                  <a:pt x="2495" y="4420"/>
                  <a:pt x="2599" y="4404"/>
                  <a:pt x="2701" y="4382"/>
                </a:cubicBezTo>
                <a:cubicBezTo>
                  <a:pt x="2700" y="4145"/>
                  <a:pt x="2700" y="4145"/>
                  <a:pt x="2700" y="4145"/>
                </a:cubicBezTo>
                <a:cubicBezTo>
                  <a:pt x="2766" y="4128"/>
                  <a:pt x="2832" y="4109"/>
                  <a:pt x="2896" y="4085"/>
                </a:cubicBezTo>
                <a:cubicBezTo>
                  <a:pt x="3028" y="4282"/>
                  <a:pt x="3028" y="4282"/>
                  <a:pt x="3028" y="4282"/>
                </a:cubicBezTo>
                <a:cubicBezTo>
                  <a:pt x="3127" y="4243"/>
                  <a:pt x="3221" y="4197"/>
                  <a:pt x="3312" y="4146"/>
                </a:cubicBezTo>
                <a:cubicBezTo>
                  <a:pt x="3242" y="3920"/>
                  <a:pt x="3242" y="3920"/>
                  <a:pt x="3242" y="3920"/>
                </a:cubicBezTo>
                <a:cubicBezTo>
                  <a:pt x="3301" y="3884"/>
                  <a:pt x="3358" y="3846"/>
                  <a:pt x="3412" y="3805"/>
                </a:cubicBezTo>
                <a:cubicBezTo>
                  <a:pt x="3597" y="3953"/>
                  <a:pt x="3597" y="3953"/>
                  <a:pt x="3597" y="3953"/>
                </a:cubicBezTo>
                <a:cubicBezTo>
                  <a:pt x="3679" y="3888"/>
                  <a:pt x="3757" y="3817"/>
                  <a:pt x="3829" y="3741"/>
                </a:cubicBezTo>
                <a:cubicBezTo>
                  <a:pt x="3695" y="3546"/>
                  <a:pt x="3695" y="3546"/>
                  <a:pt x="3695" y="3546"/>
                </a:cubicBezTo>
                <a:cubicBezTo>
                  <a:pt x="3741" y="3494"/>
                  <a:pt x="3785" y="3440"/>
                  <a:pt x="3826" y="3384"/>
                </a:cubicBezTo>
                <a:cubicBezTo>
                  <a:pt x="4046" y="3472"/>
                  <a:pt x="4046" y="3472"/>
                  <a:pt x="4046" y="3472"/>
                </a:cubicBezTo>
                <a:cubicBezTo>
                  <a:pt x="4105" y="3386"/>
                  <a:pt x="4158" y="3296"/>
                  <a:pt x="4205" y="3202"/>
                </a:cubicBezTo>
                <a:cubicBezTo>
                  <a:pt x="4019" y="3055"/>
                  <a:pt x="4019" y="3055"/>
                  <a:pt x="4019" y="3055"/>
                </a:cubicBezTo>
                <a:cubicBezTo>
                  <a:pt x="4049" y="2992"/>
                  <a:pt x="4076" y="2927"/>
                  <a:pt x="4098" y="2860"/>
                </a:cubicBezTo>
                <a:cubicBezTo>
                  <a:pt x="4335" y="2878"/>
                  <a:pt x="4335" y="2878"/>
                  <a:pt x="4335" y="2878"/>
                </a:cubicBezTo>
                <a:cubicBezTo>
                  <a:pt x="4365" y="2780"/>
                  <a:pt x="4389" y="2679"/>
                  <a:pt x="4406" y="2575"/>
                </a:cubicBezTo>
                <a:cubicBezTo>
                  <a:pt x="4186" y="2490"/>
                  <a:pt x="4186" y="2490"/>
                  <a:pt x="4186" y="2490"/>
                </a:cubicBezTo>
                <a:cubicBezTo>
                  <a:pt x="4196" y="2420"/>
                  <a:pt x="4202" y="2349"/>
                  <a:pt x="4204" y="2277"/>
                </a:cubicBezTo>
                <a:lnTo>
                  <a:pt x="4435" y="2225"/>
                </a:lnTo>
                <a:close/>
                <a:moveTo>
                  <a:pt x="2218" y="3857"/>
                </a:moveTo>
                <a:cubicBezTo>
                  <a:pt x="1310" y="3857"/>
                  <a:pt x="574" y="3122"/>
                  <a:pt x="574" y="2214"/>
                </a:cubicBezTo>
                <a:cubicBezTo>
                  <a:pt x="574" y="1306"/>
                  <a:pt x="1310" y="570"/>
                  <a:pt x="2218" y="570"/>
                </a:cubicBezTo>
                <a:cubicBezTo>
                  <a:pt x="3125" y="570"/>
                  <a:pt x="3861" y="1306"/>
                  <a:pt x="3861" y="2214"/>
                </a:cubicBezTo>
                <a:cubicBezTo>
                  <a:pt x="3861" y="3122"/>
                  <a:pt x="3125" y="3857"/>
                  <a:pt x="2218" y="3857"/>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054" name="Google Shape;1054;p44"/>
          <p:cNvSpPr/>
          <p:nvPr/>
        </p:nvSpPr>
        <p:spPr>
          <a:xfrm>
            <a:off x="10833385" y="7397445"/>
            <a:ext cx="4968874" cy="4910141"/>
          </a:xfrm>
          <a:custGeom>
            <a:rect b="b" l="l" r="r" t="t"/>
            <a:pathLst>
              <a:path extrusionOk="0" h="4382" w="4435">
                <a:moveTo>
                  <a:pt x="249" y="2520"/>
                </a:moveTo>
                <a:cubicBezTo>
                  <a:pt x="34" y="2603"/>
                  <a:pt x="34" y="2603"/>
                  <a:pt x="34" y="2603"/>
                </a:cubicBezTo>
                <a:cubicBezTo>
                  <a:pt x="33" y="2594"/>
                  <a:pt x="31" y="2585"/>
                  <a:pt x="29" y="2575"/>
                </a:cubicBezTo>
                <a:cubicBezTo>
                  <a:pt x="246" y="2491"/>
                  <a:pt x="246" y="2491"/>
                  <a:pt x="246" y="2491"/>
                </a:cubicBezTo>
                <a:cubicBezTo>
                  <a:pt x="247" y="2501"/>
                  <a:pt x="248" y="2510"/>
                  <a:pt x="249" y="2520"/>
                </a:cubicBezTo>
                <a:close/>
                <a:moveTo>
                  <a:pt x="607" y="3741"/>
                </a:moveTo>
                <a:cubicBezTo>
                  <a:pt x="611" y="3745"/>
                  <a:pt x="615" y="3749"/>
                  <a:pt x="619" y="3753"/>
                </a:cubicBezTo>
                <a:cubicBezTo>
                  <a:pt x="741" y="3576"/>
                  <a:pt x="741" y="3576"/>
                  <a:pt x="741" y="3576"/>
                </a:cubicBezTo>
                <a:cubicBezTo>
                  <a:pt x="737" y="3571"/>
                  <a:pt x="733" y="3567"/>
                  <a:pt x="729" y="3563"/>
                </a:cubicBezTo>
                <a:lnTo>
                  <a:pt x="607" y="3741"/>
                </a:lnTo>
                <a:close/>
                <a:moveTo>
                  <a:pt x="231" y="3202"/>
                </a:moveTo>
                <a:cubicBezTo>
                  <a:pt x="234" y="3209"/>
                  <a:pt x="238" y="3216"/>
                  <a:pt x="242" y="3223"/>
                </a:cubicBezTo>
                <a:cubicBezTo>
                  <a:pt x="416" y="3085"/>
                  <a:pt x="416" y="3085"/>
                  <a:pt x="416" y="3085"/>
                </a:cubicBezTo>
                <a:cubicBezTo>
                  <a:pt x="413" y="3078"/>
                  <a:pt x="409" y="3071"/>
                  <a:pt x="406" y="3063"/>
                </a:cubicBezTo>
                <a:lnTo>
                  <a:pt x="231" y="3202"/>
                </a:lnTo>
                <a:close/>
                <a:moveTo>
                  <a:pt x="4051" y="970"/>
                </a:moveTo>
                <a:cubicBezTo>
                  <a:pt x="3993" y="885"/>
                  <a:pt x="3930" y="804"/>
                  <a:pt x="3861" y="729"/>
                </a:cubicBezTo>
                <a:cubicBezTo>
                  <a:pt x="3657" y="847"/>
                  <a:pt x="3657" y="847"/>
                  <a:pt x="3657" y="847"/>
                </a:cubicBezTo>
                <a:cubicBezTo>
                  <a:pt x="3609" y="797"/>
                  <a:pt x="3558" y="749"/>
                  <a:pt x="3505" y="704"/>
                </a:cubicBezTo>
                <a:cubicBezTo>
                  <a:pt x="3495" y="725"/>
                  <a:pt x="3495" y="725"/>
                  <a:pt x="3495" y="725"/>
                </a:cubicBezTo>
                <a:cubicBezTo>
                  <a:pt x="3552" y="773"/>
                  <a:pt x="3606" y="823"/>
                  <a:pt x="3657" y="877"/>
                </a:cubicBezTo>
                <a:cubicBezTo>
                  <a:pt x="3861" y="758"/>
                  <a:pt x="3861" y="758"/>
                  <a:pt x="3861" y="758"/>
                </a:cubicBezTo>
                <a:cubicBezTo>
                  <a:pt x="3925" y="829"/>
                  <a:pt x="3984" y="904"/>
                  <a:pt x="4039" y="982"/>
                </a:cubicBezTo>
                <a:lnTo>
                  <a:pt x="4051" y="970"/>
                </a:lnTo>
                <a:close/>
                <a:moveTo>
                  <a:pt x="4330" y="1573"/>
                </a:moveTo>
                <a:cubicBezTo>
                  <a:pt x="4339" y="1568"/>
                  <a:pt x="4339" y="1568"/>
                  <a:pt x="4339" y="1568"/>
                </a:cubicBezTo>
                <a:cubicBezTo>
                  <a:pt x="4308" y="1469"/>
                  <a:pt x="4271" y="1374"/>
                  <a:pt x="4228" y="1281"/>
                </a:cubicBezTo>
                <a:cubicBezTo>
                  <a:pt x="3998" y="1334"/>
                  <a:pt x="3998" y="1334"/>
                  <a:pt x="3998" y="1334"/>
                </a:cubicBezTo>
                <a:cubicBezTo>
                  <a:pt x="3968" y="1275"/>
                  <a:pt x="3936" y="1217"/>
                  <a:pt x="3901" y="1160"/>
                </a:cubicBezTo>
                <a:cubicBezTo>
                  <a:pt x="3889" y="1172"/>
                  <a:pt x="3889" y="1172"/>
                  <a:pt x="3889" y="1172"/>
                </a:cubicBezTo>
                <a:cubicBezTo>
                  <a:pt x="3929" y="1234"/>
                  <a:pt x="3965" y="1298"/>
                  <a:pt x="3998" y="1364"/>
                </a:cubicBezTo>
                <a:cubicBezTo>
                  <a:pt x="4228" y="1311"/>
                  <a:pt x="4228" y="1311"/>
                  <a:pt x="4228" y="1311"/>
                </a:cubicBezTo>
                <a:cubicBezTo>
                  <a:pt x="4268" y="1395"/>
                  <a:pt x="4302" y="1483"/>
                  <a:pt x="4330" y="1573"/>
                </a:cubicBezTo>
                <a:close/>
                <a:moveTo>
                  <a:pt x="2985" y="413"/>
                </a:moveTo>
                <a:cubicBezTo>
                  <a:pt x="3054" y="442"/>
                  <a:pt x="3121" y="475"/>
                  <a:pt x="3187" y="512"/>
                </a:cubicBezTo>
                <a:cubicBezTo>
                  <a:pt x="3347" y="338"/>
                  <a:pt x="3347" y="338"/>
                  <a:pt x="3347" y="338"/>
                </a:cubicBezTo>
                <a:cubicBezTo>
                  <a:pt x="3431" y="388"/>
                  <a:pt x="3511" y="443"/>
                  <a:pt x="3588" y="504"/>
                </a:cubicBezTo>
                <a:cubicBezTo>
                  <a:pt x="3598" y="482"/>
                  <a:pt x="3598" y="482"/>
                  <a:pt x="3598" y="482"/>
                </a:cubicBezTo>
                <a:cubicBezTo>
                  <a:pt x="3519" y="419"/>
                  <a:pt x="3435" y="360"/>
                  <a:pt x="3347" y="308"/>
                </a:cubicBezTo>
                <a:cubicBezTo>
                  <a:pt x="3187" y="482"/>
                  <a:pt x="3187" y="482"/>
                  <a:pt x="3187" y="482"/>
                </a:cubicBezTo>
                <a:cubicBezTo>
                  <a:pt x="3123" y="446"/>
                  <a:pt x="3057" y="414"/>
                  <a:pt x="2989" y="385"/>
                </a:cubicBezTo>
                <a:lnTo>
                  <a:pt x="2985" y="413"/>
                </a:lnTo>
                <a:close/>
                <a:moveTo>
                  <a:pt x="2218" y="3857"/>
                </a:moveTo>
                <a:cubicBezTo>
                  <a:pt x="1315" y="3857"/>
                  <a:pt x="582" y="3130"/>
                  <a:pt x="574" y="2229"/>
                </a:cubicBezTo>
                <a:cubicBezTo>
                  <a:pt x="574" y="2234"/>
                  <a:pt x="574" y="2239"/>
                  <a:pt x="574" y="2244"/>
                </a:cubicBezTo>
                <a:cubicBezTo>
                  <a:pt x="574" y="3151"/>
                  <a:pt x="1310" y="3887"/>
                  <a:pt x="2218" y="3887"/>
                </a:cubicBezTo>
                <a:cubicBezTo>
                  <a:pt x="3125" y="3887"/>
                  <a:pt x="3861" y="3151"/>
                  <a:pt x="3861" y="2244"/>
                </a:cubicBezTo>
                <a:cubicBezTo>
                  <a:pt x="3861" y="2239"/>
                  <a:pt x="3861" y="2234"/>
                  <a:pt x="3861" y="2229"/>
                </a:cubicBezTo>
                <a:cubicBezTo>
                  <a:pt x="3853" y="3130"/>
                  <a:pt x="3120" y="3857"/>
                  <a:pt x="2218" y="3857"/>
                </a:cubicBezTo>
                <a:close/>
                <a:moveTo>
                  <a:pt x="1123" y="4146"/>
                </a:moveTo>
                <a:cubicBezTo>
                  <a:pt x="1126" y="4147"/>
                  <a:pt x="1128" y="4149"/>
                  <a:pt x="1131" y="4150"/>
                </a:cubicBezTo>
                <a:cubicBezTo>
                  <a:pt x="1194" y="3950"/>
                  <a:pt x="1194" y="3950"/>
                  <a:pt x="1194" y="3950"/>
                </a:cubicBezTo>
                <a:cubicBezTo>
                  <a:pt x="1191" y="3948"/>
                  <a:pt x="1188" y="3947"/>
                  <a:pt x="1186" y="3945"/>
                </a:cubicBezTo>
                <a:lnTo>
                  <a:pt x="1123" y="4146"/>
                </a:lnTo>
                <a:close/>
                <a:moveTo>
                  <a:pt x="1735" y="4382"/>
                </a:moveTo>
                <a:cubicBezTo>
                  <a:pt x="1735" y="4382"/>
                  <a:pt x="1735" y="4382"/>
                  <a:pt x="1735" y="4382"/>
                </a:cubicBezTo>
                <a:cubicBezTo>
                  <a:pt x="1736" y="4175"/>
                  <a:pt x="1736" y="4175"/>
                  <a:pt x="1736" y="4175"/>
                </a:cubicBezTo>
                <a:cubicBezTo>
                  <a:pt x="1736" y="4175"/>
                  <a:pt x="1736" y="4175"/>
                  <a:pt x="1735" y="4175"/>
                </a:cubicBezTo>
                <a:lnTo>
                  <a:pt x="1735" y="4382"/>
                </a:lnTo>
                <a:close/>
                <a:moveTo>
                  <a:pt x="4415" y="1916"/>
                </a:moveTo>
                <a:cubicBezTo>
                  <a:pt x="4179" y="1899"/>
                  <a:pt x="4179" y="1899"/>
                  <a:pt x="4179" y="1899"/>
                </a:cubicBezTo>
                <a:cubicBezTo>
                  <a:pt x="4169" y="1836"/>
                  <a:pt x="4156" y="1773"/>
                  <a:pt x="4140" y="1712"/>
                </a:cubicBezTo>
                <a:cubicBezTo>
                  <a:pt x="4133" y="1716"/>
                  <a:pt x="4133" y="1716"/>
                  <a:pt x="4133" y="1716"/>
                </a:cubicBezTo>
                <a:cubicBezTo>
                  <a:pt x="4152" y="1786"/>
                  <a:pt x="4168" y="1856"/>
                  <a:pt x="4179" y="1929"/>
                </a:cubicBezTo>
                <a:cubicBezTo>
                  <a:pt x="4415" y="1945"/>
                  <a:pt x="4415" y="1945"/>
                  <a:pt x="4415" y="1945"/>
                </a:cubicBezTo>
                <a:cubicBezTo>
                  <a:pt x="4427" y="2037"/>
                  <a:pt x="4434" y="2130"/>
                  <a:pt x="4435" y="2225"/>
                </a:cubicBezTo>
                <a:cubicBezTo>
                  <a:pt x="4435" y="2225"/>
                  <a:pt x="4435" y="2225"/>
                  <a:pt x="4435" y="2225"/>
                </a:cubicBezTo>
                <a:cubicBezTo>
                  <a:pt x="4435" y="2222"/>
                  <a:pt x="4435" y="2220"/>
                  <a:pt x="4435" y="2217"/>
                </a:cubicBezTo>
                <a:cubicBezTo>
                  <a:pt x="4435" y="2115"/>
                  <a:pt x="4428" y="2014"/>
                  <a:pt x="4415" y="1916"/>
                </a:cubicBezTo>
                <a:close/>
                <a:moveTo>
                  <a:pt x="3242" y="3950"/>
                </a:moveTo>
                <a:cubicBezTo>
                  <a:pt x="3304" y="4150"/>
                  <a:pt x="3304" y="4150"/>
                  <a:pt x="3304" y="4150"/>
                </a:cubicBezTo>
                <a:cubicBezTo>
                  <a:pt x="3307" y="4149"/>
                  <a:pt x="3310" y="4147"/>
                  <a:pt x="3312" y="4146"/>
                </a:cubicBezTo>
                <a:cubicBezTo>
                  <a:pt x="3250" y="3945"/>
                  <a:pt x="3250" y="3945"/>
                  <a:pt x="3250" y="3945"/>
                </a:cubicBezTo>
                <a:cubicBezTo>
                  <a:pt x="3247" y="3947"/>
                  <a:pt x="3245" y="3948"/>
                  <a:pt x="3242" y="3950"/>
                </a:cubicBezTo>
                <a:close/>
                <a:moveTo>
                  <a:pt x="3695" y="3576"/>
                </a:moveTo>
                <a:cubicBezTo>
                  <a:pt x="3817" y="3753"/>
                  <a:pt x="3817" y="3753"/>
                  <a:pt x="3817" y="3753"/>
                </a:cubicBezTo>
                <a:cubicBezTo>
                  <a:pt x="3821" y="3749"/>
                  <a:pt x="3825" y="3745"/>
                  <a:pt x="3829" y="3741"/>
                </a:cubicBezTo>
                <a:cubicBezTo>
                  <a:pt x="3706" y="3563"/>
                  <a:pt x="3706" y="3563"/>
                  <a:pt x="3706" y="3563"/>
                </a:cubicBezTo>
                <a:cubicBezTo>
                  <a:pt x="3702" y="3567"/>
                  <a:pt x="3699" y="3571"/>
                  <a:pt x="3695" y="3576"/>
                </a:cubicBezTo>
                <a:close/>
                <a:moveTo>
                  <a:pt x="4019" y="3085"/>
                </a:moveTo>
                <a:cubicBezTo>
                  <a:pt x="4194" y="3223"/>
                  <a:pt x="4194" y="3223"/>
                  <a:pt x="4194" y="3223"/>
                </a:cubicBezTo>
                <a:cubicBezTo>
                  <a:pt x="4197" y="3216"/>
                  <a:pt x="4201" y="3209"/>
                  <a:pt x="4205" y="3202"/>
                </a:cubicBezTo>
                <a:cubicBezTo>
                  <a:pt x="4029" y="3063"/>
                  <a:pt x="4029" y="3063"/>
                  <a:pt x="4029" y="3063"/>
                </a:cubicBezTo>
                <a:cubicBezTo>
                  <a:pt x="4026" y="3071"/>
                  <a:pt x="4023" y="3078"/>
                  <a:pt x="4019" y="3085"/>
                </a:cubicBezTo>
                <a:close/>
                <a:moveTo>
                  <a:pt x="1706" y="89"/>
                </a:moveTo>
                <a:cubicBezTo>
                  <a:pt x="1808" y="302"/>
                  <a:pt x="1808" y="302"/>
                  <a:pt x="1808" y="302"/>
                </a:cubicBezTo>
                <a:cubicBezTo>
                  <a:pt x="1881" y="287"/>
                  <a:pt x="1955" y="276"/>
                  <a:pt x="2031" y="269"/>
                </a:cubicBezTo>
                <a:cubicBezTo>
                  <a:pt x="2065" y="35"/>
                  <a:pt x="2065" y="35"/>
                  <a:pt x="2065" y="35"/>
                </a:cubicBezTo>
                <a:cubicBezTo>
                  <a:pt x="2116" y="31"/>
                  <a:pt x="2166" y="29"/>
                  <a:pt x="2218" y="29"/>
                </a:cubicBezTo>
                <a:cubicBezTo>
                  <a:pt x="2269" y="29"/>
                  <a:pt x="2320" y="31"/>
                  <a:pt x="2370" y="35"/>
                </a:cubicBezTo>
                <a:cubicBezTo>
                  <a:pt x="2404" y="269"/>
                  <a:pt x="2404" y="269"/>
                  <a:pt x="2404" y="269"/>
                </a:cubicBezTo>
                <a:cubicBezTo>
                  <a:pt x="2480" y="276"/>
                  <a:pt x="2555" y="287"/>
                  <a:pt x="2628" y="302"/>
                </a:cubicBezTo>
                <a:cubicBezTo>
                  <a:pt x="2730" y="89"/>
                  <a:pt x="2730" y="89"/>
                  <a:pt x="2730" y="89"/>
                </a:cubicBezTo>
                <a:cubicBezTo>
                  <a:pt x="2828" y="112"/>
                  <a:pt x="2923" y="142"/>
                  <a:pt x="3016" y="178"/>
                </a:cubicBezTo>
                <a:cubicBezTo>
                  <a:pt x="3021" y="150"/>
                  <a:pt x="3021" y="150"/>
                  <a:pt x="3021" y="150"/>
                </a:cubicBezTo>
                <a:cubicBezTo>
                  <a:pt x="2926" y="113"/>
                  <a:pt x="2829" y="83"/>
                  <a:pt x="2730" y="59"/>
                </a:cubicBezTo>
                <a:cubicBezTo>
                  <a:pt x="2628" y="273"/>
                  <a:pt x="2628" y="273"/>
                  <a:pt x="2628" y="273"/>
                </a:cubicBezTo>
                <a:cubicBezTo>
                  <a:pt x="2555" y="257"/>
                  <a:pt x="2480" y="246"/>
                  <a:pt x="2404" y="239"/>
                </a:cubicBezTo>
                <a:cubicBezTo>
                  <a:pt x="2370" y="5"/>
                  <a:pt x="2370" y="5"/>
                  <a:pt x="2370" y="5"/>
                </a:cubicBezTo>
                <a:cubicBezTo>
                  <a:pt x="2320" y="2"/>
                  <a:pt x="2269" y="0"/>
                  <a:pt x="2218" y="0"/>
                </a:cubicBezTo>
                <a:cubicBezTo>
                  <a:pt x="2166" y="0"/>
                  <a:pt x="2116" y="2"/>
                  <a:pt x="2065" y="5"/>
                </a:cubicBezTo>
                <a:cubicBezTo>
                  <a:pt x="2031" y="239"/>
                  <a:pt x="2031" y="239"/>
                  <a:pt x="2031" y="239"/>
                </a:cubicBezTo>
                <a:cubicBezTo>
                  <a:pt x="1955" y="246"/>
                  <a:pt x="1881" y="257"/>
                  <a:pt x="1808" y="273"/>
                </a:cubicBezTo>
                <a:cubicBezTo>
                  <a:pt x="1706" y="59"/>
                  <a:pt x="1706" y="59"/>
                  <a:pt x="1706" y="59"/>
                </a:cubicBezTo>
                <a:cubicBezTo>
                  <a:pt x="1606" y="83"/>
                  <a:pt x="1509" y="113"/>
                  <a:pt x="1415" y="150"/>
                </a:cubicBezTo>
                <a:cubicBezTo>
                  <a:pt x="1419" y="178"/>
                  <a:pt x="1419" y="178"/>
                  <a:pt x="1419" y="178"/>
                </a:cubicBezTo>
                <a:cubicBezTo>
                  <a:pt x="1512" y="142"/>
                  <a:pt x="1608" y="112"/>
                  <a:pt x="1706" y="89"/>
                </a:cubicBezTo>
                <a:close/>
                <a:moveTo>
                  <a:pt x="4186" y="2520"/>
                </a:moveTo>
                <a:cubicBezTo>
                  <a:pt x="4401" y="2603"/>
                  <a:pt x="4401" y="2603"/>
                  <a:pt x="4401" y="2603"/>
                </a:cubicBezTo>
                <a:cubicBezTo>
                  <a:pt x="4403" y="2594"/>
                  <a:pt x="4405" y="2585"/>
                  <a:pt x="4406" y="2575"/>
                </a:cubicBezTo>
                <a:cubicBezTo>
                  <a:pt x="4189" y="2491"/>
                  <a:pt x="4189" y="2491"/>
                  <a:pt x="4189" y="2491"/>
                </a:cubicBezTo>
                <a:cubicBezTo>
                  <a:pt x="4188" y="2501"/>
                  <a:pt x="4187" y="2510"/>
                  <a:pt x="4186" y="2520"/>
                </a:cubicBezTo>
                <a:close/>
                <a:moveTo>
                  <a:pt x="2700" y="4175"/>
                </a:moveTo>
                <a:cubicBezTo>
                  <a:pt x="2700" y="4382"/>
                  <a:pt x="2700" y="4382"/>
                  <a:pt x="2700" y="4382"/>
                </a:cubicBezTo>
                <a:cubicBezTo>
                  <a:pt x="2701" y="4382"/>
                  <a:pt x="2701" y="4382"/>
                  <a:pt x="2701" y="4382"/>
                </a:cubicBezTo>
                <a:cubicBezTo>
                  <a:pt x="2700" y="4175"/>
                  <a:pt x="2700" y="4175"/>
                  <a:pt x="2700" y="4175"/>
                </a:cubicBezTo>
                <a:cubicBezTo>
                  <a:pt x="2700" y="4175"/>
                  <a:pt x="2700" y="4175"/>
                  <a:pt x="2700" y="4175"/>
                </a:cubicBezTo>
                <a:close/>
                <a:moveTo>
                  <a:pt x="574" y="758"/>
                </a:moveTo>
                <a:cubicBezTo>
                  <a:pt x="778" y="877"/>
                  <a:pt x="778" y="877"/>
                  <a:pt x="778" y="877"/>
                </a:cubicBezTo>
                <a:cubicBezTo>
                  <a:pt x="829" y="823"/>
                  <a:pt x="884" y="773"/>
                  <a:pt x="941" y="725"/>
                </a:cubicBezTo>
                <a:cubicBezTo>
                  <a:pt x="930" y="704"/>
                  <a:pt x="930" y="704"/>
                  <a:pt x="930" y="704"/>
                </a:cubicBezTo>
                <a:cubicBezTo>
                  <a:pt x="877" y="749"/>
                  <a:pt x="826" y="797"/>
                  <a:pt x="778" y="847"/>
                </a:cubicBezTo>
                <a:cubicBezTo>
                  <a:pt x="574" y="729"/>
                  <a:pt x="574" y="729"/>
                  <a:pt x="574" y="729"/>
                </a:cubicBezTo>
                <a:cubicBezTo>
                  <a:pt x="505" y="804"/>
                  <a:pt x="442" y="885"/>
                  <a:pt x="384" y="970"/>
                </a:cubicBezTo>
                <a:cubicBezTo>
                  <a:pt x="396" y="982"/>
                  <a:pt x="396" y="982"/>
                  <a:pt x="396" y="982"/>
                </a:cubicBezTo>
                <a:cubicBezTo>
                  <a:pt x="451" y="904"/>
                  <a:pt x="510" y="829"/>
                  <a:pt x="574" y="758"/>
                </a:cubicBezTo>
                <a:close/>
                <a:moveTo>
                  <a:pt x="1089" y="338"/>
                </a:moveTo>
                <a:cubicBezTo>
                  <a:pt x="1249" y="512"/>
                  <a:pt x="1249" y="512"/>
                  <a:pt x="1249" y="512"/>
                </a:cubicBezTo>
                <a:cubicBezTo>
                  <a:pt x="1314" y="475"/>
                  <a:pt x="1381" y="442"/>
                  <a:pt x="1451" y="413"/>
                </a:cubicBezTo>
                <a:cubicBezTo>
                  <a:pt x="1447" y="385"/>
                  <a:pt x="1447" y="385"/>
                  <a:pt x="1447" y="385"/>
                </a:cubicBezTo>
                <a:cubicBezTo>
                  <a:pt x="1379" y="414"/>
                  <a:pt x="1313" y="446"/>
                  <a:pt x="1249" y="482"/>
                </a:cubicBezTo>
                <a:cubicBezTo>
                  <a:pt x="1089" y="308"/>
                  <a:pt x="1089" y="308"/>
                  <a:pt x="1089" y="308"/>
                </a:cubicBezTo>
                <a:cubicBezTo>
                  <a:pt x="1001" y="360"/>
                  <a:pt x="917" y="418"/>
                  <a:pt x="837" y="482"/>
                </a:cubicBezTo>
                <a:cubicBezTo>
                  <a:pt x="848" y="504"/>
                  <a:pt x="848" y="504"/>
                  <a:pt x="848" y="504"/>
                </a:cubicBezTo>
                <a:cubicBezTo>
                  <a:pt x="924" y="443"/>
                  <a:pt x="1005" y="388"/>
                  <a:pt x="1089" y="338"/>
                </a:cubicBezTo>
                <a:close/>
                <a:moveTo>
                  <a:pt x="437" y="1334"/>
                </a:moveTo>
                <a:cubicBezTo>
                  <a:pt x="207" y="1281"/>
                  <a:pt x="207" y="1281"/>
                  <a:pt x="207" y="1281"/>
                </a:cubicBezTo>
                <a:cubicBezTo>
                  <a:pt x="164" y="1374"/>
                  <a:pt x="127" y="1469"/>
                  <a:pt x="97" y="1568"/>
                </a:cubicBezTo>
                <a:cubicBezTo>
                  <a:pt x="105" y="1573"/>
                  <a:pt x="105" y="1573"/>
                  <a:pt x="105" y="1573"/>
                </a:cubicBezTo>
                <a:cubicBezTo>
                  <a:pt x="134" y="1483"/>
                  <a:pt x="168" y="1395"/>
                  <a:pt x="207" y="1311"/>
                </a:cubicBezTo>
                <a:cubicBezTo>
                  <a:pt x="437" y="1364"/>
                  <a:pt x="437" y="1364"/>
                  <a:pt x="437" y="1364"/>
                </a:cubicBezTo>
                <a:cubicBezTo>
                  <a:pt x="470" y="1298"/>
                  <a:pt x="506" y="1234"/>
                  <a:pt x="546" y="1172"/>
                </a:cubicBezTo>
                <a:cubicBezTo>
                  <a:pt x="535" y="1161"/>
                  <a:pt x="535" y="1161"/>
                  <a:pt x="535" y="1161"/>
                </a:cubicBezTo>
                <a:cubicBezTo>
                  <a:pt x="500" y="1217"/>
                  <a:pt x="467" y="1275"/>
                  <a:pt x="437" y="1334"/>
                </a:cubicBezTo>
                <a:close/>
                <a:moveTo>
                  <a:pt x="303" y="1716"/>
                </a:moveTo>
                <a:cubicBezTo>
                  <a:pt x="296" y="1712"/>
                  <a:pt x="296" y="1712"/>
                  <a:pt x="296" y="1712"/>
                </a:cubicBezTo>
                <a:cubicBezTo>
                  <a:pt x="280" y="1773"/>
                  <a:pt x="266" y="1836"/>
                  <a:pt x="256" y="1899"/>
                </a:cubicBezTo>
                <a:cubicBezTo>
                  <a:pt x="21" y="1916"/>
                  <a:pt x="21" y="1916"/>
                  <a:pt x="21" y="1916"/>
                </a:cubicBezTo>
                <a:cubicBezTo>
                  <a:pt x="7" y="2014"/>
                  <a:pt x="0" y="2115"/>
                  <a:pt x="0" y="2217"/>
                </a:cubicBezTo>
                <a:cubicBezTo>
                  <a:pt x="0" y="2220"/>
                  <a:pt x="0" y="2222"/>
                  <a:pt x="0" y="2225"/>
                </a:cubicBezTo>
                <a:cubicBezTo>
                  <a:pt x="1" y="2225"/>
                  <a:pt x="1" y="2225"/>
                  <a:pt x="1" y="2225"/>
                </a:cubicBezTo>
                <a:cubicBezTo>
                  <a:pt x="2" y="2130"/>
                  <a:pt x="8" y="2037"/>
                  <a:pt x="21" y="1945"/>
                </a:cubicBezTo>
                <a:cubicBezTo>
                  <a:pt x="256" y="1929"/>
                  <a:pt x="256" y="1929"/>
                  <a:pt x="256" y="1929"/>
                </a:cubicBezTo>
                <a:cubicBezTo>
                  <a:pt x="268" y="1856"/>
                  <a:pt x="283" y="1786"/>
                  <a:pt x="303" y="1716"/>
                </a:cubicBezTo>
                <a:close/>
              </a:path>
            </a:pathLst>
          </a:custGeom>
          <a:solidFill>
            <a:srgbClr val="93E1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055" name="Google Shape;1055;p44"/>
          <p:cNvSpPr/>
          <p:nvPr/>
        </p:nvSpPr>
        <p:spPr>
          <a:xfrm>
            <a:off x="12091571" y="3576126"/>
            <a:ext cx="3967159" cy="3956053"/>
          </a:xfrm>
          <a:custGeom>
            <a:rect b="b" l="l" r="r" t="t"/>
            <a:pathLst>
              <a:path extrusionOk="0" h="3529" w="3541">
                <a:moveTo>
                  <a:pt x="3510" y="2113"/>
                </a:moveTo>
                <a:cubicBezTo>
                  <a:pt x="3526" y="2028"/>
                  <a:pt x="3537" y="1942"/>
                  <a:pt x="3541" y="1853"/>
                </a:cubicBezTo>
                <a:cubicBezTo>
                  <a:pt x="3241" y="1759"/>
                  <a:pt x="3241" y="1759"/>
                  <a:pt x="3241" y="1759"/>
                </a:cubicBezTo>
                <a:cubicBezTo>
                  <a:pt x="3240" y="1680"/>
                  <a:pt x="3233" y="1604"/>
                  <a:pt x="3221" y="1529"/>
                </a:cubicBezTo>
                <a:cubicBezTo>
                  <a:pt x="3498" y="1372"/>
                  <a:pt x="3498" y="1372"/>
                  <a:pt x="3498" y="1372"/>
                </a:cubicBezTo>
                <a:cubicBezTo>
                  <a:pt x="3478" y="1288"/>
                  <a:pt x="3453" y="1206"/>
                  <a:pt x="3422" y="1127"/>
                </a:cubicBezTo>
                <a:cubicBezTo>
                  <a:pt x="3109" y="1163"/>
                  <a:pt x="3109" y="1163"/>
                  <a:pt x="3109" y="1163"/>
                </a:cubicBezTo>
                <a:cubicBezTo>
                  <a:pt x="3076" y="1090"/>
                  <a:pt x="3037" y="1020"/>
                  <a:pt x="2992" y="954"/>
                </a:cubicBezTo>
                <a:cubicBezTo>
                  <a:pt x="3181" y="699"/>
                  <a:pt x="3181" y="699"/>
                  <a:pt x="3181" y="699"/>
                </a:cubicBezTo>
                <a:cubicBezTo>
                  <a:pt x="3130" y="632"/>
                  <a:pt x="3074" y="568"/>
                  <a:pt x="3014" y="509"/>
                </a:cubicBezTo>
                <a:cubicBezTo>
                  <a:pt x="2743" y="669"/>
                  <a:pt x="2743" y="669"/>
                  <a:pt x="2743" y="669"/>
                </a:cubicBezTo>
                <a:cubicBezTo>
                  <a:pt x="2681" y="614"/>
                  <a:pt x="2615" y="565"/>
                  <a:pt x="2545" y="522"/>
                </a:cubicBezTo>
                <a:cubicBezTo>
                  <a:pt x="2614" y="213"/>
                  <a:pt x="2614" y="213"/>
                  <a:pt x="2614" y="213"/>
                </a:cubicBezTo>
                <a:cubicBezTo>
                  <a:pt x="2541" y="173"/>
                  <a:pt x="2464" y="138"/>
                  <a:pt x="2386" y="109"/>
                </a:cubicBezTo>
                <a:cubicBezTo>
                  <a:pt x="2203" y="366"/>
                  <a:pt x="2203" y="366"/>
                  <a:pt x="2203" y="366"/>
                </a:cubicBezTo>
                <a:cubicBezTo>
                  <a:pt x="2124" y="342"/>
                  <a:pt x="2042" y="324"/>
                  <a:pt x="1958" y="313"/>
                </a:cubicBezTo>
                <a:cubicBezTo>
                  <a:pt x="1895" y="4"/>
                  <a:pt x="1895" y="4"/>
                  <a:pt x="1895" y="4"/>
                </a:cubicBezTo>
                <a:cubicBezTo>
                  <a:pt x="1854" y="1"/>
                  <a:pt x="1812" y="0"/>
                  <a:pt x="1771" y="0"/>
                </a:cubicBezTo>
                <a:cubicBezTo>
                  <a:pt x="1729" y="0"/>
                  <a:pt x="1687" y="1"/>
                  <a:pt x="1646" y="4"/>
                </a:cubicBezTo>
                <a:cubicBezTo>
                  <a:pt x="1583" y="313"/>
                  <a:pt x="1583" y="313"/>
                  <a:pt x="1583" y="313"/>
                </a:cubicBezTo>
                <a:cubicBezTo>
                  <a:pt x="1499" y="324"/>
                  <a:pt x="1417" y="342"/>
                  <a:pt x="1338" y="366"/>
                </a:cubicBezTo>
                <a:cubicBezTo>
                  <a:pt x="1155" y="109"/>
                  <a:pt x="1155" y="109"/>
                  <a:pt x="1155" y="109"/>
                </a:cubicBezTo>
                <a:cubicBezTo>
                  <a:pt x="1077" y="138"/>
                  <a:pt x="1001" y="173"/>
                  <a:pt x="927" y="213"/>
                </a:cubicBezTo>
                <a:cubicBezTo>
                  <a:pt x="996" y="522"/>
                  <a:pt x="996" y="522"/>
                  <a:pt x="996" y="522"/>
                </a:cubicBezTo>
                <a:cubicBezTo>
                  <a:pt x="926" y="565"/>
                  <a:pt x="860" y="614"/>
                  <a:pt x="799" y="669"/>
                </a:cubicBezTo>
                <a:cubicBezTo>
                  <a:pt x="527" y="509"/>
                  <a:pt x="527" y="509"/>
                  <a:pt x="527" y="509"/>
                </a:cubicBezTo>
                <a:cubicBezTo>
                  <a:pt x="467" y="568"/>
                  <a:pt x="411" y="632"/>
                  <a:pt x="360" y="699"/>
                </a:cubicBezTo>
                <a:cubicBezTo>
                  <a:pt x="549" y="954"/>
                  <a:pt x="549" y="954"/>
                  <a:pt x="549" y="954"/>
                </a:cubicBezTo>
                <a:cubicBezTo>
                  <a:pt x="504" y="1020"/>
                  <a:pt x="465" y="1090"/>
                  <a:pt x="432" y="1163"/>
                </a:cubicBezTo>
                <a:cubicBezTo>
                  <a:pt x="119" y="1127"/>
                  <a:pt x="119" y="1127"/>
                  <a:pt x="119" y="1127"/>
                </a:cubicBezTo>
                <a:cubicBezTo>
                  <a:pt x="88" y="1206"/>
                  <a:pt x="63" y="1288"/>
                  <a:pt x="43" y="1372"/>
                </a:cubicBezTo>
                <a:cubicBezTo>
                  <a:pt x="320" y="1529"/>
                  <a:pt x="320" y="1529"/>
                  <a:pt x="320" y="1529"/>
                </a:cubicBezTo>
                <a:cubicBezTo>
                  <a:pt x="308" y="1604"/>
                  <a:pt x="301" y="1680"/>
                  <a:pt x="300" y="1759"/>
                </a:cubicBezTo>
                <a:cubicBezTo>
                  <a:pt x="0" y="1853"/>
                  <a:pt x="0" y="1853"/>
                  <a:pt x="0" y="1853"/>
                </a:cubicBezTo>
                <a:cubicBezTo>
                  <a:pt x="4" y="1942"/>
                  <a:pt x="15" y="2028"/>
                  <a:pt x="31" y="2113"/>
                </a:cubicBezTo>
                <a:cubicBezTo>
                  <a:pt x="347" y="2143"/>
                  <a:pt x="347" y="2143"/>
                  <a:pt x="347" y="2143"/>
                </a:cubicBezTo>
                <a:cubicBezTo>
                  <a:pt x="366" y="2215"/>
                  <a:pt x="390" y="2285"/>
                  <a:pt x="419" y="2353"/>
                </a:cubicBezTo>
                <a:cubicBezTo>
                  <a:pt x="184" y="2561"/>
                  <a:pt x="184" y="2561"/>
                  <a:pt x="184" y="2561"/>
                </a:cubicBezTo>
                <a:cubicBezTo>
                  <a:pt x="223" y="2641"/>
                  <a:pt x="269" y="2717"/>
                  <a:pt x="320" y="2790"/>
                </a:cubicBezTo>
                <a:cubicBezTo>
                  <a:pt x="621" y="2689"/>
                  <a:pt x="621" y="2689"/>
                  <a:pt x="621" y="2689"/>
                </a:cubicBezTo>
                <a:cubicBezTo>
                  <a:pt x="666" y="2744"/>
                  <a:pt x="714" y="2797"/>
                  <a:pt x="766" y="2845"/>
                </a:cubicBezTo>
                <a:cubicBezTo>
                  <a:pt x="635" y="3133"/>
                  <a:pt x="635" y="3133"/>
                  <a:pt x="635" y="3133"/>
                </a:cubicBezTo>
                <a:cubicBezTo>
                  <a:pt x="704" y="3190"/>
                  <a:pt x="777" y="3242"/>
                  <a:pt x="854" y="3289"/>
                </a:cubicBezTo>
                <a:cubicBezTo>
                  <a:pt x="1088" y="3074"/>
                  <a:pt x="1088" y="3074"/>
                  <a:pt x="1088" y="3074"/>
                </a:cubicBezTo>
                <a:cubicBezTo>
                  <a:pt x="1149" y="3107"/>
                  <a:pt x="1213" y="3135"/>
                  <a:pt x="1279" y="3158"/>
                </a:cubicBezTo>
                <a:cubicBezTo>
                  <a:pt x="1276" y="3474"/>
                  <a:pt x="1276" y="3474"/>
                  <a:pt x="1276" y="3474"/>
                </a:cubicBezTo>
                <a:cubicBezTo>
                  <a:pt x="1362" y="3499"/>
                  <a:pt x="1450" y="3518"/>
                  <a:pt x="1541" y="3529"/>
                </a:cubicBezTo>
                <a:cubicBezTo>
                  <a:pt x="1667" y="3239"/>
                  <a:pt x="1667" y="3239"/>
                  <a:pt x="1667" y="3239"/>
                </a:cubicBezTo>
                <a:cubicBezTo>
                  <a:pt x="1702" y="3241"/>
                  <a:pt x="1736" y="3242"/>
                  <a:pt x="1771" y="3242"/>
                </a:cubicBezTo>
                <a:cubicBezTo>
                  <a:pt x="1805" y="3242"/>
                  <a:pt x="1840" y="3241"/>
                  <a:pt x="1874" y="3239"/>
                </a:cubicBezTo>
                <a:cubicBezTo>
                  <a:pt x="2000" y="3529"/>
                  <a:pt x="2000" y="3529"/>
                  <a:pt x="2000" y="3529"/>
                </a:cubicBezTo>
                <a:cubicBezTo>
                  <a:pt x="2091" y="3518"/>
                  <a:pt x="2179" y="3499"/>
                  <a:pt x="2265" y="3474"/>
                </a:cubicBezTo>
                <a:cubicBezTo>
                  <a:pt x="2262" y="3158"/>
                  <a:pt x="2262" y="3158"/>
                  <a:pt x="2262" y="3158"/>
                </a:cubicBezTo>
                <a:cubicBezTo>
                  <a:pt x="2328" y="3134"/>
                  <a:pt x="2392" y="3107"/>
                  <a:pt x="2453" y="3074"/>
                </a:cubicBezTo>
                <a:cubicBezTo>
                  <a:pt x="2687" y="3289"/>
                  <a:pt x="2687" y="3289"/>
                  <a:pt x="2687" y="3289"/>
                </a:cubicBezTo>
                <a:cubicBezTo>
                  <a:pt x="2764" y="3242"/>
                  <a:pt x="2837" y="3190"/>
                  <a:pt x="2906" y="3133"/>
                </a:cubicBezTo>
                <a:cubicBezTo>
                  <a:pt x="2775" y="2845"/>
                  <a:pt x="2775" y="2845"/>
                  <a:pt x="2775" y="2845"/>
                </a:cubicBezTo>
                <a:cubicBezTo>
                  <a:pt x="2827" y="2797"/>
                  <a:pt x="2876" y="2744"/>
                  <a:pt x="2920" y="2689"/>
                </a:cubicBezTo>
                <a:cubicBezTo>
                  <a:pt x="3222" y="2790"/>
                  <a:pt x="3222" y="2790"/>
                  <a:pt x="3222" y="2790"/>
                </a:cubicBezTo>
                <a:cubicBezTo>
                  <a:pt x="3272" y="2717"/>
                  <a:pt x="3318" y="2641"/>
                  <a:pt x="3357" y="2561"/>
                </a:cubicBezTo>
                <a:cubicBezTo>
                  <a:pt x="3122" y="2353"/>
                  <a:pt x="3122" y="2353"/>
                  <a:pt x="3122" y="2353"/>
                </a:cubicBezTo>
                <a:cubicBezTo>
                  <a:pt x="3151" y="2285"/>
                  <a:pt x="3175" y="2215"/>
                  <a:pt x="3194" y="2143"/>
                </a:cubicBezTo>
                <a:lnTo>
                  <a:pt x="3510" y="2113"/>
                </a:lnTo>
                <a:close/>
                <a:moveTo>
                  <a:pt x="1771" y="2947"/>
                </a:moveTo>
                <a:cubicBezTo>
                  <a:pt x="1117" y="2947"/>
                  <a:pt x="588" y="2418"/>
                  <a:pt x="588" y="1764"/>
                </a:cubicBezTo>
                <a:cubicBezTo>
                  <a:pt x="588" y="1111"/>
                  <a:pt x="1117" y="582"/>
                  <a:pt x="1771" y="582"/>
                </a:cubicBezTo>
                <a:cubicBezTo>
                  <a:pt x="2424" y="582"/>
                  <a:pt x="2953" y="1111"/>
                  <a:pt x="2953" y="1764"/>
                </a:cubicBezTo>
                <a:cubicBezTo>
                  <a:pt x="2953" y="2418"/>
                  <a:pt x="2424" y="2947"/>
                  <a:pt x="1771" y="2947"/>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056" name="Google Shape;1056;p44"/>
          <p:cNvSpPr/>
          <p:nvPr/>
        </p:nvSpPr>
        <p:spPr>
          <a:xfrm>
            <a:off x="12091571" y="3576126"/>
            <a:ext cx="3967159" cy="3894137"/>
          </a:xfrm>
          <a:custGeom>
            <a:rect b="b" l="l" r="r" t="t"/>
            <a:pathLst>
              <a:path extrusionOk="0" h="3474" w="3541">
                <a:moveTo>
                  <a:pt x="756" y="2866"/>
                </a:moveTo>
                <a:cubicBezTo>
                  <a:pt x="760" y="2869"/>
                  <a:pt x="763" y="2872"/>
                  <a:pt x="766" y="2875"/>
                </a:cubicBezTo>
                <a:cubicBezTo>
                  <a:pt x="645" y="3141"/>
                  <a:pt x="645" y="3141"/>
                  <a:pt x="645" y="3141"/>
                </a:cubicBezTo>
                <a:cubicBezTo>
                  <a:pt x="642" y="3138"/>
                  <a:pt x="638" y="3135"/>
                  <a:pt x="635" y="3133"/>
                </a:cubicBezTo>
                <a:lnTo>
                  <a:pt x="756" y="2866"/>
                </a:lnTo>
                <a:close/>
                <a:moveTo>
                  <a:pt x="2545" y="552"/>
                </a:moveTo>
                <a:cubicBezTo>
                  <a:pt x="2615" y="595"/>
                  <a:pt x="2681" y="644"/>
                  <a:pt x="2743" y="698"/>
                </a:cubicBezTo>
                <a:cubicBezTo>
                  <a:pt x="3014" y="539"/>
                  <a:pt x="3014" y="539"/>
                  <a:pt x="3014" y="539"/>
                </a:cubicBezTo>
                <a:cubicBezTo>
                  <a:pt x="3070" y="594"/>
                  <a:pt x="3121" y="652"/>
                  <a:pt x="3170" y="714"/>
                </a:cubicBezTo>
                <a:cubicBezTo>
                  <a:pt x="3181" y="699"/>
                  <a:pt x="3181" y="699"/>
                  <a:pt x="3181" y="699"/>
                </a:cubicBezTo>
                <a:cubicBezTo>
                  <a:pt x="3130" y="632"/>
                  <a:pt x="3074" y="568"/>
                  <a:pt x="3014" y="509"/>
                </a:cubicBezTo>
                <a:cubicBezTo>
                  <a:pt x="2743" y="669"/>
                  <a:pt x="2743" y="669"/>
                  <a:pt x="2743" y="669"/>
                </a:cubicBezTo>
                <a:cubicBezTo>
                  <a:pt x="2683" y="616"/>
                  <a:pt x="2619" y="568"/>
                  <a:pt x="2551" y="526"/>
                </a:cubicBezTo>
                <a:lnTo>
                  <a:pt x="2545" y="552"/>
                </a:lnTo>
                <a:close/>
                <a:moveTo>
                  <a:pt x="184" y="2561"/>
                </a:moveTo>
                <a:cubicBezTo>
                  <a:pt x="187" y="2568"/>
                  <a:pt x="191" y="2575"/>
                  <a:pt x="194" y="2582"/>
                </a:cubicBezTo>
                <a:cubicBezTo>
                  <a:pt x="419" y="2383"/>
                  <a:pt x="419" y="2383"/>
                  <a:pt x="419" y="2383"/>
                </a:cubicBezTo>
                <a:cubicBezTo>
                  <a:pt x="416" y="2375"/>
                  <a:pt x="413" y="2368"/>
                  <a:pt x="410" y="2361"/>
                </a:cubicBezTo>
                <a:lnTo>
                  <a:pt x="184" y="2561"/>
                </a:lnTo>
                <a:close/>
                <a:moveTo>
                  <a:pt x="1276" y="3474"/>
                </a:moveTo>
                <a:cubicBezTo>
                  <a:pt x="1276" y="3474"/>
                  <a:pt x="1276" y="3474"/>
                  <a:pt x="1276" y="3474"/>
                </a:cubicBezTo>
                <a:cubicBezTo>
                  <a:pt x="1279" y="3188"/>
                  <a:pt x="1279" y="3188"/>
                  <a:pt x="1279" y="3188"/>
                </a:cubicBezTo>
                <a:cubicBezTo>
                  <a:pt x="1279" y="3188"/>
                  <a:pt x="1279" y="3188"/>
                  <a:pt x="1279" y="3188"/>
                </a:cubicBezTo>
                <a:lnTo>
                  <a:pt x="1276" y="3474"/>
                </a:lnTo>
                <a:close/>
                <a:moveTo>
                  <a:pt x="3241" y="1759"/>
                </a:moveTo>
                <a:cubicBezTo>
                  <a:pt x="3240" y="1690"/>
                  <a:pt x="3235" y="1623"/>
                  <a:pt x="3225" y="1556"/>
                </a:cubicBezTo>
                <a:cubicBezTo>
                  <a:pt x="3221" y="1559"/>
                  <a:pt x="3221" y="1559"/>
                  <a:pt x="3221" y="1559"/>
                </a:cubicBezTo>
                <a:cubicBezTo>
                  <a:pt x="3233" y="1634"/>
                  <a:pt x="3240" y="1710"/>
                  <a:pt x="3241" y="1788"/>
                </a:cubicBezTo>
                <a:cubicBezTo>
                  <a:pt x="3539" y="1882"/>
                  <a:pt x="3539" y="1882"/>
                  <a:pt x="3539" y="1882"/>
                </a:cubicBezTo>
                <a:cubicBezTo>
                  <a:pt x="3540" y="1873"/>
                  <a:pt x="3540" y="1863"/>
                  <a:pt x="3541" y="1853"/>
                </a:cubicBezTo>
                <a:lnTo>
                  <a:pt x="3241" y="1759"/>
                </a:lnTo>
                <a:close/>
                <a:moveTo>
                  <a:pt x="3491" y="1376"/>
                </a:moveTo>
                <a:cubicBezTo>
                  <a:pt x="3498" y="1372"/>
                  <a:pt x="3498" y="1372"/>
                  <a:pt x="3498" y="1372"/>
                </a:cubicBezTo>
                <a:cubicBezTo>
                  <a:pt x="3478" y="1288"/>
                  <a:pt x="3453" y="1206"/>
                  <a:pt x="3422" y="1127"/>
                </a:cubicBezTo>
                <a:cubicBezTo>
                  <a:pt x="3109" y="1163"/>
                  <a:pt x="3109" y="1163"/>
                  <a:pt x="3109" y="1163"/>
                </a:cubicBezTo>
                <a:cubicBezTo>
                  <a:pt x="3078" y="1095"/>
                  <a:pt x="3043" y="1031"/>
                  <a:pt x="3003" y="970"/>
                </a:cubicBezTo>
                <a:cubicBezTo>
                  <a:pt x="2992" y="983"/>
                  <a:pt x="2992" y="983"/>
                  <a:pt x="2992" y="983"/>
                </a:cubicBezTo>
                <a:cubicBezTo>
                  <a:pt x="3037" y="1050"/>
                  <a:pt x="3076" y="1119"/>
                  <a:pt x="3109" y="1192"/>
                </a:cubicBezTo>
                <a:cubicBezTo>
                  <a:pt x="3422" y="1157"/>
                  <a:pt x="3422" y="1157"/>
                  <a:pt x="3422" y="1157"/>
                </a:cubicBezTo>
                <a:cubicBezTo>
                  <a:pt x="3450" y="1228"/>
                  <a:pt x="3473" y="1301"/>
                  <a:pt x="3491" y="1376"/>
                </a:cubicBezTo>
                <a:close/>
                <a:moveTo>
                  <a:pt x="1771" y="2947"/>
                </a:moveTo>
                <a:cubicBezTo>
                  <a:pt x="1122" y="2947"/>
                  <a:pt x="596" y="2426"/>
                  <a:pt x="588" y="1779"/>
                </a:cubicBezTo>
                <a:cubicBezTo>
                  <a:pt x="588" y="1784"/>
                  <a:pt x="588" y="1789"/>
                  <a:pt x="588" y="1794"/>
                </a:cubicBezTo>
                <a:cubicBezTo>
                  <a:pt x="588" y="2448"/>
                  <a:pt x="1117" y="2977"/>
                  <a:pt x="1771" y="2977"/>
                </a:cubicBezTo>
                <a:cubicBezTo>
                  <a:pt x="2424" y="2977"/>
                  <a:pt x="2953" y="2448"/>
                  <a:pt x="2953" y="1794"/>
                </a:cubicBezTo>
                <a:cubicBezTo>
                  <a:pt x="2953" y="1789"/>
                  <a:pt x="2953" y="1784"/>
                  <a:pt x="2953" y="1779"/>
                </a:cubicBezTo>
                <a:cubicBezTo>
                  <a:pt x="2945" y="2426"/>
                  <a:pt x="2419" y="2947"/>
                  <a:pt x="1771" y="2947"/>
                </a:cubicBezTo>
                <a:close/>
                <a:moveTo>
                  <a:pt x="3122" y="2383"/>
                </a:moveTo>
                <a:cubicBezTo>
                  <a:pt x="3347" y="2582"/>
                  <a:pt x="3347" y="2582"/>
                  <a:pt x="3347" y="2582"/>
                </a:cubicBezTo>
                <a:cubicBezTo>
                  <a:pt x="3350" y="2575"/>
                  <a:pt x="3354" y="2568"/>
                  <a:pt x="3357" y="2561"/>
                </a:cubicBezTo>
                <a:cubicBezTo>
                  <a:pt x="3131" y="2361"/>
                  <a:pt x="3131" y="2361"/>
                  <a:pt x="3131" y="2361"/>
                </a:cubicBezTo>
                <a:cubicBezTo>
                  <a:pt x="3128" y="2368"/>
                  <a:pt x="3125" y="2375"/>
                  <a:pt x="3122" y="2383"/>
                </a:cubicBezTo>
                <a:close/>
                <a:moveTo>
                  <a:pt x="1155" y="139"/>
                </a:moveTo>
                <a:cubicBezTo>
                  <a:pt x="1338" y="396"/>
                  <a:pt x="1338" y="396"/>
                  <a:pt x="1338" y="396"/>
                </a:cubicBezTo>
                <a:cubicBezTo>
                  <a:pt x="1417" y="372"/>
                  <a:pt x="1499" y="354"/>
                  <a:pt x="1583" y="343"/>
                </a:cubicBezTo>
                <a:cubicBezTo>
                  <a:pt x="1646" y="34"/>
                  <a:pt x="1646" y="34"/>
                  <a:pt x="1646" y="34"/>
                </a:cubicBezTo>
                <a:cubicBezTo>
                  <a:pt x="1687" y="31"/>
                  <a:pt x="1729" y="29"/>
                  <a:pt x="1771" y="29"/>
                </a:cubicBezTo>
                <a:cubicBezTo>
                  <a:pt x="1812" y="29"/>
                  <a:pt x="1854" y="31"/>
                  <a:pt x="1895" y="34"/>
                </a:cubicBezTo>
                <a:cubicBezTo>
                  <a:pt x="1958" y="343"/>
                  <a:pt x="1958" y="343"/>
                  <a:pt x="1958" y="343"/>
                </a:cubicBezTo>
                <a:cubicBezTo>
                  <a:pt x="2042" y="354"/>
                  <a:pt x="2124" y="372"/>
                  <a:pt x="2203" y="396"/>
                </a:cubicBezTo>
                <a:cubicBezTo>
                  <a:pt x="2386" y="139"/>
                  <a:pt x="2386" y="139"/>
                  <a:pt x="2386" y="139"/>
                </a:cubicBezTo>
                <a:cubicBezTo>
                  <a:pt x="2462" y="167"/>
                  <a:pt x="2536" y="201"/>
                  <a:pt x="2608" y="239"/>
                </a:cubicBezTo>
                <a:cubicBezTo>
                  <a:pt x="2614" y="213"/>
                  <a:pt x="2614" y="213"/>
                  <a:pt x="2614" y="213"/>
                </a:cubicBezTo>
                <a:cubicBezTo>
                  <a:pt x="2541" y="173"/>
                  <a:pt x="2464" y="138"/>
                  <a:pt x="2386" y="109"/>
                </a:cubicBezTo>
                <a:cubicBezTo>
                  <a:pt x="2203" y="366"/>
                  <a:pt x="2203" y="366"/>
                  <a:pt x="2203" y="366"/>
                </a:cubicBezTo>
                <a:cubicBezTo>
                  <a:pt x="2124" y="342"/>
                  <a:pt x="2042" y="324"/>
                  <a:pt x="1958" y="313"/>
                </a:cubicBezTo>
                <a:cubicBezTo>
                  <a:pt x="1895" y="4"/>
                  <a:pt x="1895" y="4"/>
                  <a:pt x="1895" y="4"/>
                </a:cubicBezTo>
                <a:cubicBezTo>
                  <a:pt x="1854" y="1"/>
                  <a:pt x="1812" y="0"/>
                  <a:pt x="1771" y="0"/>
                </a:cubicBezTo>
                <a:cubicBezTo>
                  <a:pt x="1729" y="0"/>
                  <a:pt x="1687" y="1"/>
                  <a:pt x="1646" y="4"/>
                </a:cubicBezTo>
                <a:cubicBezTo>
                  <a:pt x="1583" y="313"/>
                  <a:pt x="1583" y="313"/>
                  <a:pt x="1583" y="313"/>
                </a:cubicBezTo>
                <a:cubicBezTo>
                  <a:pt x="1499" y="324"/>
                  <a:pt x="1417" y="342"/>
                  <a:pt x="1338" y="366"/>
                </a:cubicBezTo>
                <a:cubicBezTo>
                  <a:pt x="1155" y="109"/>
                  <a:pt x="1155" y="109"/>
                  <a:pt x="1155" y="109"/>
                </a:cubicBezTo>
                <a:cubicBezTo>
                  <a:pt x="1077" y="138"/>
                  <a:pt x="1001" y="173"/>
                  <a:pt x="927" y="213"/>
                </a:cubicBezTo>
                <a:cubicBezTo>
                  <a:pt x="933" y="239"/>
                  <a:pt x="933" y="239"/>
                  <a:pt x="933" y="239"/>
                </a:cubicBezTo>
                <a:cubicBezTo>
                  <a:pt x="1005" y="201"/>
                  <a:pt x="1079" y="167"/>
                  <a:pt x="1155" y="139"/>
                </a:cubicBezTo>
                <a:close/>
                <a:moveTo>
                  <a:pt x="2262" y="3188"/>
                </a:moveTo>
                <a:cubicBezTo>
                  <a:pt x="2265" y="3474"/>
                  <a:pt x="2265" y="3474"/>
                  <a:pt x="2265" y="3474"/>
                </a:cubicBezTo>
                <a:cubicBezTo>
                  <a:pt x="2265" y="3474"/>
                  <a:pt x="2265" y="3474"/>
                  <a:pt x="2265" y="3474"/>
                </a:cubicBezTo>
                <a:cubicBezTo>
                  <a:pt x="2263" y="3188"/>
                  <a:pt x="2263" y="3188"/>
                  <a:pt x="2263" y="3188"/>
                </a:cubicBezTo>
                <a:cubicBezTo>
                  <a:pt x="2262" y="3188"/>
                  <a:pt x="2262" y="3188"/>
                  <a:pt x="2262" y="3188"/>
                </a:cubicBezTo>
                <a:close/>
                <a:moveTo>
                  <a:pt x="2775" y="2875"/>
                </a:moveTo>
                <a:cubicBezTo>
                  <a:pt x="2896" y="3141"/>
                  <a:pt x="2896" y="3141"/>
                  <a:pt x="2896" y="3141"/>
                </a:cubicBezTo>
                <a:cubicBezTo>
                  <a:pt x="2899" y="3138"/>
                  <a:pt x="2903" y="3135"/>
                  <a:pt x="2906" y="3133"/>
                </a:cubicBezTo>
                <a:cubicBezTo>
                  <a:pt x="2785" y="2866"/>
                  <a:pt x="2785" y="2866"/>
                  <a:pt x="2785" y="2866"/>
                </a:cubicBezTo>
                <a:cubicBezTo>
                  <a:pt x="2781" y="2869"/>
                  <a:pt x="2778" y="2872"/>
                  <a:pt x="2775" y="2875"/>
                </a:cubicBezTo>
                <a:close/>
                <a:moveTo>
                  <a:pt x="320" y="1559"/>
                </a:moveTo>
                <a:cubicBezTo>
                  <a:pt x="316" y="1556"/>
                  <a:pt x="316" y="1556"/>
                  <a:pt x="316" y="1556"/>
                </a:cubicBezTo>
                <a:cubicBezTo>
                  <a:pt x="306" y="1623"/>
                  <a:pt x="301" y="1690"/>
                  <a:pt x="300" y="1759"/>
                </a:cubicBezTo>
                <a:cubicBezTo>
                  <a:pt x="0" y="1853"/>
                  <a:pt x="0" y="1853"/>
                  <a:pt x="0" y="1853"/>
                </a:cubicBezTo>
                <a:cubicBezTo>
                  <a:pt x="1" y="1863"/>
                  <a:pt x="1" y="1873"/>
                  <a:pt x="2" y="1882"/>
                </a:cubicBezTo>
                <a:cubicBezTo>
                  <a:pt x="300" y="1788"/>
                  <a:pt x="300" y="1788"/>
                  <a:pt x="300" y="1788"/>
                </a:cubicBezTo>
                <a:cubicBezTo>
                  <a:pt x="301" y="1710"/>
                  <a:pt x="308" y="1634"/>
                  <a:pt x="320" y="1559"/>
                </a:cubicBezTo>
                <a:close/>
                <a:moveTo>
                  <a:pt x="432" y="1163"/>
                </a:moveTo>
                <a:cubicBezTo>
                  <a:pt x="119" y="1127"/>
                  <a:pt x="119" y="1127"/>
                  <a:pt x="119" y="1127"/>
                </a:cubicBezTo>
                <a:cubicBezTo>
                  <a:pt x="88" y="1206"/>
                  <a:pt x="63" y="1288"/>
                  <a:pt x="43" y="1372"/>
                </a:cubicBezTo>
                <a:cubicBezTo>
                  <a:pt x="50" y="1376"/>
                  <a:pt x="50" y="1376"/>
                  <a:pt x="50" y="1376"/>
                </a:cubicBezTo>
                <a:cubicBezTo>
                  <a:pt x="68" y="1301"/>
                  <a:pt x="92" y="1228"/>
                  <a:pt x="119" y="1157"/>
                </a:cubicBezTo>
                <a:cubicBezTo>
                  <a:pt x="432" y="1192"/>
                  <a:pt x="432" y="1192"/>
                  <a:pt x="432" y="1192"/>
                </a:cubicBezTo>
                <a:cubicBezTo>
                  <a:pt x="465" y="1119"/>
                  <a:pt x="504" y="1050"/>
                  <a:pt x="549" y="983"/>
                </a:cubicBezTo>
                <a:cubicBezTo>
                  <a:pt x="538" y="970"/>
                  <a:pt x="538" y="970"/>
                  <a:pt x="538" y="970"/>
                </a:cubicBezTo>
                <a:cubicBezTo>
                  <a:pt x="498" y="1031"/>
                  <a:pt x="463" y="1095"/>
                  <a:pt x="432" y="1163"/>
                </a:cubicBezTo>
                <a:close/>
                <a:moveTo>
                  <a:pt x="527" y="539"/>
                </a:moveTo>
                <a:cubicBezTo>
                  <a:pt x="799" y="698"/>
                  <a:pt x="799" y="698"/>
                  <a:pt x="799" y="698"/>
                </a:cubicBezTo>
                <a:cubicBezTo>
                  <a:pt x="860" y="644"/>
                  <a:pt x="926" y="595"/>
                  <a:pt x="996" y="552"/>
                </a:cubicBezTo>
                <a:cubicBezTo>
                  <a:pt x="990" y="526"/>
                  <a:pt x="990" y="526"/>
                  <a:pt x="990" y="526"/>
                </a:cubicBezTo>
                <a:cubicBezTo>
                  <a:pt x="922" y="568"/>
                  <a:pt x="858" y="616"/>
                  <a:pt x="799" y="669"/>
                </a:cubicBezTo>
                <a:cubicBezTo>
                  <a:pt x="527" y="509"/>
                  <a:pt x="527" y="509"/>
                  <a:pt x="527" y="509"/>
                </a:cubicBezTo>
                <a:cubicBezTo>
                  <a:pt x="467" y="568"/>
                  <a:pt x="411" y="632"/>
                  <a:pt x="360" y="699"/>
                </a:cubicBezTo>
                <a:cubicBezTo>
                  <a:pt x="371" y="714"/>
                  <a:pt x="371" y="714"/>
                  <a:pt x="371" y="714"/>
                </a:cubicBezTo>
                <a:cubicBezTo>
                  <a:pt x="420" y="652"/>
                  <a:pt x="472" y="594"/>
                  <a:pt x="527" y="539"/>
                </a:cubicBezTo>
                <a:close/>
              </a:path>
            </a:pathLst>
          </a:custGeom>
          <a:solidFill>
            <a:srgbClr val="A0D6F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057" name="Google Shape;1057;p44"/>
          <p:cNvSpPr/>
          <p:nvPr/>
        </p:nvSpPr>
        <p:spPr>
          <a:xfrm>
            <a:off x="8151296" y="4957556"/>
            <a:ext cx="3911596" cy="3902077"/>
          </a:xfrm>
          <a:custGeom>
            <a:rect b="b" l="l" r="r" t="t"/>
            <a:pathLst>
              <a:path extrusionOk="0" h="3482" w="3491">
                <a:moveTo>
                  <a:pt x="3243" y="1811"/>
                </a:moveTo>
                <a:cubicBezTo>
                  <a:pt x="3491" y="1742"/>
                  <a:pt x="3491" y="1742"/>
                  <a:pt x="3491" y="1742"/>
                </a:cubicBezTo>
                <a:cubicBezTo>
                  <a:pt x="3491" y="1650"/>
                  <a:pt x="3483" y="1559"/>
                  <a:pt x="3469" y="1470"/>
                </a:cubicBezTo>
                <a:cubicBezTo>
                  <a:pt x="3215" y="1448"/>
                  <a:pt x="3215" y="1448"/>
                  <a:pt x="3215" y="1448"/>
                </a:cubicBezTo>
                <a:cubicBezTo>
                  <a:pt x="3202" y="1385"/>
                  <a:pt x="3185" y="1322"/>
                  <a:pt x="3164" y="1262"/>
                </a:cubicBezTo>
                <a:cubicBezTo>
                  <a:pt x="3371" y="1108"/>
                  <a:pt x="3371" y="1108"/>
                  <a:pt x="3371" y="1108"/>
                </a:cubicBezTo>
                <a:cubicBezTo>
                  <a:pt x="3338" y="1024"/>
                  <a:pt x="3298" y="943"/>
                  <a:pt x="3253" y="866"/>
                </a:cubicBezTo>
                <a:cubicBezTo>
                  <a:pt x="3008" y="937"/>
                  <a:pt x="3008" y="937"/>
                  <a:pt x="3008" y="937"/>
                </a:cubicBezTo>
                <a:cubicBezTo>
                  <a:pt x="2972" y="881"/>
                  <a:pt x="2933" y="828"/>
                  <a:pt x="2890" y="778"/>
                </a:cubicBezTo>
                <a:cubicBezTo>
                  <a:pt x="3027" y="560"/>
                  <a:pt x="3027" y="560"/>
                  <a:pt x="3027" y="560"/>
                </a:cubicBezTo>
                <a:cubicBezTo>
                  <a:pt x="2966" y="495"/>
                  <a:pt x="2901" y="434"/>
                  <a:pt x="2831" y="378"/>
                </a:cubicBezTo>
                <a:cubicBezTo>
                  <a:pt x="2627" y="534"/>
                  <a:pt x="2627" y="534"/>
                  <a:pt x="2627" y="534"/>
                </a:cubicBezTo>
                <a:cubicBezTo>
                  <a:pt x="2573" y="494"/>
                  <a:pt x="2516" y="458"/>
                  <a:pt x="2457" y="426"/>
                </a:cubicBezTo>
                <a:cubicBezTo>
                  <a:pt x="2505" y="174"/>
                  <a:pt x="2505" y="174"/>
                  <a:pt x="2505" y="174"/>
                </a:cubicBezTo>
                <a:cubicBezTo>
                  <a:pt x="2426" y="135"/>
                  <a:pt x="2343" y="103"/>
                  <a:pt x="2258" y="76"/>
                </a:cubicBezTo>
                <a:cubicBezTo>
                  <a:pt x="2124" y="295"/>
                  <a:pt x="2124" y="295"/>
                  <a:pt x="2124" y="295"/>
                </a:cubicBezTo>
                <a:cubicBezTo>
                  <a:pt x="2059" y="278"/>
                  <a:pt x="1992" y="266"/>
                  <a:pt x="1924" y="257"/>
                </a:cubicBezTo>
                <a:cubicBezTo>
                  <a:pt x="1878" y="5"/>
                  <a:pt x="1878" y="5"/>
                  <a:pt x="1878" y="5"/>
                </a:cubicBezTo>
                <a:cubicBezTo>
                  <a:pt x="1835" y="2"/>
                  <a:pt x="1790" y="0"/>
                  <a:pt x="1746" y="0"/>
                </a:cubicBezTo>
                <a:cubicBezTo>
                  <a:pt x="1701" y="0"/>
                  <a:pt x="1657" y="2"/>
                  <a:pt x="1613" y="5"/>
                </a:cubicBezTo>
                <a:cubicBezTo>
                  <a:pt x="1567" y="257"/>
                  <a:pt x="1567" y="257"/>
                  <a:pt x="1567" y="257"/>
                </a:cubicBezTo>
                <a:cubicBezTo>
                  <a:pt x="1499" y="266"/>
                  <a:pt x="1432" y="278"/>
                  <a:pt x="1367" y="295"/>
                </a:cubicBezTo>
                <a:cubicBezTo>
                  <a:pt x="1233" y="76"/>
                  <a:pt x="1233" y="76"/>
                  <a:pt x="1233" y="76"/>
                </a:cubicBezTo>
                <a:cubicBezTo>
                  <a:pt x="1148" y="103"/>
                  <a:pt x="1065" y="135"/>
                  <a:pt x="986" y="174"/>
                </a:cubicBezTo>
                <a:cubicBezTo>
                  <a:pt x="1035" y="426"/>
                  <a:pt x="1035" y="426"/>
                  <a:pt x="1035" y="426"/>
                </a:cubicBezTo>
                <a:cubicBezTo>
                  <a:pt x="975" y="458"/>
                  <a:pt x="918" y="494"/>
                  <a:pt x="864" y="534"/>
                </a:cubicBezTo>
                <a:cubicBezTo>
                  <a:pt x="661" y="378"/>
                  <a:pt x="661" y="378"/>
                  <a:pt x="661" y="378"/>
                </a:cubicBezTo>
                <a:cubicBezTo>
                  <a:pt x="591" y="434"/>
                  <a:pt x="525" y="495"/>
                  <a:pt x="465" y="560"/>
                </a:cubicBezTo>
                <a:cubicBezTo>
                  <a:pt x="601" y="778"/>
                  <a:pt x="601" y="778"/>
                  <a:pt x="601" y="778"/>
                </a:cubicBezTo>
                <a:cubicBezTo>
                  <a:pt x="559" y="828"/>
                  <a:pt x="519" y="881"/>
                  <a:pt x="484" y="937"/>
                </a:cubicBezTo>
                <a:cubicBezTo>
                  <a:pt x="238" y="866"/>
                  <a:pt x="238" y="866"/>
                  <a:pt x="238" y="866"/>
                </a:cubicBezTo>
                <a:cubicBezTo>
                  <a:pt x="193" y="943"/>
                  <a:pt x="153" y="1024"/>
                  <a:pt x="120" y="1108"/>
                </a:cubicBezTo>
                <a:cubicBezTo>
                  <a:pt x="327" y="1262"/>
                  <a:pt x="327" y="1262"/>
                  <a:pt x="327" y="1262"/>
                </a:cubicBezTo>
                <a:cubicBezTo>
                  <a:pt x="306" y="1322"/>
                  <a:pt x="290" y="1385"/>
                  <a:pt x="277" y="1448"/>
                </a:cubicBezTo>
                <a:cubicBezTo>
                  <a:pt x="22" y="1470"/>
                  <a:pt x="22" y="1470"/>
                  <a:pt x="22" y="1470"/>
                </a:cubicBezTo>
                <a:cubicBezTo>
                  <a:pt x="8" y="1559"/>
                  <a:pt x="1" y="1650"/>
                  <a:pt x="0" y="1742"/>
                </a:cubicBezTo>
                <a:cubicBezTo>
                  <a:pt x="249" y="1811"/>
                  <a:pt x="249" y="1811"/>
                  <a:pt x="249" y="1811"/>
                </a:cubicBezTo>
                <a:cubicBezTo>
                  <a:pt x="251" y="1874"/>
                  <a:pt x="258" y="1936"/>
                  <a:pt x="268" y="1997"/>
                </a:cubicBezTo>
                <a:cubicBezTo>
                  <a:pt x="39" y="2109"/>
                  <a:pt x="39" y="2109"/>
                  <a:pt x="39" y="2109"/>
                </a:cubicBezTo>
                <a:cubicBezTo>
                  <a:pt x="58" y="2200"/>
                  <a:pt x="84" y="2288"/>
                  <a:pt x="117" y="2373"/>
                </a:cubicBezTo>
                <a:cubicBezTo>
                  <a:pt x="374" y="2348"/>
                  <a:pt x="374" y="2348"/>
                  <a:pt x="374" y="2348"/>
                </a:cubicBezTo>
                <a:cubicBezTo>
                  <a:pt x="398" y="2404"/>
                  <a:pt x="426" y="2457"/>
                  <a:pt x="456" y="2509"/>
                </a:cubicBezTo>
                <a:cubicBezTo>
                  <a:pt x="283" y="2697"/>
                  <a:pt x="283" y="2697"/>
                  <a:pt x="283" y="2697"/>
                </a:cubicBezTo>
                <a:cubicBezTo>
                  <a:pt x="334" y="2775"/>
                  <a:pt x="390" y="2849"/>
                  <a:pt x="453" y="2917"/>
                </a:cubicBezTo>
                <a:cubicBezTo>
                  <a:pt x="683" y="2801"/>
                  <a:pt x="683" y="2801"/>
                  <a:pt x="683" y="2801"/>
                </a:cubicBezTo>
                <a:cubicBezTo>
                  <a:pt x="724" y="2843"/>
                  <a:pt x="768" y="2882"/>
                  <a:pt x="814" y="2919"/>
                </a:cubicBezTo>
                <a:cubicBezTo>
                  <a:pt x="720" y="3157"/>
                  <a:pt x="720" y="3157"/>
                  <a:pt x="720" y="3157"/>
                </a:cubicBezTo>
                <a:cubicBezTo>
                  <a:pt x="795" y="3212"/>
                  <a:pt x="875" y="3261"/>
                  <a:pt x="959" y="3303"/>
                </a:cubicBezTo>
                <a:cubicBezTo>
                  <a:pt x="1131" y="3112"/>
                  <a:pt x="1131" y="3112"/>
                  <a:pt x="1131" y="3112"/>
                </a:cubicBezTo>
                <a:cubicBezTo>
                  <a:pt x="1184" y="3136"/>
                  <a:pt x="1238" y="3157"/>
                  <a:pt x="1293" y="3174"/>
                </a:cubicBezTo>
                <a:cubicBezTo>
                  <a:pt x="1292" y="3431"/>
                  <a:pt x="1292" y="3431"/>
                  <a:pt x="1292" y="3431"/>
                </a:cubicBezTo>
                <a:cubicBezTo>
                  <a:pt x="1381" y="3455"/>
                  <a:pt x="1473" y="3472"/>
                  <a:pt x="1568" y="3482"/>
                </a:cubicBezTo>
                <a:cubicBezTo>
                  <a:pt x="1659" y="3241"/>
                  <a:pt x="1659" y="3241"/>
                  <a:pt x="1659" y="3241"/>
                </a:cubicBezTo>
                <a:cubicBezTo>
                  <a:pt x="1688" y="3243"/>
                  <a:pt x="1717" y="3244"/>
                  <a:pt x="1746" y="3244"/>
                </a:cubicBezTo>
                <a:cubicBezTo>
                  <a:pt x="1775" y="3244"/>
                  <a:pt x="1803" y="3243"/>
                  <a:pt x="1832" y="3241"/>
                </a:cubicBezTo>
                <a:cubicBezTo>
                  <a:pt x="1923" y="3482"/>
                  <a:pt x="1923" y="3482"/>
                  <a:pt x="1923" y="3482"/>
                </a:cubicBezTo>
                <a:cubicBezTo>
                  <a:pt x="2018" y="3472"/>
                  <a:pt x="2110" y="3455"/>
                  <a:pt x="2200" y="3431"/>
                </a:cubicBezTo>
                <a:cubicBezTo>
                  <a:pt x="2198" y="3174"/>
                  <a:pt x="2198" y="3174"/>
                  <a:pt x="2198" y="3174"/>
                </a:cubicBezTo>
                <a:cubicBezTo>
                  <a:pt x="2254" y="3157"/>
                  <a:pt x="2308" y="3136"/>
                  <a:pt x="2360" y="3112"/>
                </a:cubicBezTo>
                <a:cubicBezTo>
                  <a:pt x="2533" y="3303"/>
                  <a:pt x="2533" y="3303"/>
                  <a:pt x="2533" y="3303"/>
                </a:cubicBezTo>
                <a:cubicBezTo>
                  <a:pt x="2616" y="3261"/>
                  <a:pt x="2696" y="3212"/>
                  <a:pt x="2771" y="3157"/>
                </a:cubicBezTo>
                <a:cubicBezTo>
                  <a:pt x="2677" y="2919"/>
                  <a:pt x="2677" y="2919"/>
                  <a:pt x="2677" y="2919"/>
                </a:cubicBezTo>
                <a:cubicBezTo>
                  <a:pt x="2723" y="2882"/>
                  <a:pt x="2767" y="2843"/>
                  <a:pt x="2809" y="2801"/>
                </a:cubicBezTo>
                <a:cubicBezTo>
                  <a:pt x="3039" y="2917"/>
                  <a:pt x="3039" y="2917"/>
                  <a:pt x="3039" y="2917"/>
                </a:cubicBezTo>
                <a:cubicBezTo>
                  <a:pt x="3101" y="2849"/>
                  <a:pt x="3158" y="2775"/>
                  <a:pt x="3209" y="2697"/>
                </a:cubicBezTo>
                <a:cubicBezTo>
                  <a:pt x="3035" y="2509"/>
                  <a:pt x="3035" y="2509"/>
                  <a:pt x="3035" y="2509"/>
                </a:cubicBezTo>
                <a:cubicBezTo>
                  <a:pt x="3066" y="2457"/>
                  <a:pt x="3093" y="2404"/>
                  <a:pt x="3118" y="2348"/>
                </a:cubicBezTo>
                <a:cubicBezTo>
                  <a:pt x="3374" y="2373"/>
                  <a:pt x="3374" y="2373"/>
                  <a:pt x="3374" y="2373"/>
                </a:cubicBezTo>
                <a:cubicBezTo>
                  <a:pt x="3407" y="2288"/>
                  <a:pt x="3434" y="2200"/>
                  <a:pt x="3453" y="2109"/>
                </a:cubicBezTo>
                <a:cubicBezTo>
                  <a:pt x="3223" y="1997"/>
                  <a:pt x="3223" y="1997"/>
                  <a:pt x="3223" y="1997"/>
                </a:cubicBezTo>
                <a:cubicBezTo>
                  <a:pt x="3233" y="1936"/>
                  <a:pt x="3240" y="1874"/>
                  <a:pt x="3243" y="1811"/>
                </a:cubicBezTo>
                <a:close/>
                <a:moveTo>
                  <a:pt x="1746" y="2959"/>
                </a:moveTo>
                <a:cubicBezTo>
                  <a:pt x="1073" y="2959"/>
                  <a:pt x="527" y="2414"/>
                  <a:pt x="527" y="1741"/>
                </a:cubicBezTo>
                <a:cubicBezTo>
                  <a:pt x="527" y="1068"/>
                  <a:pt x="1073" y="523"/>
                  <a:pt x="1746" y="523"/>
                </a:cubicBezTo>
                <a:cubicBezTo>
                  <a:pt x="2418" y="523"/>
                  <a:pt x="2964" y="1068"/>
                  <a:pt x="2964" y="1741"/>
                </a:cubicBezTo>
                <a:cubicBezTo>
                  <a:pt x="2964" y="2414"/>
                  <a:pt x="2418" y="2959"/>
                  <a:pt x="1746" y="295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058" name="Google Shape;1058;p44"/>
          <p:cNvSpPr/>
          <p:nvPr/>
        </p:nvSpPr>
        <p:spPr>
          <a:xfrm>
            <a:off x="8151296" y="4957556"/>
            <a:ext cx="3911596" cy="3844924"/>
          </a:xfrm>
          <a:custGeom>
            <a:rect b="b" l="l" r="r" t="t"/>
            <a:pathLst>
              <a:path extrusionOk="0" h="3431" w="3491">
                <a:moveTo>
                  <a:pt x="805" y="2941"/>
                </a:moveTo>
                <a:cubicBezTo>
                  <a:pt x="808" y="2944"/>
                  <a:pt x="811" y="2946"/>
                  <a:pt x="814" y="2949"/>
                </a:cubicBezTo>
                <a:cubicBezTo>
                  <a:pt x="729" y="3164"/>
                  <a:pt x="729" y="3164"/>
                  <a:pt x="729" y="3164"/>
                </a:cubicBezTo>
                <a:cubicBezTo>
                  <a:pt x="726" y="3162"/>
                  <a:pt x="723" y="3160"/>
                  <a:pt x="720" y="3157"/>
                </a:cubicBezTo>
                <a:lnTo>
                  <a:pt x="805" y="2941"/>
                </a:lnTo>
                <a:close/>
                <a:moveTo>
                  <a:pt x="2457" y="456"/>
                </a:moveTo>
                <a:cubicBezTo>
                  <a:pt x="2516" y="488"/>
                  <a:pt x="2573" y="524"/>
                  <a:pt x="2627" y="563"/>
                </a:cubicBezTo>
                <a:cubicBezTo>
                  <a:pt x="2831" y="408"/>
                  <a:pt x="2831" y="408"/>
                  <a:pt x="2831" y="408"/>
                </a:cubicBezTo>
                <a:cubicBezTo>
                  <a:pt x="2896" y="460"/>
                  <a:pt x="2958" y="517"/>
                  <a:pt x="3015" y="578"/>
                </a:cubicBezTo>
                <a:cubicBezTo>
                  <a:pt x="3027" y="560"/>
                  <a:pt x="3027" y="560"/>
                  <a:pt x="3027" y="560"/>
                </a:cubicBezTo>
                <a:cubicBezTo>
                  <a:pt x="2966" y="495"/>
                  <a:pt x="2901" y="434"/>
                  <a:pt x="2831" y="378"/>
                </a:cubicBezTo>
                <a:cubicBezTo>
                  <a:pt x="2627" y="534"/>
                  <a:pt x="2627" y="534"/>
                  <a:pt x="2627" y="534"/>
                </a:cubicBezTo>
                <a:cubicBezTo>
                  <a:pt x="2575" y="495"/>
                  <a:pt x="2519" y="460"/>
                  <a:pt x="2462" y="429"/>
                </a:cubicBezTo>
                <a:lnTo>
                  <a:pt x="2457" y="456"/>
                </a:lnTo>
                <a:close/>
                <a:moveTo>
                  <a:pt x="39" y="2109"/>
                </a:moveTo>
                <a:cubicBezTo>
                  <a:pt x="40" y="2118"/>
                  <a:pt x="43" y="2127"/>
                  <a:pt x="45" y="2136"/>
                </a:cubicBezTo>
                <a:cubicBezTo>
                  <a:pt x="268" y="2027"/>
                  <a:pt x="268" y="2027"/>
                  <a:pt x="268" y="2027"/>
                </a:cubicBezTo>
                <a:cubicBezTo>
                  <a:pt x="267" y="2017"/>
                  <a:pt x="265" y="2008"/>
                  <a:pt x="264" y="1999"/>
                </a:cubicBezTo>
                <a:lnTo>
                  <a:pt x="39" y="2109"/>
                </a:lnTo>
                <a:close/>
                <a:moveTo>
                  <a:pt x="283" y="2697"/>
                </a:moveTo>
                <a:cubicBezTo>
                  <a:pt x="287" y="2703"/>
                  <a:pt x="291" y="2709"/>
                  <a:pt x="295" y="2715"/>
                </a:cubicBezTo>
                <a:cubicBezTo>
                  <a:pt x="456" y="2539"/>
                  <a:pt x="456" y="2539"/>
                  <a:pt x="456" y="2539"/>
                </a:cubicBezTo>
                <a:cubicBezTo>
                  <a:pt x="453" y="2533"/>
                  <a:pt x="449" y="2527"/>
                  <a:pt x="446" y="2521"/>
                </a:cubicBezTo>
                <a:lnTo>
                  <a:pt x="283" y="2697"/>
                </a:lnTo>
                <a:close/>
                <a:moveTo>
                  <a:pt x="1746" y="2959"/>
                </a:moveTo>
                <a:cubicBezTo>
                  <a:pt x="1078" y="2959"/>
                  <a:pt x="536" y="2422"/>
                  <a:pt x="528" y="1756"/>
                </a:cubicBezTo>
                <a:cubicBezTo>
                  <a:pt x="528" y="1761"/>
                  <a:pt x="527" y="1766"/>
                  <a:pt x="527" y="1771"/>
                </a:cubicBezTo>
                <a:cubicBezTo>
                  <a:pt x="527" y="2443"/>
                  <a:pt x="1073" y="2989"/>
                  <a:pt x="1746" y="2989"/>
                </a:cubicBezTo>
                <a:cubicBezTo>
                  <a:pt x="2418" y="2989"/>
                  <a:pt x="2964" y="2443"/>
                  <a:pt x="2964" y="1771"/>
                </a:cubicBezTo>
                <a:cubicBezTo>
                  <a:pt x="2964" y="1766"/>
                  <a:pt x="2964" y="1761"/>
                  <a:pt x="2964" y="1756"/>
                </a:cubicBezTo>
                <a:cubicBezTo>
                  <a:pt x="2955" y="2422"/>
                  <a:pt x="2413" y="2959"/>
                  <a:pt x="1746" y="2959"/>
                </a:cubicBezTo>
                <a:close/>
                <a:moveTo>
                  <a:pt x="3469" y="1470"/>
                </a:moveTo>
                <a:cubicBezTo>
                  <a:pt x="3215" y="1448"/>
                  <a:pt x="3215" y="1448"/>
                  <a:pt x="3215" y="1448"/>
                </a:cubicBezTo>
                <a:cubicBezTo>
                  <a:pt x="3204" y="1393"/>
                  <a:pt x="3189" y="1339"/>
                  <a:pt x="3172" y="1286"/>
                </a:cubicBezTo>
                <a:cubicBezTo>
                  <a:pt x="3164" y="1292"/>
                  <a:pt x="3164" y="1292"/>
                  <a:pt x="3164" y="1292"/>
                </a:cubicBezTo>
                <a:cubicBezTo>
                  <a:pt x="3185" y="1352"/>
                  <a:pt x="3202" y="1414"/>
                  <a:pt x="3215" y="1478"/>
                </a:cubicBezTo>
                <a:cubicBezTo>
                  <a:pt x="3469" y="1500"/>
                  <a:pt x="3469" y="1500"/>
                  <a:pt x="3469" y="1500"/>
                </a:cubicBezTo>
                <a:cubicBezTo>
                  <a:pt x="3482" y="1579"/>
                  <a:pt x="3489" y="1660"/>
                  <a:pt x="3490" y="1742"/>
                </a:cubicBezTo>
                <a:cubicBezTo>
                  <a:pt x="3491" y="1742"/>
                  <a:pt x="3491" y="1742"/>
                  <a:pt x="3491" y="1742"/>
                </a:cubicBezTo>
                <a:cubicBezTo>
                  <a:pt x="3491" y="1650"/>
                  <a:pt x="3483" y="1559"/>
                  <a:pt x="3469" y="1470"/>
                </a:cubicBezTo>
                <a:close/>
                <a:moveTo>
                  <a:pt x="3362" y="1115"/>
                </a:moveTo>
                <a:cubicBezTo>
                  <a:pt x="3371" y="1108"/>
                  <a:pt x="3371" y="1108"/>
                  <a:pt x="3371" y="1108"/>
                </a:cubicBezTo>
                <a:cubicBezTo>
                  <a:pt x="3338" y="1024"/>
                  <a:pt x="3298" y="943"/>
                  <a:pt x="3253" y="866"/>
                </a:cubicBezTo>
                <a:cubicBezTo>
                  <a:pt x="3008" y="937"/>
                  <a:pt x="3008" y="937"/>
                  <a:pt x="3008" y="937"/>
                </a:cubicBezTo>
                <a:cubicBezTo>
                  <a:pt x="2975" y="886"/>
                  <a:pt x="2939" y="837"/>
                  <a:pt x="2901" y="791"/>
                </a:cubicBezTo>
                <a:cubicBezTo>
                  <a:pt x="2890" y="808"/>
                  <a:pt x="2890" y="808"/>
                  <a:pt x="2890" y="808"/>
                </a:cubicBezTo>
                <a:cubicBezTo>
                  <a:pt x="2933" y="858"/>
                  <a:pt x="2972" y="911"/>
                  <a:pt x="3008" y="967"/>
                </a:cubicBezTo>
                <a:cubicBezTo>
                  <a:pt x="3253" y="895"/>
                  <a:pt x="3253" y="895"/>
                  <a:pt x="3253" y="895"/>
                </a:cubicBezTo>
                <a:cubicBezTo>
                  <a:pt x="3294" y="966"/>
                  <a:pt x="3330" y="1039"/>
                  <a:pt x="3362" y="1115"/>
                </a:cubicBezTo>
                <a:close/>
                <a:moveTo>
                  <a:pt x="1292" y="3431"/>
                </a:moveTo>
                <a:cubicBezTo>
                  <a:pt x="1292" y="3431"/>
                  <a:pt x="1292" y="3431"/>
                  <a:pt x="1292" y="3431"/>
                </a:cubicBezTo>
                <a:cubicBezTo>
                  <a:pt x="1293" y="3204"/>
                  <a:pt x="1293" y="3204"/>
                  <a:pt x="1293" y="3204"/>
                </a:cubicBezTo>
                <a:cubicBezTo>
                  <a:pt x="1293" y="3204"/>
                  <a:pt x="1293" y="3204"/>
                  <a:pt x="1293" y="3204"/>
                </a:cubicBezTo>
                <a:lnTo>
                  <a:pt x="1292" y="3431"/>
                </a:lnTo>
                <a:close/>
                <a:moveTo>
                  <a:pt x="3035" y="2539"/>
                </a:moveTo>
                <a:cubicBezTo>
                  <a:pt x="3197" y="2715"/>
                  <a:pt x="3197" y="2715"/>
                  <a:pt x="3197" y="2715"/>
                </a:cubicBezTo>
                <a:cubicBezTo>
                  <a:pt x="3201" y="2709"/>
                  <a:pt x="3205" y="2703"/>
                  <a:pt x="3209" y="2697"/>
                </a:cubicBezTo>
                <a:cubicBezTo>
                  <a:pt x="3045" y="2521"/>
                  <a:pt x="3045" y="2521"/>
                  <a:pt x="3045" y="2521"/>
                </a:cubicBezTo>
                <a:cubicBezTo>
                  <a:pt x="3042" y="2527"/>
                  <a:pt x="3039" y="2533"/>
                  <a:pt x="3035" y="2539"/>
                </a:cubicBezTo>
                <a:close/>
                <a:moveTo>
                  <a:pt x="2677" y="2949"/>
                </a:moveTo>
                <a:cubicBezTo>
                  <a:pt x="2762" y="3164"/>
                  <a:pt x="2762" y="3164"/>
                  <a:pt x="2762" y="3164"/>
                </a:cubicBezTo>
                <a:cubicBezTo>
                  <a:pt x="2765" y="3162"/>
                  <a:pt x="2768" y="3160"/>
                  <a:pt x="2771" y="3157"/>
                </a:cubicBezTo>
                <a:cubicBezTo>
                  <a:pt x="2686" y="2941"/>
                  <a:pt x="2686" y="2941"/>
                  <a:pt x="2686" y="2941"/>
                </a:cubicBezTo>
                <a:cubicBezTo>
                  <a:pt x="2683" y="2944"/>
                  <a:pt x="2680" y="2946"/>
                  <a:pt x="2677" y="2949"/>
                </a:cubicBezTo>
                <a:close/>
                <a:moveTo>
                  <a:pt x="2198" y="3204"/>
                </a:moveTo>
                <a:cubicBezTo>
                  <a:pt x="2199" y="3431"/>
                  <a:pt x="2199" y="3431"/>
                  <a:pt x="2199" y="3431"/>
                </a:cubicBezTo>
                <a:cubicBezTo>
                  <a:pt x="2199" y="3431"/>
                  <a:pt x="2199" y="3431"/>
                  <a:pt x="2200" y="3431"/>
                </a:cubicBezTo>
                <a:cubicBezTo>
                  <a:pt x="2198" y="3204"/>
                  <a:pt x="2198" y="3204"/>
                  <a:pt x="2198" y="3204"/>
                </a:cubicBezTo>
                <a:cubicBezTo>
                  <a:pt x="2198" y="3204"/>
                  <a:pt x="2198" y="3204"/>
                  <a:pt x="2198" y="3204"/>
                </a:cubicBezTo>
                <a:close/>
                <a:moveTo>
                  <a:pt x="3223" y="2027"/>
                </a:moveTo>
                <a:cubicBezTo>
                  <a:pt x="3447" y="2136"/>
                  <a:pt x="3447" y="2136"/>
                  <a:pt x="3447" y="2136"/>
                </a:cubicBezTo>
                <a:cubicBezTo>
                  <a:pt x="3449" y="2127"/>
                  <a:pt x="3451" y="2118"/>
                  <a:pt x="3453" y="2109"/>
                </a:cubicBezTo>
                <a:cubicBezTo>
                  <a:pt x="3227" y="1999"/>
                  <a:pt x="3227" y="1999"/>
                  <a:pt x="3227" y="1999"/>
                </a:cubicBezTo>
                <a:cubicBezTo>
                  <a:pt x="3226" y="2008"/>
                  <a:pt x="3225" y="2017"/>
                  <a:pt x="3223" y="2027"/>
                </a:cubicBezTo>
                <a:close/>
                <a:moveTo>
                  <a:pt x="591" y="791"/>
                </a:moveTo>
                <a:cubicBezTo>
                  <a:pt x="552" y="837"/>
                  <a:pt x="516" y="886"/>
                  <a:pt x="484" y="937"/>
                </a:cubicBezTo>
                <a:cubicBezTo>
                  <a:pt x="238" y="866"/>
                  <a:pt x="238" y="866"/>
                  <a:pt x="238" y="866"/>
                </a:cubicBezTo>
                <a:cubicBezTo>
                  <a:pt x="193" y="943"/>
                  <a:pt x="153" y="1024"/>
                  <a:pt x="120" y="1108"/>
                </a:cubicBezTo>
                <a:cubicBezTo>
                  <a:pt x="130" y="1115"/>
                  <a:pt x="130" y="1115"/>
                  <a:pt x="130" y="1115"/>
                </a:cubicBezTo>
                <a:cubicBezTo>
                  <a:pt x="161" y="1039"/>
                  <a:pt x="197" y="966"/>
                  <a:pt x="238" y="895"/>
                </a:cubicBezTo>
                <a:cubicBezTo>
                  <a:pt x="484" y="967"/>
                  <a:pt x="484" y="967"/>
                  <a:pt x="484" y="967"/>
                </a:cubicBezTo>
                <a:cubicBezTo>
                  <a:pt x="519" y="911"/>
                  <a:pt x="559" y="858"/>
                  <a:pt x="601" y="808"/>
                </a:cubicBezTo>
                <a:lnTo>
                  <a:pt x="591" y="791"/>
                </a:lnTo>
                <a:close/>
                <a:moveTo>
                  <a:pt x="661" y="408"/>
                </a:moveTo>
                <a:cubicBezTo>
                  <a:pt x="864" y="563"/>
                  <a:pt x="864" y="563"/>
                  <a:pt x="864" y="563"/>
                </a:cubicBezTo>
                <a:cubicBezTo>
                  <a:pt x="918" y="524"/>
                  <a:pt x="975" y="488"/>
                  <a:pt x="1035" y="456"/>
                </a:cubicBezTo>
                <a:cubicBezTo>
                  <a:pt x="1030" y="429"/>
                  <a:pt x="1030" y="429"/>
                  <a:pt x="1030" y="429"/>
                </a:cubicBezTo>
                <a:cubicBezTo>
                  <a:pt x="972" y="460"/>
                  <a:pt x="917" y="495"/>
                  <a:pt x="864" y="534"/>
                </a:cubicBezTo>
                <a:cubicBezTo>
                  <a:pt x="661" y="378"/>
                  <a:pt x="661" y="378"/>
                  <a:pt x="661" y="378"/>
                </a:cubicBezTo>
                <a:cubicBezTo>
                  <a:pt x="591" y="434"/>
                  <a:pt x="525" y="495"/>
                  <a:pt x="465" y="560"/>
                </a:cubicBezTo>
                <a:cubicBezTo>
                  <a:pt x="476" y="578"/>
                  <a:pt x="476" y="578"/>
                  <a:pt x="476" y="578"/>
                </a:cubicBezTo>
                <a:cubicBezTo>
                  <a:pt x="533" y="517"/>
                  <a:pt x="595" y="460"/>
                  <a:pt x="661" y="408"/>
                </a:cubicBezTo>
                <a:close/>
                <a:moveTo>
                  <a:pt x="319" y="1286"/>
                </a:moveTo>
                <a:cubicBezTo>
                  <a:pt x="302" y="1339"/>
                  <a:pt x="288" y="1393"/>
                  <a:pt x="277" y="1448"/>
                </a:cubicBezTo>
                <a:cubicBezTo>
                  <a:pt x="22" y="1470"/>
                  <a:pt x="22" y="1470"/>
                  <a:pt x="22" y="1470"/>
                </a:cubicBezTo>
                <a:cubicBezTo>
                  <a:pt x="8" y="1559"/>
                  <a:pt x="1" y="1650"/>
                  <a:pt x="0" y="1742"/>
                </a:cubicBezTo>
                <a:cubicBezTo>
                  <a:pt x="1" y="1742"/>
                  <a:pt x="1" y="1742"/>
                  <a:pt x="1" y="1742"/>
                </a:cubicBezTo>
                <a:cubicBezTo>
                  <a:pt x="3" y="1660"/>
                  <a:pt x="10" y="1579"/>
                  <a:pt x="22" y="1500"/>
                </a:cubicBezTo>
                <a:cubicBezTo>
                  <a:pt x="277" y="1478"/>
                  <a:pt x="277" y="1478"/>
                  <a:pt x="277" y="1478"/>
                </a:cubicBezTo>
                <a:cubicBezTo>
                  <a:pt x="290" y="1414"/>
                  <a:pt x="306" y="1352"/>
                  <a:pt x="327" y="1292"/>
                </a:cubicBezTo>
                <a:lnTo>
                  <a:pt x="319" y="1286"/>
                </a:lnTo>
                <a:close/>
                <a:moveTo>
                  <a:pt x="1233" y="106"/>
                </a:moveTo>
                <a:cubicBezTo>
                  <a:pt x="1367" y="325"/>
                  <a:pt x="1367" y="325"/>
                  <a:pt x="1367" y="325"/>
                </a:cubicBezTo>
                <a:cubicBezTo>
                  <a:pt x="1432" y="308"/>
                  <a:pt x="1499" y="295"/>
                  <a:pt x="1567" y="287"/>
                </a:cubicBezTo>
                <a:cubicBezTo>
                  <a:pt x="1613" y="35"/>
                  <a:pt x="1613" y="35"/>
                  <a:pt x="1613" y="35"/>
                </a:cubicBezTo>
                <a:cubicBezTo>
                  <a:pt x="1657" y="31"/>
                  <a:pt x="1701" y="30"/>
                  <a:pt x="1746" y="30"/>
                </a:cubicBezTo>
                <a:cubicBezTo>
                  <a:pt x="1790" y="30"/>
                  <a:pt x="1835" y="31"/>
                  <a:pt x="1878" y="35"/>
                </a:cubicBezTo>
                <a:cubicBezTo>
                  <a:pt x="1924" y="287"/>
                  <a:pt x="1924" y="287"/>
                  <a:pt x="1924" y="287"/>
                </a:cubicBezTo>
                <a:cubicBezTo>
                  <a:pt x="1992" y="295"/>
                  <a:pt x="2059" y="308"/>
                  <a:pt x="2124" y="325"/>
                </a:cubicBezTo>
                <a:cubicBezTo>
                  <a:pt x="2258" y="106"/>
                  <a:pt x="2258" y="106"/>
                  <a:pt x="2258" y="106"/>
                </a:cubicBezTo>
                <a:cubicBezTo>
                  <a:pt x="2342" y="132"/>
                  <a:pt x="2422" y="164"/>
                  <a:pt x="2500" y="201"/>
                </a:cubicBezTo>
                <a:cubicBezTo>
                  <a:pt x="2505" y="174"/>
                  <a:pt x="2505" y="174"/>
                  <a:pt x="2505" y="174"/>
                </a:cubicBezTo>
                <a:cubicBezTo>
                  <a:pt x="2426" y="135"/>
                  <a:pt x="2343" y="103"/>
                  <a:pt x="2258" y="76"/>
                </a:cubicBezTo>
                <a:cubicBezTo>
                  <a:pt x="2124" y="295"/>
                  <a:pt x="2124" y="295"/>
                  <a:pt x="2124" y="295"/>
                </a:cubicBezTo>
                <a:cubicBezTo>
                  <a:pt x="2059" y="278"/>
                  <a:pt x="1992" y="266"/>
                  <a:pt x="1924" y="257"/>
                </a:cubicBezTo>
                <a:cubicBezTo>
                  <a:pt x="1878" y="5"/>
                  <a:pt x="1878" y="5"/>
                  <a:pt x="1878" y="5"/>
                </a:cubicBezTo>
                <a:cubicBezTo>
                  <a:pt x="1835" y="2"/>
                  <a:pt x="1790" y="0"/>
                  <a:pt x="1746" y="0"/>
                </a:cubicBezTo>
                <a:cubicBezTo>
                  <a:pt x="1701" y="0"/>
                  <a:pt x="1657" y="2"/>
                  <a:pt x="1613" y="5"/>
                </a:cubicBezTo>
                <a:cubicBezTo>
                  <a:pt x="1567" y="257"/>
                  <a:pt x="1567" y="257"/>
                  <a:pt x="1567" y="257"/>
                </a:cubicBezTo>
                <a:cubicBezTo>
                  <a:pt x="1499" y="266"/>
                  <a:pt x="1432" y="278"/>
                  <a:pt x="1367" y="295"/>
                </a:cubicBezTo>
                <a:cubicBezTo>
                  <a:pt x="1233" y="76"/>
                  <a:pt x="1233" y="76"/>
                  <a:pt x="1233" y="76"/>
                </a:cubicBezTo>
                <a:cubicBezTo>
                  <a:pt x="1148" y="103"/>
                  <a:pt x="1065" y="135"/>
                  <a:pt x="986" y="174"/>
                </a:cubicBezTo>
                <a:cubicBezTo>
                  <a:pt x="991" y="201"/>
                  <a:pt x="991" y="201"/>
                  <a:pt x="991" y="201"/>
                </a:cubicBezTo>
                <a:cubicBezTo>
                  <a:pt x="1069" y="164"/>
                  <a:pt x="1150" y="132"/>
                  <a:pt x="1233" y="106"/>
                </a:cubicBezTo>
                <a:close/>
              </a:path>
            </a:pathLst>
          </a:custGeom>
          <a:solidFill>
            <a:srgbClr val="96D2F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059" name="Google Shape;1059;p44"/>
          <p:cNvSpPr txBox="1"/>
          <p:nvPr/>
        </p:nvSpPr>
        <p:spPr>
          <a:xfrm>
            <a:off x="8712137" y="7326008"/>
            <a:ext cx="2790000" cy="338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1" lang="en-US" sz="2200">
                <a:solidFill>
                  <a:schemeClr val="dk2"/>
                </a:solidFill>
                <a:latin typeface="Lato"/>
                <a:ea typeface="Lato"/>
                <a:cs typeface="Lato"/>
                <a:sym typeface="Lato"/>
              </a:rPr>
              <a:t>RECURSOS</a:t>
            </a:r>
            <a:endParaRPr b="0" i="0" sz="1400" u="none" cap="none" strike="noStrike">
              <a:solidFill>
                <a:srgbClr val="000000"/>
              </a:solidFill>
              <a:latin typeface="Arial"/>
              <a:ea typeface="Arial"/>
              <a:cs typeface="Arial"/>
              <a:sym typeface="Arial"/>
            </a:endParaRPr>
          </a:p>
        </p:txBody>
      </p:sp>
      <p:sp>
        <p:nvSpPr>
          <p:cNvPr id="1060" name="Google Shape;1060;p44"/>
          <p:cNvSpPr txBox="1"/>
          <p:nvPr/>
        </p:nvSpPr>
        <p:spPr>
          <a:xfrm>
            <a:off x="12967454" y="5935099"/>
            <a:ext cx="2215500" cy="338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1" lang="en-US" sz="2200">
                <a:solidFill>
                  <a:schemeClr val="dk2"/>
                </a:solidFill>
                <a:latin typeface="Lato"/>
                <a:ea typeface="Lato"/>
                <a:cs typeface="Lato"/>
                <a:sym typeface="Lato"/>
              </a:rPr>
              <a:t>EQUIPO</a:t>
            </a:r>
            <a:endParaRPr b="0" i="0" sz="1400" u="none" cap="none" strike="noStrike">
              <a:solidFill>
                <a:srgbClr val="000000"/>
              </a:solidFill>
              <a:latin typeface="Arial"/>
              <a:ea typeface="Arial"/>
              <a:cs typeface="Arial"/>
              <a:sym typeface="Arial"/>
            </a:endParaRPr>
          </a:p>
        </p:txBody>
      </p:sp>
      <p:sp>
        <p:nvSpPr>
          <p:cNvPr id="1061" name="Google Shape;1061;p44"/>
          <p:cNvSpPr txBox="1"/>
          <p:nvPr/>
        </p:nvSpPr>
        <p:spPr>
          <a:xfrm>
            <a:off x="11922863" y="10812473"/>
            <a:ext cx="2790000" cy="338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1" lang="en-US" sz="2200">
                <a:solidFill>
                  <a:schemeClr val="dk2"/>
                </a:solidFill>
                <a:latin typeface="Lato"/>
                <a:ea typeface="Lato"/>
                <a:cs typeface="Lato"/>
                <a:sym typeface="Lato"/>
              </a:rPr>
              <a:t>PROCESOS</a:t>
            </a:r>
            <a:endParaRPr b="0" i="0" sz="1400" u="none" cap="none" strike="noStrike">
              <a:solidFill>
                <a:srgbClr val="000000"/>
              </a:solidFill>
              <a:latin typeface="Arial"/>
              <a:ea typeface="Arial"/>
              <a:cs typeface="Arial"/>
              <a:sym typeface="Arial"/>
            </a:endParaRPr>
          </a:p>
        </p:txBody>
      </p:sp>
      <p:sp>
        <p:nvSpPr>
          <p:cNvPr id="1062" name="Google Shape;1062;p44"/>
          <p:cNvSpPr txBox="1"/>
          <p:nvPr/>
        </p:nvSpPr>
        <p:spPr>
          <a:xfrm>
            <a:off x="1676400" y="6207815"/>
            <a:ext cx="4978500" cy="12843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¿Qué herramientas nos ayudarán a mejorar nuestros procesos para hacerlos mejores y en menos tiempo?</a:t>
            </a:r>
            <a:endParaRPr b="0" i="0" sz="1400" u="none" cap="none" strike="noStrike">
              <a:solidFill>
                <a:srgbClr val="000000"/>
              </a:solidFill>
              <a:latin typeface="Arial"/>
              <a:ea typeface="Arial"/>
              <a:cs typeface="Arial"/>
              <a:sym typeface="Arial"/>
            </a:endParaRPr>
          </a:p>
        </p:txBody>
      </p:sp>
      <p:sp>
        <p:nvSpPr>
          <p:cNvPr id="1063" name="Google Shape;1063;p44"/>
          <p:cNvSpPr txBox="1"/>
          <p:nvPr/>
        </p:nvSpPr>
        <p:spPr>
          <a:xfrm>
            <a:off x="1676400" y="5517460"/>
            <a:ext cx="4978500" cy="5910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Herramientas</a:t>
            </a:r>
            <a:endParaRPr b="0" i="0" sz="1400" u="none" cap="none" strike="noStrike">
              <a:solidFill>
                <a:srgbClr val="000000"/>
              </a:solidFill>
              <a:latin typeface="Arial"/>
              <a:ea typeface="Arial"/>
              <a:cs typeface="Arial"/>
              <a:sym typeface="Arial"/>
            </a:endParaRPr>
          </a:p>
        </p:txBody>
      </p:sp>
      <p:sp>
        <p:nvSpPr>
          <p:cNvPr id="1064" name="Google Shape;1064;p44"/>
          <p:cNvSpPr txBox="1"/>
          <p:nvPr/>
        </p:nvSpPr>
        <p:spPr>
          <a:xfrm>
            <a:off x="16934625" y="5456911"/>
            <a:ext cx="4978500" cy="2706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¿Qué personas necesitamos en nuestro equipo, cuántas horas tendrán que dedicar y qué nivel de conocimientos o formación necesitan? ¿Será suficiente con nuestro equipo? ¿Necesitamos nuevos talentos?</a:t>
            </a:r>
            <a:endParaRPr b="0" i="0" sz="1400" u="none" cap="none" strike="noStrike">
              <a:solidFill>
                <a:srgbClr val="000000"/>
              </a:solidFill>
              <a:latin typeface="Arial"/>
              <a:ea typeface="Arial"/>
              <a:cs typeface="Arial"/>
              <a:sym typeface="Arial"/>
            </a:endParaRPr>
          </a:p>
        </p:txBody>
      </p:sp>
      <p:sp>
        <p:nvSpPr>
          <p:cNvPr id="1065" name="Google Shape;1065;p44"/>
          <p:cNvSpPr txBox="1"/>
          <p:nvPr/>
        </p:nvSpPr>
        <p:spPr>
          <a:xfrm>
            <a:off x="16934617" y="4233134"/>
            <a:ext cx="49785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Personas, horas y conocimientos</a:t>
            </a:r>
            <a:endParaRPr b="0" i="0" sz="1400" u="none" cap="none" strike="noStrike">
              <a:solidFill>
                <a:srgbClr val="000000"/>
              </a:solidFill>
              <a:latin typeface="Arial"/>
              <a:ea typeface="Arial"/>
              <a:cs typeface="Arial"/>
              <a:sym typeface="Arial"/>
            </a:endParaRPr>
          </a:p>
        </p:txBody>
      </p:sp>
      <p:sp>
        <p:nvSpPr>
          <p:cNvPr id="1066" name="Google Shape;1066;p44"/>
          <p:cNvSpPr txBox="1"/>
          <p:nvPr/>
        </p:nvSpPr>
        <p:spPr>
          <a:xfrm>
            <a:off x="16663300" y="9969061"/>
            <a:ext cx="4978500" cy="3073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¿Cómo podemos mejorar los procesos internos? ¿Cómo organizar la implementación de acciones? ¿Por equipos, responsabilidades, objetivos, incentivos…? ¿Cómo vamos a gestionar la comunicación interna?</a:t>
            </a:r>
            <a:endParaRPr b="0" i="0" sz="1400" u="none" cap="none" strike="noStrike">
              <a:solidFill>
                <a:srgbClr val="000000"/>
              </a:solidFill>
              <a:latin typeface="Arial"/>
              <a:ea typeface="Arial"/>
              <a:cs typeface="Arial"/>
              <a:sym typeface="Arial"/>
            </a:endParaRPr>
          </a:p>
        </p:txBody>
      </p:sp>
      <p:sp>
        <p:nvSpPr>
          <p:cNvPr id="1067" name="Google Shape;1067;p44"/>
          <p:cNvSpPr txBox="1"/>
          <p:nvPr/>
        </p:nvSpPr>
        <p:spPr>
          <a:xfrm>
            <a:off x="16663311" y="8821531"/>
            <a:ext cx="49785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Acciones, organización y comunicación interna</a:t>
            </a:r>
            <a:endParaRPr b="0" i="0" sz="1400" u="none" cap="none" strike="noStrike">
              <a:solidFill>
                <a:srgbClr val="000000"/>
              </a:solidFill>
              <a:latin typeface="Arial"/>
              <a:ea typeface="Arial"/>
              <a:cs typeface="Arial"/>
              <a:sym typeface="Arial"/>
            </a:endParaRPr>
          </a:p>
        </p:txBody>
      </p:sp>
      <p:sp>
        <p:nvSpPr>
          <p:cNvPr id="1068" name="Google Shape;1068;p44"/>
          <p:cNvSpPr/>
          <p:nvPr/>
        </p:nvSpPr>
        <p:spPr>
          <a:xfrm>
            <a:off x="13592175" y="4668838"/>
            <a:ext cx="1019173" cy="1149349"/>
          </a:xfrm>
          <a:custGeom>
            <a:rect b="b" l="l" r="r" t="t"/>
            <a:pathLst>
              <a:path extrusionOk="0" h="2057" w="1826">
                <a:moveTo>
                  <a:pt x="1664" y="1300"/>
                </a:moveTo>
                <a:cubicBezTo>
                  <a:pt x="1620" y="1300"/>
                  <a:pt x="1579" y="1317"/>
                  <a:pt x="1549" y="1347"/>
                </a:cubicBezTo>
                <a:cubicBezTo>
                  <a:pt x="1548" y="1348"/>
                  <a:pt x="1547" y="1350"/>
                  <a:pt x="1545" y="1351"/>
                </a:cubicBezTo>
                <a:cubicBezTo>
                  <a:pt x="1397" y="1266"/>
                  <a:pt x="1397" y="1266"/>
                  <a:pt x="1397" y="1266"/>
                </a:cubicBezTo>
                <a:cubicBezTo>
                  <a:pt x="1397" y="792"/>
                  <a:pt x="1397" y="792"/>
                  <a:pt x="1397" y="792"/>
                </a:cubicBezTo>
                <a:cubicBezTo>
                  <a:pt x="1545" y="706"/>
                  <a:pt x="1545" y="706"/>
                  <a:pt x="1545" y="706"/>
                </a:cubicBezTo>
                <a:cubicBezTo>
                  <a:pt x="1546" y="707"/>
                  <a:pt x="1547" y="709"/>
                  <a:pt x="1549" y="710"/>
                </a:cubicBezTo>
                <a:cubicBezTo>
                  <a:pt x="1579" y="741"/>
                  <a:pt x="1620" y="758"/>
                  <a:pt x="1664" y="758"/>
                </a:cubicBezTo>
                <a:cubicBezTo>
                  <a:pt x="1707" y="758"/>
                  <a:pt x="1748" y="741"/>
                  <a:pt x="1778" y="710"/>
                </a:cubicBezTo>
                <a:cubicBezTo>
                  <a:pt x="1809" y="680"/>
                  <a:pt x="1826" y="639"/>
                  <a:pt x="1826" y="595"/>
                </a:cubicBezTo>
                <a:cubicBezTo>
                  <a:pt x="1826" y="552"/>
                  <a:pt x="1809" y="511"/>
                  <a:pt x="1778" y="481"/>
                </a:cubicBezTo>
                <a:cubicBezTo>
                  <a:pt x="1748" y="450"/>
                  <a:pt x="1707" y="433"/>
                  <a:pt x="1664" y="433"/>
                </a:cubicBezTo>
                <a:cubicBezTo>
                  <a:pt x="1664" y="433"/>
                  <a:pt x="1664" y="433"/>
                  <a:pt x="1663" y="433"/>
                </a:cubicBezTo>
                <a:cubicBezTo>
                  <a:pt x="1620" y="433"/>
                  <a:pt x="1579" y="450"/>
                  <a:pt x="1549" y="481"/>
                </a:cubicBezTo>
                <a:cubicBezTo>
                  <a:pt x="1539" y="490"/>
                  <a:pt x="1531" y="501"/>
                  <a:pt x="1523" y="514"/>
                </a:cubicBezTo>
                <a:cubicBezTo>
                  <a:pt x="1500" y="553"/>
                  <a:pt x="1496" y="600"/>
                  <a:pt x="1509" y="642"/>
                </a:cubicBezTo>
                <a:cubicBezTo>
                  <a:pt x="1360" y="728"/>
                  <a:pt x="1360" y="728"/>
                  <a:pt x="1360" y="728"/>
                </a:cubicBezTo>
                <a:cubicBezTo>
                  <a:pt x="950" y="491"/>
                  <a:pt x="950" y="491"/>
                  <a:pt x="950" y="491"/>
                </a:cubicBezTo>
                <a:cubicBezTo>
                  <a:pt x="950" y="320"/>
                  <a:pt x="950" y="320"/>
                  <a:pt x="950" y="320"/>
                </a:cubicBezTo>
                <a:cubicBezTo>
                  <a:pt x="993" y="310"/>
                  <a:pt x="1031" y="283"/>
                  <a:pt x="1054" y="243"/>
                </a:cubicBezTo>
                <a:cubicBezTo>
                  <a:pt x="1068" y="219"/>
                  <a:pt x="1075" y="191"/>
                  <a:pt x="1075" y="162"/>
                </a:cubicBezTo>
                <a:cubicBezTo>
                  <a:pt x="1075" y="73"/>
                  <a:pt x="1003" y="0"/>
                  <a:pt x="913" y="0"/>
                </a:cubicBezTo>
                <a:cubicBezTo>
                  <a:pt x="823" y="0"/>
                  <a:pt x="751" y="73"/>
                  <a:pt x="751" y="162"/>
                </a:cubicBezTo>
                <a:cubicBezTo>
                  <a:pt x="751" y="191"/>
                  <a:pt x="758" y="219"/>
                  <a:pt x="772" y="243"/>
                </a:cubicBezTo>
                <a:cubicBezTo>
                  <a:pt x="795" y="283"/>
                  <a:pt x="833" y="310"/>
                  <a:pt x="876" y="320"/>
                </a:cubicBezTo>
                <a:cubicBezTo>
                  <a:pt x="876" y="491"/>
                  <a:pt x="876" y="491"/>
                  <a:pt x="876" y="491"/>
                </a:cubicBezTo>
                <a:cubicBezTo>
                  <a:pt x="465" y="728"/>
                  <a:pt x="465" y="728"/>
                  <a:pt x="465" y="728"/>
                </a:cubicBezTo>
                <a:cubicBezTo>
                  <a:pt x="317" y="646"/>
                  <a:pt x="317" y="646"/>
                  <a:pt x="317" y="646"/>
                </a:cubicBezTo>
                <a:cubicBezTo>
                  <a:pt x="331" y="602"/>
                  <a:pt x="326" y="554"/>
                  <a:pt x="303" y="514"/>
                </a:cubicBezTo>
                <a:cubicBezTo>
                  <a:pt x="295" y="501"/>
                  <a:pt x="287" y="490"/>
                  <a:pt x="277" y="481"/>
                </a:cubicBezTo>
                <a:cubicBezTo>
                  <a:pt x="247" y="450"/>
                  <a:pt x="206" y="433"/>
                  <a:pt x="163" y="433"/>
                </a:cubicBezTo>
                <a:cubicBezTo>
                  <a:pt x="162" y="433"/>
                  <a:pt x="162" y="433"/>
                  <a:pt x="162" y="433"/>
                </a:cubicBezTo>
                <a:cubicBezTo>
                  <a:pt x="119" y="433"/>
                  <a:pt x="78" y="450"/>
                  <a:pt x="48" y="481"/>
                </a:cubicBezTo>
                <a:cubicBezTo>
                  <a:pt x="17" y="511"/>
                  <a:pt x="0" y="552"/>
                  <a:pt x="0" y="595"/>
                </a:cubicBezTo>
                <a:cubicBezTo>
                  <a:pt x="0" y="639"/>
                  <a:pt x="17" y="680"/>
                  <a:pt x="48" y="710"/>
                </a:cubicBezTo>
                <a:cubicBezTo>
                  <a:pt x="78" y="741"/>
                  <a:pt x="119" y="758"/>
                  <a:pt x="162" y="758"/>
                </a:cubicBezTo>
                <a:cubicBezTo>
                  <a:pt x="206" y="758"/>
                  <a:pt x="247" y="741"/>
                  <a:pt x="277" y="710"/>
                </a:cubicBezTo>
                <a:cubicBezTo>
                  <a:pt x="278" y="710"/>
                  <a:pt x="278" y="709"/>
                  <a:pt x="278" y="709"/>
                </a:cubicBezTo>
                <a:cubicBezTo>
                  <a:pt x="429" y="792"/>
                  <a:pt x="429" y="792"/>
                  <a:pt x="429" y="792"/>
                </a:cubicBezTo>
                <a:cubicBezTo>
                  <a:pt x="429" y="1266"/>
                  <a:pt x="429" y="1266"/>
                  <a:pt x="429" y="1266"/>
                </a:cubicBezTo>
                <a:cubicBezTo>
                  <a:pt x="281" y="1351"/>
                  <a:pt x="281" y="1351"/>
                  <a:pt x="281" y="1351"/>
                </a:cubicBezTo>
                <a:cubicBezTo>
                  <a:pt x="280" y="1350"/>
                  <a:pt x="279" y="1348"/>
                  <a:pt x="277" y="1347"/>
                </a:cubicBezTo>
                <a:cubicBezTo>
                  <a:pt x="247" y="1317"/>
                  <a:pt x="206" y="1300"/>
                  <a:pt x="162" y="1300"/>
                </a:cubicBezTo>
                <a:cubicBezTo>
                  <a:pt x="119" y="1300"/>
                  <a:pt x="78" y="1317"/>
                  <a:pt x="48" y="1347"/>
                </a:cubicBezTo>
                <a:cubicBezTo>
                  <a:pt x="17" y="1378"/>
                  <a:pt x="0" y="1418"/>
                  <a:pt x="0" y="1462"/>
                </a:cubicBezTo>
                <a:cubicBezTo>
                  <a:pt x="0" y="1505"/>
                  <a:pt x="17" y="1546"/>
                  <a:pt x="48" y="1577"/>
                </a:cubicBezTo>
                <a:cubicBezTo>
                  <a:pt x="79" y="1608"/>
                  <a:pt x="121" y="1624"/>
                  <a:pt x="162" y="1624"/>
                </a:cubicBezTo>
                <a:cubicBezTo>
                  <a:pt x="204" y="1624"/>
                  <a:pt x="246" y="1608"/>
                  <a:pt x="277" y="1577"/>
                </a:cubicBezTo>
                <a:cubicBezTo>
                  <a:pt x="288" y="1567"/>
                  <a:pt x="296" y="1555"/>
                  <a:pt x="303" y="1543"/>
                </a:cubicBezTo>
                <a:cubicBezTo>
                  <a:pt x="326" y="1504"/>
                  <a:pt x="330" y="1457"/>
                  <a:pt x="318" y="1415"/>
                </a:cubicBezTo>
                <a:cubicBezTo>
                  <a:pt x="466" y="1329"/>
                  <a:pt x="466" y="1329"/>
                  <a:pt x="466" y="1329"/>
                </a:cubicBezTo>
                <a:cubicBezTo>
                  <a:pt x="876" y="1567"/>
                  <a:pt x="876" y="1567"/>
                  <a:pt x="876" y="1567"/>
                </a:cubicBezTo>
                <a:cubicBezTo>
                  <a:pt x="876" y="1738"/>
                  <a:pt x="876" y="1738"/>
                  <a:pt x="876" y="1738"/>
                </a:cubicBezTo>
                <a:cubicBezTo>
                  <a:pt x="833" y="1748"/>
                  <a:pt x="795" y="1775"/>
                  <a:pt x="772" y="1814"/>
                </a:cubicBezTo>
                <a:cubicBezTo>
                  <a:pt x="758" y="1839"/>
                  <a:pt x="751" y="1867"/>
                  <a:pt x="751" y="1895"/>
                </a:cubicBezTo>
                <a:cubicBezTo>
                  <a:pt x="751" y="1985"/>
                  <a:pt x="823" y="2057"/>
                  <a:pt x="913" y="2057"/>
                </a:cubicBezTo>
                <a:cubicBezTo>
                  <a:pt x="1003" y="2057"/>
                  <a:pt x="1075" y="1985"/>
                  <a:pt x="1075" y="1895"/>
                </a:cubicBezTo>
                <a:cubicBezTo>
                  <a:pt x="1075" y="1867"/>
                  <a:pt x="1068" y="1839"/>
                  <a:pt x="1054" y="1814"/>
                </a:cubicBezTo>
                <a:cubicBezTo>
                  <a:pt x="1031" y="1775"/>
                  <a:pt x="993" y="1748"/>
                  <a:pt x="950" y="1738"/>
                </a:cubicBezTo>
                <a:cubicBezTo>
                  <a:pt x="950" y="1567"/>
                  <a:pt x="950" y="1567"/>
                  <a:pt x="950" y="1567"/>
                </a:cubicBezTo>
                <a:cubicBezTo>
                  <a:pt x="1360" y="1329"/>
                  <a:pt x="1360" y="1329"/>
                  <a:pt x="1360" y="1329"/>
                </a:cubicBezTo>
                <a:cubicBezTo>
                  <a:pt x="1509" y="1415"/>
                  <a:pt x="1509" y="1415"/>
                  <a:pt x="1509" y="1415"/>
                </a:cubicBezTo>
                <a:cubicBezTo>
                  <a:pt x="1496" y="1457"/>
                  <a:pt x="1500" y="1504"/>
                  <a:pt x="1523" y="1543"/>
                </a:cubicBezTo>
                <a:cubicBezTo>
                  <a:pt x="1530" y="1555"/>
                  <a:pt x="1538" y="1567"/>
                  <a:pt x="1549" y="1577"/>
                </a:cubicBezTo>
                <a:cubicBezTo>
                  <a:pt x="1580" y="1608"/>
                  <a:pt x="1622" y="1624"/>
                  <a:pt x="1663" y="1624"/>
                </a:cubicBezTo>
                <a:cubicBezTo>
                  <a:pt x="1705" y="1624"/>
                  <a:pt x="1746" y="1608"/>
                  <a:pt x="1778" y="1577"/>
                </a:cubicBezTo>
                <a:cubicBezTo>
                  <a:pt x="1809" y="1546"/>
                  <a:pt x="1826" y="1505"/>
                  <a:pt x="1826" y="1462"/>
                </a:cubicBezTo>
                <a:cubicBezTo>
                  <a:pt x="1826" y="1418"/>
                  <a:pt x="1809" y="1378"/>
                  <a:pt x="1778" y="1348"/>
                </a:cubicBezTo>
                <a:cubicBezTo>
                  <a:pt x="1748" y="1317"/>
                  <a:pt x="1707" y="1300"/>
                  <a:pt x="1664" y="1300"/>
                </a:cubicBezTo>
                <a:close/>
                <a:moveTo>
                  <a:pt x="1586" y="551"/>
                </a:moveTo>
                <a:cubicBezTo>
                  <a:pt x="1591" y="544"/>
                  <a:pt x="1595" y="538"/>
                  <a:pt x="1601" y="533"/>
                </a:cubicBezTo>
                <a:cubicBezTo>
                  <a:pt x="1617" y="516"/>
                  <a:pt x="1640" y="507"/>
                  <a:pt x="1663" y="507"/>
                </a:cubicBezTo>
                <a:cubicBezTo>
                  <a:pt x="1664" y="507"/>
                  <a:pt x="1664" y="507"/>
                  <a:pt x="1664" y="507"/>
                </a:cubicBezTo>
                <a:cubicBezTo>
                  <a:pt x="1687" y="507"/>
                  <a:pt x="1709" y="516"/>
                  <a:pt x="1726" y="533"/>
                </a:cubicBezTo>
                <a:cubicBezTo>
                  <a:pt x="1743" y="549"/>
                  <a:pt x="1752" y="572"/>
                  <a:pt x="1752" y="595"/>
                </a:cubicBezTo>
                <a:cubicBezTo>
                  <a:pt x="1752" y="619"/>
                  <a:pt x="1743" y="641"/>
                  <a:pt x="1726" y="658"/>
                </a:cubicBezTo>
                <a:cubicBezTo>
                  <a:pt x="1726" y="658"/>
                  <a:pt x="1726" y="658"/>
                  <a:pt x="1726" y="658"/>
                </a:cubicBezTo>
                <a:cubicBezTo>
                  <a:pt x="1693" y="692"/>
                  <a:pt x="1634" y="692"/>
                  <a:pt x="1601" y="658"/>
                </a:cubicBezTo>
                <a:cubicBezTo>
                  <a:pt x="1595" y="653"/>
                  <a:pt x="1590" y="647"/>
                  <a:pt x="1587" y="640"/>
                </a:cubicBezTo>
                <a:cubicBezTo>
                  <a:pt x="1571" y="612"/>
                  <a:pt x="1571" y="578"/>
                  <a:pt x="1586" y="551"/>
                </a:cubicBezTo>
                <a:close/>
                <a:moveTo>
                  <a:pt x="836" y="207"/>
                </a:moveTo>
                <a:cubicBezTo>
                  <a:pt x="828" y="193"/>
                  <a:pt x="824" y="178"/>
                  <a:pt x="824" y="162"/>
                </a:cubicBezTo>
                <a:cubicBezTo>
                  <a:pt x="824" y="113"/>
                  <a:pt x="864" y="73"/>
                  <a:pt x="913" y="73"/>
                </a:cubicBezTo>
                <a:cubicBezTo>
                  <a:pt x="962" y="73"/>
                  <a:pt x="1002" y="113"/>
                  <a:pt x="1002" y="162"/>
                </a:cubicBezTo>
                <a:cubicBezTo>
                  <a:pt x="1002" y="178"/>
                  <a:pt x="998" y="193"/>
                  <a:pt x="990" y="207"/>
                </a:cubicBezTo>
                <a:cubicBezTo>
                  <a:pt x="974" y="234"/>
                  <a:pt x="945" y="251"/>
                  <a:pt x="913" y="251"/>
                </a:cubicBezTo>
                <a:cubicBezTo>
                  <a:pt x="881" y="251"/>
                  <a:pt x="852" y="234"/>
                  <a:pt x="836" y="207"/>
                </a:cubicBezTo>
                <a:close/>
                <a:moveTo>
                  <a:pt x="238" y="642"/>
                </a:moveTo>
                <a:cubicBezTo>
                  <a:pt x="235" y="648"/>
                  <a:pt x="230" y="653"/>
                  <a:pt x="225" y="658"/>
                </a:cubicBezTo>
                <a:cubicBezTo>
                  <a:pt x="192" y="692"/>
                  <a:pt x="133" y="692"/>
                  <a:pt x="100" y="658"/>
                </a:cubicBezTo>
                <a:cubicBezTo>
                  <a:pt x="83" y="641"/>
                  <a:pt x="74" y="619"/>
                  <a:pt x="74" y="595"/>
                </a:cubicBezTo>
                <a:cubicBezTo>
                  <a:pt x="74" y="572"/>
                  <a:pt x="83" y="550"/>
                  <a:pt x="100" y="533"/>
                </a:cubicBezTo>
                <a:cubicBezTo>
                  <a:pt x="117" y="516"/>
                  <a:pt x="139" y="507"/>
                  <a:pt x="162" y="507"/>
                </a:cubicBezTo>
                <a:cubicBezTo>
                  <a:pt x="162" y="507"/>
                  <a:pt x="162" y="507"/>
                  <a:pt x="163" y="507"/>
                </a:cubicBezTo>
                <a:cubicBezTo>
                  <a:pt x="186" y="507"/>
                  <a:pt x="209" y="516"/>
                  <a:pt x="225" y="533"/>
                </a:cubicBezTo>
                <a:cubicBezTo>
                  <a:pt x="231" y="538"/>
                  <a:pt x="235" y="544"/>
                  <a:pt x="240" y="551"/>
                </a:cubicBezTo>
                <a:cubicBezTo>
                  <a:pt x="256" y="579"/>
                  <a:pt x="255" y="614"/>
                  <a:pt x="238" y="642"/>
                </a:cubicBezTo>
                <a:close/>
                <a:moveTo>
                  <a:pt x="239" y="1506"/>
                </a:moveTo>
                <a:cubicBezTo>
                  <a:pt x="239" y="1507"/>
                  <a:pt x="239" y="1507"/>
                  <a:pt x="239" y="1507"/>
                </a:cubicBezTo>
                <a:cubicBezTo>
                  <a:pt x="236" y="1513"/>
                  <a:pt x="231" y="1519"/>
                  <a:pt x="226" y="1525"/>
                </a:cubicBezTo>
                <a:cubicBezTo>
                  <a:pt x="191" y="1559"/>
                  <a:pt x="134" y="1559"/>
                  <a:pt x="100" y="1525"/>
                </a:cubicBezTo>
                <a:cubicBezTo>
                  <a:pt x="83" y="1508"/>
                  <a:pt x="74" y="1486"/>
                  <a:pt x="74" y="1462"/>
                </a:cubicBezTo>
                <a:cubicBezTo>
                  <a:pt x="74" y="1438"/>
                  <a:pt x="83" y="1416"/>
                  <a:pt x="100" y="1399"/>
                </a:cubicBezTo>
                <a:cubicBezTo>
                  <a:pt x="117" y="1382"/>
                  <a:pt x="139" y="1373"/>
                  <a:pt x="162" y="1373"/>
                </a:cubicBezTo>
                <a:cubicBezTo>
                  <a:pt x="186" y="1373"/>
                  <a:pt x="209" y="1383"/>
                  <a:pt x="226" y="1400"/>
                </a:cubicBezTo>
                <a:cubicBezTo>
                  <a:pt x="231" y="1405"/>
                  <a:pt x="236" y="1411"/>
                  <a:pt x="239" y="1417"/>
                </a:cubicBezTo>
                <a:cubicBezTo>
                  <a:pt x="255" y="1445"/>
                  <a:pt x="255" y="1479"/>
                  <a:pt x="239" y="1506"/>
                </a:cubicBezTo>
                <a:close/>
                <a:moveTo>
                  <a:pt x="990" y="1851"/>
                </a:moveTo>
                <a:cubicBezTo>
                  <a:pt x="998" y="1865"/>
                  <a:pt x="1002" y="1880"/>
                  <a:pt x="1002" y="1895"/>
                </a:cubicBezTo>
                <a:cubicBezTo>
                  <a:pt x="1002" y="1944"/>
                  <a:pt x="962" y="1984"/>
                  <a:pt x="913" y="1984"/>
                </a:cubicBezTo>
                <a:cubicBezTo>
                  <a:pt x="864" y="1984"/>
                  <a:pt x="824" y="1944"/>
                  <a:pt x="824" y="1895"/>
                </a:cubicBezTo>
                <a:cubicBezTo>
                  <a:pt x="824" y="1880"/>
                  <a:pt x="828" y="1865"/>
                  <a:pt x="836" y="1851"/>
                </a:cubicBezTo>
                <a:cubicBezTo>
                  <a:pt x="852" y="1824"/>
                  <a:pt x="881" y="1806"/>
                  <a:pt x="913" y="1806"/>
                </a:cubicBezTo>
                <a:cubicBezTo>
                  <a:pt x="945" y="1806"/>
                  <a:pt x="974" y="1824"/>
                  <a:pt x="990" y="1851"/>
                </a:cubicBezTo>
                <a:close/>
                <a:moveTo>
                  <a:pt x="1324" y="1266"/>
                </a:moveTo>
                <a:cubicBezTo>
                  <a:pt x="913" y="1503"/>
                  <a:pt x="913" y="1503"/>
                  <a:pt x="913" y="1503"/>
                </a:cubicBezTo>
                <a:cubicBezTo>
                  <a:pt x="502" y="1266"/>
                  <a:pt x="502" y="1266"/>
                  <a:pt x="502" y="1266"/>
                </a:cubicBezTo>
                <a:cubicBezTo>
                  <a:pt x="502" y="792"/>
                  <a:pt x="502" y="792"/>
                  <a:pt x="502" y="792"/>
                </a:cubicBezTo>
                <a:cubicBezTo>
                  <a:pt x="913" y="554"/>
                  <a:pt x="913" y="554"/>
                  <a:pt x="913" y="554"/>
                </a:cubicBezTo>
                <a:cubicBezTo>
                  <a:pt x="1324" y="792"/>
                  <a:pt x="1324" y="792"/>
                  <a:pt x="1324" y="792"/>
                </a:cubicBezTo>
                <a:lnTo>
                  <a:pt x="1324" y="1266"/>
                </a:lnTo>
                <a:close/>
                <a:moveTo>
                  <a:pt x="1726" y="1525"/>
                </a:moveTo>
                <a:cubicBezTo>
                  <a:pt x="1692" y="1559"/>
                  <a:pt x="1635" y="1559"/>
                  <a:pt x="1601" y="1525"/>
                </a:cubicBezTo>
                <a:cubicBezTo>
                  <a:pt x="1595" y="1519"/>
                  <a:pt x="1590" y="1513"/>
                  <a:pt x="1587" y="1506"/>
                </a:cubicBezTo>
                <a:cubicBezTo>
                  <a:pt x="1571" y="1479"/>
                  <a:pt x="1571" y="1445"/>
                  <a:pt x="1587" y="1417"/>
                </a:cubicBezTo>
                <a:cubicBezTo>
                  <a:pt x="1590" y="1411"/>
                  <a:pt x="1595" y="1405"/>
                  <a:pt x="1601" y="1399"/>
                </a:cubicBezTo>
                <a:cubicBezTo>
                  <a:pt x="1617" y="1383"/>
                  <a:pt x="1640" y="1373"/>
                  <a:pt x="1664" y="1373"/>
                </a:cubicBezTo>
                <a:cubicBezTo>
                  <a:pt x="1687" y="1373"/>
                  <a:pt x="1710" y="1383"/>
                  <a:pt x="1726" y="1399"/>
                </a:cubicBezTo>
                <a:cubicBezTo>
                  <a:pt x="1743" y="1416"/>
                  <a:pt x="1752" y="1438"/>
                  <a:pt x="1752" y="1462"/>
                </a:cubicBezTo>
                <a:cubicBezTo>
                  <a:pt x="1752" y="1486"/>
                  <a:pt x="1743" y="1508"/>
                  <a:pt x="1726" y="1525"/>
                </a:cubicBezTo>
                <a:close/>
                <a:moveTo>
                  <a:pt x="684" y="896"/>
                </a:moveTo>
                <a:cubicBezTo>
                  <a:pt x="684" y="1161"/>
                  <a:pt x="684" y="1161"/>
                  <a:pt x="684" y="1161"/>
                </a:cubicBezTo>
                <a:cubicBezTo>
                  <a:pt x="913" y="1293"/>
                  <a:pt x="913" y="1293"/>
                  <a:pt x="913" y="1293"/>
                </a:cubicBezTo>
                <a:cubicBezTo>
                  <a:pt x="1142" y="1161"/>
                  <a:pt x="1142" y="1161"/>
                  <a:pt x="1142" y="1161"/>
                </a:cubicBezTo>
                <a:cubicBezTo>
                  <a:pt x="1142" y="896"/>
                  <a:pt x="1142" y="896"/>
                  <a:pt x="1142" y="896"/>
                </a:cubicBezTo>
                <a:cubicBezTo>
                  <a:pt x="913" y="764"/>
                  <a:pt x="913" y="764"/>
                  <a:pt x="913" y="764"/>
                </a:cubicBezTo>
                <a:lnTo>
                  <a:pt x="684" y="896"/>
                </a:lnTo>
                <a:close/>
                <a:moveTo>
                  <a:pt x="1069" y="1119"/>
                </a:moveTo>
                <a:cubicBezTo>
                  <a:pt x="913" y="1209"/>
                  <a:pt x="913" y="1209"/>
                  <a:pt x="913" y="1209"/>
                </a:cubicBezTo>
                <a:cubicBezTo>
                  <a:pt x="757" y="1119"/>
                  <a:pt x="757" y="1119"/>
                  <a:pt x="757" y="1119"/>
                </a:cubicBezTo>
                <a:cubicBezTo>
                  <a:pt x="757" y="939"/>
                  <a:pt x="757" y="939"/>
                  <a:pt x="757" y="939"/>
                </a:cubicBezTo>
                <a:cubicBezTo>
                  <a:pt x="913" y="849"/>
                  <a:pt x="913" y="849"/>
                  <a:pt x="913" y="849"/>
                </a:cubicBezTo>
                <a:cubicBezTo>
                  <a:pt x="1069" y="939"/>
                  <a:pt x="1069" y="939"/>
                  <a:pt x="1069" y="939"/>
                </a:cubicBezTo>
                <a:lnTo>
                  <a:pt x="1069" y="1119"/>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069" name="Google Shape;1069;p44"/>
          <p:cNvSpPr/>
          <p:nvPr/>
        </p:nvSpPr>
        <p:spPr>
          <a:xfrm>
            <a:off x="9675813" y="6148388"/>
            <a:ext cx="896938" cy="1009651"/>
          </a:xfrm>
          <a:custGeom>
            <a:rect b="b" l="l" r="r" t="t"/>
            <a:pathLst>
              <a:path extrusionOk="0" h="1991" w="1767">
                <a:moveTo>
                  <a:pt x="1678" y="604"/>
                </a:moveTo>
                <a:cubicBezTo>
                  <a:pt x="1677" y="585"/>
                  <a:pt x="1661" y="570"/>
                  <a:pt x="1642" y="570"/>
                </a:cubicBezTo>
                <a:cubicBezTo>
                  <a:pt x="1550" y="570"/>
                  <a:pt x="1550" y="570"/>
                  <a:pt x="1550" y="570"/>
                </a:cubicBezTo>
                <a:cubicBezTo>
                  <a:pt x="1550" y="263"/>
                  <a:pt x="1550" y="263"/>
                  <a:pt x="1550" y="263"/>
                </a:cubicBezTo>
                <a:cubicBezTo>
                  <a:pt x="1581" y="263"/>
                  <a:pt x="1581" y="263"/>
                  <a:pt x="1581" y="263"/>
                </a:cubicBezTo>
                <a:cubicBezTo>
                  <a:pt x="1601" y="263"/>
                  <a:pt x="1618" y="246"/>
                  <a:pt x="1618" y="226"/>
                </a:cubicBezTo>
                <a:cubicBezTo>
                  <a:pt x="1618" y="37"/>
                  <a:pt x="1618" y="37"/>
                  <a:pt x="1618" y="37"/>
                </a:cubicBezTo>
                <a:cubicBezTo>
                  <a:pt x="1618" y="17"/>
                  <a:pt x="1601" y="0"/>
                  <a:pt x="1581" y="0"/>
                </a:cubicBezTo>
                <a:cubicBezTo>
                  <a:pt x="1144" y="0"/>
                  <a:pt x="1144" y="0"/>
                  <a:pt x="1144" y="0"/>
                </a:cubicBezTo>
                <a:cubicBezTo>
                  <a:pt x="1124" y="0"/>
                  <a:pt x="1108" y="17"/>
                  <a:pt x="1108" y="37"/>
                </a:cubicBezTo>
                <a:cubicBezTo>
                  <a:pt x="1108" y="226"/>
                  <a:pt x="1108" y="226"/>
                  <a:pt x="1108" y="226"/>
                </a:cubicBezTo>
                <a:cubicBezTo>
                  <a:pt x="1108" y="246"/>
                  <a:pt x="1124" y="263"/>
                  <a:pt x="1144" y="263"/>
                </a:cubicBezTo>
                <a:cubicBezTo>
                  <a:pt x="1176" y="263"/>
                  <a:pt x="1176" y="263"/>
                  <a:pt x="1176" y="263"/>
                </a:cubicBezTo>
                <a:cubicBezTo>
                  <a:pt x="1176" y="570"/>
                  <a:pt x="1176" y="570"/>
                  <a:pt x="1176" y="570"/>
                </a:cubicBezTo>
                <a:cubicBezTo>
                  <a:pt x="1083" y="570"/>
                  <a:pt x="1083" y="570"/>
                  <a:pt x="1083" y="570"/>
                </a:cubicBezTo>
                <a:cubicBezTo>
                  <a:pt x="1064" y="570"/>
                  <a:pt x="1048" y="585"/>
                  <a:pt x="1047" y="604"/>
                </a:cubicBezTo>
                <a:cubicBezTo>
                  <a:pt x="1037" y="754"/>
                  <a:pt x="1037" y="754"/>
                  <a:pt x="1037" y="754"/>
                </a:cubicBezTo>
                <a:cubicBezTo>
                  <a:pt x="729" y="754"/>
                  <a:pt x="729" y="754"/>
                  <a:pt x="729" y="754"/>
                </a:cubicBezTo>
                <a:cubicBezTo>
                  <a:pt x="719" y="604"/>
                  <a:pt x="719" y="604"/>
                  <a:pt x="719" y="604"/>
                </a:cubicBezTo>
                <a:cubicBezTo>
                  <a:pt x="718" y="585"/>
                  <a:pt x="702" y="570"/>
                  <a:pt x="683" y="570"/>
                </a:cubicBezTo>
                <a:cubicBezTo>
                  <a:pt x="591" y="570"/>
                  <a:pt x="591" y="570"/>
                  <a:pt x="591" y="570"/>
                </a:cubicBezTo>
                <a:cubicBezTo>
                  <a:pt x="591" y="263"/>
                  <a:pt x="591" y="263"/>
                  <a:pt x="591" y="263"/>
                </a:cubicBezTo>
                <a:cubicBezTo>
                  <a:pt x="622" y="263"/>
                  <a:pt x="622" y="263"/>
                  <a:pt x="622" y="263"/>
                </a:cubicBezTo>
                <a:cubicBezTo>
                  <a:pt x="642" y="263"/>
                  <a:pt x="659" y="246"/>
                  <a:pt x="659" y="226"/>
                </a:cubicBezTo>
                <a:cubicBezTo>
                  <a:pt x="659" y="37"/>
                  <a:pt x="659" y="37"/>
                  <a:pt x="659" y="37"/>
                </a:cubicBezTo>
                <a:cubicBezTo>
                  <a:pt x="659" y="17"/>
                  <a:pt x="642" y="0"/>
                  <a:pt x="622" y="0"/>
                </a:cubicBezTo>
                <a:cubicBezTo>
                  <a:pt x="185" y="0"/>
                  <a:pt x="185" y="0"/>
                  <a:pt x="185" y="0"/>
                </a:cubicBezTo>
                <a:cubicBezTo>
                  <a:pt x="165" y="0"/>
                  <a:pt x="149" y="17"/>
                  <a:pt x="149" y="37"/>
                </a:cubicBezTo>
                <a:cubicBezTo>
                  <a:pt x="149" y="226"/>
                  <a:pt x="149" y="226"/>
                  <a:pt x="149" y="226"/>
                </a:cubicBezTo>
                <a:cubicBezTo>
                  <a:pt x="149" y="246"/>
                  <a:pt x="165" y="263"/>
                  <a:pt x="185" y="263"/>
                </a:cubicBezTo>
                <a:cubicBezTo>
                  <a:pt x="217" y="263"/>
                  <a:pt x="217" y="263"/>
                  <a:pt x="217" y="263"/>
                </a:cubicBezTo>
                <a:cubicBezTo>
                  <a:pt x="217" y="570"/>
                  <a:pt x="217" y="570"/>
                  <a:pt x="217" y="570"/>
                </a:cubicBezTo>
                <a:cubicBezTo>
                  <a:pt x="124" y="570"/>
                  <a:pt x="124" y="570"/>
                  <a:pt x="124" y="570"/>
                </a:cubicBezTo>
                <a:cubicBezTo>
                  <a:pt x="105" y="570"/>
                  <a:pt x="89" y="585"/>
                  <a:pt x="88" y="604"/>
                </a:cubicBezTo>
                <a:cubicBezTo>
                  <a:pt x="1" y="1952"/>
                  <a:pt x="1" y="1952"/>
                  <a:pt x="1" y="1952"/>
                </a:cubicBezTo>
                <a:cubicBezTo>
                  <a:pt x="0" y="1962"/>
                  <a:pt x="3" y="1972"/>
                  <a:pt x="10" y="1979"/>
                </a:cubicBezTo>
                <a:cubicBezTo>
                  <a:pt x="17" y="1986"/>
                  <a:pt x="27" y="1991"/>
                  <a:pt x="37" y="1991"/>
                </a:cubicBezTo>
                <a:cubicBezTo>
                  <a:pt x="771" y="1991"/>
                  <a:pt x="771" y="1991"/>
                  <a:pt x="771" y="1991"/>
                </a:cubicBezTo>
                <a:cubicBezTo>
                  <a:pt x="781" y="1991"/>
                  <a:pt x="790" y="1986"/>
                  <a:pt x="797" y="1979"/>
                </a:cubicBezTo>
                <a:cubicBezTo>
                  <a:pt x="804" y="1972"/>
                  <a:pt x="808" y="1962"/>
                  <a:pt x="807" y="1952"/>
                </a:cubicBezTo>
                <a:cubicBezTo>
                  <a:pt x="748" y="1040"/>
                  <a:pt x="748" y="1040"/>
                  <a:pt x="748" y="1040"/>
                </a:cubicBezTo>
                <a:cubicBezTo>
                  <a:pt x="1019" y="1040"/>
                  <a:pt x="1019" y="1040"/>
                  <a:pt x="1019" y="1040"/>
                </a:cubicBezTo>
                <a:cubicBezTo>
                  <a:pt x="960" y="1952"/>
                  <a:pt x="960" y="1952"/>
                  <a:pt x="960" y="1952"/>
                </a:cubicBezTo>
                <a:cubicBezTo>
                  <a:pt x="959" y="1962"/>
                  <a:pt x="962" y="1972"/>
                  <a:pt x="969" y="1979"/>
                </a:cubicBezTo>
                <a:cubicBezTo>
                  <a:pt x="976" y="1986"/>
                  <a:pt x="986" y="1991"/>
                  <a:pt x="996" y="1991"/>
                </a:cubicBezTo>
                <a:cubicBezTo>
                  <a:pt x="1730" y="1991"/>
                  <a:pt x="1730" y="1991"/>
                  <a:pt x="1730" y="1991"/>
                </a:cubicBezTo>
                <a:cubicBezTo>
                  <a:pt x="1740" y="1991"/>
                  <a:pt x="1749" y="1986"/>
                  <a:pt x="1756" y="1979"/>
                </a:cubicBezTo>
                <a:cubicBezTo>
                  <a:pt x="1763" y="1972"/>
                  <a:pt x="1767" y="1962"/>
                  <a:pt x="1766" y="1952"/>
                </a:cubicBezTo>
                <a:lnTo>
                  <a:pt x="1678" y="604"/>
                </a:lnTo>
                <a:close/>
                <a:moveTo>
                  <a:pt x="1076" y="1283"/>
                </a:moveTo>
                <a:cubicBezTo>
                  <a:pt x="1650" y="1283"/>
                  <a:pt x="1650" y="1283"/>
                  <a:pt x="1650" y="1283"/>
                </a:cubicBezTo>
                <a:cubicBezTo>
                  <a:pt x="1660" y="1434"/>
                  <a:pt x="1660" y="1434"/>
                  <a:pt x="1660" y="1434"/>
                </a:cubicBezTo>
                <a:cubicBezTo>
                  <a:pt x="1066" y="1434"/>
                  <a:pt x="1066" y="1434"/>
                  <a:pt x="1066" y="1434"/>
                </a:cubicBezTo>
                <a:lnTo>
                  <a:pt x="1076" y="1283"/>
                </a:lnTo>
                <a:close/>
                <a:moveTo>
                  <a:pt x="1180" y="73"/>
                </a:moveTo>
                <a:cubicBezTo>
                  <a:pt x="1545" y="73"/>
                  <a:pt x="1545" y="73"/>
                  <a:pt x="1545" y="73"/>
                </a:cubicBezTo>
                <a:cubicBezTo>
                  <a:pt x="1545" y="190"/>
                  <a:pt x="1545" y="190"/>
                  <a:pt x="1545" y="190"/>
                </a:cubicBezTo>
                <a:cubicBezTo>
                  <a:pt x="1513" y="190"/>
                  <a:pt x="1513" y="190"/>
                  <a:pt x="1513" y="190"/>
                </a:cubicBezTo>
                <a:cubicBezTo>
                  <a:pt x="1212" y="190"/>
                  <a:pt x="1212" y="190"/>
                  <a:pt x="1212" y="190"/>
                </a:cubicBezTo>
                <a:cubicBezTo>
                  <a:pt x="1180" y="190"/>
                  <a:pt x="1180" y="190"/>
                  <a:pt x="1180" y="190"/>
                </a:cubicBezTo>
                <a:lnTo>
                  <a:pt x="1180" y="73"/>
                </a:lnTo>
                <a:close/>
                <a:moveTo>
                  <a:pt x="1248" y="263"/>
                </a:moveTo>
                <a:cubicBezTo>
                  <a:pt x="1477" y="263"/>
                  <a:pt x="1477" y="263"/>
                  <a:pt x="1477" y="263"/>
                </a:cubicBezTo>
                <a:cubicBezTo>
                  <a:pt x="1477" y="570"/>
                  <a:pt x="1477" y="570"/>
                  <a:pt x="1477" y="570"/>
                </a:cubicBezTo>
                <a:cubicBezTo>
                  <a:pt x="1248" y="570"/>
                  <a:pt x="1248" y="570"/>
                  <a:pt x="1248" y="570"/>
                </a:cubicBezTo>
                <a:lnTo>
                  <a:pt x="1248" y="263"/>
                </a:lnTo>
                <a:close/>
                <a:moveTo>
                  <a:pt x="1212" y="642"/>
                </a:moveTo>
                <a:cubicBezTo>
                  <a:pt x="1513" y="642"/>
                  <a:pt x="1513" y="642"/>
                  <a:pt x="1513" y="642"/>
                </a:cubicBezTo>
                <a:cubicBezTo>
                  <a:pt x="1608" y="642"/>
                  <a:pt x="1608" y="642"/>
                  <a:pt x="1608" y="642"/>
                </a:cubicBezTo>
                <a:cubicBezTo>
                  <a:pt x="1645" y="1210"/>
                  <a:pt x="1645" y="1210"/>
                  <a:pt x="1645" y="1210"/>
                </a:cubicBezTo>
                <a:cubicBezTo>
                  <a:pt x="1080" y="1210"/>
                  <a:pt x="1080" y="1210"/>
                  <a:pt x="1080" y="1210"/>
                </a:cubicBezTo>
                <a:cubicBezTo>
                  <a:pt x="1117" y="642"/>
                  <a:pt x="1117" y="642"/>
                  <a:pt x="1117" y="642"/>
                </a:cubicBezTo>
                <a:lnTo>
                  <a:pt x="1212" y="642"/>
                </a:lnTo>
                <a:close/>
                <a:moveTo>
                  <a:pt x="221" y="73"/>
                </a:moveTo>
                <a:cubicBezTo>
                  <a:pt x="586" y="73"/>
                  <a:pt x="586" y="73"/>
                  <a:pt x="586" y="73"/>
                </a:cubicBezTo>
                <a:cubicBezTo>
                  <a:pt x="586" y="190"/>
                  <a:pt x="586" y="190"/>
                  <a:pt x="586" y="190"/>
                </a:cubicBezTo>
                <a:cubicBezTo>
                  <a:pt x="554" y="190"/>
                  <a:pt x="554" y="190"/>
                  <a:pt x="554" y="190"/>
                </a:cubicBezTo>
                <a:cubicBezTo>
                  <a:pt x="253" y="190"/>
                  <a:pt x="253" y="190"/>
                  <a:pt x="253" y="190"/>
                </a:cubicBezTo>
                <a:cubicBezTo>
                  <a:pt x="221" y="190"/>
                  <a:pt x="221" y="190"/>
                  <a:pt x="221" y="190"/>
                </a:cubicBezTo>
                <a:lnTo>
                  <a:pt x="221" y="73"/>
                </a:lnTo>
                <a:close/>
                <a:moveTo>
                  <a:pt x="289" y="263"/>
                </a:moveTo>
                <a:cubicBezTo>
                  <a:pt x="518" y="263"/>
                  <a:pt x="518" y="263"/>
                  <a:pt x="518" y="263"/>
                </a:cubicBezTo>
                <a:cubicBezTo>
                  <a:pt x="518" y="570"/>
                  <a:pt x="518" y="570"/>
                  <a:pt x="518" y="570"/>
                </a:cubicBezTo>
                <a:cubicBezTo>
                  <a:pt x="289" y="570"/>
                  <a:pt x="289" y="570"/>
                  <a:pt x="289" y="570"/>
                </a:cubicBezTo>
                <a:lnTo>
                  <a:pt x="289" y="263"/>
                </a:lnTo>
                <a:close/>
                <a:moveTo>
                  <a:pt x="158" y="642"/>
                </a:moveTo>
                <a:cubicBezTo>
                  <a:pt x="253" y="642"/>
                  <a:pt x="253" y="642"/>
                  <a:pt x="253" y="642"/>
                </a:cubicBezTo>
                <a:cubicBezTo>
                  <a:pt x="554" y="642"/>
                  <a:pt x="554" y="642"/>
                  <a:pt x="554" y="642"/>
                </a:cubicBezTo>
                <a:cubicBezTo>
                  <a:pt x="649" y="642"/>
                  <a:pt x="649" y="642"/>
                  <a:pt x="649" y="642"/>
                </a:cubicBezTo>
                <a:cubicBezTo>
                  <a:pt x="686" y="1210"/>
                  <a:pt x="686" y="1210"/>
                  <a:pt x="686" y="1210"/>
                </a:cubicBezTo>
                <a:cubicBezTo>
                  <a:pt x="121" y="1210"/>
                  <a:pt x="121" y="1210"/>
                  <a:pt x="121" y="1210"/>
                </a:cubicBezTo>
                <a:lnTo>
                  <a:pt x="158" y="642"/>
                </a:lnTo>
                <a:close/>
                <a:moveTo>
                  <a:pt x="117" y="1283"/>
                </a:moveTo>
                <a:cubicBezTo>
                  <a:pt x="691" y="1283"/>
                  <a:pt x="691" y="1283"/>
                  <a:pt x="691" y="1283"/>
                </a:cubicBezTo>
                <a:cubicBezTo>
                  <a:pt x="701" y="1434"/>
                  <a:pt x="701" y="1434"/>
                  <a:pt x="701" y="1434"/>
                </a:cubicBezTo>
                <a:cubicBezTo>
                  <a:pt x="107" y="1434"/>
                  <a:pt x="107" y="1434"/>
                  <a:pt x="107" y="1434"/>
                </a:cubicBezTo>
                <a:lnTo>
                  <a:pt x="117" y="1283"/>
                </a:lnTo>
                <a:close/>
                <a:moveTo>
                  <a:pt x="75" y="1918"/>
                </a:moveTo>
                <a:cubicBezTo>
                  <a:pt x="102" y="1506"/>
                  <a:pt x="102" y="1506"/>
                  <a:pt x="102" y="1506"/>
                </a:cubicBezTo>
                <a:cubicBezTo>
                  <a:pt x="706" y="1506"/>
                  <a:pt x="706" y="1506"/>
                  <a:pt x="706" y="1506"/>
                </a:cubicBezTo>
                <a:cubicBezTo>
                  <a:pt x="732" y="1918"/>
                  <a:pt x="732" y="1918"/>
                  <a:pt x="732" y="1918"/>
                </a:cubicBezTo>
                <a:lnTo>
                  <a:pt x="75" y="1918"/>
                </a:lnTo>
                <a:close/>
                <a:moveTo>
                  <a:pt x="743" y="967"/>
                </a:moveTo>
                <a:cubicBezTo>
                  <a:pt x="734" y="826"/>
                  <a:pt x="734" y="826"/>
                  <a:pt x="734" y="826"/>
                </a:cubicBezTo>
                <a:cubicBezTo>
                  <a:pt x="1033" y="826"/>
                  <a:pt x="1033" y="826"/>
                  <a:pt x="1033" y="826"/>
                </a:cubicBezTo>
                <a:cubicBezTo>
                  <a:pt x="1024" y="967"/>
                  <a:pt x="1024" y="967"/>
                  <a:pt x="1024" y="967"/>
                </a:cubicBezTo>
                <a:lnTo>
                  <a:pt x="743" y="967"/>
                </a:lnTo>
                <a:close/>
                <a:moveTo>
                  <a:pt x="1034" y="1918"/>
                </a:moveTo>
                <a:cubicBezTo>
                  <a:pt x="1061" y="1506"/>
                  <a:pt x="1061" y="1506"/>
                  <a:pt x="1061" y="1506"/>
                </a:cubicBezTo>
                <a:cubicBezTo>
                  <a:pt x="1665" y="1506"/>
                  <a:pt x="1665" y="1506"/>
                  <a:pt x="1665" y="1506"/>
                </a:cubicBezTo>
                <a:cubicBezTo>
                  <a:pt x="1691" y="1918"/>
                  <a:pt x="1691" y="1918"/>
                  <a:pt x="1691" y="1918"/>
                </a:cubicBezTo>
                <a:lnTo>
                  <a:pt x="1034" y="1918"/>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070" name="Google Shape;1070;p44"/>
          <p:cNvSpPr/>
          <p:nvPr/>
        </p:nvSpPr>
        <p:spPr>
          <a:xfrm>
            <a:off x="12485688" y="8656638"/>
            <a:ext cx="1443039" cy="1928812"/>
          </a:xfrm>
          <a:custGeom>
            <a:rect b="b" l="l" r="r" t="t"/>
            <a:pathLst>
              <a:path extrusionOk="0" h="1004" w="751">
                <a:moveTo>
                  <a:pt x="31" y="386"/>
                </a:moveTo>
                <a:cubicBezTo>
                  <a:pt x="110" y="307"/>
                  <a:pt x="110" y="307"/>
                  <a:pt x="110" y="307"/>
                </a:cubicBezTo>
                <a:cubicBezTo>
                  <a:pt x="31" y="229"/>
                  <a:pt x="31" y="229"/>
                  <a:pt x="31" y="229"/>
                </a:cubicBezTo>
                <a:cubicBezTo>
                  <a:pt x="26" y="223"/>
                  <a:pt x="26" y="214"/>
                  <a:pt x="31" y="209"/>
                </a:cubicBezTo>
                <a:cubicBezTo>
                  <a:pt x="37" y="203"/>
                  <a:pt x="46" y="203"/>
                  <a:pt x="52" y="209"/>
                </a:cubicBezTo>
                <a:cubicBezTo>
                  <a:pt x="130" y="287"/>
                  <a:pt x="130" y="287"/>
                  <a:pt x="130" y="287"/>
                </a:cubicBezTo>
                <a:cubicBezTo>
                  <a:pt x="209" y="209"/>
                  <a:pt x="209" y="209"/>
                  <a:pt x="209" y="209"/>
                </a:cubicBezTo>
                <a:cubicBezTo>
                  <a:pt x="214" y="203"/>
                  <a:pt x="223" y="203"/>
                  <a:pt x="229" y="209"/>
                </a:cubicBezTo>
                <a:cubicBezTo>
                  <a:pt x="234" y="214"/>
                  <a:pt x="234" y="223"/>
                  <a:pt x="229" y="229"/>
                </a:cubicBezTo>
                <a:cubicBezTo>
                  <a:pt x="150" y="307"/>
                  <a:pt x="150" y="307"/>
                  <a:pt x="150" y="307"/>
                </a:cubicBezTo>
                <a:cubicBezTo>
                  <a:pt x="229" y="386"/>
                  <a:pt x="229" y="386"/>
                  <a:pt x="229" y="386"/>
                </a:cubicBezTo>
                <a:cubicBezTo>
                  <a:pt x="234" y="392"/>
                  <a:pt x="234" y="401"/>
                  <a:pt x="229" y="406"/>
                </a:cubicBezTo>
                <a:cubicBezTo>
                  <a:pt x="226" y="409"/>
                  <a:pt x="222" y="410"/>
                  <a:pt x="219" y="410"/>
                </a:cubicBezTo>
                <a:cubicBezTo>
                  <a:pt x="215" y="410"/>
                  <a:pt x="211" y="409"/>
                  <a:pt x="209" y="406"/>
                </a:cubicBezTo>
                <a:cubicBezTo>
                  <a:pt x="130" y="328"/>
                  <a:pt x="130" y="328"/>
                  <a:pt x="130" y="328"/>
                </a:cubicBezTo>
                <a:cubicBezTo>
                  <a:pt x="52" y="406"/>
                  <a:pt x="52" y="406"/>
                  <a:pt x="52" y="406"/>
                </a:cubicBezTo>
                <a:cubicBezTo>
                  <a:pt x="49" y="409"/>
                  <a:pt x="45" y="410"/>
                  <a:pt x="41" y="410"/>
                </a:cubicBezTo>
                <a:cubicBezTo>
                  <a:pt x="38" y="410"/>
                  <a:pt x="34" y="409"/>
                  <a:pt x="31" y="406"/>
                </a:cubicBezTo>
                <a:cubicBezTo>
                  <a:pt x="26" y="401"/>
                  <a:pt x="26" y="392"/>
                  <a:pt x="31" y="386"/>
                </a:cubicBezTo>
                <a:close/>
                <a:moveTo>
                  <a:pt x="707" y="652"/>
                </a:moveTo>
                <a:cubicBezTo>
                  <a:pt x="701" y="646"/>
                  <a:pt x="692" y="646"/>
                  <a:pt x="687" y="652"/>
                </a:cubicBezTo>
                <a:cubicBezTo>
                  <a:pt x="608" y="731"/>
                  <a:pt x="608" y="731"/>
                  <a:pt x="608" y="731"/>
                </a:cubicBezTo>
                <a:cubicBezTo>
                  <a:pt x="529" y="652"/>
                  <a:pt x="529" y="652"/>
                  <a:pt x="529" y="652"/>
                </a:cubicBezTo>
                <a:cubicBezTo>
                  <a:pt x="524" y="646"/>
                  <a:pt x="515" y="646"/>
                  <a:pt x="509" y="652"/>
                </a:cubicBezTo>
                <a:cubicBezTo>
                  <a:pt x="504" y="658"/>
                  <a:pt x="504" y="667"/>
                  <a:pt x="509" y="672"/>
                </a:cubicBezTo>
                <a:cubicBezTo>
                  <a:pt x="588" y="751"/>
                  <a:pt x="588" y="751"/>
                  <a:pt x="588" y="751"/>
                </a:cubicBezTo>
                <a:cubicBezTo>
                  <a:pt x="509" y="829"/>
                  <a:pt x="509" y="829"/>
                  <a:pt x="509" y="829"/>
                </a:cubicBezTo>
                <a:cubicBezTo>
                  <a:pt x="504" y="835"/>
                  <a:pt x="504" y="844"/>
                  <a:pt x="509" y="850"/>
                </a:cubicBezTo>
                <a:cubicBezTo>
                  <a:pt x="512" y="852"/>
                  <a:pt x="516" y="854"/>
                  <a:pt x="519" y="854"/>
                </a:cubicBezTo>
                <a:cubicBezTo>
                  <a:pt x="523" y="854"/>
                  <a:pt x="527" y="852"/>
                  <a:pt x="529" y="850"/>
                </a:cubicBezTo>
                <a:cubicBezTo>
                  <a:pt x="608" y="771"/>
                  <a:pt x="608" y="771"/>
                  <a:pt x="608" y="771"/>
                </a:cubicBezTo>
                <a:cubicBezTo>
                  <a:pt x="687" y="850"/>
                  <a:pt x="687" y="850"/>
                  <a:pt x="687" y="850"/>
                </a:cubicBezTo>
                <a:cubicBezTo>
                  <a:pt x="689" y="852"/>
                  <a:pt x="693" y="854"/>
                  <a:pt x="697" y="854"/>
                </a:cubicBezTo>
                <a:cubicBezTo>
                  <a:pt x="700" y="854"/>
                  <a:pt x="704" y="852"/>
                  <a:pt x="707" y="850"/>
                </a:cubicBezTo>
                <a:cubicBezTo>
                  <a:pt x="712" y="844"/>
                  <a:pt x="712" y="835"/>
                  <a:pt x="707" y="829"/>
                </a:cubicBezTo>
                <a:cubicBezTo>
                  <a:pt x="628" y="751"/>
                  <a:pt x="628" y="751"/>
                  <a:pt x="628" y="751"/>
                </a:cubicBezTo>
                <a:cubicBezTo>
                  <a:pt x="707" y="672"/>
                  <a:pt x="707" y="672"/>
                  <a:pt x="707" y="672"/>
                </a:cubicBezTo>
                <a:cubicBezTo>
                  <a:pt x="712" y="667"/>
                  <a:pt x="712" y="658"/>
                  <a:pt x="707" y="652"/>
                </a:cubicBezTo>
                <a:close/>
                <a:moveTo>
                  <a:pt x="206" y="901"/>
                </a:moveTo>
                <a:cubicBezTo>
                  <a:pt x="206" y="958"/>
                  <a:pt x="160" y="1004"/>
                  <a:pt x="103" y="1004"/>
                </a:cubicBezTo>
                <a:cubicBezTo>
                  <a:pt x="46" y="1004"/>
                  <a:pt x="0" y="958"/>
                  <a:pt x="0" y="901"/>
                </a:cubicBezTo>
                <a:cubicBezTo>
                  <a:pt x="0" y="844"/>
                  <a:pt x="46" y="798"/>
                  <a:pt x="103" y="798"/>
                </a:cubicBezTo>
                <a:cubicBezTo>
                  <a:pt x="160" y="798"/>
                  <a:pt x="206" y="844"/>
                  <a:pt x="206" y="901"/>
                </a:cubicBezTo>
                <a:close/>
                <a:moveTo>
                  <a:pt x="177" y="901"/>
                </a:moveTo>
                <a:cubicBezTo>
                  <a:pt x="177" y="860"/>
                  <a:pt x="144" y="827"/>
                  <a:pt x="103" y="827"/>
                </a:cubicBezTo>
                <a:cubicBezTo>
                  <a:pt x="62" y="827"/>
                  <a:pt x="29" y="860"/>
                  <a:pt x="29" y="901"/>
                </a:cubicBezTo>
                <a:cubicBezTo>
                  <a:pt x="29" y="942"/>
                  <a:pt x="62" y="975"/>
                  <a:pt x="103" y="975"/>
                </a:cubicBezTo>
                <a:cubicBezTo>
                  <a:pt x="144" y="975"/>
                  <a:pt x="177" y="942"/>
                  <a:pt x="177" y="901"/>
                </a:cubicBezTo>
                <a:close/>
                <a:moveTo>
                  <a:pt x="532" y="103"/>
                </a:moveTo>
                <a:cubicBezTo>
                  <a:pt x="532" y="46"/>
                  <a:pt x="578" y="0"/>
                  <a:pt x="635" y="0"/>
                </a:cubicBezTo>
                <a:cubicBezTo>
                  <a:pt x="692" y="0"/>
                  <a:pt x="738" y="46"/>
                  <a:pt x="738" y="103"/>
                </a:cubicBezTo>
                <a:cubicBezTo>
                  <a:pt x="738" y="160"/>
                  <a:pt x="692" y="206"/>
                  <a:pt x="635" y="206"/>
                </a:cubicBezTo>
                <a:cubicBezTo>
                  <a:pt x="578" y="206"/>
                  <a:pt x="532" y="160"/>
                  <a:pt x="532" y="103"/>
                </a:cubicBezTo>
                <a:close/>
                <a:moveTo>
                  <a:pt x="561" y="103"/>
                </a:moveTo>
                <a:cubicBezTo>
                  <a:pt x="561" y="144"/>
                  <a:pt x="594" y="177"/>
                  <a:pt x="635" y="177"/>
                </a:cubicBezTo>
                <a:cubicBezTo>
                  <a:pt x="676" y="177"/>
                  <a:pt x="710" y="144"/>
                  <a:pt x="710" y="103"/>
                </a:cubicBezTo>
                <a:cubicBezTo>
                  <a:pt x="710" y="62"/>
                  <a:pt x="676" y="28"/>
                  <a:pt x="635" y="28"/>
                </a:cubicBezTo>
                <a:cubicBezTo>
                  <a:pt x="594" y="28"/>
                  <a:pt x="561" y="62"/>
                  <a:pt x="561" y="103"/>
                </a:cubicBezTo>
                <a:close/>
                <a:moveTo>
                  <a:pt x="635" y="253"/>
                </a:moveTo>
                <a:cubicBezTo>
                  <a:pt x="518" y="378"/>
                  <a:pt x="518" y="378"/>
                  <a:pt x="518" y="378"/>
                </a:cubicBezTo>
                <a:cubicBezTo>
                  <a:pt x="538" y="397"/>
                  <a:pt x="538" y="397"/>
                  <a:pt x="538" y="397"/>
                </a:cubicBezTo>
                <a:cubicBezTo>
                  <a:pt x="621" y="310"/>
                  <a:pt x="621" y="310"/>
                  <a:pt x="621" y="310"/>
                </a:cubicBezTo>
                <a:cubicBezTo>
                  <a:pt x="621" y="349"/>
                  <a:pt x="621" y="349"/>
                  <a:pt x="621" y="349"/>
                </a:cubicBezTo>
                <a:cubicBezTo>
                  <a:pt x="621" y="417"/>
                  <a:pt x="566" y="482"/>
                  <a:pt x="499" y="493"/>
                </a:cubicBezTo>
                <a:cubicBezTo>
                  <a:pt x="276" y="530"/>
                  <a:pt x="276" y="530"/>
                  <a:pt x="276" y="530"/>
                </a:cubicBezTo>
                <a:cubicBezTo>
                  <a:pt x="167" y="548"/>
                  <a:pt x="89" y="641"/>
                  <a:pt x="89" y="751"/>
                </a:cubicBezTo>
                <a:cubicBezTo>
                  <a:pt x="89" y="759"/>
                  <a:pt x="95" y="765"/>
                  <a:pt x="103" y="765"/>
                </a:cubicBezTo>
                <a:cubicBezTo>
                  <a:pt x="111" y="765"/>
                  <a:pt x="117" y="759"/>
                  <a:pt x="117" y="751"/>
                </a:cubicBezTo>
                <a:cubicBezTo>
                  <a:pt x="117" y="655"/>
                  <a:pt x="186" y="574"/>
                  <a:pt x="280" y="558"/>
                </a:cubicBezTo>
                <a:cubicBezTo>
                  <a:pt x="503" y="521"/>
                  <a:pt x="503" y="521"/>
                  <a:pt x="503" y="521"/>
                </a:cubicBezTo>
                <a:cubicBezTo>
                  <a:pt x="584" y="508"/>
                  <a:pt x="649" y="430"/>
                  <a:pt x="649" y="349"/>
                </a:cubicBezTo>
                <a:cubicBezTo>
                  <a:pt x="649" y="311"/>
                  <a:pt x="649" y="311"/>
                  <a:pt x="649" y="311"/>
                </a:cubicBezTo>
                <a:cubicBezTo>
                  <a:pt x="730" y="399"/>
                  <a:pt x="730" y="399"/>
                  <a:pt x="730" y="399"/>
                </a:cubicBezTo>
                <a:cubicBezTo>
                  <a:pt x="751" y="379"/>
                  <a:pt x="751" y="379"/>
                  <a:pt x="751" y="379"/>
                </a:cubicBezTo>
                <a:lnTo>
                  <a:pt x="635" y="253"/>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74" name="Shape 1074"/>
        <p:cNvGrpSpPr/>
        <p:nvPr/>
      </p:nvGrpSpPr>
      <p:grpSpPr>
        <a:xfrm>
          <a:off x="0" y="0"/>
          <a:ext cx="0" cy="0"/>
          <a:chOff x="0" y="0"/>
          <a:chExt cx="0" cy="0"/>
        </a:xfrm>
      </p:grpSpPr>
      <p:sp>
        <p:nvSpPr>
          <p:cNvPr id="1075" name="Google Shape;1075;p45"/>
          <p:cNvSpPr/>
          <p:nvPr/>
        </p:nvSpPr>
        <p:spPr>
          <a:xfrm>
            <a:off x="16971625" y="7053200"/>
            <a:ext cx="5066400" cy="5519700"/>
          </a:xfrm>
          <a:prstGeom prst="roundRect">
            <a:avLst>
              <a:gd fmla="val 16667" name="adj"/>
            </a:avLst>
          </a:prstGeom>
          <a:noFill/>
          <a:ln cap="flat" cmpd="sng" w="228600">
            <a:solidFill>
              <a:srgbClr val="E9E9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45"/>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Resumen del timing de implementación + Versión extendida</a:t>
            </a:r>
            <a:endParaRPr/>
          </a:p>
        </p:txBody>
      </p:sp>
      <p:sp>
        <p:nvSpPr>
          <p:cNvPr id="1077" name="Google Shape;1077;p45"/>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t>Cronograma</a:t>
            </a:r>
            <a:endParaRPr b="1" i="0" sz="8800" u="none" cap="none" strike="noStrike">
              <a:solidFill>
                <a:schemeClr val="dk2"/>
              </a:solidFill>
              <a:latin typeface="Lato"/>
              <a:ea typeface="Lato"/>
              <a:cs typeface="Lato"/>
              <a:sym typeface="Lato"/>
            </a:endParaRPr>
          </a:p>
        </p:txBody>
      </p:sp>
      <p:sp>
        <p:nvSpPr>
          <p:cNvPr id="1078" name="Google Shape;1078;p45"/>
          <p:cNvSpPr/>
          <p:nvPr/>
        </p:nvSpPr>
        <p:spPr>
          <a:xfrm>
            <a:off x="4665713" y="10058935"/>
            <a:ext cx="4206300" cy="276600"/>
          </a:xfrm>
          <a:prstGeom prst="rect">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079" name="Google Shape;1079;p45"/>
          <p:cNvSpPr/>
          <p:nvPr/>
        </p:nvSpPr>
        <p:spPr>
          <a:xfrm>
            <a:off x="8871950" y="7592054"/>
            <a:ext cx="4206300" cy="276600"/>
          </a:xfrm>
          <a:prstGeom prst="rect">
            <a:avLst/>
          </a:prstGeom>
          <a:gradFill>
            <a:gsLst>
              <a:gs pos="0">
                <a:schemeClr val="accent2"/>
              </a:gs>
              <a:gs pos="100000">
                <a:schemeClr val="accent3"/>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080" name="Google Shape;1080;p45"/>
          <p:cNvSpPr/>
          <p:nvPr/>
        </p:nvSpPr>
        <p:spPr>
          <a:xfrm>
            <a:off x="13078187" y="5125173"/>
            <a:ext cx="4206300" cy="276600"/>
          </a:xfrm>
          <a:prstGeom prst="rect">
            <a:avLst/>
          </a:prstGeom>
          <a:gradFill>
            <a:gsLst>
              <a:gs pos="0">
                <a:schemeClr val="accent3"/>
              </a:gs>
              <a:gs pos="100000">
                <a:schemeClr val="accent4"/>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081" name="Google Shape;1081;p45"/>
          <p:cNvSpPr/>
          <p:nvPr/>
        </p:nvSpPr>
        <p:spPr>
          <a:xfrm>
            <a:off x="17261627" y="2663982"/>
            <a:ext cx="7122300" cy="2766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082" name="Google Shape;1082;p45"/>
          <p:cNvSpPr/>
          <p:nvPr/>
        </p:nvSpPr>
        <p:spPr>
          <a:xfrm>
            <a:off x="0" y="12524969"/>
            <a:ext cx="4665600" cy="276600"/>
          </a:xfrm>
          <a:prstGeom prst="rect">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083" name="Google Shape;1083;p45"/>
          <p:cNvSpPr/>
          <p:nvPr/>
        </p:nvSpPr>
        <p:spPr>
          <a:xfrm>
            <a:off x="3294380" y="10058935"/>
            <a:ext cx="2742600" cy="2742600"/>
          </a:xfrm>
          <a:prstGeom prst="donut">
            <a:avLst>
              <a:gd fmla="val 10162"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084" name="Google Shape;1084;p45"/>
          <p:cNvSpPr txBox="1"/>
          <p:nvPr/>
        </p:nvSpPr>
        <p:spPr>
          <a:xfrm>
            <a:off x="6728457" y="11272059"/>
            <a:ext cx="3348900" cy="1329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lang="en-US" sz="1800">
                <a:solidFill>
                  <a:schemeClr val="dk2"/>
                </a:solidFill>
                <a:latin typeface="Lato Light"/>
                <a:ea typeface="Lato Light"/>
                <a:cs typeface="Lato Light"/>
                <a:sym typeface="Lato Light"/>
              </a:rPr>
              <a:t>Nuevo estudio de Instagram como centro de las estrategias de relaciones públicas y contenidos de alta calidad. </a:t>
            </a:r>
            <a:endParaRPr b="0" i="0" sz="1800" u="none" cap="none" strike="noStrike">
              <a:solidFill>
                <a:srgbClr val="000000"/>
              </a:solidFill>
              <a:latin typeface="Arial"/>
              <a:ea typeface="Arial"/>
              <a:cs typeface="Arial"/>
              <a:sym typeface="Arial"/>
            </a:endParaRPr>
          </a:p>
        </p:txBody>
      </p:sp>
      <p:sp>
        <p:nvSpPr>
          <p:cNvPr id="1085" name="Google Shape;1085;p45"/>
          <p:cNvSpPr txBox="1"/>
          <p:nvPr/>
        </p:nvSpPr>
        <p:spPr>
          <a:xfrm>
            <a:off x="6728454" y="10734100"/>
            <a:ext cx="67950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2400">
                <a:solidFill>
                  <a:schemeClr val="dk2"/>
                </a:solidFill>
                <a:latin typeface="Lato"/>
                <a:ea typeface="Lato"/>
                <a:cs typeface="Lato"/>
                <a:sym typeface="Lato"/>
              </a:rPr>
              <a:t>Fase 1 de estrategias A y B</a:t>
            </a:r>
            <a:endParaRPr b="0" i="0" sz="2400" u="none" cap="none" strike="noStrike">
              <a:solidFill>
                <a:srgbClr val="000000"/>
              </a:solidFill>
              <a:latin typeface="Arial"/>
              <a:ea typeface="Arial"/>
              <a:cs typeface="Arial"/>
              <a:sym typeface="Arial"/>
            </a:endParaRPr>
          </a:p>
        </p:txBody>
      </p:sp>
      <p:sp>
        <p:nvSpPr>
          <p:cNvPr id="1086" name="Google Shape;1086;p45"/>
          <p:cNvSpPr txBox="1"/>
          <p:nvPr/>
        </p:nvSpPr>
        <p:spPr>
          <a:xfrm>
            <a:off x="171600" y="11060925"/>
            <a:ext cx="2742600" cy="7386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000000"/>
              </a:buClr>
              <a:buSzPts val="4000"/>
              <a:buFont typeface="Arial"/>
              <a:buNone/>
            </a:pPr>
            <a:r>
              <a:rPr b="1" i="0" lang="en-US" sz="3000" u="none" cap="none" strike="noStrike">
                <a:solidFill>
                  <a:schemeClr val="accent1"/>
                </a:solidFill>
                <a:latin typeface="Lato"/>
                <a:ea typeface="Lato"/>
                <a:cs typeface="Lato"/>
                <a:sym typeface="Lato"/>
              </a:rPr>
              <a:t>1º Trimestre</a:t>
            </a:r>
            <a:endParaRPr b="0" i="0" sz="3000" u="none" cap="none" strike="noStrike">
              <a:solidFill>
                <a:srgbClr val="000000"/>
              </a:solidFill>
              <a:latin typeface="Arial"/>
              <a:ea typeface="Arial"/>
              <a:cs typeface="Arial"/>
              <a:sym typeface="Arial"/>
            </a:endParaRPr>
          </a:p>
        </p:txBody>
      </p:sp>
      <p:sp>
        <p:nvSpPr>
          <p:cNvPr id="1087" name="Google Shape;1087;p45"/>
          <p:cNvSpPr txBox="1"/>
          <p:nvPr/>
        </p:nvSpPr>
        <p:spPr>
          <a:xfrm>
            <a:off x="10932347" y="9265875"/>
            <a:ext cx="3348900" cy="1329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lang="en-US" sz="1800">
                <a:solidFill>
                  <a:schemeClr val="dk2"/>
                </a:solidFill>
                <a:latin typeface="Lato Light"/>
                <a:ea typeface="Lato Light"/>
                <a:cs typeface="Lato Light"/>
                <a:sym typeface="Lato Light"/>
              </a:rPr>
              <a:t>Lanzamiento de campaña de publicidad y relaciones públicas con el objetivo de conseguir la máxima difusión del estudio, que se complementa con estrategia de contenidos en blog.</a:t>
            </a:r>
            <a:endParaRPr b="0" i="0" sz="1800" u="none" cap="none" strike="noStrike">
              <a:solidFill>
                <a:srgbClr val="000000"/>
              </a:solidFill>
              <a:latin typeface="Arial"/>
              <a:ea typeface="Arial"/>
              <a:cs typeface="Arial"/>
              <a:sym typeface="Arial"/>
            </a:endParaRPr>
          </a:p>
        </p:txBody>
      </p:sp>
      <p:sp>
        <p:nvSpPr>
          <p:cNvPr id="1088" name="Google Shape;1088;p45"/>
          <p:cNvSpPr txBox="1"/>
          <p:nvPr/>
        </p:nvSpPr>
        <p:spPr>
          <a:xfrm>
            <a:off x="10932350" y="8270725"/>
            <a:ext cx="7566300" cy="5910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3200"/>
              <a:buFont typeface="Arial"/>
              <a:buNone/>
            </a:pPr>
            <a:r>
              <a:rPr b="1" lang="en-US" sz="2400">
                <a:solidFill>
                  <a:schemeClr val="dk2"/>
                </a:solidFill>
                <a:latin typeface="Lato"/>
                <a:ea typeface="Lato"/>
                <a:cs typeface="Lato"/>
                <a:sym typeface="Lato"/>
              </a:rPr>
              <a:t>Fase 2 de estrategias A y B </a:t>
            </a:r>
            <a:endParaRPr b="1" sz="2400">
              <a:solidFill>
                <a:schemeClr val="dk2"/>
              </a:solidFill>
              <a:latin typeface="Lato"/>
              <a:ea typeface="Lato"/>
              <a:cs typeface="Lato"/>
              <a:sym typeface="Lato"/>
            </a:endParaRPr>
          </a:p>
          <a:p>
            <a:pPr indent="0" lvl="0" marL="0" rtl="0" algn="l">
              <a:lnSpc>
                <a:spcPct val="120000"/>
              </a:lnSpc>
              <a:spcBef>
                <a:spcPts val="0"/>
              </a:spcBef>
              <a:spcAft>
                <a:spcPts val="0"/>
              </a:spcAft>
              <a:buClr>
                <a:schemeClr val="dk1"/>
              </a:buClr>
              <a:buSzPts val="3200"/>
              <a:buFont typeface="Arial"/>
              <a:buNone/>
            </a:pPr>
            <a:r>
              <a:rPr b="1" lang="en-US" sz="2400">
                <a:solidFill>
                  <a:schemeClr val="dk2"/>
                </a:solidFill>
                <a:latin typeface="Lato"/>
                <a:ea typeface="Lato"/>
                <a:cs typeface="Lato"/>
                <a:sym typeface="Lato"/>
              </a:rPr>
              <a:t>+ Fase 1 y 2 de estrategia C</a:t>
            </a:r>
            <a:endParaRPr sz="2400">
              <a:solidFill>
                <a:schemeClr val="dk1"/>
              </a:solidFill>
            </a:endParaRPr>
          </a:p>
          <a:p>
            <a:pPr indent="0" lvl="0" marL="0" marR="0" rtl="0" algn="l">
              <a:lnSpc>
                <a:spcPct val="120000"/>
              </a:lnSpc>
              <a:spcBef>
                <a:spcPts val="0"/>
              </a:spcBef>
              <a:spcAft>
                <a:spcPts val="0"/>
              </a:spcAft>
              <a:buClr>
                <a:srgbClr val="000000"/>
              </a:buClr>
              <a:buSzPts val="3200"/>
              <a:buFont typeface="Arial"/>
              <a:buNone/>
            </a:pPr>
            <a:r>
              <a:t/>
            </a:r>
            <a:endParaRPr b="1" sz="2400">
              <a:solidFill>
                <a:schemeClr val="dk2"/>
              </a:solidFill>
              <a:latin typeface="Lato"/>
              <a:ea typeface="Lato"/>
              <a:cs typeface="Lato"/>
              <a:sym typeface="Lato"/>
            </a:endParaRPr>
          </a:p>
        </p:txBody>
      </p:sp>
      <p:sp>
        <p:nvSpPr>
          <p:cNvPr id="1089" name="Google Shape;1089;p45"/>
          <p:cNvSpPr txBox="1"/>
          <p:nvPr/>
        </p:nvSpPr>
        <p:spPr>
          <a:xfrm>
            <a:off x="3987665" y="8632600"/>
            <a:ext cx="3091800" cy="663300"/>
          </a:xfrm>
          <a:prstGeom prst="rect">
            <a:avLst/>
          </a:prstGeom>
          <a:noFill/>
          <a:ln>
            <a:noFill/>
          </a:ln>
        </p:spPr>
        <p:txBody>
          <a:bodyPr anchorCtr="0" anchor="t" bIns="0" lIns="0" spcFirstLastPara="1" rIns="0" wrap="square" tIns="0">
            <a:noAutofit/>
          </a:bodyPr>
          <a:lstStyle/>
          <a:p>
            <a:pPr indent="0" lvl="0" marL="0" rtl="0" algn="r">
              <a:lnSpc>
                <a:spcPct val="120000"/>
              </a:lnSpc>
              <a:spcBef>
                <a:spcPts val="0"/>
              </a:spcBef>
              <a:spcAft>
                <a:spcPts val="0"/>
              </a:spcAft>
              <a:buClr>
                <a:schemeClr val="dk1"/>
              </a:buClr>
              <a:buSzPts val="4000"/>
              <a:buFont typeface="Arial"/>
              <a:buNone/>
            </a:pPr>
            <a:r>
              <a:rPr b="1" lang="en-US" sz="3000">
                <a:solidFill>
                  <a:schemeClr val="accent2"/>
                </a:solidFill>
                <a:latin typeface="Lato"/>
                <a:ea typeface="Lato"/>
                <a:cs typeface="Lato"/>
                <a:sym typeface="Lato"/>
              </a:rPr>
              <a:t>2</a:t>
            </a:r>
            <a:r>
              <a:rPr b="1" lang="en-US" sz="3000">
                <a:solidFill>
                  <a:schemeClr val="accent2"/>
                </a:solidFill>
                <a:latin typeface="Lato"/>
                <a:ea typeface="Lato"/>
                <a:cs typeface="Lato"/>
                <a:sym typeface="Lato"/>
              </a:rPr>
              <a:t>º Trimestre</a:t>
            </a:r>
            <a:endParaRPr sz="3000">
              <a:solidFill>
                <a:schemeClr val="accent2"/>
              </a:solidFill>
            </a:endParaRPr>
          </a:p>
          <a:p>
            <a:pPr indent="0" lvl="0" marL="0" marR="0" rtl="0" algn="r">
              <a:lnSpc>
                <a:spcPct val="120000"/>
              </a:lnSpc>
              <a:spcBef>
                <a:spcPts val="0"/>
              </a:spcBef>
              <a:spcAft>
                <a:spcPts val="0"/>
              </a:spcAft>
              <a:buClr>
                <a:srgbClr val="000000"/>
              </a:buClr>
              <a:buSzPts val="4000"/>
              <a:buFont typeface="Arial"/>
              <a:buNone/>
            </a:pPr>
            <a:r>
              <a:t/>
            </a:r>
            <a:endParaRPr b="1" sz="4000">
              <a:solidFill>
                <a:schemeClr val="accent2"/>
              </a:solidFill>
              <a:latin typeface="Lato"/>
              <a:ea typeface="Lato"/>
              <a:cs typeface="Lato"/>
              <a:sym typeface="Lato"/>
            </a:endParaRPr>
          </a:p>
        </p:txBody>
      </p:sp>
      <p:sp>
        <p:nvSpPr>
          <p:cNvPr id="1090" name="Google Shape;1090;p45"/>
          <p:cNvSpPr txBox="1"/>
          <p:nvPr/>
        </p:nvSpPr>
        <p:spPr>
          <a:xfrm>
            <a:off x="15149884" y="6313580"/>
            <a:ext cx="3348900" cy="1329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lang="en-US" sz="1800">
                <a:solidFill>
                  <a:schemeClr val="dk2"/>
                </a:solidFill>
                <a:latin typeface="Lato Light"/>
                <a:ea typeface="Lato Light"/>
                <a:cs typeface="Lato Light"/>
                <a:sym typeface="Lato Light"/>
              </a:rPr>
              <a:t>Revisión de resultado de estrategias. </a:t>
            </a:r>
            <a:endParaRPr b="0" i="0" sz="1800" u="none" cap="none" strike="noStrike">
              <a:solidFill>
                <a:srgbClr val="000000"/>
              </a:solidFill>
              <a:latin typeface="Arial"/>
              <a:ea typeface="Arial"/>
              <a:cs typeface="Arial"/>
              <a:sym typeface="Arial"/>
            </a:endParaRPr>
          </a:p>
        </p:txBody>
      </p:sp>
      <p:sp>
        <p:nvSpPr>
          <p:cNvPr id="1091" name="Google Shape;1091;p45"/>
          <p:cNvSpPr txBox="1"/>
          <p:nvPr/>
        </p:nvSpPr>
        <p:spPr>
          <a:xfrm>
            <a:off x="15149863" y="5775625"/>
            <a:ext cx="77550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2400">
                <a:solidFill>
                  <a:schemeClr val="dk2"/>
                </a:solidFill>
                <a:latin typeface="Lato"/>
                <a:ea typeface="Lato"/>
                <a:cs typeface="Lato"/>
                <a:sym typeface="Lato"/>
              </a:rPr>
              <a:t>Fase 3 de estrategias A, B y C</a:t>
            </a:r>
            <a:endParaRPr b="0" i="0" sz="2400" u="none" cap="none" strike="noStrike">
              <a:solidFill>
                <a:srgbClr val="000000"/>
              </a:solidFill>
              <a:latin typeface="Arial"/>
              <a:ea typeface="Arial"/>
              <a:cs typeface="Arial"/>
              <a:sym typeface="Arial"/>
            </a:endParaRPr>
          </a:p>
        </p:txBody>
      </p:sp>
      <p:sp>
        <p:nvSpPr>
          <p:cNvPr id="1092" name="Google Shape;1092;p45"/>
          <p:cNvSpPr txBox="1"/>
          <p:nvPr/>
        </p:nvSpPr>
        <p:spPr>
          <a:xfrm>
            <a:off x="7821218" y="6165725"/>
            <a:ext cx="3487500" cy="663300"/>
          </a:xfrm>
          <a:prstGeom prst="rect">
            <a:avLst/>
          </a:prstGeom>
          <a:noFill/>
          <a:ln>
            <a:noFill/>
          </a:ln>
        </p:spPr>
        <p:txBody>
          <a:bodyPr anchorCtr="0" anchor="t" bIns="0" lIns="0" spcFirstLastPara="1" rIns="0" wrap="square" tIns="0">
            <a:noAutofit/>
          </a:bodyPr>
          <a:lstStyle/>
          <a:p>
            <a:pPr indent="0" lvl="0" marL="0" rtl="0" algn="r">
              <a:lnSpc>
                <a:spcPct val="120000"/>
              </a:lnSpc>
              <a:spcBef>
                <a:spcPts val="0"/>
              </a:spcBef>
              <a:spcAft>
                <a:spcPts val="0"/>
              </a:spcAft>
              <a:buClr>
                <a:schemeClr val="dk1"/>
              </a:buClr>
              <a:buSzPts val="4000"/>
              <a:buFont typeface="Arial"/>
              <a:buNone/>
            </a:pPr>
            <a:r>
              <a:rPr b="1" lang="en-US" sz="3000">
                <a:solidFill>
                  <a:schemeClr val="accent3"/>
                </a:solidFill>
                <a:latin typeface="Lato"/>
                <a:ea typeface="Lato"/>
                <a:cs typeface="Lato"/>
                <a:sym typeface="Lato"/>
              </a:rPr>
              <a:t>3</a:t>
            </a:r>
            <a:r>
              <a:rPr b="1" lang="en-US" sz="3000">
                <a:solidFill>
                  <a:schemeClr val="accent3"/>
                </a:solidFill>
                <a:latin typeface="Lato"/>
                <a:ea typeface="Lato"/>
                <a:cs typeface="Lato"/>
                <a:sym typeface="Lato"/>
              </a:rPr>
              <a:t>º Trimestre</a:t>
            </a:r>
            <a:endParaRPr sz="3000">
              <a:solidFill>
                <a:schemeClr val="accent3"/>
              </a:solidFill>
            </a:endParaRPr>
          </a:p>
          <a:p>
            <a:pPr indent="0" lvl="0" marL="0" marR="0" rtl="0" algn="r">
              <a:lnSpc>
                <a:spcPct val="120000"/>
              </a:lnSpc>
              <a:spcBef>
                <a:spcPts val="0"/>
              </a:spcBef>
              <a:spcAft>
                <a:spcPts val="0"/>
              </a:spcAft>
              <a:buClr>
                <a:srgbClr val="000000"/>
              </a:buClr>
              <a:buSzPts val="4000"/>
              <a:buFont typeface="Arial"/>
              <a:buNone/>
            </a:pPr>
            <a:r>
              <a:t/>
            </a:r>
            <a:endParaRPr b="1" sz="4000">
              <a:solidFill>
                <a:schemeClr val="accent3"/>
              </a:solidFill>
              <a:latin typeface="Lato"/>
              <a:ea typeface="Lato"/>
              <a:cs typeface="Lato"/>
              <a:sym typeface="Lato"/>
            </a:endParaRPr>
          </a:p>
        </p:txBody>
      </p:sp>
      <p:sp>
        <p:nvSpPr>
          <p:cNvPr id="1093" name="Google Shape;1093;p45"/>
          <p:cNvSpPr txBox="1"/>
          <p:nvPr/>
        </p:nvSpPr>
        <p:spPr>
          <a:xfrm>
            <a:off x="19364747" y="4180099"/>
            <a:ext cx="3348900" cy="1329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lang="en-US" sz="1800">
                <a:solidFill>
                  <a:schemeClr val="dk2"/>
                </a:solidFill>
                <a:latin typeface="Lato Light"/>
                <a:ea typeface="Lato Light"/>
                <a:cs typeface="Lato Light"/>
                <a:sym typeface="Lato Light"/>
              </a:rPr>
              <a:t>Valoración y redefinición de estrategias para su optimización en futuras implementaciones. </a:t>
            </a:r>
            <a:endParaRPr b="0" i="0" sz="1800" u="none" cap="none" strike="noStrike">
              <a:solidFill>
                <a:srgbClr val="000000"/>
              </a:solidFill>
              <a:latin typeface="Arial"/>
              <a:ea typeface="Arial"/>
              <a:cs typeface="Arial"/>
              <a:sym typeface="Arial"/>
            </a:endParaRPr>
          </a:p>
        </p:txBody>
      </p:sp>
      <p:sp>
        <p:nvSpPr>
          <p:cNvPr id="1094" name="Google Shape;1094;p45"/>
          <p:cNvSpPr txBox="1"/>
          <p:nvPr/>
        </p:nvSpPr>
        <p:spPr>
          <a:xfrm>
            <a:off x="19364747" y="3261144"/>
            <a:ext cx="33489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2400">
                <a:solidFill>
                  <a:schemeClr val="dk2"/>
                </a:solidFill>
                <a:latin typeface="Lato"/>
                <a:ea typeface="Lato"/>
                <a:cs typeface="Lato"/>
                <a:sym typeface="Lato"/>
              </a:rPr>
              <a:t>Redefinición de estrategias</a:t>
            </a:r>
            <a:endParaRPr b="0" i="0" sz="2400" u="none" cap="none" strike="noStrike">
              <a:solidFill>
                <a:srgbClr val="000000"/>
              </a:solidFill>
              <a:latin typeface="Arial"/>
              <a:ea typeface="Arial"/>
              <a:cs typeface="Arial"/>
              <a:sym typeface="Arial"/>
            </a:endParaRPr>
          </a:p>
        </p:txBody>
      </p:sp>
      <p:sp>
        <p:nvSpPr>
          <p:cNvPr id="1095" name="Google Shape;1095;p45"/>
          <p:cNvSpPr txBox="1"/>
          <p:nvPr/>
        </p:nvSpPr>
        <p:spPr>
          <a:xfrm>
            <a:off x="11192424" y="3691450"/>
            <a:ext cx="4358100" cy="663300"/>
          </a:xfrm>
          <a:prstGeom prst="rect">
            <a:avLst/>
          </a:prstGeom>
          <a:noFill/>
          <a:ln>
            <a:noFill/>
          </a:ln>
        </p:spPr>
        <p:txBody>
          <a:bodyPr anchorCtr="0" anchor="t" bIns="0" lIns="0" spcFirstLastPara="1" rIns="0" wrap="square" tIns="0">
            <a:noAutofit/>
          </a:bodyPr>
          <a:lstStyle/>
          <a:p>
            <a:pPr indent="0" lvl="0" marL="0" rtl="0" algn="r">
              <a:lnSpc>
                <a:spcPct val="120000"/>
              </a:lnSpc>
              <a:spcBef>
                <a:spcPts val="0"/>
              </a:spcBef>
              <a:spcAft>
                <a:spcPts val="0"/>
              </a:spcAft>
              <a:buClr>
                <a:schemeClr val="dk1"/>
              </a:buClr>
              <a:buSzPts val="4000"/>
              <a:buFont typeface="Arial"/>
              <a:buNone/>
            </a:pPr>
            <a:r>
              <a:rPr b="1" lang="en-US" sz="3000">
                <a:solidFill>
                  <a:schemeClr val="accent4"/>
                </a:solidFill>
                <a:latin typeface="Lato"/>
                <a:ea typeface="Lato"/>
                <a:cs typeface="Lato"/>
                <a:sym typeface="Lato"/>
              </a:rPr>
              <a:t>4</a:t>
            </a:r>
            <a:r>
              <a:rPr b="1" lang="en-US" sz="3000">
                <a:solidFill>
                  <a:schemeClr val="accent4"/>
                </a:solidFill>
                <a:latin typeface="Lato"/>
                <a:ea typeface="Lato"/>
                <a:cs typeface="Lato"/>
                <a:sym typeface="Lato"/>
              </a:rPr>
              <a:t>º Trimestre</a:t>
            </a:r>
            <a:endParaRPr sz="3000">
              <a:solidFill>
                <a:schemeClr val="accent4"/>
              </a:solidFill>
            </a:endParaRPr>
          </a:p>
          <a:p>
            <a:pPr indent="0" lvl="0" marL="0" marR="0" rtl="0" algn="r">
              <a:lnSpc>
                <a:spcPct val="120000"/>
              </a:lnSpc>
              <a:spcBef>
                <a:spcPts val="0"/>
              </a:spcBef>
              <a:spcAft>
                <a:spcPts val="0"/>
              </a:spcAft>
              <a:buClr>
                <a:srgbClr val="000000"/>
              </a:buClr>
              <a:buSzPts val="4000"/>
              <a:buFont typeface="Arial"/>
              <a:buNone/>
            </a:pPr>
            <a:r>
              <a:t/>
            </a:r>
            <a:endParaRPr b="1" sz="4000">
              <a:solidFill>
                <a:schemeClr val="accent4"/>
              </a:solidFill>
              <a:latin typeface="Lato"/>
              <a:ea typeface="Lato"/>
              <a:cs typeface="Lato"/>
              <a:sym typeface="Lato"/>
            </a:endParaRPr>
          </a:p>
        </p:txBody>
      </p:sp>
      <p:sp>
        <p:nvSpPr>
          <p:cNvPr id="1096" name="Google Shape;1096;p45"/>
          <p:cNvSpPr txBox="1"/>
          <p:nvPr/>
        </p:nvSpPr>
        <p:spPr>
          <a:xfrm>
            <a:off x="2400775" y="5161251"/>
            <a:ext cx="6038700" cy="1329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lang="en-US" sz="1800">
                <a:solidFill>
                  <a:schemeClr val="dk2"/>
                </a:solidFill>
                <a:latin typeface="Lato Light"/>
                <a:ea typeface="Lato Light"/>
                <a:cs typeface="Lato Light"/>
                <a:sym typeface="Lato Light"/>
              </a:rPr>
              <a:t>Estrategia A = Relaciones Públicas</a:t>
            </a:r>
            <a:endParaRPr sz="1800">
              <a:solidFill>
                <a:schemeClr val="dk2"/>
              </a:solidFill>
              <a:latin typeface="Lato Light"/>
              <a:ea typeface="Lato Light"/>
              <a:cs typeface="Lato Light"/>
              <a:sym typeface="Lato Light"/>
            </a:endParaRPr>
          </a:p>
          <a:p>
            <a:pPr indent="0" lvl="0" marL="0" marR="0" rtl="0" algn="l">
              <a:lnSpc>
                <a:spcPct val="120000"/>
              </a:lnSpc>
              <a:spcBef>
                <a:spcPts val="0"/>
              </a:spcBef>
              <a:spcAft>
                <a:spcPts val="0"/>
              </a:spcAft>
              <a:buClr>
                <a:srgbClr val="000000"/>
              </a:buClr>
              <a:buSzPts val="2400"/>
              <a:buFont typeface="Arial"/>
              <a:buNone/>
            </a:pPr>
            <a:r>
              <a:rPr lang="en-US" sz="1800">
                <a:solidFill>
                  <a:schemeClr val="dk2"/>
                </a:solidFill>
                <a:latin typeface="Lato Light"/>
                <a:ea typeface="Lato Light"/>
                <a:cs typeface="Lato Light"/>
                <a:sym typeface="Lato Light"/>
              </a:rPr>
              <a:t>Estrategia B = Publicidad en medios tradicionales</a:t>
            </a:r>
            <a:endParaRPr sz="1800">
              <a:solidFill>
                <a:schemeClr val="dk2"/>
              </a:solidFill>
              <a:latin typeface="Lato Light"/>
              <a:ea typeface="Lato Light"/>
              <a:cs typeface="Lato Light"/>
              <a:sym typeface="Lato Light"/>
            </a:endParaRPr>
          </a:p>
          <a:p>
            <a:pPr indent="0" lvl="0" marL="0" marR="0" rtl="0" algn="l">
              <a:lnSpc>
                <a:spcPct val="120000"/>
              </a:lnSpc>
              <a:spcBef>
                <a:spcPts val="0"/>
              </a:spcBef>
              <a:spcAft>
                <a:spcPts val="0"/>
              </a:spcAft>
              <a:buClr>
                <a:srgbClr val="000000"/>
              </a:buClr>
              <a:buSzPts val="2400"/>
              <a:buFont typeface="Arial"/>
              <a:buNone/>
            </a:pPr>
            <a:r>
              <a:rPr lang="en-US" sz="1800">
                <a:solidFill>
                  <a:schemeClr val="dk2"/>
                </a:solidFill>
                <a:latin typeface="Lato Light"/>
                <a:ea typeface="Lato Light"/>
                <a:cs typeface="Lato Light"/>
                <a:sym typeface="Lato Light"/>
              </a:rPr>
              <a:t>Estrategia C = Contenidos en blog</a:t>
            </a:r>
            <a:endParaRPr sz="1800">
              <a:solidFill>
                <a:schemeClr val="dk2"/>
              </a:solidFill>
              <a:latin typeface="Lato Light"/>
              <a:ea typeface="Lato Light"/>
              <a:cs typeface="Lato Light"/>
              <a:sym typeface="Lato Light"/>
            </a:endParaRPr>
          </a:p>
        </p:txBody>
      </p:sp>
      <p:sp>
        <p:nvSpPr>
          <p:cNvPr id="1097" name="Google Shape;1097;p45"/>
          <p:cNvSpPr/>
          <p:nvPr/>
        </p:nvSpPr>
        <p:spPr>
          <a:xfrm>
            <a:off x="8164051" y="8408710"/>
            <a:ext cx="1415799" cy="1111046"/>
          </a:xfrm>
          <a:custGeom>
            <a:rect b="b" l="l" r="r" t="t"/>
            <a:pathLst>
              <a:path extrusionOk="0" h="1166" w="1488">
                <a:moveTo>
                  <a:pt x="1033" y="885"/>
                </a:moveTo>
                <a:cubicBezTo>
                  <a:pt x="861" y="713"/>
                  <a:pt x="861" y="713"/>
                  <a:pt x="861" y="713"/>
                </a:cubicBezTo>
                <a:cubicBezTo>
                  <a:pt x="885" y="689"/>
                  <a:pt x="885" y="689"/>
                  <a:pt x="885" y="689"/>
                </a:cubicBezTo>
                <a:cubicBezTo>
                  <a:pt x="1057" y="861"/>
                  <a:pt x="1057" y="861"/>
                  <a:pt x="1057" y="861"/>
                </a:cubicBezTo>
                <a:lnTo>
                  <a:pt x="1033" y="885"/>
                </a:lnTo>
                <a:close/>
                <a:moveTo>
                  <a:pt x="775" y="799"/>
                </a:moveTo>
                <a:cubicBezTo>
                  <a:pt x="990" y="1014"/>
                  <a:pt x="990" y="1014"/>
                  <a:pt x="990" y="1014"/>
                </a:cubicBezTo>
                <a:cubicBezTo>
                  <a:pt x="1014" y="990"/>
                  <a:pt x="1014" y="990"/>
                  <a:pt x="1014" y="990"/>
                </a:cubicBezTo>
                <a:cubicBezTo>
                  <a:pt x="799" y="775"/>
                  <a:pt x="799" y="775"/>
                  <a:pt x="799" y="775"/>
                </a:cubicBezTo>
                <a:lnTo>
                  <a:pt x="775" y="799"/>
                </a:lnTo>
                <a:close/>
                <a:moveTo>
                  <a:pt x="1303" y="553"/>
                </a:moveTo>
                <a:cubicBezTo>
                  <a:pt x="1112" y="744"/>
                  <a:pt x="1112" y="744"/>
                  <a:pt x="1112" y="744"/>
                </a:cubicBezTo>
                <a:cubicBezTo>
                  <a:pt x="1143" y="775"/>
                  <a:pt x="1143" y="775"/>
                  <a:pt x="1143" y="775"/>
                </a:cubicBezTo>
                <a:cubicBezTo>
                  <a:pt x="1173" y="805"/>
                  <a:pt x="1173" y="855"/>
                  <a:pt x="1143" y="885"/>
                </a:cubicBezTo>
                <a:cubicBezTo>
                  <a:pt x="1131" y="897"/>
                  <a:pt x="1117" y="904"/>
                  <a:pt x="1102" y="907"/>
                </a:cubicBezTo>
                <a:cubicBezTo>
                  <a:pt x="1115" y="921"/>
                  <a:pt x="1123" y="939"/>
                  <a:pt x="1123" y="959"/>
                </a:cubicBezTo>
                <a:cubicBezTo>
                  <a:pt x="1123" y="980"/>
                  <a:pt x="1115" y="999"/>
                  <a:pt x="1100" y="1014"/>
                </a:cubicBezTo>
                <a:cubicBezTo>
                  <a:pt x="1083" y="1031"/>
                  <a:pt x="1059" y="1039"/>
                  <a:pt x="1036" y="1036"/>
                </a:cubicBezTo>
                <a:cubicBezTo>
                  <a:pt x="1039" y="1059"/>
                  <a:pt x="1031" y="1083"/>
                  <a:pt x="1014" y="1100"/>
                </a:cubicBezTo>
                <a:cubicBezTo>
                  <a:pt x="999" y="1115"/>
                  <a:pt x="980" y="1123"/>
                  <a:pt x="959" y="1123"/>
                </a:cubicBezTo>
                <a:cubicBezTo>
                  <a:pt x="939" y="1123"/>
                  <a:pt x="921" y="1115"/>
                  <a:pt x="906" y="1102"/>
                </a:cubicBezTo>
                <a:cubicBezTo>
                  <a:pt x="904" y="1118"/>
                  <a:pt x="896" y="1132"/>
                  <a:pt x="885" y="1143"/>
                </a:cubicBezTo>
                <a:cubicBezTo>
                  <a:pt x="870" y="1158"/>
                  <a:pt x="850" y="1166"/>
                  <a:pt x="830" y="1166"/>
                </a:cubicBezTo>
                <a:cubicBezTo>
                  <a:pt x="810" y="1166"/>
                  <a:pt x="790" y="1158"/>
                  <a:pt x="775" y="1143"/>
                </a:cubicBezTo>
                <a:cubicBezTo>
                  <a:pt x="744" y="1112"/>
                  <a:pt x="744" y="1112"/>
                  <a:pt x="744" y="1112"/>
                </a:cubicBezTo>
                <a:cubicBezTo>
                  <a:pt x="713" y="1143"/>
                  <a:pt x="713" y="1143"/>
                  <a:pt x="713" y="1143"/>
                </a:cubicBezTo>
                <a:cubicBezTo>
                  <a:pt x="698" y="1158"/>
                  <a:pt x="678" y="1166"/>
                  <a:pt x="658" y="1166"/>
                </a:cubicBezTo>
                <a:cubicBezTo>
                  <a:pt x="638" y="1166"/>
                  <a:pt x="618" y="1158"/>
                  <a:pt x="603" y="1143"/>
                </a:cubicBezTo>
                <a:cubicBezTo>
                  <a:pt x="592" y="1132"/>
                  <a:pt x="584" y="1118"/>
                  <a:pt x="581" y="1102"/>
                </a:cubicBezTo>
                <a:cubicBezTo>
                  <a:pt x="567" y="1116"/>
                  <a:pt x="548" y="1123"/>
                  <a:pt x="529" y="1123"/>
                </a:cubicBezTo>
                <a:cubicBezTo>
                  <a:pt x="509" y="1123"/>
                  <a:pt x="489" y="1115"/>
                  <a:pt x="474" y="1100"/>
                </a:cubicBezTo>
                <a:cubicBezTo>
                  <a:pt x="459" y="1085"/>
                  <a:pt x="451" y="1066"/>
                  <a:pt x="451" y="1045"/>
                </a:cubicBezTo>
                <a:cubicBezTo>
                  <a:pt x="451" y="1042"/>
                  <a:pt x="452" y="1039"/>
                  <a:pt x="452" y="1036"/>
                </a:cubicBezTo>
                <a:cubicBezTo>
                  <a:pt x="449" y="1036"/>
                  <a:pt x="446" y="1037"/>
                  <a:pt x="443" y="1037"/>
                </a:cubicBezTo>
                <a:cubicBezTo>
                  <a:pt x="422" y="1037"/>
                  <a:pt x="403" y="1029"/>
                  <a:pt x="388" y="1014"/>
                </a:cubicBezTo>
                <a:cubicBezTo>
                  <a:pt x="373" y="999"/>
                  <a:pt x="365" y="980"/>
                  <a:pt x="365" y="959"/>
                </a:cubicBezTo>
                <a:cubicBezTo>
                  <a:pt x="365" y="939"/>
                  <a:pt x="373" y="921"/>
                  <a:pt x="386" y="907"/>
                </a:cubicBezTo>
                <a:cubicBezTo>
                  <a:pt x="371" y="904"/>
                  <a:pt x="356" y="897"/>
                  <a:pt x="345" y="885"/>
                </a:cubicBezTo>
                <a:cubicBezTo>
                  <a:pt x="330" y="870"/>
                  <a:pt x="322" y="851"/>
                  <a:pt x="322" y="830"/>
                </a:cubicBezTo>
                <a:cubicBezTo>
                  <a:pt x="322" y="809"/>
                  <a:pt x="330" y="790"/>
                  <a:pt x="345" y="775"/>
                </a:cubicBezTo>
                <a:cubicBezTo>
                  <a:pt x="376" y="744"/>
                  <a:pt x="376" y="744"/>
                  <a:pt x="376" y="744"/>
                </a:cubicBezTo>
                <a:cubicBezTo>
                  <a:pt x="185" y="553"/>
                  <a:pt x="185" y="553"/>
                  <a:pt x="185" y="553"/>
                </a:cubicBezTo>
                <a:cubicBezTo>
                  <a:pt x="153" y="586"/>
                  <a:pt x="153" y="586"/>
                  <a:pt x="153" y="586"/>
                </a:cubicBezTo>
                <a:cubicBezTo>
                  <a:pt x="0" y="432"/>
                  <a:pt x="0" y="432"/>
                  <a:pt x="0" y="432"/>
                </a:cubicBezTo>
                <a:cubicBezTo>
                  <a:pt x="432" y="0"/>
                  <a:pt x="432" y="0"/>
                  <a:pt x="432" y="0"/>
                </a:cubicBezTo>
                <a:cubicBezTo>
                  <a:pt x="586" y="153"/>
                  <a:pt x="586" y="153"/>
                  <a:pt x="586" y="153"/>
                </a:cubicBezTo>
                <a:cubicBezTo>
                  <a:pt x="553" y="185"/>
                  <a:pt x="553" y="185"/>
                  <a:pt x="553" y="185"/>
                </a:cubicBezTo>
                <a:cubicBezTo>
                  <a:pt x="744" y="376"/>
                  <a:pt x="744" y="376"/>
                  <a:pt x="744" y="376"/>
                </a:cubicBezTo>
                <a:cubicBezTo>
                  <a:pt x="935" y="185"/>
                  <a:pt x="935" y="185"/>
                  <a:pt x="935" y="185"/>
                </a:cubicBezTo>
                <a:cubicBezTo>
                  <a:pt x="902" y="153"/>
                  <a:pt x="902" y="153"/>
                  <a:pt x="902" y="153"/>
                </a:cubicBezTo>
                <a:cubicBezTo>
                  <a:pt x="1055" y="0"/>
                  <a:pt x="1055" y="0"/>
                  <a:pt x="1055" y="0"/>
                </a:cubicBezTo>
                <a:cubicBezTo>
                  <a:pt x="1488" y="432"/>
                  <a:pt x="1488" y="432"/>
                  <a:pt x="1488" y="432"/>
                </a:cubicBezTo>
                <a:cubicBezTo>
                  <a:pt x="1335" y="586"/>
                  <a:pt x="1335" y="586"/>
                  <a:pt x="1335" y="586"/>
                </a:cubicBezTo>
                <a:lnTo>
                  <a:pt x="1303" y="553"/>
                </a:lnTo>
                <a:close/>
                <a:moveTo>
                  <a:pt x="153" y="537"/>
                </a:moveTo>
                <a:cubicBezTo>
                  <a:pt x="537" y="153"/>
                  <a:pt x="537" y="153"/>
                  <a:pt x="537" y="153"/>
                </a:cubicBezTo>
                <a:cubicBezTo>
                  <a:pt x="432" y="48"/>
                  <a:pt x="432" y="48"/>
                  <a:pt x="432" y="48"/>
                </a:cubicBezTo>
                <a:cubicBezTo>
                  <a:pt x="48" y="432"/>
                  <a:pt x="48" y="432"/>
                  <a:pt x="48" y="432"/>
                </a:cubicBezTo>
                <a:lnTo>
                  <a:pt x="153" y="537"/>
                </a:lnTo>
                <a:close/>
                <a:moveTo>
                  <a:pt x="959" y="161"/>
                </a:moveTo>
                <a:cubicBezTo>
                  <a:pt x="959" y="161"/>
                  <a:pt x="959" y="161"/>
                  <a:pt x="959" y="161"/>
                </a:cubicBezTo>
                <a:cubicBezTo>
                  <a:pt x="1327" y="529"/>
                  <a:pt x="1327" y="529"/>
                  <a:pt x="1327" y="529"/>
                </a:cubicBezTo>
                <a:cubicBezTo>
                  <a:pt x="1327" y="529"/>
                  <a:pt x="1327" y="529"/>
                  <a:pt x="1327" y="529"/>
                </a:cubicBezTo>
                <a:cubicBezTo>
                  <a:pt x="1335" y="537"/>
                  <a:pt x="1335" y="537"/>
                  <a:pt x="1335" y="537"/>
                </a:cubicBezTo>
                <a:cubicBezTo>
                  <a:pt x="1440" y="432"/>
                  <a:pt x="1440" y="432"/>
                  <a:pt x="1440" y="432"/>
                </a:cubicBezTo>
                <a:cubicBezTo>
                  <a:pt x="1055" y="48"/>
                  <a:pt x="1055" y="48"/>
                  <a:pt x="1055" y="48"/>
                </a:cubicBezTo>
                <a:cubicBezTo>
                  <a:pt x="951" y="153"/>
                  <a:pt x="951" y="153"/>
                  <a:pt x="951" y="153"/>
                </a:cubicBezTo>
                <a:lnTo>
                  <a:pt x="959" y="161"/>
                </a:lnTo>
                <a:close/>
                <a:moveTo>
                  <a:pt x="369" y="861"/>
                </a:moveTo>
                <a:cubicBezTo>
                  <a:pt x="386" y="878"/>
                  <a:pt x="414" y="878"/>
                  <a:pt x="431" y="861"/>
                </a:cubicBezTo>
                <a:cubicBezTo>
                  <a:pt x="517" y="775"/>
                  <a:pt x="517" y="775"/>
                  <a:pt x="517" y="775"/>
                </a:cubicBezTo>
                <a:cubicBezTo>
                  <a:pt x="518" y="774"/>
                  <a:pt x="518" y="773"/>
                  <a:pt x="519" y="773"/>
                </a:cubicBezTo>
                <a:cubicBezTo>
                  <a:pt x="526" y="765"/>
                  <a:pt x="530" y="755"/>
                  <a:pt x="530" y="744"/>
                </a:cubicBezTo>
                <a:cubicBezTo>
                  <a:pt x="530" y="738"/>
                  <a:pt x="528" y="733"/>
                  <a:pt x="526" y="727"/>
                </a:cubicBezTo>
                <a:cubicBezTo>
                  <a:pt x="524" y="722"/>
                  <a:pt x="521" y="717"/>
                  <a:pt x="517" y="713"/>
                </a:cubicBezTo>
                <a:cubicBezTo>
                  <a:pt x="500" y="697"/>
                  <a:pt x="472" y="697"/>
                  <a:pt x="455" y="713"/>
                </a:cubicBezTo>
                <a:cubicBezTo>
                  <a:pt x="400" y="768"/>
                  <a:pt x="400" y="768"/>
                  <a:pt x="400" y="768"/>
                </a:cubicBezTo>
                <a:cubicBezTo>
                  <a:pt x="400" y="768"/>
                  <a:pt x="400" y="768"/>
                  <a:pt x="400" y="768"/>
                </a:cubicBezTo>
                <a:cubicBezTo>
                  <a:pt x="369" y="799"/>
                  <a:pt x="369" y="799"/>
                  <a:pt x="369" y="799"/>
                </a:cubicBezTo>
                <a:cubicBezTo>
                  <a:pt x="361" y="807"/>
                  <a:pt x="356" y="818"/>
                  <a:pt x="356" y="830"/>
                </a:cubicBezTo>
                <a:cubicBezTo>
                  <a:pt x="356" y="842"/>
                  <a:pt x="361" y="853"/>
                  <a:pt x="369" y="861"/>
                </a:cubicBezTo>
                <a:close/>
                <a:moveTo>
                  <a:pt x="474" y="990"/>
                </a:moveTo>
                <a:cubicBezTo>
                  <a:pt x="646" y="818"/>
                  <a:pt x="646" y="818"/>
                  <a:pt x="646" y="818"/>
                </a:cubicBezTo>
                <a:cubicBezTo>
                  <a:pt x="648" y="815"/>
                  <a:pt x="651" y="812"/>
                  <a:pt x="652" y="809"/>
                </a:cubicBezTo>
                <a:cubicBezTo>
                  <a:pt x="656" y="803"/>
                  <a:pt x="658" y="795"/>
                  <a:pt x="658" y="787"/>
                </a:cubicBezTo>
                <a:cubicBezTo>
                  <a:pt x="658" y="781"/>
                  <a:pt x="657" y="775"/>
                  <a:pt x="655" y="770"/>
                </a:cubicBezTo>
                <a:cubicBezTo>
                  <a:pt x="654" y="767"/>
                  <a:pt x="652" y="765"/>
                  <a:pt x="651" y="762"/>
                </a:cubicBezTo>
                <a:cubicBezTo>
                  <a:pt x="649" y="760"/>
                  <a:pt x="648" y="758"/>
                  <a:pt x="646" y="756"/>
                </a:cubicBezTo>
                <a:cubicBezTo>
                  <a:pt x="642" y="753"/>
                  <a:pt x="638" y="750"/>
                  <a:pt x="634" y="748"/>
                </a:cubicBezTo>
                <a:cubicBezTo>
                  <a:pt x="633" y="748"/>
                  <a:pt x="632" y="747"/>
                  <a:pt x="632" y="747"/>
                </a:cubicBezTo>
                <a:cubicBezTo>
                  <a:pt x="630" y="746"/>
                  <a:pt x="628" y="745"/>
                  <a:pt x="626" y="745"/>
                </a:cubicBezTo>
                <a:cubicBezTo>
                  <a:pt x="625" y="745"/>
                  <a:pt x="624" y="744"/>
                  <a:pt x="624" y="744"/>
                </a:cubicBezTo>
                <a:cubicBezTo>
                  <a:pt x="621" y="744"/>
                  <a:pt x="618" y="744"/>
                  <a:pt x="615" y="744"/>
                </a:cubicBezTo>
                <a:cubicBezTo>
                  <a:pt x="615" y="744"/>
                  <a:pt x="615" y="744"/>
                  <a:pt x="615" y="744"/>
                </a:cubicBezTo>
                <a:cubicBezTo>
                  <a:pt x="609" y="744"/>
                  <a:pt x="603" y="745"/>
                  <a:pt x="598" y="747"/>
                </a:cubicBezTo>
                <a:cubicBezTo>
                  <a:pt x="598" y="747"/>
                  <a:pt x="597" y="747"/>
                  <a:pt x="597" y="747"/>
                </a:cubicBezTo>
                <a:cubicBezTo>
                  <a:pt x="595" y="748"/>
                  <a:pt x="593" y="749"/>
                  <a:pt x="591" y="751"/>
                </a:cubicBezTo>
                <a:cubicBezTo>
                  <a:pt x="590" y="751"/>
                  <a:pt x="589" y="752"/>
                  <a:pt x="589" y="752"/>
                </a:cubicBezTo>
                <a:cubicBezTo>
                  <a:pt x="587" y="754"/>
                  <a:pt x="586" y="755"/>
                  <a:pt x="584" y="756"/>
                </a:cubicBezTo>
                <a:cubicBezTo>
                  <a:pt x="541" y="799"/>
                  <a:pt x="541" y="799"/>
                  <a:pt x="541" y="799"/>
                </a:cubicBezTo>
                <a:cubicBezTo>
                  <a:pt x="541" y="799"/>
                  <a:pt x="541" y="799"/>
                  <a:pt x="541" y="799"/>
                </a:cubicBezTo>
                <a:cubicBezTo>
                  <a:pt x="455" y="885"/>
                  <a:pt x="455" y="885"/>
                  <a:pt x="455" y="885"/>
                </a:cubicBezTo>
                <a:cubicBezTo>
                  <a:pt x="455" y="885"/>
                  <a:pt x="455" y="885"/>
                  <a:pt x="455" y="885"/>
                </a:cubicBezTo>
                <a:cubicBezTo>
                  <a:pt x="412" y="928"/>
                  <a:pt x="412" y="928"/>
                  <a:pt x="412" y="928"/>
                </a:cubicBezTo>
                <a:cubicBezTo>
                  <a:pt x="404" y="936"/>
                  <a:pt x="399" y="947"/>
                  <a:pt x="399" y="959"/>
                </a:cubicBezTo>
                <a:cubicBezTo>
                  <a:pt x="399" y="971"/>
                  <a:pt x="404" y="982"/>
                  <a:pt x="412" y="990"/>
                </a:cubicBezTo>
                <a:cubicBezTo>
                  <a:pt x="429" y="1007"/>
                  <a:pt x="457" y="1007"/>
                  <a:pt x="474" y="990"/>
                </a:cubicBezTo>
                <a:close/>
                <a:moveTo>
                  <a:pt x="560" y="1076"/>
                </a:moveTo>
                <a:cubicBezTo>
                  <a:pt x="689" y="947"/>
                  <a:pt x="689" y="947"/>
                  <a:pt x="689" y="947"/>
                </a:cubicBezTo>
                <a:cubicBezTo>
                  <a:pt x="732" y="904"/>
                  <a:pt x="732" y="904"/>
                  <a:pt x="732" y="904"/>
                </a:cubicBezTo>
                <a:cubicBezTo>
                  <a:pt x="740" y="896"/>
                  <a:pt x="744" y="885"/>
                  <a:pt x="744" y="873"/>
                </a:cubicBezTo>
                <a:cubicBezTo>
                  <a:pt x="744" y="861"/>
                  <a:pt x="740" y="850"/>
                  <a:pt x="732" y="842"/>
                </a:cubicBezTo>
                <a:cubicBezTo>
                  <a:pt x="729" y="840"/>
                  <a:pt x="726" y="838"/>
                  <a:pt x="723" y="836"/>
                </a:cubicBezTo>
                <a:cubicBezTo>
                  <a:pt x="723" y="835"/>
                  <a:pt x="722" y="835"/>
                  <a:pt x="721" y="834"/>
                </a:cubicBezTo>
                <a:cubicBezTo>
                  <a:pt x="719" y="833"/>
                  <a:pt x="716" y="832"/>
                  <a:pt x="714" y="832"/>
                </a:cubicBezTo>
                <a:cubicBezTo>
                  <a:pt x="713" y="831"/>
                  <a:pt x="712" y="831"/>
                  <a:pt x="711" y="831"/>
                </a:cubicBezTo>
                <a:cubicBezTo>
                  <a:pt x="708" y="830"/>
                  <a:pt x="705" y="830"/>
                  <a:pt x="702" y="830"/>
                </a:cubicBezTo>
                <a:cubicBezTo>
                  <a:pt x="701" y="830"/>
                  <a:pt x="701" y="829"/>
                  <a:pt x="701" y="829"/>
                </a:cubicBezTo>
                <a:cubicBezTo>
                  <a:pt x="697" y="829"/>
                  <a:pt x="693" y="830"/>
                  <a:pt x="689" y="831"/>
                </a:cubicBezTo>
                <a:cubicBezTo>
                  <a:pt x="682" y="833"/>
                  <a:pt x="676" y="837"/>
                  <a:pt x="670" y="842"/>
                </a:cubicBezTo>
                <a:cubicBezTo>
                  <a:pt x="498" y="1014"/>
                  <a:pt x="498" y="1014"/>
                  <a:pt x="498" y="1014"/>
                </a:cubicBezTo>
                <a:cubicBezTo>
                  <a:pt x="490" y="1022"/>
                  <a:pt x="485" y="1033"/>
                  <a:pt x="485" y="1045"/>
                </a:cubicBezTo>
                <a:cubicBezTo>
                  <a:pt x="485" y="1056"/>
                  <a:pt x="490" y="1068"/>
                  <a:pt x="498" y="1076"/>
                </a:cubicBezTo>
                <a:cubicBezTo>
                  <a:pt x="515" y="1093"/>
                  <a:pt x="543" y="1093"/>
                  <a:pt x="560" y="1076"/>
                </a:cubicBezTo>
                <a:close/>
                <a:moveTo>
                  <a:pt x="720" y="1088"/>
                </a:moveTo>
                <a:cubicBezTo>
                  <a:pt x="775" y="1033"/>
                  <a:pt x="775" y="1033"/>
                  <a:pt x="775" y="1033"/>
                </a:cubicBezTo>
                <a:cubicBezTo>
                  <a:pt x="783" y="1025"/>
                  <a:pt x="788" y="1014"/>
                  <a:pt x="788" y="1002"/>
                </a:cubicBezTo>
                <a:cubicBezTo>
                  <a:pt x="788" y="999"/>
                  <a:pt x="787" y="996"/>
                  <a:pt x="787" y="993"/>
                </a:cubicBezTo>
                <a:cubicBezTo>
                  <a:pt x="787" y="993"/>
                  <a:pt x="786" y="993"/>
                  <a:pt x="786" y="992"/>
                </a:cubicBezTo>
                <a:cubicBezTo>
                  <a:pt x="786" y="990"/>
                  <a:pt x="785" y="988"/>
                  <a:pt x="784" y="985"/>
                </a:cubicBezTo>
                <a:cubicBezTo>
                  <a:pt x="784" y="985"/>
                  <a:pt x="784" y="985"/>
                  <a:pt x="784" y="985"/>
                </a:cubicBezTo>
                <a:cubicBezTo>
                  <a:pt x="782" y="980"/>
                  <a:pt x="779" y="975"/>
                  <a:pt x="775" y="971"/>
                </a:cubicBezTo>
                <a:cubicBezTo>
                  <a:pt x="766" y="963"/>
                  <a:pt x="755" y="958"/>
                  <a:pt x="744" y="958"/>
                </a:cubicBezTo>
                <a:cubicBezTo>
                  <a:pt x="740" y="958"/>
                  <a:pt x="736" y="959"/>
                  <a:pt x="733" y="960"/>
                </a:cubicBezTo>
                <a:cubicBezTo>
                  <a:pt x="726" y="962"/>
                  <a:pt x="719" y="965"/>
                  <a:pt x="713" y="971"/>
                </a:cubicBezTo>
                <a:cubicBezTo>
                  <a:pt x="708" y="976"/>
                  <a:pt x="708" y="976"/>
                  <a:pt x="708" y="976"/>
                </a:cubicBezTo>
                <a:cubicBezTo>
                  <a:pt x="627" y="1057"/>
                  <a:pt x="627" y="1057"/>
                  <a:pt x="627" y="1057"/>
                </a:cubicBezTo>
                <a:cubicBezTo>
                  <a:pt x="619" y="1065"/>
                  <a:pt x="614" y="1076"/>
                  <a:pt x="614" y="1088"/>
                </a:cubicBezTo>
                <a:cubicBezTo>
                  <a:pt x="614" y="1100"/>
                  <a:pt x="619" y="1111"/>
                  <a:pt x="627" y="1119"/>
                </a:cubicBezTo>
                <a:cubicBezTo>
                  <a:pt x="644" y="1136"/>
                  <a:pt x="672" y="1136"/>
                  <a:pt x="689" y="1119"/>
                </a:cubicBezTo>
                <a:lnTo>
                  <a:pt x="720" y="1088"/>
                </a:lnTo>
                <a:close/>
                <a:moveTo>
                  <a:pt x="873" y="1088"/>
                </a:moveTo>
                <a:cubicBezTo>
                  <a:pt x="873" y="1076"/>
                  <a:pt x="869" y="1065"/>
                  <a:pt x="861" y="1057"/>
                </a:cubicBezTo>
                <a:cubicBezTo>
                  <a:pt x="820" y="1017"/>
                  <a:pt x="820" y="1017"/>
                  <a:pt x="820" y="1017"/>
                </a:cubicBezTo>
                <a:cubicBezTo>
                  <a:pt x="820" y="1017"/>
                  <a:pt x="820" y="1017"/>
                  <a:pt x="820" y="1017"/>
                </a:cubicBezTo>
                <a:cubicBezTo>
                  <a:pt x="820" y="1018"/>
                  <a:pt x="820" y="1018"/>
                  <a:pt x="820" y="1018"/>
                </a:cubicBezTo>
                <a:cubicBezTo>
                  <a:pt x="819" y="1022"/>
                  <a:pt x="818" y="1026"/>
                  <a:pt x="816" y="1030"/>
                </a:cubicBezTo>
                <a:cubicBezTo>
                  <a:pt x="816" y="1031"/>
                  <a:pt x="815" y="1033"/>
                  <a:pt x="815" y="1034"/>
                </a:cubicBezTo>
                <a:cubicBezTo>
                  <a:pt x="813" y="1037"/>
                  <a:pt x="812" y="1040"/>
                  <a:pt x="810" y="1043"/>
                </a:cubicBezTo>
                <a:cubicBezTo>
                  <a:pt x="809" y="1044"/>
                  <a:pt x="809" y="1045"/>
                  <a:pt x="808" y="1046"/>
                </a:cubicBezTo>
                <a:cubicBezTo>
                  <a:pt x="805" y="1050"/>
                  <a:pt x="802" y="1054"/>
                  <a:pt x="799" y="1057"/>
                </a:cubicBezTo>
                <a:cubicBezTo>
                  <a:pt x="768" y="1088"/>
                  <a:pt x="768" y="1088"/>
                  <a:pt x="768" y="1088"/>
                </a:cubicBezTo>
                <a:cubicBezTo>
                  <a:pt x="799" y="1119"/>
                  <a:pt x="799" y="1119"/>
                  <a:pt x="799" y="1119"/>
                </a:cubicBezTo>
                <a:cubicBezTo>
                  <a:pt x="815" y="1135"/>
                  <a:pt x="844" y="1135"/>
                  <a:pt x="861" y="1119"/>
                </a:cubicBezTo>
                <a:cubicBezTo>
                  <a:pt x="861" y="1119"/>
                  <a:pt x="861" y="1119"/>
                  <a:pt x="861" y="1119"/>
                </a:cubicBezTo>
                <a:cubicBezTo>
                  <a:pt x="869" y="1111"/>
                  <a:pt x="873" y="1100"/>
                  <a:pt x="873" y="1088"/>
                </a:cubicBezTo>
                <a:close/>
                <a:moveTo>
                  <a:pt x="1119" y="799"/>
                </a:moveTo>
                <a:cubicBezTo>
                  <a:pt x="830" y="510"/>
                  <a:pt x="830" y="510"/>
                  <a:pt x="830" y="510"/>
                </a:cubicBezTo>
                <a:cubicBezTo>
                  <a:pt x="713" y="627"/>
                  <a:pt x="713" y="627"/>
                  <a:pt x="713" y="627"/>
                </a:cubicBezTo>
                <a:cubicBezTo>
                  <a:pt x="709" y="631"/>
                  <a:pt x="705" y="634"/>
                  <a:pt x="701" y="637"/>
                </a:cubicBezTo>
                <a:cubicBezTo>
                  <a:pt x="699" y="638"/>
                  <a:pt x="697" y="639"/>
                  <a:pt x="695" y="640"/>
                </a:cubicBezTo>
                <a:cubicBezTo>
                  <a:pt x="692" y="642"/>
                  <a:pt x="690" y="643"/>
                  <a:pt x="688" y="644"/>
                </a:cubicBezTo>
                <a:cubicBezTo>
                  <a:pt x="684" y="646"/>
                  <a:pt x="679" y="647"/>
                  <a:pt x="675" y="648"/>
                </a:cubicBezTo>
                <a:cubicBezTo>
                  <a:pt x="674" y="648"/>
                  <a:pt x="674" y="648"/>
                  <a:pt x="673" y="648"/>
                </a:cubicBezTo>
                <a:cubicBezTo>
                  <a:pt x="658" y="651"/>
                  <a:pt x="643" y="650"/>
                  <a:pt x="628" y="644"/>
                </a:cubicBezTo>
                <a:cubicBezTo>
                  <a:pt x="627" y="644"/>
                  <a:pt x="627" y="643"/>
                  <a:pt x="626" y="643"/>
                </a:cubicBezTo>
                <a:cubicBezTo>
                  <a:pt x="618" y="639"/>
                  <a:pt x="610" y="634"/>
                  <a:pt x="603" y="627"/>
                </a:cubicBezTo>
                <a:cubicBezTo>
                  <a:pt x="598" y="623"/>
                  <a:pt x="595" y="618"/>
                  <a:pt x="592" y="613"/>
                </a:cubicBezTo>
                <a:cubicBezTo>
                  <a:pt x="584" y="601"/>
                  <a:pt x="580" y="587"/>
                  <a:pt x="580" y="572"/>
                </a:cubicBezTo>
                <a:cubicBezTo>
                  <a:pt x="580" y="562"/>
                  <a:pt x="582" y="552"/>
                  <a:pt x="586" y="543"/>
                </a:cubicBezTo>
                <a:cubicBezTo>
                  <a:pt x="589" y="534"/>
                  <a:pt x="595" y="525"/>
                  <a:pt x="603" y="517"/>
                </a:cubicBezTo>
                <a:cubicBezTo>
                  <a:pt x="720" y="400"/>
                  <a:pt x="720" y="400"/>
                  <a:pt x="720" y="400"/>
                </a:cubicBezTo>
                <a:cubicBezTo>
                  <a:pt x="529" y="210"/>
                  <a:pt x="529" y="210"/>
                  <a:pt x="529" y="210"/>
                </a:cubicBezTo>
                <a:cubicBezTo>
                  <a:pt x="209" y="529"/>
                  <a:pt x="209" y="529"/>
                  <a:pt x="209" y="529"/>
                </a:cubicBezTo>
                <a:cubicBezTo>
                  <a:pt x="400" y="720"/>
                  <a:pt x="400" y="720"/>
                  <a:pt x="400" y="720"/>
                </a:cubicBezTo>
                <a:cubicBezTo>
                  <a:pt x="431" y="689"/>
                  <a:pt x="431" y="689"/>
                  <a:pt x="431" y="689"/>
                </a:cubicBezTo>
                <a:cubicBezTo>
                  <a:pt x="461" y="659"/>
                  <a:pt x="511" y="659"/>
                  <a:pt x="541" y="689"/>
                </a:cubicBezTo>
                <a:cubicBezTo>
                  <a:pt x="542" y="690"/>
                  <a:pt x="543" y="691"/>
                  <a:pt x="544" y="692"/>
                </a:cubicBezTo>
                <a:cubicBezTo>
                  <a:pt x="546" y="694"/>
                  <a:pt x="548" y="697"/>
                  <a:pt x="550" y="699"/>
                </a:cubicBezTo>
                <a:cubicBezTo>
                  <a:pt x="551" y="701"/>
                  <a:pt x="551" y="702"/>
                  <a:pt x="552" y="703"/>
                </a:cubicBezTo>
                <a:cubicBezTo>
                  <a:pt x="554" y="706"/>
                  <a:pt x="555" y="709"/>
                  <a:pt x="557" y="712"/>
                </a:cubicBezTo>
                <a:cubicBezTo>
                  <a:pt x="557" y="713"/>
                  <a:pt x="558" y="714"/>
                  <a:pt x="558" y="716"/>
                </a:cubicBezTo>
                <a:cubicBezTo>
                  <a:pt x="560" y="719"/>
                  <a:pt x="561" y="723"/>
                  <a:pt x="562" y="727"/>
                </a:cubicBezTo>
                <a:cubicBezTo>
                  <a:pt x="562" y="728"/>
                  <a:pt x="562" y="728"/>
                  <a:pt x="562" y="729"/>
                </a:cubicBezTo>
                <a:cubicBezTo>
                  <a:pt x="562" y="729"/>
                  <a:pt x="562" y="729"/>
                  <a:pt x="563" y="729"/>
                </a:cubicBezTo>
                <a:cubicBezTo>
                  <a:pt x="564" y="728"/>
                  <a:pt x="566" y="727"/>
                  <a:pt x="568" y="725"/>
                </a:cubicBezTo>
                <a:cubicBezTo>
                  <a:pt x="570" y="724"/>
                  <a:pt x="571" y="723"/>
                  <a:pt x="573" y="721"/>
                </a:cubicBezTo>
                <a:cubicBezTo>
                  <a:pt x="576" y="720"/>
                  <a:pt x="579" y="718"/>
                  <a:pt x="581" y="717"/>
                </a:cubicBezTo>
                <a:cubicBezTo>
                  <a:pt x="583" y="716"/>
                  <a:pt x="585" y="715"/>
                  <a:pt x="586" y="715"/>
                </a:cubicBezTo>
                <a:cubicBezTo>
                  <a:pt x="589" y="713"/>
                  <a:pt x="593" y="713"/>
                  <a:pt x="596" y="712"/>
                </a:cubicBezTo>
                <a:cubicBezTo>
                  <a:pt x="598" y="711"/>
                  <a:pt x="599" y="711"/>
                  <a:pt x="600" y="711"/>
                </a:cubicBezTo>
                <a:cubicBezTo>
                  <a:pt x="604" y="710"/>
                  <a:pt x="608" y="710"/>
                  <a:pt x="611" y="710"/>
                </a:cubicBezTo>
                <a:cubicBezTo>
                  <a:pt x="612" y="710"/>
                  <a:pt x="614" y="709"/>
                  <a:pt x="615" y="709"/>
                </a:cubicBezTo>
                <a:cubicBezTo>
                  <a:pt x="615" y="709"/>
                  <a:pt x="615" y="709"/>
                  <a:pt x="615" y="709"/>
                </a:cubicBezTo>
                <a:cubicBezTo>
                  <a:pt x="616" y="709"/>
                  <a:pt x="617" y="709"/>
                  <a:pt x="617" y="709"/>
                </a:cubicBezTo>
                <a:cubicBezTo>
                  <a:pt x="622" y="710"/>
                  <a:pt x="626" y="710"/>
                  <a:pt x="630" y="711"/>
                </a:cubicBezTo>
                <a:cubicBezTo>
                  <a:pt x="633" y="711"/>
                  <a:pt x="636" y="712"/>
                  <a:pt x="639" y="713"/>
                </a:cubicBezTo>
                <a:cubicBezTo>
                  <a:pt x="641" y="714"/>
                  <a:pt x="643" y="714"/>
                  <a:pt x="644" y="715"/>
                </a:cubicBezTo>
                <a:cubicBezTo>
                  <a:pt x="647" y="716"/>
                  <a:pt x="650" y="718"/>
                  <a:pt x="653" y="719"/>
                </a:cubicBezTo>
                <a:cubicBezTo>
                  <a:pt x="654" y="720"/>
                  <a:pt x="656" y="721"/>
                  <a:pt x="658" y="722"/>
                </a:cubicBezTo>
                <a:cubicBezTo>
                  <a:pt x="660" y="723"/>
                  <a:pt x="662" y="725"/>
                  <a:pt x="663" y="727"/>
                </a:cubicBezTo>
                <a:cubicBezTo>
                  <a:pt x="666" y="728"/>
                  <a:pt x="668" y="730"/>
                  <a:pt x="670" y="732"/>
                </a:cubicBezTo>
                <a:cubicBezTo>
                  <a:pt x="672" y="734"/>
                  <a:pt x="673" y="736"/>
                  <a:pt x="675" y="738"/>
                </a:cubicBezTo>
                <a:cubicBezTo>
                  <a:pt x="680" y="744"/>
                  <a:pt x="684" y="750"/>
                  <a:pt x="687" y="757"/>
                </a:cubicBezTo>
                <a:cubicBezTo>
                  <a:pt x="691" y="767"/>
                  <a:pt x="693" y="777"/>
                  <a:pt x="693" y="787"/>
                </a:cubicBezTo>
                <a:cubicBezTo>
                  <a:pt x="693" y="788"/>
                  <a:pt x="693" y="788"/>
                  <a:pt x="693" y="789"/>
                </a:cubicBezTo>
                <a:cubicBezTo>
                  <a:pt x="693" y="791"/>
                  <a:pt x="692" y="793"/>
                  <a:pt x="692" y="796"/>
                </a:cubicBezTo>
                <a:cubicBezTo>
                  <a:pt x="693" y="796"/>
                  <a:pt x="693" y="796"/>
                  <a:pt x="693" y="796"/>
                </a:cubicBezTo>
                <a:cubicBezTo>
                  <a:pt x="698" y="795"/>
                  <a:pt x="704" y="795"/>
                  <a:pt x="709" y="796"/>
                </a:cubicBezTo>
                <a:cubicBezTo>
                  <a:pt x="709" y="796"/>
                  <a:pt x="710" y="796"/>
                  <a:pt x="710" y="796"/>
                </a:cubicBezTo>
                <a:cubicBezTo>
                  <a:pt x="715" y="796"/>
                  <a:pt x="720" y="798"/>
                  <a:pt x="725" y="799"/>
                </a:cubicBezTo>
                <a:cubicBezTo>
                  <a:pt x="726" y="800"/>
                  <a:pt x="727" y="800"/>
                  <a:pt x="728" y="800"/>
                </a:cubicBezTo>
                <a:cubicBezTo>
                  <a:pt x="732" y="802"/>
                  <a:pt x="737" y="804"/>
                  <a:pt x="741" y="807"/>
                </a:cubicBezTo>
                <a:cubicBezTo>
                  <a:pt x="742" y="807"/>
                  <a:pt x="743" y="808"/>
                  <a:pt x="743" y="808"/>
                </a:cubicBezTo>
                <a:cubicBezTo>
                  <a:pt x="748" y="811"/>
                  <a:pt x="752" y="814"/>
                  <a:pt x="756" y="818"/>
                </a:cubicBezTo>
                <a:cubicBezTo>
                  <a:pt x="771" y="833"/>
                  <a:pt x="779" y="852"/>
                  <a:pt x="779" y="873"/>
                </a:cubicBezTo>
                <a:cubicBezTo>
                  <a:pt x="779" y="878"/>
                  <a:pt x="778" y="883"/>
                  <a:pt x="777" y="888"/>
                </a:cubicBezTo>
                <a:cubicBezTo>
                  <a:pt x="777" y="890"/>
                  <a:pt x="776" y="891"/>
                  <a:pt x="776" y="893"/>
                </a:cubicBezTo>
                <a:cubicBezTo>
                  <a:pt x="775" y="896"/>
                  <a:pt x="774" y="899"/>
                  <a:pt x="773" y="902"/>
                </a:cubicBezTo>
                <a:cubicBezTo>
                  <a:pt x="772" y="904"/>
                  <a:pt x="771" y="906"/>
                  <a:pt x="770" y="907"/>
                </a:cubicBezTo>
                <a:cubicBezTo>
                  <a:pt x="769" y="910"/>
                  <a:pt x="768" y="913"/>
                  <a:pt x="766" y="915"/>
                </a:cubicBezTo>
                <a:cubicBezTo>
                  <a:pt x="765" y="917"/>
                  <a:pt x="764" y="919"/>
                  <a:pt x="762" y="920"/>
                </a:cubicBezTo>
                <a:cubicBezTo>
                  <a:pt x="761" y="922"/>
                  <a:pt x="760" y="924"/>
                  <a:pt x="759" y="925"/>
                </a:cubicBezTo>
                <a:cubicBezTo>
                  <a:pt x="759" y="925"/>
                  <a:pt x="759" y="925"/>
                  <a:pt x="759" y="925"/>
                </a:cubicBezTo>
                <a:cubicBezTo>
                  <a:pt x="759" y="926"/>
                  <a:pt x="759" y="926"/>
                  <a:pt x="760" y="926"/>
                </a:cubicBezTo>
                <a:cubicBezTo>
                  <a:pt x="764" y="927"/>
                  <a:pt x="768" y="928"/>
                  <a:pt x="772" y="929"/>
                </a:cubicBezTo>
                <a:cubicBezTo>
                  <a:pt x="773" y="930"/>
                  <a:pt x="774" y="930"/>
                  <a:pt x="775" y="931"/>
                </a:cubicBezTo>
                <a:cubicBezTo>
                  <a:pt x="779" y="932"/>
                  <a:pt x="781" y="934"/>
                  <a:pt x="784" y="936"/>
                </a:cubicBezTo>
                <a:cubicBezTo>
                  <a:pt x="786" y="936"/>
                  <a:pt x="787" y="937"/>
                  <a:pt x="788" y="938"/>
                </a:cubicBezTo>
                <a:cubicBezTo>
                  <a:pt x="792" y="940"/>
                  <a:pt x="795" y="943"/>
                  <a:pt x="799" y="947"/>
                </a:cubicBezTo>
                <a:cubicBezTo>
                  <a:pt x="799" y="947"/>
                  <a:pt x="799" y="947"/>
                  <a:pt x="799" y="947"/>
                </a:cubicBezTo>
                <a:cubicBezTo>
                  <a:pt x="799" y="947"/>
                  <a:pt x="799" y="947"/>
                  <a:pt x="799" y="947"/>
                </a:cubicBezTo>
                <a:cubicBezTo>
                  <a:pt x="799" y="947"/>
                  <a:pt x="799" y="947"/>
                  <a:pt x="799" y="947"/>
                </a:cubicBezTo>
                <a:cubicBezTo>
                  <a:pt x="928" y="1076"/>
                  <a:pt x="928" y="1076"/>
                  <a:pt x="928" y="1076"/>
                </a:cubicBezTo>
                <a:cubicBezTo>
                  <a:pt x="944" y="1092"/>
                  <a:pt x="973" y="1092"/>
                  <a:pt x="990" y="1076"/>
                </a:cubicBezTo>
                <a:cubicBezTo>
                  <a:pt x="1007" y="1059"/>
                  <a:pt x="1007" y="1031"/>
                  <a:pt x="990" y="1014"/>
                </a:cubicBezTo>
                <a:cubicBezTo>
                  <a:pt x="1014" y="990"/>
                  <a:pt x="1014" y="990"/>
                  <a:pt x="1014" y="990"/>
                </a:cubicBezTo>
                <a:cubicBezTo>
                  <a:pt x="1030" y="1006"/>
                  <a:pt x="1059" y="1006"/>
                  <a:pt x="1076" y="990"/>
                </a:cubicBezTo>
                <a:cubicBezTo>
                  <a:pt x="1084" y="982"/>
                  <a:pt x="1088" y="971"/>
                  <a:pt x="1088" y="959"/>
                </a:cubicBezTo>
                <a:cubicBezTo>
                  <a:pt x="1088" y="947"/>
                  <a:pt x="1084" y="936"/>
                  <a:pt x="1076" y="928"/>
                </a:cubicBezTo>
                <a:cubicBezTo>
                  <a:pt x="1033" y="885"/>
                  <a:pt x="1033" y="885"/>
                  <a:pt x="1033" y="885"/>
                </a:cubicBezTo>
                <a:cubicBezTo>
                  <a:pt x="1057" y="861"/>
                  <a:pt x="1057" y="861"/>
                  <a:pt x="1057" y="861"/>
                </a:cubicBezTo>
                <a:cubicBezTo>
                  <a:pt x="1065" y="869"/>
                  <a:pt x="1076" y="874"/>
                  <a:pt x="1088" y="874"/>
                </a:cubicBezTo>
                <a:cubicBezTo>
                  <a:pt x="1088" y="874"/>
                  <a:pt x="1088" y="874"/>
                  <a:pt x="1088" y="874"/>
                </a:cubicBezTo>
                <a:cubicBezTo>
                  <a:pt x="1100" y="874"/>
                  <a:pt x="1110" y="869"/>
                  <a:pt x="1119" y="861"/>
                </a:cubicBezTo>
                <a:cubicBezTo>
                  <a:pt x="1136" y="844"/>
                  <a:pt x="1136" y="816"/>
                  <a:pt x="1119" y="799"/>
                </a:cubicBezTo>
                <a:close/>
                <a:moveTo>
                  <a:pt x="1278" y="529"/>
                </a:moveTo>
                <a:cubicBezTo>
                  <a:pt x="959" y="209"/>
                  <a:pt x="959" y="209"/>
                  <a:pt x="959" y="209"/>
                </a:cubicBezTo>
                <a:cubicBezTo>
                  <a:pt x="768" y="400"/>
                  <a:pt x="768" y="400"/>
                  <a:pt x="768" y="400"/>
                </a:cubicBezTo>
                <a:cubicBezTo>
                  <a:pt x="768" y="400"/>
                  <a:pt x="768" y="400"/>
                  <a:pt x="768" y="400"/>
                </a:cubicBezTo>
                <a:cubicBezTo>
                  <a:pt x="627" y="541"/>
                  <a:pt x="627" y="541"/>
                  <a:pt x="627" y="541"/>
                </a:cubicBezTo>
                <a:cubicBezTo>
                  <a:pt x="623" y="546"/>
                  <a:pt x="620" y="551"/>
                  <a:pt x="617" y="556"/>
                </a:cubicBezTo>
                <a:cubicBezTo>
                  <a:pt x="615" y="561"/>
                  <a:pt x="614" y="567"/>
                  <a:pt x="614" y="572"/>
                </a:cubicBezTo>
                <a:cubicBezTo>
                  <a:pt x="614" y="579"/>
                  <a:pt x="616" y="585"/>
                  <a:pt x="619" y="591"/>
                </a:cubicBezTo>
                <a:cubicBezTo>
                  <a:pt x="621" y="595"/>
                  <a:pt x="624" y="599"/>
                  <a:pt x="627" y="603"/>
                </a:cubicBezTo>
                <a:cubicBezTo>
                  <a:pt x="635" y="611"/>
                  <a:pt x="646" y="616"/>
                  <a:pt x="658" y="616"/>
                </a:cubicBezTo>
                <a:cubicBezTo>
                  <a:pt x="658" y="616"/>
                  <a:pt x="658" y="616"/>
                  <a:pt x="658" y="616"/>
                </a:cubicBezTo>
                <a:cubicBezTo>
                  <a:pt x="667" y="616"/>
                  <a:pt x="675" y="613"/>
                  <a:pt x="682" y="608"/>
                </a:cubicBezTo>
                <a:cubicBezTo>
                  <a:pt x="685" y="607"/>
                  <a:pt x="687" y="605"/>
                  <a:pt x="689" y="603"/>
                </a:cubicBezTo>
                <a:cubicBezTo>
                  <a:pt x="830" y="462"/>
                  <a:pt x="830" y="462"/>
                  <a:pt x="830" y="462"/>
                </a:cubicBezTo>
                <a:cubicBezTo>
                  <a:pt x="1088" y="720"/>
                  <a:pt x="1088" y="720"/>
                  <a:pt x="1088" y="720"/>
                </a:cubicBezTo>
                <a:lnTo>
                  <a:pt x="1278" y="529"/>
                </a:lnTo>
                <a:close/>
                <a:moveTo>
                  <a:pt x="126" y="416"/>
                </a:moveTo>
                <a:cubicBezTo>
                  <a:pt x="169" y="459"/>
                  <a:pt x="169" y="459"/>
                  <a:pt x="169" y="459"/>
                </a:cubicBezTo>
                <a:cubicBezTo>
                  <a:pt x="212" y="416"/>
                  <a:pt x="212" y="416"/>
                  <a:pt x="212" y="416"/>
                </a:cubicBezTo>
                <a:cubicBezTo>
                  <a:pt x="169" y="373"/>
                  <a:pt x="169" y="373"/>
                  <a:pt x="169" y="373"/>
                </a:cubicBezTo>
                <a:lnTo>
                  <a:pt x="126" y="416"/>
                </a:lnTo>
                <a:close/>
                <a:moveTo>
                  <a:pt x="1362" y="416"/>
                </a:moveTo>
                <a:cubicBezTo>
                  <a:pt x="1319" y="373"/>
                  <a:pt x="1319" y="373"/>
                  <a:pt x="1319" y="373"/>
                </a:cubicBezTo>
                <a:cubicBezTo>
                  <a:pt x="1276" y="416"/>
                  <a:pt x="1276" y="416"/>
                  <a:pt x="1276" y="416"/>
                </a:cubicBezTo>
                <a:cubicBezTo>
                  <a:pt x="1319" y="459"/>
                  <a:pt x="1319" y="459"/>
                  <a:pt x="1319" y="459"/>
                </a:cubicBezTo>
                <a:lnTo>
                  <a:pt x="1362" y="41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098" name="Google Shape;1098;p45"/>
          <p:cNvSpPr/>
          <p:nvPr/>
        </p:nvSpPr>
        <p:spPr>
          <a:xfrm>
            <a:off x="16584203" y="3673987"/>
            <a:ext cx="1400450" cy="698171"/>
          </a:xfrm>
          <a:custGeom>
            <a:rect b="b" l="l" r="r" t="t"/>
            <a:pathLst>
              <a:path extrusionOk="0" h="683" w="1373">
                <a:moveTo>
                  <a:pt x="1373" y="326"/>
                </a:moveTo>
                <a:cubicBezTo>
                  <a:pt x="1373" y="323"/>
                  <a:pt x="1372" y="321"/>
                  <a:pt x="1371" y="319"/>
                </a:cubicBezTo>
                <a:cubicBezTo>
                  <a:pt x="1371" y="249"/>
                  <a:pt x="1371" y="249"/>
                  <a:pt x="1371" y="249"/>
                </a:cubicBezTo>
                <a:cubicBezTo>
                  <a:pt x="1371" y="177"/>
                  <a:pt x="1312" y="118"/>
                  <a:pt x="1240" y="118"/>
                </a:cubicBezTo>
                <a:cubicBezTo>
                  <a:pt x="1034" y="118"/>
                  <a:pt x="1034" y="118"/>
                  <a:pt x="1034" y="118"/>
                </a:cubicBezTo>
                <a:cubicBezTo>
                  <a:pt x="1034" y="17"/>
                  <a:pt x="1034" y="17"/>
                  <a:pt x="1034" y="17"/>
                </a:cubicBezTo>
                <a:cubicBezTo>
                  <a:pt x="1034" y="8"/>
                  <a:pt x="1026" y="0"/>
                  <a:pt x="1017" y="0"/>
                </a:cubicBezTo>
                <a:cubicBezTo>
                  <a:pt x="455" y="0"/>
                  <a:pt x="455" y="0"/>
                  <a:pt x="455" y="0"/>
                </a:cubicBezTo>
                <a:cubicBezTo>
                  <a:pt x="408" y="0"/>
                  <a:pt x="370" y="38"/>
                  <a:pt x="370" y="86"/>
                </a:cubicBezTo>
                <a:cubicBezTo>
                  <a:pt x="370" y="584"/>
                  <a:pt x="370" y="584"/>
                  <a:pt x="370" y="584"/>
                </a:cubicBezTo>
                <a:cubicBezTo>
                  <a:pt x="370" y="593"/>
                  <a:pt x="377" y="601"/>
                  <a:pt x="387" y="601"/>
                </a:cubicBezTo>
                <a:cubicBezTo>
                  <a:pt x="527" y="601"/>
                  <a:pt x="527" y="601"/>
                  <a:pt x="527" y="601"/>
                </a:cubicBezTo>
                <a:cubicBezTo>
                  <a:pt x="539" y="649"/>
                  <a:pt x="582" y="683"/>
                  <a:pt x="632" y="683"/>
                </a:cubicBezTo>
                <a:cubicBezTo>
                  <a:pt x="683" y="683"/>
                  <a:pt x="726" y="649"/>
                  <a:pt x="738" y="601"/>
                </a:cubicBezTo>
                <a:cubicBezTo>
                  <a:pt x="1017" y="601"/>
                  <a:pt x="1017" y="601"/>
                  <a:pt x="1017" y="601"/>
                </a:cubicBezTo>
                <a:cubicBezTo>
                  <a:pt x="1080" y="601"/>
                  <a:pt x="1080" y="601"/>
                  <a:pt x="1080" y="601"/>
                </a:cubicBezTo>
                <a:cubicBezTo>
                  <a:pt x="1093" y="649"/>
                  <a:pt x="1135" y="683"/>
                  <a:pt x="1186" y="683"/>
                </a:cubicBezTo>
                <a:cubicBezTo>
                  <a:pt x="1236" y="683"/>
                  <a:pt x="1279" y="649"/>
                  <a:pt x="1291" y="601"/>
                </a:cubicBezTo>
                <a:cubicBezTo>
                  <a:pt x="1354" y="601"/>
                  <a:pt x="1354" y="601"/>
                  <a:pt x="1354" y="601"/>
                </a:cubicBezTo>
                <a:cubicBezTo>
                  <a:pt x="1364" y="601"/>
                  <a:pt x="1371" y="593"/>
                  <a:pt x="1371" y="584"/>
                </a:cubicBezTo>
                <a:cubicBezTo>
                  <a:pt x="1371" y="332"/>
                  <a:pt x="1371" y="332"/>
                  <a:pt x="1371" y="332"/>
                </a:cubicBezTo>
                <a:cubicBezTo>
                  <a:pt x="1372" y="330"/>
                  <a:pt x="1373" y="328"/>
                  <a:pt x="1373" y="326"/>
                </a:cubicBezTo>
                <a:close/>
                <a:moveTo>
                  <a:pt x="1337" y="249"/>
                </a:moveTo>
                <a:cubicBezTo>
                  <a:pt x="1337" y="308"/>
                  <a:pt x="1337" y="308"/>
                  <a:pt x="1337" y="308"/>
                </a:cubicBezTo>
                <a:cubicBezTo>
                  <a:pt x="1096" y="308"/>
                  <a:pt x="1096" y="308"/>
                  <a:pt x="1096" y="308"/>
                </a:cubicBezTo>
                <a:cubicBezTo>
                  <a:pt x="1096" y="152"/>
                  <a:pt x="1096" y="152"/>
                  <a:pt x="1096" y="152"/>
                </a:cubicBezTo>
                <a:cubicBezTo>
                  <a:pt x="1240" y="152"/>
                  <a:pt x="1240" y="152"/>
                  <a:pt x="1240" y="152"/>
                </a:cubicBezTo>
                <a:cubicBezTo>
                  <a:pt x="1293" y="152"/>
                  <a:pt x="1337" y="196"/>
                  <a:pt x="1337" y="249"/>
                </a:cubicBezTo>
                <a:close/>
                <a:moveTo>
                  <a:pt x="1061" y="152"/>
                </a:moveTo>
                <a:cubicBezTo>
                  <a:pt x="1061" y="308"/>
                  <a:pt x="1061" y="308"/>
                  <a:pt x="1061" y="308"/>
                </a:cubicBezTo>
                <a:cubicBezTo>
                  <a:pt x="1034" y="308"/>
                  <a:pt x="1034" y="308"/>
                  <a:pt x="1034" y="308"/>
                </a:cubicBezTo>
                <a:cubicBezTo>
                  <a:pt x="1034" y="152"/>
                  <a:pt x="1034" y="152"/>
                  <a:pt x="1034" y="152"/>
                </a:cubicBezTo>
                <a:lnTo>
                  <a:pt x="1061" y="152"/>
                </a:lnTo>
                <a:close/>
                <a:moveTo>
                  <a:pt x="404" y="86"/>
                </a:moveTo>
                <a:cubicBezTo>
                  <a:pt x="404" y="57"/>
                  <a:pt x="427" y="34"/>
                  <a:pt x="455" y="34"/>
                </a:cubicBezTo>
                <a:cubicBezTo>
                  <a:pt x="999" y="34"/>
                  <a:pt x="999" y="34"/>
                  <a:pt x="999" y="34"/>
                </a:cubicBezTo>
                <a:cubicBezTo>
                  <a:pt x="999" y="135"/>
                  <a:pt x="999" y="135"/>
                  <a:pt x="999" y="135"/>
                </a:cubicBezTo>
                <a:cubicBezTo>
                  <a:pt x="999" y="567"/>
                  <a:pt x="999" y="567"/>
                  <a:pt x="999" y="567"/>
                </a:cubicBezTo>
                <a:cubicBezTo>
                  <a:pt x="741" y="567"/>
                  <a:pt x="741" y="567"/>
                  <a:pt x="741" y="567"/>
                </a:cubicBezTo>
                <a:cubicBezTo>
                  <a:pt x="741" y="564"/>
                  <a:pt x="740" y="561"/>
                  <a:pt x="740" y="559"/>
                </a:cubicBezTo>
                <a:cubicBezTo>
                  <a:pt x="740" y="555"/>
                  <a:pt x="739" y="552"/>
                  <a:pt x="739" y="549"/>
                </a:cubicBezTo>
                <a:cubicBezTo>
                  <a:pt x="738" y="545"/>
                  <a:pt x="736" y="542"/>
                  <a:pt x="735" y="538"/>
                </a:cubicBezTo>
                <a:cubicBezTo>
                  <a:pt x="734" y="535"/>
                  <a:pt x="733" y="532"/>
                  <a:pt x="732" y="529"/>
                </a:cubicBezTo>
                <a:cubicBezTo>
                  <a:pt x="730" y="526"/>
                  <a:pt x="728" y="522"/>
                  <a:pt x="726" y="519"/>
                </a:cubicBezTo>
                <a:cubicBezTo>
                  <a:pt x="725" y="516"/>
                  <a:pt x="723" y="514"/>
                  <a:pt x="722" y="511"/>
                </a:cubicBezTo>
                <a:cubicBezTo>
                  <a:pt x="719" y="508"/>
                  <a:pt x="717" y="505"/>
                  <a:pt x="714" y="502"/>
                </a:cubicBezTo>
                <a:cubicBezTo>
                  <a:pt x="712" y="500"/>
                  <a:pt x="710" y="498"/>
                  <a:pt x="708" y="495"/>
                </a:cubicBezTo>
                <a:cubicBezTo>
                  <a:pt x="706" y="493"/>
                  <a:pt x="702" y="490"/>
                  <a:pt x="699" y="488"/>
                </a:cubicBezTo>
                <a:cubicBezTo>
                  <a:pt x="697" y="486"/>
                  <a:pt x="695" y="484"/>
                  <a:pt x="692" y="483"/>
                </a:cubicBezTo>
                <a:cubicBezTo>
                  <a:pt x="689" y="480"/>
                  <a:pt x="685" y="478"/>
                  <a:pt x="681" y="477"/>
                </a:cubicBezTo>
                <a:cubicBezTo>
                  <a:pt x="679" y="475"/>
                  <a:pt x="677" y="474"/>
                  <a:pt x="674" y="473"/>
                </a:cubicBezTo>
                <a:cubicBezTo>
                  <a:pt x="670" y="471"/>
                  <a:pt x="665" y="470"/>
                  <a:pt x="661" y="469"/>
                </a:cubicBezTo>
                <a:cubicBezTo>
                  <a:pt x="658" y="468"/>
                  <a:pt x="656" y="467"/>
                  <a:pt x="654" y="467"/>
                </a:cubicBezTo>
                <a:cubicBezTo>
                  <a:pt x="647" y="465"/>
                  <a:pt x="640" y="464"/>
                  <a:pt x="632" y="464"/>
                </a:cubicBezTo>
                <a:cubicBezTo>
                  <a:pt x="625" y="464"/>
                  <a:pt x="618" y="465"/>
                  <a:pt x="611" y="467"/>
                </a:cubicBezTo>
                <a:cubicBezTo>
                  <a:pt x="608" y="467"/>
                  <a:pt x="606" y="468"/>
                  <a:pt x="604" y="469"/>
                </a:cubicBezTo>
                <a:cubicBezTo>
                  <a:pt x="599" y="470"/>
                  <a:pt x="595" y="471"/>
                  <a:pt x="591" y="473"/>
                </a:cubicBezTo>
                <a:cubicBezTo>
                  <a:pt x="588" y="474"/>
                  <a:pt x="586" y="475"/>
                  <a:pt x="583" y="477"/>
                </a:cubicBezTo>
                <a:cubicBezTo>
                  <a:pt x="580" y="479"/>
                  <a:pt x="576" y="480"/>
                  <a:pt x="572" y="483"/>
                </a:cubicBezTo>
                <a:cubicBezTo>
                  <a:pt x="570" y="484"/>
                  <a:pt x="568" y="486"/>
                  <a:pt x="565" y="488"/>
                </a:cubicBezTo>
                <a:cubicBezTo>
                  <a:pt x="562" y="490"/>
                  <a:pt x="559" y="493"/>
                  <a:pt x="556" y="495"/>
                </a:cubicBezTo>
                <a:cubicBezTo>
                  <a:pt x="554" y="498"/>
                  <a:pt x="552" y="500"/>
                  <a:pt x="550" y="502"/>
                </a:cubicBezTo>
                <a:cubicBezTo>
                  <a:pt x="548" y="505"/>
                  <a:pt x="545" y="508"/>
                  <a:pt x="543" y="511"/>
                </a:cubicBezTo>
                <a:cubicBezTo>
                  <a:pt x="541" y="514"/>
                  <a:pt x="540" y="516"/>
                  <a:pt x="538" y="519"/>
                </a:cubicBezTo>
                <a:cubicBezTo>
                  <a:pt x="536" y="522"/>
                  <a:pt x="535" y="526"/>
                  <a:pt x="533" y="529"/>
                </a:cubicBezTo>
                <a:cubicBezTo>
                  <a:pt x="532" y="532"/>
                  <a:pt x="531" y="535"/>
                  <a:pt x="530" y="538"/>
                </a:cubicBezTo>
                <a:cubicBezTo>
                  <a:pt x="528" y="542"/>
                  <a:pt x="527" y="545"/>
                  <a:pt x="526" y="549"/>
                </a:cubicBezTo>
                <a:cubicBezTo>
                  <a:pt x="526" y="552"/>
                  <a:pt x="525" y="555"/>
                  <a:pt x="525" y="559"/>
                </a:cubicBezTo>
                <a:cubicBezTo>
                  <a:pt x="524" y="561"/>
                  <a:pt x="524" y="564"/>
                  <a:pt x="523" y="567"/>
                </a:cubicBezTo>
                <a:cubicBezTo>
                  <a:pt x="404" y="567"/>
                  <a:pt x="404" y="567"/>
                  <a:pt x="404" y="567"/>
                </a:cubicBezTo>
                <a:lnTo>
                  <a:pt x="404" y="86"/>
                </a:lnTo>
                <a:close/>
                <a:moveTo>
                  <a:pt x="632" y="649"/>
                </a:moveTo>
                <a:cubicBezTo>
                  <a:pt x="594" y="649"/>
                  <a:pt x="562" y="620"/>
                  <a:pt x="558" y="583"/>
                </a:cubicBezTo>
                <a:cubicBezTo>
                  <a:pt x="558" y="580"/>
                  <a:pt x="557" y="577"/>
                  <a:pt x="557" y="574"/>
                </a:cubicBezTo>
                <a:cubicBezTo>
                  <a:pt x="557" y="532"/>
                  <a:pt x="591" y="499"/>
                  <a:pt x="632" y="499"/>
                </a:cubicBezTo>
                <a:cubicBezTo>
                  <a:pt x="674" y="499"/>
                  <a:pt x="707" y="532"/>
                  <a:pt x="707" y="574"/>
                </a:cubicBezTo>
                <a:cubicBezTo>
                  <a:pt x="707" y="577"/>
                  <a:pt x="707" y="579"/>
                  <a:pt x="707" y="582"/>
                </a:cubicBezTo>
                <a:cubicBezTo>
                  <a:pt x="703" y="620"/>
                  <a:pt x="671" y="649"/>
                  <a:pt x="632" y="649"/>
                </a:cubicBezTo>
                <a:close/>
                <a:moveTo>
                  <a:pt x="1186" y="649"/>
                </a:moveTo>
                <a:cubicBezTo>
                  <a:pt x="1148" y="649"/>
                  <a:pt x="1115" y="620"/>
                  <a:pt x="1111" y="583"/>
                </a:cubicBezTo>
                <a:cubicBezTo>
                  <a:pt x="1111" y="580"/>
                  <a:pt x="1111" y="577"/>
                  <a:pt x="1111" y="574"/>
                </a:cubicBezTo>
                <a:cubicBezTo>
                  <a:pt x="1111" y="532"/>
                  <a:pt x="1145" y="499"/>
                  <a:pt x="1186" y="499"/>
                </a:cubicBezTo>
                <a:cubicBezTo>
                  <a:pt x="1227" y="499"/>
                  <a:pt x="1261" y="532"/>
                  <a:pt x="1261" y="574"/>
                </a:cubicBezTo>
                <a:cubicBezTo>
                  <a:pt x="1261" y="577"/>
                  <a:pt x="1261" y="579"/>
                  <a:pt x="1260" y="582"/>
                </a:cubicBezTo>
                <a:cubicBezTo>
                  <a:pt x="1256" y="620"/>
                  <a:pt x="1224" y="649"/>
                  <a:pt x="1186" y="649"/>
                </a:cubicBezTo>
                <a:close/>
                <a:moveTo>
                  <a:pt x="1295" y="567"/>
                </a:moveTo>
                <a:cubicBezTo>
                  <a:pt x="1295" y="564"/>
                  <a:pt x="1294" y="561"/>
                  <a:pt x="1294" y="559"/>
                </a:cubicBezTo>
                <a:cubicBezTo>
                  <a:pt x="1293" y="555"/>
                  <a:pt x="1293" y="552"/>
                  <a:pt x="1292" y="549"/>
                </a:cubicBezTo>
                <a:cubicBezTo>
                  <a:pt x="1291" y="545"/>
                  <a:pt x="1290" y="542"/>
                  <a:pt x="1289" y="538"/>
                </a:cubicBezTo>
                <a:cubicBezTo>
                  <a:pt x="1288" y="535"/>
                  <a:pt x="1287" y="532"/>
                  <a:pt x="1285" y="529"/>
                </a:cubicBezTo>
                <a:cubicBezTo>
                  <a:pt x="1284" y="526"/>
                  <a:pt x="1282" y="522"/>
                  <a:pt x="1280" y="519"/>
                </a:cubicBezTo>
                <a:cubicBezTo>
                  <a:pt x="1278" y="516"/>
                  <a:pt x="1277" y="514"/>
                  <a:pt x="1275" y="511"/>
                </a:cubicBezTo>
                <a:cubicBezTo>
                  <a:pt x="1273" y="508"/>
                  <a:pt x="1270" y="505"/>
                  <a:pt x="1268" y="502"/>
                </a:cubicBezTo>
                <a:cubicBezTo>
                  <a:pt x="1266" y="500"/>
                  <a:pt x="1264" y="498"/>
                  <a:pt x="1262" y="495"/>
                </a:cubicBezTo>
                <a:cubicBezTo>
                  <a:pt x="1259" y="493"/>
                  <a:pt x="1256" y="490"/>
                  <a:pt x="1253" y="488"/>
                </a:cubicBezTo>
                <a:cubicBezTo>
                  <a:pt x="1251" y="486"/>
                  <a:pt x="1248" y="484"/>
                  <a:pt x="1246" y="483"/>
                </a:cubicBezTo>
                <a:cubicBezTo>
                  <a:pt x="1242" y="480"/>
                  <a:pt x="1239" y="479"/>
                  <a:pt x="1235" y="477"/>
                </a:cubicBezTo>
                <a:cubicBezTo>
                  <a:pt x="1233" y="475"/>
                  <a:pt x="1230" y="474"/>
                  <a:pt x="1228" y="473"/>
                </a:cubicBezTo>
                <a:cubicBezTo>
                  <a:pt x="1223" y="471"/>
                  <a:pt x="1219" y="470"/>
                  <a:pt x="1214" y="469"/>
                </a:cubicBezTo>
                <a:cubicBezTo>
                  <a:pt x="1212" y="468"/>
                  <a:pt x="1210" y="467"/>
                  <a:pt x="1208" y="467"/>
                </a:cubicBezTo>
                <a:cubicBezTo>
                  <a:pt x="1201" y="465"/>
                  <a:pt x="1193" y="464"/>
                  <a:pt x="1186" y="464"/>
                </a:cubicBezTo>
                <a:cubicBezTo>
                  <a:pt x="1179" y="464"/>
                  <a:pt x="1171" y="465"/>
                  <a:pt x="1164" y="467"/>
                </a:cubicBezTo>
                <a:cubicBezTo>
                  <a:pt x="1162" y="467"/>
                  <a:pt x="1160" y="468"/>
                  <a:pt x="1158" y="469"/>
                </a:cubicBezTo>
                <a:cubicBezTo>
                  <a:pt x="1153" y="470"/>
                  <a:pt x="1149" y="471"/>
                  <a:pt x="1144" y="473"/>
                </a:cubicBezTo>
                <a:cubicBezTo>
                  <a:pt x="1142" y="474"/>
                  <a:pt x="1139" y="475"/>
                  <a:pt x="1137" y="477"/>
                </a:cubicBezTo>
                <a:cubicBezTo>
                  <a:pt x="1133" y="478"/>
                  <a:pt x="1129" y="480"/>
                  <a:pt x="1126" y="483"/>
                </a:cubicBezTo>
                <a:cubicBezTo>
                  <a:pt x="1124" y="484"/>
                  <a:pt x="1121" y="486"/>
                  <a:pt x="1119" y="488"/>
                </a:cubicBezTo>
                <a:cubicBezTo>
                  <a:pt x="1116" y="490"/>
                  <a:pt x="1113" y="493"/>
                  <a:pt x="1110" y="495"/>
                </a:cubicBezTo>
                <a:cubicBezTo>
                  <a:pt x="1108" y="498"/>
                  <a:pt x="1106" y="500"/>
                  <a:pt x="1104" y="502"/>
                </a:cubicBezTo>
                <a:cubicBezTo>
                  <a:pt x="1102" y="505"/>
                  <a:pt x="1099" y="508"/>
                  <a:pt x="1097" y="511"/>
                </a:cubicBezTo>
                <a:cubicBezTo>
                  <a:pt x="1095" y="514"/>
                  <a:pt x="1094" y="516"/>
                  <a:pt x="1092" y="519"/>
                </a:cubicBezTo>
                <a:cubicBezTo>
                  <a:pt x="1090" y="522"/>
                  <a:pt x="1088" y="526"/>
                  <a:pt x="1086" y="529"/>
                </a:cubicBezTo>
                <a:cubicBezTo>
                  <a:pt x="1085" y="532"/>
                  <a:pt x="1084" y="535"/>
                  <a:pt x="1083" y="538"/>
                </a:cubicBezTo>
                <a:cubicBezTo>
                  <a:pt x="1082" y="542"/>
                  <a:pt x="1081" y="545"/>
                  <a:pt x="1080" y="549"/>
                </a:cubicBezTo>
                <a:cubicBezTo>
                  <a:pt x="1079" y="552"/>
                  <a:pt x="1079" y="555"/>
                  <a:pt x="1078" y="559"/>
                </a:cubicBezTo>
                <a:cubicBezTo>
                  <a:pt x="1078" y="561"/>
                  <a:pt x="1077" y="564"/>
                  <a:pt x="1077" y="567"/>
                </a:cubicBezTo>
                <a:cubicBezTo>
                  <a:pt x="1034" y="567"/>
                  <a:pt x="1034" y="567"/>
                  <a:pt x="1034" y="567"/>
                </a:cubicBezTo>
                <a:cubicBezTo>
                  <a:pt x="1034" y="343"/>
                  <a:pt x="1034" y="343"/>
                  <a:pt x="1034" y="343"/>
                </a:cubicBezTo>
                <a:cubicBezTo>
                  <a:pt x="1075" y="343"/>
                  <a:pt x="1075" y="343"/>
                  <a:pt x="1075" y="343"/>
                </a:cubicBezTo>
                <a:cubicBezTo>
                  <a:pt x="1076" y="343"/>
                  <a:pt x="1077" y="344"/>
                  <a:pt x="1079" y="344"/>
                </a:cubicBezTo>
                <a:cubicBezTo>
                  <a:pt x="1080" y="344"/>
                  <a:pt x="1081" y="343"/>
                  <a:pt x="1083" y="343"/>
                </a:cubicBezTo>
                <a:cubicBezTo>
                  <a:pt x="1337" y="343"/>
                  <a:pt x="1337" y="343"/>
                  <a:pt x="1337" y="343"/>
                </a:cubicBezTo>
                <a:cubicBezTo>
                  <a:pt x="1337" y="567"/>
                  <a:pt x="1337" y="567"/>
                  <a:pt x="1337" y="567"/>
                </a:cubicBezTo>
                <a:lnTo>
                  <a:pt x="1295" y="567"/>
                </a:lnTo>
                <a:close/>
                <a:moveTo>
                  <a:pt x="331" y="295"/>
                </a:moveTo>
                <a:cubicBezTo>
                  <a:pt x="331" y="304"/>
                  <a:pt x="324" y="312"/>
                  <a:pt x="314" y="312"/>
                </a:cubicBezTo>
                <a:cubicBezTo>
                  <a:pt x="17" y="312"/>
                  <a:pt x="17" y="312"/>
                  <a:pt x="17" y="312"/>
                </a:cubicBezTo>
                <a:cubicBezTo>
                  <a:pt x="8" y="312"/>
                  <a:pt x="0" y="304"/>
                  <a:pt x="0" y="295"/>
                </a:cubicBezTo>
                <a:cubicBezTo>
                  <a:pt x="0" y="286"/>
                  <a:pt x="8" y="278"/>
                  <a:pt x="17" y="278"/>
                </a:cubicBezTo>
                <a:cubicBezTo>
                  <a:pt x="314" y="278"/>
                  <a:pt x="314" y="278"/>
                  <a:pt x="314" y="278"/>
                </a:cubicBezTo>
                <a:cubicBezTo>
                  <a:pt x="324" y="278"/>
                  <a:pt x="331" y="286"/>
                  <a:pt x="331" y="295"/>
                </a:cubicBezTo>
                <a:close/>
                <a:moveTo>
                  <a:pt x="331" y="191"/>
                </a:moveTo>
                <a:cubicBezTo>
                  <a:pt x="331" y="201"/>
                  <a:pt x="324" y="208"/>
                  <a:pt x="314" y="208"/>
                </a:cubicBezTo>
                <a:cubicBezTo>
                  <a:pt x="140" y="208"/>
                  <a:pt x="140" y="208"/>
                  <a:pt x="140" y="208"/>
                </a:cubicBezTo>
                <a:cubicBezTo>
                  <a:pt x="131" y="208"/>
                  <a:pt x="123" y="201"/>
                  <a:pt x="123" y="191"/>
                </a:cubicBezTo>
                <a:cubicBezTo>
                  <a:pt x="123" y="182"/>
                  <a:pt x="131" y="174"/>
                  <a:pt x="140" y="174"/>
                </a:cubicBezTo>
                <a:cubicBezTo>
                  <a:pt x="314" y="174"/>
                  <a:pt x="314" y="174"/>
                  <a:pt x="314" y="174"/>
                </a:cubicBezTo>
                <a:cubicBezTo>
                  <a:pt x="324" y="174"/>
                  <a:pt x="331" y="182"/>
                  <a:pt x="331" y="191"/>
                </a:cubicBezTo>
                <a:close/>
                <a:moveTo>
                  <a:pt x="331" y="399"/>
                </a:moveTo>
                <a:cubicBezTo>
                  <a:pt x="331" y="408"/>
                  <a:pt x="324" y="416"/>
                  <a:pt x="314" y="416"/>
                </a:cubicBezTo>
                <a:cubicBezTo>
                  <a:pt x="140" y="416"/>
                  <a:pt x="140" y="416"/>
                  <a:pt x="140" y="416"/>
                </a:cubicBezTo>
                <a:cubicBezTo>
                  <a:pt x="131" y="416"/>
                  <a:pt x="123" y="408"/>
                  <a:pt x="123" y="399"/>
                </a:cubicBezTo>
                <a:cubicBezTo>
                  <a:pt x="123" y="389"/>
                  <a:pt x="131" y="382"/>
                  <a:pt x="140" y="382"/>
                </a:cubicBezTo>
                <a:cubicBezTo>
                  <a:pt x="314" y="382"/>
                  <a:pt x="314" y="382"/>
                  <a:pt x="314" y="382"/>
                </a:cubicBezTo>
                <a:cubicBezTo>
                  <a:pt x="324" y="382"/>
                  <a:pt x="331" y="389"/>
                  <a:pt x="331" y="399"/>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099" name="Google Shape;1099;p45"/>
          <p:cNvSpPr/>
          <p:nvPr/>
        </p:nvSpPr>
        <p:spPr>
          <a:xfrm>
            <a:off x="12478990" y="6026713"/>
            <a:ext cx="1198395" cy="941279"/>
          </a:xfrm>
          <a:custGeom>
            <a:rect b="b" l="l" r="r" t="t"/>
            <a:pathLst>
              <a:path extrusionOk="0" h="1024" w="1306">
                <a:moveTo>
                  <a:pt x="1139" y="690"/>
                </a:moveTo>
                <a:cubicBezTo>
                  <a:pt x="167" y="690"/>
                  <a:pt x="167" y="690"/>
                  <a:pt x="167" y="690"/>
                </a:cubicBezTo>
                <a:cubicBezTo>
                  <a:pt x="75" y="690"/>
                  <a:pt x="0" y="765"/>
                  <a:pt x="0" y="857"/>
                </a:cubicBezTo>
                <a:cubicBezTo>
                  <a:pt x="0" y="949"/>
                  <a:pt x="75" y="1024"/>
                  <a:pt x="167" y="1024"/>
                </a:cubicBezTo>
                <a:cubicBezTo>
                  <a:pt x="1139" y="1024"/>
                  <a:pt x="1139" y="1024"/>
                  <a:pt x="1139" y="1024"/>
                </a:cubicBezTo>
                <a:cubicBezTo>
                  <a:pt x="1231" y="1024"/>
                  <a:pt x="1306" y="949"/>
                  <a:pt x="1306" y="857"/>
                </a:cubicBezTo>
                <a:cubicBezTo>
                  <a:pt x="1306" y="765"/>
                  <a:pt x="1231" y="690"/>
                  <a:pt x="1139" y="690"/>
                </a:cubicBezTo>
                <a:close/>
                <a:moveTo>
                  <a:pt x="1139" y="989"/>
                </a:moveTo>
                <a:cubicBezTo>
                  <a:pt x="167" y="989"/>
                  <a:pt x="167" y="989"/>
                  <a:pt x="167" y="989"/>
                </a:cubicBezTo>
                <a:cubicBezTo>
                  <a:pt x="94" y="989"/>
                  <a:pt x="34" y="930"/>
                  <a:pt x="34" y="857"/>
                </a:cubicBezTo>
                <a:cubicBezTo>
                  <a:pt x="34" y="784"/>
                  <a:pt x="94" y="724"/>
                  <a:pt x="167" y="724"/>
                </a:cubicBezTo>
                <a:cubicBezTo>
                  <a:pt x="1139" y="724"/>
                  <a:pt x="1139" y="724"/>
                  <a:pt x="1139" y="724"/>
                </a:cubicBezTo>
                <a:cubicBezTo>
                  <a:pt x="1212" y="724"/>
                  <a:pt x="1272" y="784"/>
                  <a:pt x="1272" y="857"/>
                </a:cubicBezTo>
                <a:cubicBezTo>
                  <a:pt x="1272" y="930"/>
                  <a:pt x="1212" y="989"/>
                  <a:pt x="1139" y="989"/>
                </a:cubicBezTo>
                <a:close/>
                <a:moveTo>
                  <a:pt x="204" y="765"/>
                </a:moveTo>
                <a:cubicBezTo>
                  <a:pt x="153" y="765"/>
                  <a:pt x="112" y="806"/>
                  <a:pt x="112" y="857"/>
                </a:cubicBezTo>
                <a:cubicBezTo>
                  <a:pt x="112" y="908"/>
                  <a:pt x="153" y="949"/>
                  <a:pt x="204" y="949"/>
                </a:cubicBezTo>
                <a:cubicBezTo>
                  <a:pt x="255" y="949"/>
                  <a:pt x="296" y="908"/>
                  <a:pt x="296" y="857"/>
                </a:cubicBezTo>
                <a:cubicBezTo>
                  <a:pt x="296" y="806"/>
                  <a:pt x="255" y="765"/>
                  <a:pt x="204" y="765"/>
                </a:cubicBezTo>
                <a:close/>
                <a:moveTo>
                  <a:pt x="204" y="915"/>
                </a:moveTo>
                <a:cubicBezTo>
                  <a:pt x="172" y="915"/>
                  <a:pt x="146" y="889"/>
                  <a:pt x="146" y="857"/>
                </a:cubicBezTo>
                <a:cubicBezTo>
                  <a:pt x="146" y="825"/>
                  <a:pt x="172" y="799"/>
                  <a:pt x="204" y="799"/>
                </a:cubicBezTo>
                <a:cubicBezTo>
                  <a:pt x="236" y="799"/>
                  <a:pt x="262" y="825"/>
                  <a:pt x="262" y="857"/>
                </a:cubicBezTo>
                <a:cubicBezTo>
                  <a:pt x="262" y="889"/>
                  <a:pt x="236" y="915"/>
                  <a:pt x="204" y="915"/>
                </a:cubicBezTo>
                <a:close/>
                <a:moveTo>
                  <a:pt x="429" y="765"/>
                </a:moveTo>
                <a:cubicBezTo>
                  <a:pt x="378" y="765"/>
                  <a:pt x="337" y="806"/>
                  <a:pt x="337" y="857"/>
                </a:cubicBezTo>
                <a:cubicBezTo>
                  <a:pt x="337" y="908"/>
                  <a:pt x="378" y="949"/>
                  <a:pt x="429" y="949"/>
                </a:cubicBezTo>
                <a:cubicBezTo>
                  <a:pt x="479" y="949"/>
                  <a:pt x="520" y="908"/>
                  <a:pt x="520" y="857"/>
                </a:cubicBezTo>
                <a:cubicBezTo>
                  <a:pt x="520" y="806"/>
                  <a:pt x="479" y="765"/>
                  <a:pt x="429" y="765"/>
                </a:cubicBezTo>
                <a:close/>
                <a:moveTo>
                  <a:pt x="429" y="915"/>
                </a:moveTo>
                <a:cubicBezTo>
                  <a:pt x="397" y="915"/>
                  <a:pt x="371" y="889"/>
                  <a:pt x="371" y="857"/>
                </a:cubicBezTo>
                <a:cubicBezTo>
                  <a:pt x="371" y="825"/>
                  <a:pt x="397" y="799"/>
                  <a:pt x="429" y="799"/>
                </a:cubicBezTo>
                <a:cubicBezTo>
                  <a:pt x="460" y="799"/>
                  <a:pt x="486" y="825"/>
                  <a:pt x="486" y="857"/>
                </a:cubicBezTo>
                <a:cubicBezTo>
                  <a:pt x="486" y="889"/>
                  <a:pt x="460" y="915"/>
                  <a:pt x="429" y="915"/>
                </a:cubicBezTo>
                <a:close/>
                <a:moveTo>
                  <a:pt x="653" y="765"/>
                </a:moveTo>
                <a:cubicBezTo>
                  <a:pt x="602" y="765"/>
                  <a:pt x="561" y="806"/>
                  <a:pt x="561" y="857"/>
                </a:cubicBezTo>
                <a:cubicBezTo>
                  <a:pt x="561" y="908"/>
                  <a:pt x="602" y="949"/>
                  <a:pt x="653" y="949"/>
                </a:cubicBezTo>
                <a:cubicBezTo>
                  <a:pt x="704" y="949"/>
                  <a:pt x="745" y="908"/>
                  <a:pt x="745" y="857"/>
                </a:cubicBezTo>
                <a:cubicBezTo>
                  <a:pt x="745" y="806"/>
                  <a:pt x="704" y="765"/>
                  <a:pt x="653" y="765"/>
                </a:cubicBezTo>
                <a:close/>
                <a:moveTo>
                  <a:pt x="653" y="915"/>
                </a:moveTo>
                <a:cubicBezTo>
                  <a:pt x="621" y="915"/>
                  <a:pt x="595" y="889"/>
                  <a:pt x="595" y="857"/>
                </a:cubicBezTo>
                <a:cubicBezTo>
                  <a:pt x="595" y="825"/>
                  <a:pt x="621" y="799"/>
                  <a:pt x="653" y="799"/>
                </a:cubicBezTo>
                <a:cubicBezTo>
                  <a:pt x="685" y="799"/>
                  <a:pt x="711" y="825"/>
                  <a:pt x="711" y="857"/>
                </a:cubicBezTo>
                <a:cubicBezTo>
                  <a:pt x="711" y="889"/>
                  <a:pt x="685" y="915"/>
                  <a:pt x="653" y="915"/>
                </a:cubicBezTo>
                <a:close/>
                <a:moveTo>
                  <a:pt x="877" y="765"/>
                </a:moveTo>
                <a:cubicBezTo>
                  <a:pt x="827" y="765"/>
                  <a:pt x="785" y="806"/>
                  <a:pt x="785" y="857"/>
                </a:cubicBezTo>
                <a:cubicBezTo>
                  <a:pt x="785" y="908"/>
                  <a:pt x="827" y="949"/>
                  <a:pt x="877" y="949"/>
                </a:cubicBezTo>
                <a:cubicBezTo>
                  <a:pt x="928" y="949"/>
                  <a:pt x="969" y="908"/>
                  <a:pt x="969" y="857"/>
                </a:cubicBezTo>
                <a:cubicBezTo>
                  <a:pt x="969" y="806"/>
                  <a:pt x="928" y="765"/>
                  <a:pt x="877" y="765"/>
                </a:cubicBezTo>
                <a:close/>
                <a:moveTo>
                  <a:pt x="877" y="915"/>
                </a:moveTo>
                <a:cubicBezTo>
                  <a:pt x="846" y="915"/>
                  <a:pt x="820" y="889"/>
                  <a:pt x="820" y="857"/>
                </a:cubicBezTo>
                <a:cubicBezTo>
                  <a:pt x="820" y="825"/>
                  <a:pt x="846" y="799"/>
                  <a:pt x="877" y="799"/>
                </a:cubicBezTo>
                <a:cubicBezTo>
                  <a:pt x="909" y="799"/>
                  <a:pt x="935" y="825"/>
                  <a:pt x="935" y="857"/>
                </a:cubicBezTo>
                <a:cubicBezTo>
                  <a:pt x="935" y="889"/>
                  <a:pt x="909" y="915"/>
                  <a:pt x="877" y="915"/>
                </a:cubicBezTo>
                <a:close/>
                <a:moveTo>
                  <a:pt x="1102" y="765"/>
                </a:moveTo>
                <a:cubicBezTo>
                  <a:pt x="1051" y="765"/>
                  <a:pt x="1010" y="806"/>
                  <a:pt x="1010" y="857"/>
                </a:cubicBezTo>
                <a:cubicBezTo>
                  <a:pt x="1010" y="908"/>
                  <a:pt x="1051" y="949"/>
                  <a:pt x="1102" y="949"/>
                </a:cubicBezTo>
                <a:cubicBezTo>
                  <a:pt x="1152" y="949"/>
                  <a:pt x="1194" y="908"/>
                  <a:pt x="1194" y="857"/>
                </a:cubicBezTo>
                <a:cubicBezTo>
                  <a:pt x="1194" y="806"/>
                  <a:pt x="1152" y="765"/>
                  <a:pt x="1102" y="765"/>
                </a:cubicBezTo>
                <a:close/>
                <a:moveTo>
                  <a:pt x="1102" y="915"/>
                </a:moveTo>
                <a:cubicBezTo>
                  <a:pt x="1070" y="915"/>
                  <a:pt x="1044" y="889"/>
                  <a:pt x="1044" y="857"/>
                </a:cubicBezTo>
                <a:cubicBezTo>
                  <a:pt x="1044" y="825"/>
                  <a:pt x="1070" y="799"/>
                  <a:pt x="1102" y="799"/>
                </a:cubicBezTo>
                <a:cubicBezTo>
                  <a:pt x="1133" y="799"/>
                  <a:pt x="1159" y="825"/>
                  <a:pt x="1159" y="857"/>
                </a:cubicBezTo>
                <a:cubicBezTo>
                  <a:pt x="1159" y="889"/>
                  <a:pt x="1133" y="915"/>
                  <a:pt x="1102" y="915"/>
                </a:cubicBezTo>
                <a:close/>
                <a:moveTo>
                  <a:pt x="287" y="633"/>
                </a:moveTo>
                <a:cubicBezTo>
                  <a:pt x="1019" y="633"/>
                  <a:pt x="1019" y="633"/>
                  <a:pt x="1019" y="633"/>
                </a:cubicBezTo>
                <a:cubicBezTo>
                  <a:pt x="1028" y="633"/>
                  <a:pt x="1036" y="625"/>
                  <a:pt x="1036" y="616"/>
                </a:cubicBezTo>
                <a:cubicBezTo>
                  <a:pt x="1036" y="17"/>
                  <a:pt x="1036" y="17"/>
                  <a:pt x="1036" y="17"/>
                </a:cubicBezTo>
                <a:cubicBezTo>
                  <a:pt x="1036" y="7"/>
                  <a:pt x="1028" y="0"/>
                  <a:pt x="1019" y="0"/>
                </a:cubicBezTo>
                <a:cubicBezTo>
                  <a:pt x="753" y="0"/>
                  <a:pt x="753" y="0"/>
                  <a:pt x="753" y="0"/>
                </a:cubicBezTo>
                <a:cubicBezTo>
                  <a:pt x="553" y="0"/>
                  <a:pt x="553" y="0"/>
                  <a:pt x="553" y="0"/>
                </a:cubicBezTo>
                <a:cubicBezTo>
                  <a:pt x="287" y="0"/>
                  <a:pt x="287" y="0"/>
                  <a:pt x="287" y="0"/>
                </a:cubicBezTo>
                <a:cubicBezTo>
                  <a:pt x="277" y="0"/>
                  <a:pt x="270" y="7"/>
                  <a:pt x="270" y="17"/>
                </a:cubicBezTo>
                <a:cubicBezTo>
                  <a:pt x="270" y="616"/>
                  <a:pt x="270" y="616"/>
                  <a:pt x="270" y="616"/>
                </a:cubicBezTo>
                <a:cubicBezTo>
                  <a:pt x="270" y="625"/>
                  <a:pt x="277" y="633"/>
                  <a:pt x="287" y="633"/>
                </a:cubicBezTo>
                <a:close/>
                <a:moveTo>
                  <a:pt x="736" y="34"/>
                </a:moveTo>
                <a:cubicBezTo>
                  <a:pt x="736" y="175"/>
                  <a:pt x="736" y="175"/>
                  <a:pt x="736" y="175"/>
                </a:cubicBezTo>
                <a:cubicBezTo>
                  <a:pt x="663" y="103"/>
                  <a:pt x="663" y="103"/>
                  <a:pt x="663" y="103"/>
                </a:cubicBezTo>
                <a:cubicBezTo>
                  <a:pt x="659" y="99"/>
                  <a:pt x="655" y="98"/>
                  <a:pt x="651" y="98"/>
                </a:cubicBezTo>
                <a:cubicBezTo>
                  <a:pt x="651" y="98"/>
                  <a:pt x="650" y="98"/>
                  <a:pt x="650" y="98"/>
                </a:cubicBezTo>
                <a:cubicBezTo>
                  <a:pt x="646" y="98"/>
                  <a:pt x="641" y="100"/>
                  <a:pt x="638" y="103"/>
                </a:cubicBezTo>
                <a:cubicBezTo>
                  <a:pt x="570" y="174"/>
                  <a:pt x="570" y="174"/>
                  <a:pt x="570" y="174"/>
                </a:cubicBezTo>
                <a:cubicBezTo>
                  <a:pt x="570" y="34"/>
                  <a:pt x="570" y="34"/>
                  <a:pt x="570" y="34"/>
                </a:cubicBezTo>
                <a:lnTo>
                  <a:pt x="736" y="34"/>
                </a:lnTo>
                <a:close/>
                <a:moveTo>
                  <a:pt x="304" y="34"/>
                </a:moveTo>
                <a:cubicBezTo>
                  <a:pt x="536" y="34"/>
                  <a:pt x="536" y="34"/>
                  <a:pt x="536" y="34"/>
                </a:cubicBezTo>
                <a:cubicBezTo>
                  <a:pt x="536" y="216"/>
                  <a:pt x="536" y="216"/>
                  <a:pt x="536" y="216"/>
                </a:cubicBezTo>
                <a:cubicBezTo>
                  <a:pt x="536" y="223"/>
                  <a:pt x="540" y="230"/>
                  <a:pt x="547" y="232"/>
                </a:cubicBezTo>
                <a:cubicBezTo>
                  <a:pt x="549" y="233"/>
                  <a:pt x="551" y="234"/>
                  <a:pt x="553" y="234"/>
                </a:cubicBezTo>
                <a:cubicBezTo>
                  <a:pt x="558" y="234"/>
                  <a:pt x="562" y="232"/>
                  <a:pt x="565" y="228"/>
                </a:cubicBezTo>
                <a:cubicBezTo>
                  <a:pt x="651" y="139"/>
                  <a:pt x="651" y="139"/>
                  <a:pt x="651" y="139"/>
                </a:cubicBezTo>
                <a:cubicBezTo>
                  <a:pt x="741" y="229"/>
                  <a:pt x="741" y="229"/>
                  <a:pt x="741" y="229"/>
                </a:cubicBezTo>
                <a:cubicBezTo>
                  <a:pt x="746" y="234"/>
                  <a:pt x="753" y="235"/>
                  <a:pt x="759" y="232"/>
                </a:cubicBezTo>
                <a:cubicBezTo>
                  <a:pt x="766" y="230"/>
                  <a:pt x="770" y="223"/>
                  <a:pt x="770" y="216"/>
                </a:cubicBezTo>
                <a:cubicBezTo>
                  <a:pt x="770" y="34"/>
                  <a:pt x="770" y="34"/>
                  <a:pt x="770" y="34"/>
                </a:cubicBezTo>
                <a:cubicBezTo>
                  <a:pt x="1002" y="34"/>
                  <a:pt x="1002" y="34"/>
                  <a:pt x="1002" y="34"/>
                </a:cubicBezTo>
                <a:cubicBezTo>
                  <a:pt x="1002" y="599"/>
                  <a:pt x="1002" y="599"/>
                  <a:pt x="1002" y="599"/>
                </a:cubicBezTo>
                <a:cubicBezTo>
                  <a:pt x="304" y="599"/>
                  <a:pt x="304" y="599"/>
                  <a:pt x="304" y="599"/>
                </a:cubicBezTo>
                <a:lnTo>
                  <a:pt x="304" y="34"/>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00" name="Google Shape;1100;p45"/>
          <p:cNvSpPr/>
          <p:nvPr/>
        </p:nvSpPr>
        <p:spPr>
          <a:xfrm>
            <a:off x="4305257" y="10793822"/>
            <a:ext cx="720910" cy="1272888"/>
          </a:xfrm>
          <a:custGeom>
            <a:rect b="b" l="l" r="r" t="t"/>
            <a:pathLst>
              <a:path extrusionOk="0" h="1381" w="783">
                <a:moveTo>
                  <a:pt x="225" y="0"/>
                </a:moveTo>
                <a:cubicBezTo>
                  <a:pt x="109" y="0"/>
                  <a:pt x="109" y="0"/>
                  <a:pt x="109" y="0"/>
                </a:cubicBezTo>
                <a:cubicBezTo>
                  <a:pt x="49" y="0"/>
                  <a:pt x="0" y="49"/>
                  <a:pt x="0" y="109"/>
                </a:cubicBezTo>
                <a:cubicBezTo>
                  <a:pt x="0" y="316"/>
                  <a:pt x="0" y="316"/>
                  <a:pt x="0" y="316"/>
                </a:cubicBezTo>
                <a:cubicBezTo>
                  <a:pt x="0" y="1064"/>
                  <a:pt x="0" y="1064"/>
                  <a:pt x="0" y="1064"/>
                </a:cubicBezTo>
                <a:cubicBezTo>
                  <a:pt x="0" y="1067"/>
                  <a:pt x="1" y="1069"/>
                  <a:pt x="2" y="1072"/>
                </a:cubicBezTo>
                <a:cubicBezTo>
                  <a:pt x="2" y="1072"/>
                  <a:pt x="2" y="1072"/>
                  <a:pt x="2" y="1072"/>
                </a:cubicBezTo>
                <a:cubicBezTo>
                  <a:pt x="152" y="1371"/>
                  <a:pt x="152" y="1371"/>
                  <a:pt x="152" y="1371"/>
                </a:cubicBezTo>
                <a:cubicBezTo>
                  <a:pt x="155" y="1377"/>
                  <a:pt x="161" y="1381"/>
                  <a:pt x="167" y="1381"/>
                </a:cubicBezTo>
                <a:cubicBezTo>
                  <a:pt x="174" y="1381"/>
                  <a:pt x="179" y="1377"/>
                  <a:pt x="182" y="1371"/>
                </a:cubicBezTo>
                <a:cubicBezTo>
                  <a:pt x="250" y="1237"/>
                  <a:pt x="250" y="1237"/>
                  <a:pt x="250" y="1237"/>
                </a:cubicBezTo>
                <a:cubicBezTo>
                  <a:pt x="250" y="1236"/>
                  <a:pt x="250" y="1235"/>
                  <a:pt x="251" y="1235"/>
                </a:cubicBezTo>
                <a:cubicBezTo>
                  <a:pt x="332" y="1072"/>
                  <a:pt x="332" y="1072"/>
                  <a:pt x="332" y="1072"/>
                </a:cubicBezTo>
                <a:cubicBezTo>
                  <a:pt x="332" y="1072"/>
                  <a:pt x="332" y="1072"/>
                  <a:pt x="332" y="1072"/>
                </a:cubicBezTo>
                <a:cubicBezTo>
                  <a:pt x="333" y="1069"/>
                  <a:pt x="334" y="1067"/>
                  <a:pt x="334" y="1064"/>
                </a:cubicBezTo>
                <a:cubicBezTo>
                  <a:pt x="334" y="316"/>
                  <a:pt x="334" y="316"/>
                  <a:pt x="334" y="316"/>
                </a:cubicBezTo>
                <a:cubicBezTo>
                  <a:pt x="334" y="109"/>
                  <a:pt x="334" y="109"/>
                  <a:pt x="334" y="109"/>
                </a:cubicBezTo>
                <a:cubicBezTo>
                  <a:pt x="334" y="49"/>
                  <a:pt x="285" y="0"/>
                  <a:pt x="225" y="0"/>
                </a:cubicBezTo>
                <a:close/>
                <a:moveTo>
                  <a:pt x="121" y="1047"/>
                </a:moveTo>
                <a:cubicBezTo>
                  <a:pt x="121" y="333"/>
                  <a:pt x="121" y="333"/>
                  <a:pt x="121" y="333"/>
                </a:cubicBezTo>
                <a:cubicBezTo>
                  <a:pt x="213" y="333"/>
                  <a:pt x="213" y="333"/>
                  <a:pt x="213" y="333"/>
                </a:cubicBezTo>
                <a:cubicBezTo>
                  <a:pt x="213" y="1047"/>
                  <a:pt x="213" y="1047"/>
                  <a:pt x="213" y="1047"/>
                </a:cubicBezTo>
                <a:lnTo>
                  <a:pt x="121" y="1047"/>
                </a:lnTo>
                <a:close/>
                <a:moveTo>
                  <a:pt x="35" y="1047"/>
                </a:moveTo>
                <a:cubicBezTo>
                  <a:pt x="35" y="333"/>
                  <a:pt x="35" y="333"/>
                  <a:pt x="35" y="333"/>
                </a:cubicBezTo>
                <a:cubicBezTo>
                  <a:pt x="87" y="333"/>
                  <a:pt x="87" y="333"/>
                  <a:pt x="87" y="333"/>
                </a:cubicBezTo>
                <a:cubicBezTo>
                  <a:pt x="87" y="1047"/>
                  <a:pt x="87" y="1047"/>
                  <a:pt x="87" y="1047"/>
                </a:cubicBezTo>
                <a:lnTo>
                  <a:pt x="35" y="1047"/>
                </a:lnTo>
                <a:close/>
                <a:moveTo>
                  <a:pt x="35" y="299"/>
                </a:moveTo>
                <a:cubicBezTo>
                  <a:pt x="35" y="230"/>
                  <a:pt x="35" y="230"/>
                  <a:pt x="35" y="230"/>
                </a:cubicBezTo>
                <a:cubicBezTo>
                  <a:pt x="300" y="230"/>
                  <a:pt x="300" y="230"/>
                  <a:pt x="300" y="230"/>
                </a:cubicBezTo>
                <a:cubicBezTo>
                  <a:pt x="300" y="299"/>
                  <a:pt x="300" y="299"/>
                  <a:pt x="300" y="299"/>
                </a:cubicBezTo>
                <a:lnTo>
                  <a:pt x="35" y="299"/>
                </a:lnTo>
                <a:close/>
                <a:moveTo>
                  <a:pt x="248" y="333"/>
                </a:moveTo>
                <a:cubicBezTo>
                  <a:pt x="300" y="333"/>
                  <a:pt x="300" y="333"/>
                  <a:pt x="300" y="333"/>
                </a:cubicBezTo>
                <a:cubicBezTo>
                  <a:pt x="300" y="1047"/>
                  <a:pt x="300" y="1047"/>
                  <a:pt x="300" y="1047"/>
                </a:cubicBezTo>
                <a:cubicBezTo>
                  <a:pt x="248" y="1047"/>
                  <a:pt x="248" y="1047"/>
                  <a:pt x="248" y="1047"/>
                </a:cubicBezTo>
                <a:lnTo>
                  <a:pt x="248" y="333"/>
                </a:lnTo>
                <a:close/>
                <a:moveTo>
                  <a:pt x="109" y="34"/>
                </a:moveTo>
                <a:cubicBezTo>
                  <a:pt x="225" y="34"/>
                  <a:pt x="225" y="34"/>
                  <a:pt x="225" y="34"/>
                </a:cubicBezTo>
                <a:cubicBezTo>
                  <a:pt x="266" y="34"/>
                  <a:pt x="300" y="68"/>
                  <a:pt x="300" y="109"/>
                </a:cubicBezTo>
                <a:cubicBezTo>
                  <a:pt x="300" y="195"/>
                  <a:pt x="300" y="195"/>
                  <a:pt x="300" y="195"/>
                </a:cubicBezTo>
                <a:cubicBezTo>
                  <a:pt x="35" y="195"/>
                  <a:pt x="35" y="195"/>
                  <a:pt x="35" y="195"/>
                </a:cubicBezTo>
                <a:cubicBezTo>
                  <a:pt x="35" y="109"/>
                  <a:pt x="35" y="109"/>
                  <a:pt x="35" y="109"/>
                </a:cubicBezTo>
                <a:cubicBezTo>
                  <a:pt x="35" y="68"/>
                  <a:pt x="68" y="34"/>
                  <a:pt x="109" y="34"/>
                </a:cubicBezTo>
                <a:close/>
                <a:moveTo>
                  <a:pt x="167" y="1325"/>
                </a:moveTo>
                <a:cubicBezTo>
                  <a:pt x="127" y="1246"/>
                  <a:pt x="127" y="1246"/>
                  <a:pt x="127" y="1246"/>
                </a:cubicBezTo>
                <a:cubicBezTo>
                  <a:pt x="207" y="1246"/>
                  <a:pt x="207" y="1246"/>
                  <a:pt x="207" y="1246"/>
                </a:cubicBezTo>
                <a:lnTo>
                  <a:pt x="167" y="1325"/>
                </a:lnTo>
                <a:close/>
                <a:moveTo>
                  <a:pt x="224" y="1212"/>
                </a:moveTo>
                <a:cubicBezTo>
                  <a:pt x="110" y="1212"/>
                  <a:pt x="110" y="1212"/>
                  <a:pt x="110" y="1212"/>
                </a:cubicBezTo>
                <a:cubicBezTo>
                  <a:pt x="45" y="1081"/>
                  <a:pt x="45" y="1081"/>
                  <a:pt x="45" y="1081"/>
                </a:cubicBezTo>
                <a:cubicBezTo>
                  <a:pt x="289" y="1081"/>
                  <a:pt x="289" y="1081"/>
                  <a:pt x="289" y="1081"/>
                </a:cubicBezTo>
                <a:lnTo>
                  <a:pt x="224" y="1212"/>
                </a:lnTo>
                <a:close/>
                <a:moveTo>
                  <a:pt x="449" y="0"/>
                </a:moveTo>
                <a:cubicBezTo>
                  <a:pt x="449" y="1381"/>
                  <a:pt x="449" y="1381"/>
                  <a:pt x="449" y="1381"/>
                </a:cubicBezTo>
                <a:cubicBezTo>
                  <a:pt x="783" y="1381"/>
                  <a:pt x="783" y="1381"/>
                  <a:pt x="783" y="1381"/>
                </a:cubicBezTo>
                <a:cubicBezTo>
                  <a:pt x="783" y="0"/>
                  <a:pt x="783" y="0"/>
                  <a:pt x="783" y="0"/>
                </a:cubicBezTo>
                <a:lnTo>
                  <a:pt x="449" y="0"/>
                </a:lnTo>
                <a:close/>
                <a:moveTo>
                  <a:pt x="748" y="1346"/>
                </a:moveTo>
                <a:cubicBezTo>
                  <a:pt x="483" y="1346"/>
                  <a:pt x="483" y="1346"/>
                  <a:pt x="483" y="1346"/>
                </a:cubicBezTo>
                <a:cubicBezTo>
                  <a:pt x="483" y="1306"/>
                  <a:pt x="483" y="1306"/>
                  <a:pt x="483" y="1306"/>
                </a:cubicBezTo>
                <a:cubicBezTo>
                  <a:pt x="616" y="1306"/>
                  <a:pt x="616" y="1306"/>
                  <a:pt x="616" y="1306"/>
                </a:cubicBezTo>
                <a:cubicBezTo>
                  <a:pt x="616" y="1272"/>
                  <a:pt x="616" y="1272"/>
                  <a:pt x="616" y="1272"/>
                </a:cubicBezTo>
                <a:cubicBezTo>
                  <a:pt x="483" y="1272"/>
                  <a:pt x="483" y="1272"/>
                  <a:pt x="483" y="1272"/>
                </a:cubicBezTo>
                <a:cubicBezTo>
                  <a:pt x="483" y="1166"/>
                  <a:pt x="483" y="1166"/>
                  <a:pt x="483" y="1166"/>
                </a:cubicBezTo>
                <a:cubicBezTo>
                  <a:pt x="570" y="1166"/>
                  <a:pt x="570" y="1166"/>
                  <a:pt x="570" y="1166"/>
                </a:cubicBezTo>
                <a:cubicBezTo>
                  <a:pt x="570" y="1131"/>
                  <a:pt x="570" y="1131"/>
                  <a:pt x="570" y="1131"/>
                </a:cubicBezTo>
                <a:cubicBezTo>
                  <a:pt x="483" y="1131"/>
                  <a:pt x="483" y="1131"/>
                  <a:pt x="483" y="1131"/>
                </a:cubicBezTo>
                <a:cubicBezTo>
                  <a:pt x="483" y="1025"/>
                  <a:pt x="483" y="1025"/>
                  <a:pt x="483" y="1025"/>
                </a:cubicBezTo>
                <a:cubicBezTo>
                  <a:pt x="616" y="1025"/>
                  <a:pt x="616" y="1025"/>
                  <a:pt x="616" y="1025"/>
                </a:cubicBezTo>
                <a:cubicBezTo>
                  <a:pt x="616" y="991"/>
                  <a:pt x="616" y="991"/>
                  <a:pt x="616" y="991"/>
                </a:cubicBezTo>
                <a:cubicBezTo>
                  <a:pt x="483" y="991"/>
                  <a:pt x="483" y="991"/>
                  <a:pt x="483" y="991"/>
                </a:cubicBezTo>
                <a:cubicBezTo>
                  <a:pt x="483" y="885"/>
                  <a:pt x="483" y="885"/>
                  <a:pt x="483" y="885"/>
                </a:cubicBezTo>
                <a:cubicBezTo>
                  <a:pt x="570" y="885"/>
                  <a:pt x="570" y="885"/>
                  <a:pt x="570" y="885"/>
                </a:cubicBezTo>
                <a:cubicBezTo>
                  <a:pt x="570" y="851"/>
                  <a:pt x="570" y="851"/>
                  <a:pt x="570" y="851"/>
                </a:cubicBezTo>
                <a:cubicBezTo>
                  <a:pt x="483" y="851"/>
                  <a:pt x="483" y="851"/>
                  <a:pt x="483" y="851"/>
                </a:cubicBezTo>
                <a:cubicBezTo>
                  <a:pt x="483" y="745"/>
                  <a:pt x="483" y="745"/>
                  <a:pt x="483" y="745"/>
                </a:cubicBezTo>
                <a:cubicBezTo>
                  <a:pt x="616" y="745"/>
                  <a:pt x="616" y="745"/>
                  <a:pt x="616" y="745"/>
                </a:cubicBezTo>
                <a:cubicBezTo>
                  <a:pt x="616" y="711"/>
                  <a:pt x="616" y="711"/>
                  <a:pt x="616" y="711"/>
                </a:cubicBezTo>
                <a:cubicBezTo>
                  <a:pt x="483" y="711"/>
                  <a:pt x="483" y="711"/>
                  <a:pt x="483" y="711"/>
                </a:cubicBezTo>
                <a:cubicBezTo>
                  <a:pt x="483" y="605"/>
                  <a:pt x="483" y="605"/>
                  <a:pt x="483" y="605"/>
                </a:cubicBezTo>
                <a:cubicBezTo>
                  <a:pt x="570" y="605"/>
                  <a:pt x="570" y="605"/>
                  <a:pt x="570" y="605"/>
                </a:cubicBezTo>
                <a:cubicBezTo>
                  <a:pt x="570" y="570"/>
                  <a:pt x="570" y="570"/>
                  <a:pt x="570" y="570"/>
                </a:cubicBezTo>
                <a:cubicBezTo>
                  <a:pt x="483" y="570"/>
                  <a:pt x="483" y="570"/>
                  <a:pt x="483" y="570"/>
                </a:cubicBezTo>
                <a:cubicBezTo>
                  <a:pt x="483" y="464"/>
                  <a:pt x="483" y="464"/>
                  <a:pt x="483" y="464"/>
                </a:cubicBezTo>
                <a:cubicBezTo>
                  <a:pt x="616" y="464"/>
                  <a:pt x="616" y="464"/>
                  <a:pt x="616" y="464"/>
                </a:cubicBezTo>
                <a:cubicBezTo>
                  <a:pt x="616" y="430"/>
                  <a:pt x="616" y="430"/>
                  <a:pt x="616" y="430"/>
                </a:cubicBezTo>
                <a:cubicBezTo>
                  <a:pt x="483" y="430"/>
                  <a:pt x="483" y="430"/>
                  <a:pt x="483" y="430"/>
                </a:cubicBezTo>
                <a:cubicBezTo>
                  <a:pt x="483" y="324"/>
                  <a:pt x="483" y="324"/>
                  <a:pt x="483" y="324"/>
                </a:cubicBezTo>
                <a:cubicBezTo>
                  <a:pt x="570" y="324"/>
                  <a:pt x="570" y="324"/>
                  <a:pt x="570" y="324"/>
                </a:cubicBezTo>
                <a:cubicBezTo>
                  <a:pt x="570" y="290"/>
                  <a:pt x="570" y="290"/>
                  <a:pt x="570" y="290"/>
                </a:cubicBezTo>
                <a:cubicBezTo>
                  <a:pt x="483" y="290"/>
                  <a:pt x="483" y="290"/>
                  <a:pt x="483" y="290"/>
                </a:cubicBezTo>
                <a:cubicBezTo>
                  <a:pt x="483" y="184"/>
                  <a:pt x="483" y="184"/>
                  <a:pt x="483" y="184"/>
                </a:cubicBezTo>
                <a:cubicBezTo>
                  <a:pt x="616" y="184"/>
                  <a:pt x="616" y="184"/>
                  <a:pt x="616" y="184"/>
                </a:cubicBezTo>
                <a:cubicBezTo>
                  <a:pt x="616" y="150"/>
                  <a:pt x="616" y="150"/>
                  <a:pt x="616" y="150"/>
                </a:cubicBezTo>
                <a:cubicBezTo>
                  <a:pt x="483" y="150"/>
                  <a:pt x="483" y="150"/>
                  <a:pt x="483" y="150"/>
                </a:cubicBezTo>
                <a:cubicBezTo>
                  <a:pt x="483" y="34"/>
                  <a:pt x="483" y="34"/>
                  <a:pt x="483" y="34"/>
                </a:cubicBezTo>
                <a:cubicBezTo>
                  <a:pt x="748" y="34"/>
                  <a:pt x="748" y="34"/>
                  <a:pt x="748" y="34"/>
                </a:cubicBezTo>
                <a:lnTo>
                  <a:pt x="748" y="13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01" name="Google Shape;1101;p45"/>
          <p:cNvSpPr/>
          <p:nvPr/>
        </p:nvSpPr>
        <p:spPr>
          <a:xfrm>
            <a:off x="7500619" y="7592901"/>
            <a:ext cx="2742600" cy="2742600"/>
          </a:xfrm>
          <a:prstGeom prst="donut">
            <a:avLst>
              <a:gd fmla="val 10162"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02" name="Google Shape;1102;p45"/>
          <p:cNvSpPr/>
          <p:nvPr/>
        </p:nvSpPr>
        <p:spPr>
          <a:xfrm>
            <a:off x="11706856" y="5126020"/>
            <a:ext cx="2742600" cy="2742600"/>
          </a:xfrm>
          <a:prstGeom prst="donut">
            <a:avLst>
              <a:gd fmla="val 10162"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03" name="Google Shape;1103;p45"/>
          <p:cNvSpPr/>
          <p:nvPr/>
        </p:nvSpPr>
        <p:spPr>
          <a:xfrm>
            <a:off x="15913095" y="2659139"/>
            <a:ext cx="2742600" cy="2742600"/>
          </a:xfrm>
          <a:prstGeom prst="donut">
            <a:avLst>
              <a:gd fmla="val 10162" name="adj"/>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cxnSp>
        <p:nvCxnSpPr>
          <p:cNvPr id="1104" name="Google Shape;1104;p45"/>
          <p:cNvCxnSpPr/>
          <p:nvPr/>
        </p:nvCxnSpPr>
        <p:spPr>
          <a:xfrm>
            <a:off x="2137475" y="5320350"/>
            <a:ext cx="0" cy="828300"/>
          </a:xfrm>
          <a:prstGeom prst="straightConnector1">
            <a:avLst/>
          </a:prstGeom>
          <a:noFill/>
          <a:ln cap="flat" cmpd="sng" w="228600">
            <a:solidFill>
              <a:schemeClr val="accent1"/>
            </a:solidFill>
            <a:prstDash val="solid"/>
            <a:round/>
            <a:headEnd len="med" w="med" type="none"/>
            <a:tailEnd len="med" w="med" type="none"/>
          </a:ln>
        </p:spPr>
      </p:cxnSp>
      <p:sp>
        <p:nvSpPr>
          <p:cNvPr id="1105" name="Google Shape;1105;p45"/>
          <p:cNvSpPr txBox="1"/>
          <p:nvPr/>
        </p:nvSpPr>
        <p:spPr>
          <a:xfrm>
            <a:off x="1779625" y="4219850"/>
            <a:ext cx="720900" cy="9414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b="1" lang="en-US" sz="12000">
                <a:solidFill>
                  <a:schemeClr val="accent1"/>
                </a:solidFill>
                <a:latin typeface="Lato"/>
                <a:ea typeface="Lato"/>
                <a:cs typeface="Lato"/>
                <a:sym typeface="Lato"/>
              </a:rPr>
              <a:t>*</a:t>
            </a:r>
            <a:endParaRPr b="1" sz="12000">
              <a:solidFill>
                <a:schemeClr val="accent1"/>
              </a:solidFill>
              <a:latin typeface="Lato"/>
              <a:ea typeface="Lato"/>
              <a:cs typeface="Lato"/>
              <a:sym typeface="Lato"/>
            </a:endParaRPr>
          </a:p>
        </p:txBody>
      </p:sp>
      <p:sp>
        <p:nvSpPr>
          <p:cNvPr id="1106" name="Google Shape;1106;p45">
            <a:hlinkClick r:id="rId3"/>
          </p:cNvPr>
          <p:cNvSpPr/>
          <p:nvPr/>
        </p:nvSpPr>
        <p:spPr>
          <a:xfrm>
            <a:off x="18425073" y="7575372"/>
            <a:ext cx="2112600" cy="2112600"/>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107" name="Google Shape;1107;p45"/>
          <p:cNvSpPr/>
          <p:nvPr/>
        </p:nvSpPr>
        <p:spPr>
          <a:xfrm>
            <a:off x="18998550" y="8109408"/>
            <a:ext cx="965642" cy="965642"/>
          </a:xfrm>
          <a:custGeom>
            <a:rect b="b" l="l" r="r" t="t"/>
            <a:pathLst>
              <a:path extrusionOk="0" h="353" w="353">
                <a:moveTo>
                  <a:pt x="321" y="32"/>
                </a:moveTo>
                <a:cubicBezTo>
                  <a:pt x="289" y="32"/>
                  <a:pt x="289" y="32"/>
                  <a:pt x="289" y="32"/>
                </a:cubicBezTo>
                <a:cubicBezTo>
                  <a:pt x="289" y="8"/>
                  <a:pt x="289" y="8"/>
                  <a:pt x="289" y="8"/>
                </a:cubicBezTo>
                <a:cubicBezTo>
                  <a:pt x="289" y="3"/>
                  <a:pt x="286" y="0"/>
                  <a:pt x="281" y="0"/>
                </a:cubicBezTo>
                <a:cubicBezTo>
                  <a:pt x="277" y="0"/>
                  <a:pt x="273" y="3"/>
                  <a:pt x="273" y="8"/>
                </a:cubicBezTo>
                <a:cubicBezTo>
                  <a:pt x="273" y="32"/>
                  <a:pt x="273" y="32"/>
                  <a:pt x="273" y="32"/>
                </a:cubicBezTo>
                <a:cubicBezTo>
                  <a:pt x="80" y="32"/>
                  <a:pt x="80" y="32"/>
                  <a:pt x="80" y="32"/>
                </a:cubicBezTo>
                <a:cubicBezTo>
                  <a:pt x="80" y="8"/>
                  <a:pt x="80" y="8"/>
                  <a:pt x="80" y="8"/>
                </a:cubicBezTo>
                <a:cubicBezTo>
                  <a:pt x="80" y="3"/>
                  <a:pt x="77" y="0"/>
                  <a:pt x="72" y="0"/>
                </a:cubicBezTo>
                <a:cubicBezTo>
                  <a:pt x="68" y="0"/>
                  <a:pt x="64" y="3"/>
                  <a:pt x="64" y="8"/>
                </a:cubicBezTo>
                <a:cubicBezTo>
                  <a:pt x="64" y="32"/>
                  <a:pt x="64" y="32"/>
                  <a:pt x="64" y="32"/>
                </a:cubicBezTo>
                <a:cubicBezTo>
                  <a:pt x="32" y="32"/>
                  <a:pt x="32" y="32"/>
                  <a:pt x="32" y="32"/>
                </a:cubicBezTo>
                <a:cubicBezTo>
                  <a:pt x="15" y="32"/>
                  <a:pt x="0" y="46"/>
                  <a:pt x="0" y="64"/>
                </a:cubicBezTo>
                <a:cubicBezTo>
                  <a:pt x="0" y="321"/>
                  <a:pt x="0" y="321"/>
                  <a:pt x="0" y="321"/>
                </a:cubicBezTo>
                <a:cubicBezTo>
                  <a:pt x="0" y="339"/>
                  <a:pt x="15" y="353"/>
                  <a:pt x="32" y="353"/>
                </a:cubicBezTo>
                <a:cubicBezTo>
                  <a:pt x="321" y="353"/>
                  <a:pt x="321" y="353"/>
                  <a:pt x="321" y="353"/>
                </a:cubicBezTo>
                <a:cubicBezTo>
                  <a:pt x="339" y="353"/>
                  <a:pt x="353" y="339"/>
                  <a:pt x="353" y="321"/>
                </a:cubicBezTo>
                <a:cubicBezTo>
                  <a:pt x="353" y="64"/>
                  <a:pt x="353" y="64"/>
                  <a:pt x="353" y="64"/>
                </a:cubicBezTo>
                <a:cubicBezTo>
                  <a:pt x="353" y="46"/>
                  <a:pt x="339" y="32"/>
                  <a:pt x="321" y="32"/>
                </a:cubicBezTo>
                <a:moveTo>
                  <a:pt x="337" y="321"/>
                </a:moveTo>
                <a:cubicBezTo>
                  <a:pt x="337" y="330"/>
                  <a:pt x="330" y="337"/>
                  <a:pt x="321" y="337"/>
                </a:cubicBezTo>
                <a:cubicBezTo>
                  <a:pt x="32" y="337"/>
                  <a:pt x="32" y="337"/>
                  <a:pt x="32" y="337"/>
                </a:cubicBezTo>
                <a:cubicBezTo>
                  <a:pt x="23" y="337"/>
                  <a:pt x="16" y="330"/>
                  <a:pt x="16" y="321"/>
                </a:cubicBezTo>
                <a:cubicBezTo>
                  <a:pt x="16" y="128"/>
                  <a:pt x="16" y="128"/>
                  <a:pt x="16" y="128"/>
                </a:cubicBezTo>
                <a:cubicBezTo>
                  <a:pt x="337" y="128"/>
                  <a:pt x="337" y="128"/>
                  <a:pt x="337" y="128"/>
                </a:cubicBezTo>
                <a:lnTo>
                  <a:pt x="337" y="321"/>
                </a:lnTo>
                <a:close/>
                <a:moveTo>
                  <a:pt x="337" y="112"/>
                </a:moveTo>
                <a:cubicBezTo>
                  <a:pt x="16" y="112"/>
                  <a:pt x="16" y="112"/>
                  <a:pt x="16" y="112"/>
                </a:cubicBezTo>
                <a:cubicBezTo>
                  <a:pt x="16" y="64"/>
                  <a:pt x="16" y="64"/>
                  <a:pt x="16" y="64"/>
                </a:cubicBezTo>
                <a:cubicBezTo>
                  <a:pt x="16" y="55"/>
                  <a:pt x="23" y="48"/>
                  <a:pt x="32" y="48"/>
                </a:cubicBezTo>
                <a:cubicBezTo>
                  <a:pt x="64" y="48"/>
                  <a:pt x="64" y="48"/>
                  <a:pt x="64" y="48"/>
                </a:cubicBezTo>
                <a:cubicBezTo>
                  <a:pt x="64" y="72"/>
                  <a:pt x="64" y="72"/>
                  <a:pt x="64" y="72"/>
                </a:cubicBezTo>
                <a:cubicBezTo>
                  <a:pt x="64" y="76"/>
                  <a:pt x="68" y="80"/>
                  <a:pt x="72" y="80"/>
                </a:cubicBezTo>
                <a:cubicBezTo>
                  <a:pt x="77" y="80"/>
                  <a:pt x="80" y="76"/>
                  <a:pt x="80" y="72"/>
                </a:cubicBezTo>
                <a:cubicBezTo>
                  <a:pt x="80" y="48"/>
                  <a:pt x="80" y="48"/>
                  <a:pt x="80" y="48"/>
                </a:cubicBezTo>
                <a:cubicBezTo>
                  <a:pt x="273" y="48"/>
                  <a:pt x="273" y="48"/>
                  <a:pt x="273" y="48"/>
                </a:cubicBezTo>
                <a:cubicBezTo>
                  <a:pt x="273" y="72"/>
                  <a:pt x="273" y="72"/>
                  <a:pt x="273" y="72"/>
                </a:cubicBezTo>
                <a:cubicBezTo>
                  <a:pt x="273" y="76"/>
                  <a:pt x="277" y="80"/>
                  <a:pt x="281" y="80"/>
                </a:cubicBezTo>
                <a:cubicBezTo>
                  <a:pt x="286" y="80"/>
                  <a:pt x="289" y="76"/>
                  <a:pt x="289" y="72"/>
                </a:cubicBezTo>
                <a:cubicBezTo>
                  <a:pt x="289" y="48"/>
                  <a:pt x="289" y="48"/>
                  <a:pt x="289" y="48"/>
                </a:cubicBezTo>
                <a:cubicBezTo>
                  <a:pt x="321" y="48"/>
                  <a:pt x="321" y="48"/>
                  <a:pt x="321" y="48"/>
                </a:cubicBezTo>
                <a:cubicBezTo>
                  <a:pt x="330" y="48"/>
                  <a:pt x="337" y="55"/>
                  <a:pt x="337" y="64"/>
                </a:cubicBezTo>
                <a:lnTo>
                  <a:pt x="337" y="112"/>
                </a:lnTo>
                <a:close/>
                <a:moveTo>
                  <a:pt x="233" y="297"/>
                </a:moveTo>
                <a:cubicBezTo>
                  <a:pt x="248" y="297"/>
                  <a:pt x="248" y="297"/>
                  <a:pt x="248" y="297"/>
                </a:cubicBezTo>
                <a:cubicBezTo>
                  <a:pt x="248" y="168"/>
                  <a:pt x="248" y="168"/>
                  <a:pt x="248" y="168"/>
                </a:cubicBezTo>
                <a:cubicBezTo>
                  <a:pt x="237" y="168"/>
                  <a:pt x="237" y="168"/>
                  <a:pt x="237" y="168"/>
                </a:cubicBezTo>
                <a:cubicBezTo>
                  <a:pt x="236" y="172"/>
                  <a:pt x="235" y="176"/>
                  <a:pt x="232" y="180"/>
                </a:cubicBezTo>
                <a:cubicBezTo>
                  <a:pt x="230" y="183"/>
                  <a:pt x="227" y="185"/>
                  <a:pt x="224" y="187"/>
                </a:cubicBezTo>
                <a:cubicBezTo>
                  <a:pt x="221" y="189"/>
                  <a:pt x="217" y="190"/>
                  <a:pt x="213" y="191"/>
                </a:cubicBezTo>
                <a:cubicBezTo>
                  <a:pt x="209" y="191"/>
                  <a:pt x="205" y="192"/>
                  <a:pt x="201" y="192"/>
                </a:cubicBezTo>
                <a:cubicBezTo>
                  <a:pt x="201" y="204"/>
                  <a:pt x="201" y="204"/>
                  <a:pt x="201" y="204"/>
                </a:cubicBezTo>
                <a:cubicBezTo>
                  <a:pt x="233" y="204"/>
                  <a:pt x="233" y="204"/>
                  <a:pt x="233" y="204"/>
                </a:cubicBezTo>
                <a:lnTo>
                  <a:pt x="233" y="297"/>
                </a:lnTo>
                <a:close/>
                <a:moveTo>
                  <a:pt x="157" y="278"/>
                </a:moveTo>
                <a:cubicBezTo>
                  <a:pt x="154" y="281"/>
                  <a:pt x="152" y="282"/>
                  <a:pt x="148" y="283"/>
                </a:cubicBezTo>
                <a:cubicBezTo>
                  <a:pt x="145" y="285"/>
                  <a:pt x="141" y="285"/>
                  <a:pt x="138" y="285"/>
                </a:cubicBezTo>
                <a:cubicBezTo>
                  <a:pt x="129" y="285"/>
                  <a:pt x="123" y="282"/>
                  <a:pt x="118" y="277"/>
                </a:cubicBezTo>
                <a:cubicBezTo>
                  <a:pt x="114" y="272"/>
                  <a:pt x="111" y="265"/>
                  <a:pt x="111" y="257"/>
                </a:cubicBezTo>
                <a:cubicBezTo>
                  <a:pt x="96" y="257"/>
                  <a:pt x="96" y="257"/>
                  <a:pt x="96" y="257"/>
                </a:cubicBezTo>
                <a:cubicBezTo>
                  <a:pt x="96" y="263"/>
                  <a:pt x="97" y="269"/>
                  <a:pt x="99" y="275"/>
                </a:cubicBezTo>
                <a:cubicBezTo>
                  <a:pt x="101" y="280"/>
                  <a:pt x="104" y="284"/>
                  <a:pt x="107" y="288"/>
                </a:cubicBezTo>
                <a:cubicBezTo>
                  <a:pt x="111" y="291"/>
                  <a:pt x="115" y="294"/>
                  <a:pt x="120" y="296"/>
                </a:cubicBezTo>
                <a:cubicBezTo>
                  <a:pt x="126" y="298"/>
                  <a:pt x="131" y="299"/>
                  <a:pt x="138" y="299"/>
                </a:cubicBezTo>
                <a:cubicBezTo>
                  <a:pt x="144" y="299"/>
                  <a:pt x="149" y="298"/>
                  <a:pt x="154" y="296"/>
                </a:cubicBezTo>
                <a:cubicBezTo>
                  <a:pt x="160" y="294"/>
                  <a:pt x="164" y="292"/>
                  <a:pt x="168" y="289"/>
                </a:cubicBezTo>
                <a:cubicBezTo>
                  <a:pt x="172" y="285"/>
                  <a:pt x="175" y="281"/>
                  <a:pt x="177" y="276"/>
                </a:cubicBezTo>
                <a:cubicBezTo>
                  <a:pt x="180" y="272"/>
                  <a:pt x="181" y="266"/>
                  <a:pt x="181" y="259"/>
                </a:cubicBezTo>
                <a:cubicBezTo>
                  <a:pt x="181" y="252"/>
                  <a:pt x="179" y="245"/>
                  <a:pt x="175" y="239"/>
                </a:cubicBezTo>
                <a:cubicBezTo>
                  <a:pt x="172" y="234"/>
                  <a:pt x="166" y="230"/>
                  <a:pt x="158" y="228"/>
                </a:cubicBezTo>
                <a:cubicBezTo>
                  <a:pt x="158" y="228"/>
                  <a:pt x="158" y="228"/>
                  <a:pt x="158" y="228"/>
                </a:cubicBezTo>
                <a:cubicBezTo>
                  <a:pt x="163" y="226"/>
                  <a:pt x="167" y="222"/>
                  <a:pt x="171" y="218"/>
                </a:cubicBezTo>
                <a:cubicBezTo>
                  <a:pt x="174" y="213"/>
                  <a:pt x="176" y="208"/>
                  <a:pt x="176" y="202"/>
                </a:cubicBezTo>
                <a:cubicBezTo>
                  <a:pt x="176" y="196"/>
                  <a:pt x="175" y="191"/>
                  <a:pt x="173" y="187"/>
                </a:cubicBezTo>
                <a:cubicBezTo>
                  <a:pt x="171" y="182"/>
                  <a:pt x="168" y="179"/>
                  <a:pt x="165" y="176"/>
                </a:cubicBezTo>
                <a:cubicBezTo>
                  <a:pt x="161" y="173"/>
                  <a:pt x="157" y="171"/>
                  <a:pt x="153" y="170"/>
                </a:cubicBezTo>
                <a:cubicBezTo>
                  <a:pt x="148" y="168"/>
                  <a:pt x="143" y="168"/>
                  <a:pt x="137" y="168"/>
                </a:cubicBezTo>
                <a:cubicBezTo>
                  <a:pt x="131" y="168"/>
                  <a:pt x="126" y="169"/>
                  <a:pt x="121" y="171"/>
                </a:cubicBezTo>
                <a:cubicBezTo>
                  <a:pt x="116" y="173"/>
                  <a:pt x="112" y="176"/>
                  <a:pt x="109" y="179"/>
                </a:cubicBezTo>
                <a:cubicBezTo>
                  <a:pt x="106" y="183"/>
                  <a:pt x="103" y="187"/>
                  <a:pt x="102" y="192"/>
                </a:cubicBezTo>
                <a:cubicBezTo>
                  <a:pt x="100" y="197"/>
                  <a:pt x="99" y="203"/>
                  <a:pt x="99" y="209"/>
                </a:cubicBezTo>
                <a:cubicBezTo>
                  <a:pt x="114" y="209"/>
                  <a:pt x="114" y="209"/>
                  <a:pt x="114" y="209"/>
                </a:cubicBezTo>
                <a:cubicBezTo>
                  <a:pt x="114" y="205"/>
                  <a:pt x="114" y="202"/>
                  <a:pt x="115" y="199"/>
                </a:cubicBezTo>
                <a:cubicBezTo>
                  <a:pt x="116" y="195"/>
                  <a:pt x="118" y="192"/>
                  <a:pt x="120" y="190"/>
                </a:cubicBezTo>
                <a:cubicBezTo>
                  <a:pt x="121" y="187"/>
                  <a:pt x="124" y="185"/>
                  <a:pt x="127" y="184"/>
                </a:cubicBezTo>
                <a:cubicBezTo>
                  <a:pt x="130" y="182"/>
                  <a:pt x="133" y="181"/>
                  <a:pt x="137" y="181"/>
                </a:cubicBezTo>
                <a:cubicBezTo>
                  <a:pt x="144" y="181"/>
                  <a:pt x="149" y="183"/>
                  <a:pt x="153" y="186"/>
                </a:cubicBezTo>
                <a:cubicBezTo>
                  <a:pt x="158" y="190"/>
                  <a:pt x="160" y="195"/>
                  <a:pt x="160" y="202"/>
                </a:cubicBezTo>
                <a:cubicBezTo>
                  <a:pt x="160" y="205"/>
                  <a:pt x="159" y="208"/>
                  <a:pt x="158" y="211"/>
                </a:cubicBezTo>
                <a:cubicBezTo>
                  <a:pt x="156" y="214"/>
                  <a:pt x="155" y="216"/>
                  <a:pt x="153" y="218"/>
                </a:cubicBezTo>
                <a:cubicBezTo>
                  <a:pt x="150" y="219"/>
                  <a:pt x="148" y="221"/>
                  <a:pt x="145" y="222"/>
                </a:cubicBezTo>
                <a:cubicBezTo>
                  <a:pt x="142" y="223"/>
                  <a:pt x="139" y="223"/>
                  <a:pt x="136" y="223"/>
                </a:cubicBezTo>
                <a:cubicBezTo>
                  <a:pt x="131" y="223"/>
                  <a:pt x="131" y="223"/>
                  <a:pt x="131" y="223"/>
                </a:cubicBezTo>
                <a:cubicBezTo>
                  <a:pt x="130" y="223"/>
                  <a:pt x="130" y="223"/>
                  <a:pt x="129" y="223"/>
                </a:cubicBezTo>
                <a:cubicBezTo>
                  <a:pt x="129" y="236"/>
                  <a:pt x="129" y="236"/>
                  <a:pt x="129" y="236"/>
                </a:cubicBezTo>
                <a:cubicBezTo>
                  <a:pt x="132" y="236"/>
                  <a:pt x="135" y="235"/>
                  <a:pt x="138" y="235"/>
                </a:cubicBezTo>
                <a:cubicBezTo>
                  <a:pt x="142" y="235"/>
                  <a:pt x="146" y="236"/>
                  <a:pt x="149" y="237"/>
                </a:cubicBezTo>
                <a:cubicBezTo>
                  <a:pt x="152" y="238"/>
                  <a:pt x="155" y="240"/>
                  <a:pt x="157" y="242"/>
                </a:cubicBezTo>
                <a:cubicBezTo>
                  <a:pt x="160" y="244"/>
                  <a:pt x="161" y="246"/>
                  <a:pt x="163" y="250"/>
                </a:cubicBezTo>
                <a:cubicBezTo>
                  <a:pt x="164" y="253"/>
                  <a:pt x="165" y="256"/>
                  <a:pt x="165" y="260"/>
                </a:cubicBezTo>
                <a:cubicBezTo>
                  <a:pt x="165" y="264"/>
                  <a:pt x="164" y="268"/>
                  <a:pt x="163" y="271"/>
                </a:cubicBezTo>
                <a:cubicBezTo>
                  <a:pt x="161" y="274"/>
                  <a:pt x="159" y="276"/>
                  <a:pt x="157" y="278"/>
                </a:cubicBez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08" name="Google Shape;1108;p45"/>
          <p:cNvSpPr txBox="1"/>
          <p:nvPr/>
        </p:nvSpPr>
        <p:spPr>
          <a:xfrm>
            <a:off x="17737625" y="10745800"/>
            <a:ext cx="3487500" cy="13296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lang="en-US" sz="1800">
                <a:solidFill>
                  <a:schemeClr val="dk2"/>
                </a:solidFill>
                <a:latin typeface="Lato Light"/>
                <a:ea typeface="Lato Light"/>
                <a:cs typeface="Lato Light"/>
                <a:sym typeface="Lato Light"/>
              </a:rPr>
              <a:t>Accede a la hoja de cálculo con el cronograma extendido haciendo clic en el botón del calendario.</a:t>
            </a:r>
            <a:endParaRPr sz="1800">
              <a:solidFill>
                <a:schemeClr val="dk2"/>
              </a:solidFill>
              <a:latin typeface="Lato Light"/>
              <a:ea typeface="Lato Light"/>
              <a:cs typeface="Lato Light"/>
              <a:sym typeface="Lato Light"/>
            </a:endParaRPr>
          </a:p>
        </p:txBody>
      </p:sp>
      <p:sp>
        <p:nvSpPr>
          <p:cNvPr id="1109" name="Google Shape;1109;p45"/>
          <p:cNvSpPr/>
          <p:nvPr/>
        </p:nvSpPr>
        <p:spPr>
          <a:xfrm rot="5400000">
            <a:off x="19175825" y="10117300"/>
            <a:ext cx="611100" cy="492300"/>
          </a:xfrm>
          <a:prstGeom prst="leftArrow">
            <a:avLst>
              <a:gd fmla="val 50000" name="adj1"/>
              <a:gd fmla="val 50000" name="adj2"/>
            </a:avLst>
          </a:prstGeom>
          <a:solidFill>
            <a:srgbClr val="E9E9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13" name="Shape 1113"/>
        <p:cNvGrpSpPr/>
        <p:nvPr/>
      </p:nvGrpSpPr>
      <p:grpSpPr>
        <a:xfrm>
          <a:off x="0" y="0"/>
          <a:ext cx="0" cy="0"/>
          <a:chOff x="0" y="0"/>
          <a:chExt cx="0" cy="0"/>
        </a:xfrm>
      </p:grpSpPr>
      <p:sp>
        <p:nvSpPr>
          <p:cNvPr id="1114" name="Google Shape;1114;p46"/>
          <p:cNvSpPr txBox="1"/>
          <p:nvPr/>
        </p:nvSpPr>
        <p:spPr>
          <a:xfrm>
            <a:off x="1972945" y="5728297"/>
            <a:ext cx="78867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Lato Light"/>
              <a:buNone/>
            </a:pPr>
            <a:r>
              <a:rPr lang="en-US" sz="3200">
                <a:solidFill>
                  <a:schemeClr val="dk2"/>
                </a:solidFill>
                <a:latin typeface="Lato Light"/>
                <a:ea typeface="Lato Light"/>
                <a:cs typeface="Lato Light"/>
                <a:sym typeface="Lato Light"/>
              </a:rPr>
              <a:t>Estimaciones y ROI</a:t>
            </a:r>
            <a:endParaRPr b="0" i="0" sz="3200" u="none" cap="none" strike="noStrike">
              <a:solidFill>
                <a:schemeClr val="dk2"/>
              </a:solidFill>
              <a:latin typeface="Lato Light"/>
              <a:ea typeface="Lato Light"/>
              <a:cs typeface="Lato Light"/>
              <a:sym typeface="Lato Light"/>
            </a:endParaRPr>
          </a:p>
        </p:txBody>
      </p:sp>
      <p:sp>
        <p:nvSpPr>
          <p:cNvPr id="1115" name="Google Shape;1115;p46"/>
          <p:cNvSpPr txBox="1"/>
          <p:nvPr/>
        </p:nvSpPr>
        <p:spPr>
          <a:xfrm>
            <a:off x="1972945" y="4361383"/>
            <a:ext cx="78867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b="1" lang="en-US" sz="8800">
                <a:solidFill>
                  <a:schemeClr val="dk2"/>
                </a:solidFill>
                <a:latin typeface="Lato"/>
                <a:ea typeface="Lato"/>
                <a:cs typeface="Lato"/>
                <a:sym typeface="Lato"/>
              </a:rPr>
              <a:t>Presupuestos</a:t>
            </a:r>
            <a:endParaRPr b="1" i="0" sz="8800" u="none" cap="none" strike="noStrike">
              <a:solidFill>
                <a:schemeClr val="dk2"/>
              </a:solidFill>
              <a:latin typeface="Lato"/>
              <a:ea typeface="Lato"/>
              <a:cs typeface="Lato"/>
              <a:sym typeface="Lato"/>
            </a:endParaRPr>
          </a:p>
        </p:txBody>
      </p:sp>
      <p:cxnSp>
        <p:nvCxnSpPr>
          <p:cNvPr id="1116" name="Google Shape;1116;p46"/>
          <p:cNvCxnSpPr/>
          <p:nvPr/>
        </p:nvCxnSpPr>
        <p:spPr>
          <a:xfrm>
            <a:off x="1676400" y="4551883"/>
            <a:ext cx="0" cy="1619700"/>
          </a:xfrm>
          <a:prstGeom prst="straightConnector1">
            <a:avLst/>
          </a:prstGeom>
          <a:noFill/>
          <a:ln cap="flat" cmpd="sng" w="88900">
            <a:solidFill>
              <a:schemeClr val="accent1"/>
            </a:solidFill>
            <a:prstDash val="solid"/>
            <a:miter lim="800000"/>
            <a:headEnd len="sm" w="sm" type="none"/>
            <a:tailEnd len="sm" w="sm" type="none"/>
          </a:ln>
        </p:spPr>
      </p:cxnSp>
      <p:sp>
        <p:nvSpPr>
          <p:cNvPr id="1117" name="Google Shape;1117;p46"/>
          <p:cNvSpPr txBox="1"/>
          <p:nvPr/>
        </p:nvSpPr>
        <p:spPr>
          <a:xfrm>
            <a:off x="1972945" y="6876119"/>
            <a:ext cx="7886700" cy="2523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data about the title here. The explanation should be short. Insert some explanations, information, data about the title here. </a:t>
            </a:r>
            <a:endParaRPr b="0" i="0" sz="2400" u="none" cap="none" strike="noStrike">
              <a:solidFill>
                <a:schemeClr val="dk2"/>
              </a:solidFill>
              <a:latin typeface="Lato Light"/>
              <a:ea typeface="Lato Light"/>
              <a:cs typeface="Lato Light"/>
              <a:sym typeface="Lato Light"/>
            </a:endParaRPr>
          </a:p>
          <a:p>
            <a:pPr indent="0" lvl="0" marL="0" marR="0" rtl="0" algn="l">
              <a:lnSpc>
                <a:spcPct val="120000"/>
              </a:lnSpc>
              <a:spcBef>
                <a:spcPts val="240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and data about the title here. </a:t>
            </a:r>
            <a:endParaRPr b="0" i="0" sz="1400" u="none" cap="none" strike="noStrike">
              <a:solidFill>
                <a:srgbClr val="000000"/>
              </a:solidFill>
              <a:latin typeface="Arial"/>
              <a:ea typeface="Arial"/>
              <a:cs typeface="Arial"/>
              <a:sym typeface="Arial"/>
            </a:endParaRPr>
          </a:p>
        </p:txBody>
      </p:sp>
      <p:sp>
        <p:nvSpPr>
          <p:cNvPr id="1118" name="Google Shape;1118;p46"/>
          <p:cNvSpPr/>
          <p:nvPr/>
        </p:nvSpPr>
        <p:spPr>
          <a:xfrm>
            <a:off x="12179300" y="0"/>
            <a:ext cx="12204600" cy="13716000"/>
          </a:xfrm>
          <a:prstGeom prst="rect">
            <a:avLst/>
          </a:prstGeom>
          <a:gradFill>
            <a:gsLst>
              <a:gs pos="0">
                <a:srgbClr val="9C9C9C"/>
              </a:gs>
              <a:gs pos="50000">
                <a:srgbClr val="C3C3C3"/>
              </a:gs>
              <a:gs pos="100000">
                <a:srgbClr val="E2E2E2"/>
              </a:gs>
            </a:gsLst>
            <a:lin ang="16200038"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chemeClr val="lt1"/>
              </a:solidFill>
              <a:latin typeface="Calibri"/>
              <a:ea typeface="Calibri"/>
              <a:cs typeface="Calibri"/>
              <a:sym typeface="Calibri"/>
            </a:endParaRPr>
          </a:p>
        </p:txBody>
      </p:sp>
      <p:sp>
        <p:nvSpPr>
          <p:cNvPr id="1119" name="Google Shape;1119;p46"/>
          <p:cNvSpPr txBox="1"/>
          <p:nvPr/>
        </p:nvSpPr>
        <p:spPr>
          <a:xfrm>
            <a:off x="16988655" y="6427113"/>
            <a:ext cx="2586000" cy="861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2800"/>
              <a:buFont typeface="Lato"/>
              <a:buNone/>
            </a:pPr>
            <a:r>
              <a:rPr b="0" i="0" lang="en-US" sz="2800" u="none" cap="none" strike="noStrike">
                <a:solidFill>
                  <a:schemeClr val="lt1"/>
                </a:solidFill>
                <a:latin typeface="Lato"/>
                <a:ea typeface="Lato"/>
                <a:cs typeface="Lato"/>
                <a:sym typeface="Lato"/>
              </a:rPr>
              <a:t>Image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800"/>
              <a:buFont typeface="Lato"/>
              <a:buNone/>
            </a:pPr>
            <a:r>
              <a:rPr b="0" i="0" lang="en-US" sz="2800" u="none" cap="none" strike="noStrike">
                <a:solidFill>
                  <a:schemeClr val="lt1"/>
                </a:solidFill>
                <a:latin typeface="Lato"/>
                <a:ea typeface="Lato"/>
                <a:cs typeface="Lato"/>
                <a:sym typeface="Lato"/>
              </a:rPr>
              <a:t>Placeholder</a:t>
            </a:r>
            <a:endParaRPr b="0" i="0" sz="2800" u="none" cap="none" strike="noStrike">
              <a:solidFill>
                <a:schemeClr val="lt1"/>
              </a:solidFill>
              <a:latin typeface="Lato"/>
              <a:ea typeface="Lato"/>
              <a:cs typeface="Lato"/>
              <a:sym typeface="La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23" name="Shape 1123"/>
        <p:cNvGrpSpPr/>
        <p:nvPr/>
      </p:nvGrpSpPr>
      <p:grpSpPr>
        <a:xfrm>
          <a:off x="0" y="0"/>
          <a:ext cx="0" cy="0"/>
          <a:chOff x="0" y="0"/>
          <a:chExt cx="0" cy="0"/>
        </a:xfrm>
      </p:grpSpPr>
      <p:sp>
        <p:nvSpPr>
          <p:cNvPr id="1124" name="Google Shape;1124;p47"/>
          <p:cNvSpPr/>
          <p:nvPr/>
        </p:nvSpPr>
        <p:spPr>
          <a:xfrm>
            <a:off x="1676400" y="3053575"/>
            <a:ext cx="21081900" cy="3039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47"/>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Distribución del presupuesto por áreas</a:t>
            </a:r>
            <a:endParaRPr/>
          </a:p>
        </p:txBody>
      </p:sp>
      <p:sp>
        <p:nvSpPr>
          <p:cNvPr id="1126" name="Google Shape;1126;p47"/>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t>Resumen de presupuesto</a:t>
            </a:r>
            <a:endParaRPr b="1" i="0" sz="8800" u="none" cap="none" strike="noStrike">
              <a:solidFill>
                <a:schemeClr val="dk2"/>
              </a:solidFill>
              <a:latin typeface="Lato"/>
              <a:ea typeface="Lato"/>
              <a:cs typeface="Lato"/>
              <a:sym typeface="Lato"/>
            </a:endParaRPr>
          </a:p>
        </p:txBody>
      </p:sp>
      <p:pic>
        <p:nvPicPr>
          <p:cNvPr id="1127" name="Google Shape;1127;p47"/>
          <p:cNvPicPr preferRelativeResize="0"/>
          <p:nvPr/>
        </p:nvPicPr>
        <p:blipFill rotWithShape="1">
          <a:blip r:embed="rId3">
            <a:alphaModFix/>
          </a:blip>
          <a:srcRect b="0" l="744" r="0" t="0"/>
          <a:stretch/>
        </p:blipFill>
        <p:spPr>
          <a:xfrm>
            <a:off x="7556500" y="2965700"/>
            <a:ext cx="15341600" cy="3702775"/>
          </a:xfrm>
          <a:prstGeom prst="rect">
            <a:avLst/>
          </a:prstGeom>
          <a:noFill/>
          <a:ln>
            <a:noFill/>
          </a:ln>
        </p:spPr>
      </p:pic>
      <p:sp>
        <p:nvSpPr>
          <p:cNvPr id="1128" name="Google Shape;1128;p47"/>
          <p:cNvSpPr/>
          <p:nvPr/>
        </p:nvSpPr>
        <p:spPr>
          <a:xfrm>
            <a:off x="12231700" y="6727050"/>
            <a:ext cx="10572600" cy="2619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29" name="Google Shape;1129;p47"/>
          <p:cNvPicPr preferRelativeResize="0"/>
          <p:nvPr/>
        </p:nvPicPr>
        <p:blipFill>
          <a:blip r:embed="rId4">
            <a:alphaModFix/>
          </a:blip>
          <a:stretch>
            <a:fillRect/>
          </a:stretch>
        </p:blipFill>
        <p:spPr>
          <a:xfrm>
            <a:off x="1333488" y="6057299"/>
            <a:ext cx="10365450" cy="6391725"/>
          </a:xfrm>
          <a:prstGeom prst="rect">
            <a:avLst/>
          </a:prstGeom>
          <a:noFill/>
          <a:ln>
            <a:noFill/>
          </a:ln>
        </p:spPr>
      </p:pic>
      <p:sp>
        <p:nvSpPr>
          <p:cNvPr id="1130" name="Google Shape;1130;p47"/>
          <p:cNvSpPr/>
          <p:nvPr/>
        </p:nvSpPr>
        <p:spPr>
          <a:xfrm>
            <a:off x="1676400" y="12425275"/>
            <a:ext cx="21081900" cy="3039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47"/>
          <p:cNvSpPr/>
          <p:nvPr/>
        </p:nvSpPr>
        <p:spPr>
          <a:xfrm>
            <a:off x="12231688" y="9107796"/>
            <a:ext cx="3200052" cy="2933954"/>
          </a:xfrm>
          <a:custGeom>
            <a:rect b="b" l="l" r="r" t="t"/>
            <a:pathLst>
              <a:path extrusionOk="0" h="3500" w="3820">
                <a:moveTo>
                  <a:pt x="3820" y="3087"/>
                </a:moveTo>
                <a:cubicBezTo>
                  <a:pt x="3820" y="3249"/>
                  <a:pt x="3820" y="3249"/>
                  <a:pt x="3820" y="3249"/>
                </a:cubicBezTo>
                <a:cubicBezTo>
                  <a:pt x="3820" y="3339"/>
                  <a:pt x="3637" y="3412"/>
                  <a:pt x="3413" y="3412"/>
                </a:cubicBezTo>
                <a:cubicBezTo>
                  <a:pt x="3188" y="3412"/>
                  <a:pt x="3006" y="3339"/>
                  <a:pt x="3006" y="3249"/>
                </a:cubicBezTo>
                <a:cubicBezTo>
                  <a:pt x="3006" y="3087"/>
                  <a:pt x="3006" y="3087"/>
                  <a:pt x="3006" y="3087"/>
                </a:cubicBezTo>
                <a:cubicBezTo>
                  <a:pt x="3006" y="3176"/>
                  <a:pt x="3188" y="3249"/>
                  <a:pt x="3413" y="3249"/>
                </a:cubicBezTo>
                <a:cubicBezTo>
                  <a:pt x="3637" y="3249"/>
                  <a:pt x="3820" y="3176"/>
                  <a:pt x="3820" y="3087"/>
                </a:cubicBezTo>
                <a:close/>
                <a:moveTo>
                  <a:pt x="1852" y="1350"/>
                </a:moveTo>
                <a:cubicBezTo>
                  <a:pt x="1920" y="1377"/>
                  <a:pt x="1980" y="1352"/>
                  <a:pt x="2011" y="1286"/>
                </a:cubicBezTo>
                <a:cubicBezTo>
                  <a:pt x="2040" y="1224"/>
                  <a:pt x="2021" y="1161"/>
                  <a:pt x="1959" y="1126"/>
                </a:cubicBezTo>
                <a:cubicBezTo>
                  <a:pt x="1786" y="1028"/>
                  <a:pt x="1612" y="932"/>
                  <a:pt x="1438" y="835"/>
                </a:cubicBezTo>
                <a:cubicBezTo>
                  <a:pt x="1355" y="788"/>
                  <a:pt x="1272" y="741"/>
                  <a:pt x="1188" y="696"/>
                </a:cubicBezTo>
                <a:cubicBezTo>
                  <a:pt x="1110" y="652"/>
                  <a:pt x="1027" y="636"/>
                  <a:pt x="950" y="644"/>
                </a:cubicBezTo>
                <a:cubicBezTo>
                  <a:pt x="887" y="643"/>
                  <a:pt x="823" y="643"/>
                  <a:pt x="760" y="642"/>
                </a:cubicBezTo>
                <a:cubicBezTo>
                  <a:pt x="760" y="676"/>
                  <a:pt x="760" y="676"/>
                  <a:pt x="760" y="676"/>
                </a:cubicBezTo>
                <a:cubicBezTo>
                  <a:pt x="715" y="767"/>
                  <a:pt x="715" y="767"/>
                  <a:pt x="715" y="767"/>
                </a:cubicBezTo>
                <a:cubicBezTo>
                  <a:pt x="708" y="786"/>
                  <a:pt x="708" y="786"/>
                  <a:pt x="708" y="786"/>
                </a:cubicBezTo>
                <a:cubicBezTo>
                  <a:pt x="752" y="1530"/>
                  <a:pt x="752" y="1530"/>
                  <a:pt x="752" y="1530"/>
                </a:cubicBezTo>
                <a:cubicBezTo>
                  <a:pt x="675" y="1616"/>
                  <a:pt x="675" y="1616"/>
                  <a:pt x="675" y="1616"/>
                </a:cubicBezTo>
                <a:cubicBezTo>
                  <a:pt x="674" y="1615"/>
                  <a:pt x="674" y="1615"/>
                  <a:pt x="674" y="1615"/>
                </a:cubicBezTo>
                <a:cubicBezTo>
                  <a:pt x="673" y="1616"/>
                  <a:pt x="673" y="1616"/>
                  <a:pt x="673" y="1616"/>
                </a:cubicBezTo>
                <a:cubicBezTo>
                  <a:pt x="596" y="1530"/>
                  <a:pt x="596" y="1530"/>
                  <a:pt x="596" y="1530"/>
                </a:cubicBezTo>
                <a:cubicBezTo>
                  <a:pt x="640" y="786"/>
                  <a:pt x="640" y="786"/>
                  <a:pt x="640" y="786"/>
                </a:cubicBezTo>
                <a:cubicBezTo>
                  <a:pt x="633" y="767"/>
                  <a:pt x="633" y="767"/>
                  <a:pt x="633" y="767"/>
                </a:cubicBezTo>
                <a:cubicBezTo>
                  <a:pt x="588" y="676"/>
                  <a:pt x="588" y="676"/>
                  <a:pt x="588" y="676"/>
                </a:cubicBezTo>
                <a:cubicBezTo>
                  <a:pt x="588" y="642"/>
                  <a:pt x="588" y="642"/>
                  <a:pt x="588" y="642"/>
                </a:cubicBezTo>
                <a:cubicBezTo>
                  <a:pt x="521" y="642"/>
                  <a:pt x="454" y="643"/>
                  <a:pt x="387" y="643"/>
                </a:cubicBezTo>
                <a:cubicBezTo>
                  <a:pt x="189" y="645"/>
                  <a:pt x="53" y="757"/>
                  <a:pt x="7" y="950"/>
                </a:cubicBezTo>
                <a:cubicBezTo>
                  <a:pt x="5" y="955"/>
                  <a:pt x="2" y="960"/>
                  <a:pt x="0" y="965"/>
                </a:cubicBezTo>
                <a:cubicBezTo>
                  <a:pt x="0" y="1295"/>
                  <a:pt x="0" y="1625"/>
                  <a:pt x="0" y="1955"/>
                </a:cubicBezTo>
                <a:cubicBezTo>
                  <a:pt x="21" y="1992"/>
                  <a:pt x="44" y="2027"/>
                  <a:pt x="90" y="2038"/>
                </a:cubicBezTo>
                <a:cubicBezTo>
                  <a:pt x="175" y="2058"/>
                  <a:pt x="244" y="2010"/>
                  <a:pt x="253" y="1923"/>
                </a:cubicBezTo>
                <a:cubicBezTo>
                  <a:pt x="255" y="1903"/>
                  <a:pt x="254" y="1883"/>
                  <a:pt x="254" y="1863"/>
                </a:cubicBezTo>
                <a:cubicBezTo>
                  <a:pt x="254" y="1625"/>
                  <a:pt x="254" y="1388"/>
                  <a:pt x="254" y="1150"/>
                </a:cubicBezTo>
                <a:cubicBezTo>
                  <a:pt x="254" y="1135"/>
                  <a:pt x="254" y="1120"/>
                  <a:pt x="254" y="1102"/>
                </a:cubicBezTo>
                <a:cubicBezTo>
                  <a:pt x="275" y="1102"/>
                  <a:pt x="291" y="1102"/>
                  <a:pt x="312" y="1102"/>
                </a:cubicBezTo>
                <a:cubicBezTo>
                  <a:pt x="312" y="1122"/>
                  <a:pt x="312" y="1140"/>
                  <a:pt x="312" y="1158"/>
                </a:cubicBezTo>
                <a:cubicBezTo>
                  <a:pt x="312" y="1868"/>
                  <a:pt x="312" y="2578"/>
                  <a:pt x="313" y="3288"/>
                </a:cubicBezTo>
                <a:cubicBezTo>
                  <a:pt x="313" y="3319"/>
                  <a:pt x="313" y="3351"/>
                  <a:pt x="320" y="3381"/>
                </a:cubicBezTo>
                <a:cubicBezTo>
                  <a:pt x="332" y="3444"/>
                  <a:pt x="381" y="3476"/>
                  <a:pt x="435" y="3500"/>
                </a:cubicBezTo>
                <a:cubicBezTo>
                  <a:pt x="463" y="3500"/>
                  <a:pt x="492" y="3500"/>
                  <a:pt x="520" y="3500"/>
                </a:cubicBezTo>
                <a:cubicBezTo>
                  <a:pt x="619" y="3466"/>
                  <a:pt x="652" y="3394"/>
                  <a:pt x="651" y="3292"/>
                </a:cubicBezTo>
                <a:cubicBezTo>
                  <a:pt x="648" y="2891"/>
                  <a:pt x="650" y="2490"/>
                  <a:pt x="650" y="2089"/>
                </a:cubicBezTo>
                <a:cubicBezTo>
                  <a:pt x="650" y="2072"/>
                  <a:pt x="650" y="2056"/>
                  <a:pt x="650" y="2036"/>
                </a:cubicBezTo>
                <a:cubicBezTo>
                  <a:pt x="671" y="2036"/>
                  <a:pt x="687" y="2036"/>
                  <a:pt x="708" y="2036"/>
                </a:cubicBezTo>
                <a:cubicBezTo>
                  <a:pt x="708" y="2055"/>
                  <a:pt x="708" y="2071"/>
                  <a:pt x="708" y="2088"/>
                </a:cubicBezTo>
                <a:cubicBezTo>
                  <a:pt x="708" y="2488"/>
                  <a:pt x="710" y="2888"/>
                  <a:pt x="707" y="3287"/>
                </a:cubicBezTo>
                <a:cubicBezTo>
                  <a:pt x="706" y="3390"/>
                  <a:pt x="736" y="3464"/>
                  <a:pt x="836" y="3500"/>
                </a:cubicBezTo>
                <a:cubicBezTo>
                  <a:pt x="865" y="3500"/>
                  <a:pt x="893" y="3500"/>
                  <a:pt x="922" y="3500"/>
                </a:cubicBezTo>
                <a:cubicBezTo>
                  <a:pt x="1021" y="3465"/>
                  <a:pt x="1050" y="3390"/>
                  <a:pt x="1049" y="3290"/>
                </a:cubicBezTo>
                <a:cubicBezTo>
                  <a:pt x="1048" y="2580"/>
                  <a:pt x="1049" y="1871"/>
                  <a:pt x="1049" y="1161"/>
                </a:cubicBezTo>
                <a:cubicBezTo>
                  <a:pt x="1049" y="1143"/>
                  <a:pt x="1049" y="1125"/>
                  <a:pt x="1049" y="1103"/>
                </a:cubicBezTo>
                <a:cubicBezTo>
                  <a:pt x="1058" y="1081"/>
                  <a:pt x="1070" y="960"/>
                  <a:pt x="1078" y="924"/>
                </a:cubicBezTo>
                <a:cubicBezTo>
                  <a:pt x="1106" y="939"/>
                  <a:pt x="1124" y="949"/>
                  <a:pt x="1124" y="949"/>
                </a:cubicBezTo>
                <a:cubicBezTo>
                  <a:pt x="1139" y="958"/>
                  <a:pt x="1154" y="966"/>
                  <a:pt x="1168" y="974"/>
                </a:cubicBezTo>
                <a:cubicBezTo>
                  <a:pt x="1378" y="1091"/>
                  <a:pt x="1588" y="1208"/>
                  <a:pt x="1798" y="1325"/>
                </a:cubicBezTo>
                <a:cubicBezTo>
                  <a:pt x="1816" y="1334"/>
                  <a:pt x="1833" y="1343"/>
                  <a:pt x="1852" y="1350"/>
                </a:cubicBezTo>
                <a:close/>
                <a:moveTo>
                  <a:pt x="704" y="579"/>
                </a:moveTo>
                <a:cubicBezTo>
                  <a:pt x="833" y="591"/>
                  <a:pt x="953" y="520"/>
                  <a:pt x="1002" y="403"/>
                </a:cubicBezTo>
                <a:cubicBezTo>
                  <a:pt x="1052" y="283"/>
                  <a:pt x="1020" y="147"/>
                  <a:pt x="915" y="66"/>
                </a:cubicBezTo>
                <a:cubicBezTo>
                  <a:pt x="878" y="37"/>
                  <a:pt x="831" y="22"/>
                  <a:pt x="788" y="0"/>
                </a:cubicBezTo>
                <a:cubicBezTo>
                  <a:pt x="751" y="0"/>
                  <a:pt x="714" y="0"/>
                  <a:pt x="677" y="0"/>
                </a:cubicBezTo>
                <a:cubicBezTo>
                  <a:pt x="665" y="6"/>
                  <a:pt x="653" y="13"/>
                  <a:pt x="640" y="17"/>
                </a:cubicBezTo>
                <a:cubicBezTo>
                  <a:pt x="505" y="62"/>
                  <a:pt x="419" y="211"/>
                  <a:pt x="450" y="349"/>
                </a:cubicBezTo>
                <a:cubicBezTo>
                  <a:pt x="477" y="472"/>
                  <a:pt x="583" y="568"/>
                  <a:pt x="704" y="579"/>
                </a:cubicBezTo>
                <a:close/>
                <a:moveTo>
                  <a:pt x="1620" y="2639"/>
                </a:moveTo>
                <a:cubicBezTo>
                  <a:pt x="1395" y="2639"/>
                  <a:pt x="1213" y="2566"/>
                  <a:pt x="1213" y="2476"/>
                </a:cubicBezTo>
                <a:cubicBezTo>
                  <a:pt x="1213" y="2639"/>
                  <a:pt x="1213" y="2639"/>
                  <a:pt x="1213" y="2639"/>
                </a:cubicBezTo>
                <a:cubicBezTo>
                  <a:pt x="1213" y="2729"/>
                  <a:pt x="1395" y="2802"/>
                  <a:pt x="1620" y="2802"/>
                </a:cubicBezTo>
                <a:cubicBezTo>
                  <a:pt x="1844" y="2802"/>
                  <a:pt x="2027" y="2729"/>
                  <a:pt x="2027" y="2639"/>
                </a:cubicBezTo>
                <a:cubicBezTo>
                  <a:pt x="2027" y="2476"/>
                  <a:pt x="2027" y="2476"/>
                  <a:pt x="2027" y="2476"/>
                </a:cubicBezTo>
                <a:cubicBezTo>
                  <a:pt x="2027" y="2566"/>
                  <a:pt x="1844" y="2639"/>
                  <a:pt x="1620" y="2639"/>
                </a:cubicBezTo>
                <a:close/>
                <a:moveTo>
                  <a:pt x="1620" y="2851"/>
                </a:moveTo>
                <a:cubicBezTo>
                  <a:pt x="1395" y="2851"/>
                  <a:pt x="1213" y="2778"/>
                  <a:pt x="1213" y="2688"/>
                </a:cubicBezTo>
                <a:cubicBezTo>
                  <a:pt x="1213" y="2851"/>
                  <a:pt x="1213" y="2851"/>
                  <a:pt x="1213" y="2851"/>
                </a:cubicBezTo>
                <a:cubicBezTo>
                  <a:pt x="1213" y="2941"/>
                  <a:pt x="1395" y="3014"/>
                  <a:pt x="1620" y="3014"/>
                </a:cubicBezTo>
                <a:cubicBezTo>
                  <a:pt x="1844" y="3014"/>
                  <a:pt x="2027" y="2941"/>
                  <a:pt x="2027" y="2851"/>
                </a:cubicBezTo>
                <a:cubicBezTo>
                  <a:pt x="2027" y="2688"/>
                  <a:pt x="2027" y="2688"/>
                  <a:pt x="2027" y="2688"/>
                </a:cubicBezTo>
                <a:cubicBezTo>
                  <a:pt x="2027" y="2778"/>
                  <a:pt x="1844" y="2851"/>
                  <a:pt x="1620" y="2851"/>
                </a:cubicBezTo>
                <a:close/>
                <a:moveTo>
                  <a:pt x="1620" y="3063"/>
                </a:moveTo>
                <a:cubicBezTo>
                  <a:pt x="1395" y="3063"/>
                  <a:pt x="1213" y="2990"/>
                  <a:pt x="1213" y="2900"/>
                </a:cubicBezTo>
                <a:cubicBezTo>
                  <a:pt x="1213" y="3063"/>
                  <a:pt x="1213" y="3063"/>
                  <a:pt x="1213" y="3063"/>
                </a:cubicBezTo>
                <a:cubicBezTo>
                  <a:pt x="1213" y="3153"/>
                  <a:pt x="1395" y="3226"/>
                  <a:pt x="1620" y="3226"/>
                </a:cubicBezTo>
                <a:cubicBezTo>
                  <a:pt x="1844" y="3226"/>
                  <a:pt x="2027" y="3153"/>
                  <a:pt x="2027" y="3063"/>
                </a:cubicBezTo>
                <a:cubicBezTo>
                  <a:pt x="2027" y="2900"/>
                  <a:pt x="2027" y="2900"/>
                  <a:pt x="2027" y="2900"/>
                </a:cubicBezTo>
                <a:cubicBezTo>
                  <a:pt x="2027" y="2990"/>
                  <a:pt x="1844" y="3063"/>
                  <a:pt x="1620" y="3063"/>
                </a:cubicBezTo>
                <a:close/>
                <a:moveTo>
                  <a:pt x="1620" y="3275"/>
                </a:moveTo>
                <a:cubicBezTo>
                  <a:pt x="1395" y="3275"/>
                  <a:pt x="1213" y="3202"/>
                  <a:pt x="1213" y="3112"/>
                </a:cubicBezTo>
                <a:cubicBezTo>
                  <a:pt x="1213" y="3275"/>
                  <a:pt x="1213" y="3275"/>
                  <a:pt x="1213" y="3275"/>
                </a:cubicBezTo>
                <a:cubicBezTo>
                  <a:pt x="1213" y="3365"/>
                  <a:pt x="1395" y="3437"/>
                  <a:pt x="1620" y="3437"/>
                </a:cubicBezTo>
                <a:cubicBezTo>
                  <a:pt x="1844" y="3437"/>
                  <a:pt x="2027" y="3364"/>
                  <a:pt x="2027" y="3275"/>
                </a:cubicBezTo>
                <a:cubicBezTo>
                  <a:pt x="2027" y="3112"/>
                  <a:pt x="2027" y="3112"/>
                  <a:pt x="2027" y="3112"/>
                </a:cubicBezTo>
                <a:cubicBezTo>
                  <a:pt x="2027" y="3202"/>
                  <a:pt x="1844" y="3275"/>
                  <a:pt x="1620" y="3275"/>
                </a:cubicBezTo>
                <a:close/>
                <a:moveTo>
                  <a:pt x="2027" y="2265"/>
                </a:moveTo>
                <a:cubicBezTo>
                  <a:pt x="2027" y="2428"/>
                  <a:pt x="2027" y="2428"/>
                  <a:pt x="2027" y="2428"/>
                </a:cubicBezTo>
                <a:cubicBezTo>
                  <a:pt x="2027" y="2518"/>
                  <a:pt x="1844" y="2591"/>
                  <a:pt x="1620" y="2591"/>
                </a:cubicBezTo>
                <a:cubicBezTo>
                  <a:pt x="1395" y="2591"/>
                  <a:pt x="1213" y="2518"/>
                  <a:pt x="1213" y="2428"/>
                </a:cubicBezTo>
                <a:cubicBezTo>
                  <a:pt x="1213" y="2265"/>
                  <a:pt x="1213" y="2265"/>
                  <a:pt x="1213" y="2265"/>
                </a:cubicBezTo>
                <a:cubicBezTo>
                  <a:pt x="1213" y="2176"/>
                  <a:pt x="1395" y="2103"/>
                  <a:pt x="1620" y="2103"/>
                </a:cubicBezTo>
                <a:cubicBezTo>
                  <a:pt x="1844" y="2103"/>
                  <a:pt x="2027" y="2176"/>
                  <a:pt x="2027" y="2265"/>
                </a:cubicBezTo>
                <a:close/>
                <a:moveTo>
                  <a:pt x="1986" y="2265"/>
                </a:moveTo>
                <a:cubicBezTo>
                  <a:pt x="1986" y="2215"/>
                  <a:pt x="1843" y="2143"/>
                  <a:pt x="1620" y="2143"/>
                </a:cubicBezTo>
                <a:cubicBezTo>
                  <a:pt x="1396" y="2143"/>
                  <a:pt x="1253" y="2215"/>
                  <a:pt x="1253" y="2265"/>
                </a:cubicBezTo>
                <a:cubicBezTo>
                  <a:pt x="1253" y="2315"/>
                  <a:pt x="1396" y="2387"/>
                  <a:pt x="1620" y="2387"/>
                </a:cubicBezTo>
                <a:cubicBezTo>
                  <a:pt x="1843" y="2387"/>
                  <a:pt x="1986" y="2315"/>
                  <a:pt x="1986" y="2265"/>
                </a:cubicBezTo>
                <a:close/>
                <a:moveTo>
                  <a:pt x="1651" y="2247"/>
                </a:moveTo>
                <a:cubicBezTo>
                  <a:pt x="1603" y="2239"/>
                  <a:pt x="1584" y="2234"/>
                  <a:pt x="1584" y="2227"/>
                </a:cubicBezTo>
                <a:cubicBezTo>
                  <a:pt x="1584" y="2220"/>
                  <a:pt x="1596" y="2213"/>
                  <a:pt x="1632" y="2213"/>
                </a:cubicBezTo>
                <a:cubicBezTo>
                  <a:pt x="1671" y="2213"/>
                  <a:pt x="1697" y="2219"/>
                  <a:pt x="1711" y="2221"/>
                </a:cubicBezTo>
                <a:cubicBezTo>
                  <a:pt x="1727" y="2195"/>
                  <a:pt x="1727" y="2195"/>
                  <a:pt x="1727" y="2195"/>
                </a:cubicBezTo>
                <a:cubicBezTo>
                  <a:pt x="1709" y="2191"/>
                  <a:pt x="1684" y="2188"/>
                  <a:pt x="1647" y="2187"/>
                </a:cubicBezTo>
                <a:cubicBezTo>
                  <a:pt x="1647" y="2166"/>
                  <a:pt x="1647" y="2166"/>
                  <a:pt x="1647" y="2166"/>
                </a:cubicBezTo>
                <a:cubicBezTo>
                  <a:pt x="1593" y="2166"/>
                  <a:pt x="1593" y="2166"/>
                  <a:pt x="1593" y="2166"/>
                </a:cubicBezTo>
                <a:cubicBezTo>
                  <a:pt x="1593" y="2188"/>
                  <a:pt x="1593" y="2188"/>
                  <a:pt x="1593" y="2188"/>
                </a:cubicBezTo>
                <a:cubicBezTo>
                  <a:pt x="1534" y="2193"/>
                  <a:pt x="1499" y="2210"/>
                  <a:pt x="1499" y="2231"/>
                </a:cubicBezTo>
                <a:cubicBezTo>
                  <a:pt x="1499" y="2253"/>
                  <a:pt x="1540" y="2265"/>
                  <a:pt x="1599" y="2274"/>
                </a:cubicBezTo>
                <a:cubicBezTo>
                  <a:pt x="1640" y="2280"/>
                  <a:pt x="1658" y="2285"/>
                  <a:pt x="1658" y="2294"/>
                </a:cubicBezTo>
                <a:cubicBezTo>
                  <a:pt x="1658" y="2304"/>
                  <a:pt x="1636" y="2309"/>
                  <a:pt x="1604" y="2309"/>
                </a:cubicBezTo>
                <a:cubicBezTo>
                  <a:pt x="1568" y="2309"/>
                  <a:pt x="1536" y="2304"/>
                  <a:pt x="1513" y="2298"/>
                </a:cubicBezTo>
                <a:cubicBezTo>
                  <a:pt x="1496" y="2326"/>
                  <a:pt x="1496" y="2326"/>
                  <a:pt x="1496" y="2326"/>
                </a:cubicBezTo>
                <a:cubicBezTo>
                  <a:pt x="1517" y="2331"/>
                  <a:pt x="1553" y="2336"/>
                  <a:pt x="1590" y="2336"/>
                </a:cubicBezTo>
                <a:cubicBezTo>
                  <a:pt x="1590" y="2359"/>
                  <a:pt x="1590" y="2359"/>
                  <a:pt x="1590" y="2359"/>
                </a:cubicBezTo>
                <a:cubicBezTo>
                  <a:pt x="1644" y="2359"/>
                  <a:pt x="1644" y="2359"/>
                  <a:pt x="1644" y="2359"/>
                </a:cubicBezTo>
                <a:cubicBezTo>
                  <a:pt x="1644" y="2335"/>
                  <a:pt x="1644" y="2335"/>
                  <a:pt x="1644" y="2335"/>
                </a:cubicBezTo>
                <a:cubicBezTo>
                  <a:pt x="1708" y="2330"/>
                  <a:pt x="1743" y="2312"/>
                  <a:pt x="1743" y="2291"/>
                </a:cubicBezTo>
                <a:cubicBezTo>
                  <a:pt x="1743" y="2270"/>
                  <a:pt x="1716" y="2257"/>
                  <a:pt x="1651" y="2247"/>
                </a:cubicBezTo>
                <a:close/>
                <a:moveTo>
                  <a:pt x="2519" y="2851"/>
                </a:moveTo>
                <a:cubicBezTo>
                  <a:pt x="2294" y="2851"/>
                  <a:pt x="2112" y="2778"/>
                  <a:pt x="2112" y="2688"/>
                </a:cubicBezTo>
                <a:cubicBezTo>
                  <a:pt x="2112" y="2851"/>
                  <a:pt x="2112" y="2851"/>
                  <a:pt x="2112" y="2851"/>
                </a:cubicBezTo>
                <a:cubicBezTo>
                  <a:pt x="2112" y="2941"/>
                  <a:pt x="2294" y="3013"/>
                  <a:pt x="2519" y="3013"/>
                </a:cubicBezTo>
                <a:cubicBezTo>
                  <a:pt x="2744" y="3013"/>
                  <a:pt x="2926" y="2941"/>
                  <a:pt x="2926" y="2851"/>
                </a:cubicBezTo>
                <a:cubicBezTo>
                  <a:pt x="2926" y="2688"/>
                  <a:pt x="2926" y="2688"/>
                  <a:pt x="2926" y="2688"/>
                </a:cubicBezTo>
                <a:cubicBezTo>
                  <a:pt x="2926" y="2778"/>
                  <a:pt x="2744" y="2851"/>
                  <a:pt x="2519" y="2851"/>
                </a:cubicBezTo>
                <a:close/>
                <a:moveTo>
                  <a:pt x="2519" y="3063"/>
                </a:moveTo>
                <a:cubicBezTo>
                  <a:pt x="2294" y="3063"/>
                  <a:pt x="2112" y="2990"/>
                  <a:pt x="2112" y="2900"/>
                </a:cubicBezTo>
                <a:cubicBezTo>
                  <a:pt x="2112" y="3063"/>
                  <a:pt x="2112" y="3063"/>
                  <a:pt x="2112" y="3063"/>
                </a:cubicBezTo>
                <a:cubicBezTo>
                  <a:pt x="2112" y="3152"/>
                  <a:pt x="2294" y="3225"/>
                  <a:pt x="2519" y="3225"/>
                </a:cubicBezTo>
                <a:cubicBezTo>
                  <a:pt x="2744" y="3225"/>
                  <a:pt x="2926" y="3152"/>
                  <a:pt x="2926" y="3063"/>
                </a:cubicBezTo>
                <a:cubicBezTo>
                  <a:pt x="2926" y="2900"/>
                  <a:pt x="2926" y="2900"/>
                  <a:pt x="2926" y="2900"/>
                </a:cubicBezTo>
                <a:cubicBezTo>
                  <a:pt x="2926" y="2990"/>
                  <a:pt x="2744" y="3063"/>
                  <a:pt x="2519" y="3063"/>
                </a:cubicBezTo>
                <a:close/>
                <a:moveTo>
                  <a:pt x="2519" y="3275"/>
                </a:moveTo>
                <a:cubicBezTo>
                  <a:pt x="2294" y="3275"/>
                  <a:pt x="2112" y="3202"/>
                  <a:pt x="2112" y="3112"/>
                </a:cubicBezTo>
                <a:cubicBezTo>
                  <a:pt x="2112" y="3275"/>
                  <a:pt x="2112" y="3275"/>
                  <a:pt x="2112" y="3275"/>
                </a:cubicBezTo>
                <a:cubicBezTo>
                  <a:pt x="2112" y="3364"/>
                  <a:pt x="2294" y="3437"/>
                  <a:pt x="2519" y="3437"/>
                </a:cubicBezTo>
                <a:cubicBezTo>
                  <a:pt x="2744" y="3437"/>
                  <a:pt x="2926" y="3364"/>
                  <a:pt x="2926" y="3275"/>
                </a:cubicBezTo>
                <a:cubicBezTo>
                  <a:pt x="2926" y="3112"/>
                  <a:pt x="2926" y="3112"/>
                  <a:pt x="2926" y="3112"/>
                </a:cubicBezTo>
                <a:cubicBezTo>
                  <a:pt x="2926" y="3202"/>
                  <a:pt x="2744" y="3275"/>
                  <a:pt x="2519" y="3275"/>
                </a:cubicBezTo>
                <a:close/>
                <a:moveTo>
                  <a:pt x="2926" y="2477"/>
                </a:moveTo>
                <a:cubicBezTo>
                  <a:pt x="2926" y="2640"/>
                  <a:pt x="2926" y="2640"/>
                  <a:pt x="2926" y="2640"/>
                </a:cubicBezTo>
                <a:cubicBezTo>
                  <a:pt x="2926" y="2730"/>
                  <a:pt x="2744" y="2803"/>
                  <a:pt x="2519" y="2803"/>
                </a:cubicBezTo>
                <a:cubicBezTo>
                  <a:pt x="2294" y="2803"/>
                  <a:pt x="2112" y="2730"/>
                  <a:pt x="2112" y="2640"/>
                </a:cubicBezTo>
                <a:cubicBezTo>
                  <a:pt x="2112" y="2477"/>
                  <a:pt x="2112" y="2477"/>
                  <a:pt x="2112" y="2477"/>
                </a:cubicBezTo>
                <a:cubicBezTo>
                  <a:pt x="2112" y="2387"/>
                  <a:pt x="2294" y="2314"/>
                  <a:pt x="2519" y="2314"/>
                </a:cubicBezTo>
                <a:cubicBezTo>
                  <a:pt x="2744" y="2314"/>
                  <a:pt x="2926" y="2387"/>
                  <a:pt x="2926" y="2477"/>
                </a:cubicBezTo>
                <a:close/>
                <a:moveTo>
                  <a:pt x="2885" y="2477"/>
                </a:moveTo>
                <a:cubicBezTo>
                  <a:pt x="2885" y="2427"/>
                  <a:pt x="2743" y="2355"/>
                  <a:pt x="2519" y="2355"/>
                </a:cubicBezTo>
                <a:cubicBezTo>
                  <a:pt x="2295" y="2355"/>
                  <a:pt x="2153" y="2427"/>
                  <a:pt x="2153" y="2477"/>
                </a:cubicBezTo>
                <a:cubicBezTo>
                  <a:pt x="2153" y="2527"/>
                  <a:pt x="2296" y="2599"/>
                  <a:pt x="2519" y="2599"/>
                </a:cubicBezTo>
                <a:cubicBezTo>
                  <a:pt x="2743" y="2599"/>
                  <a:pt x="2885" y="2527"/>
                  <a:pt x="2885" y="2477"/>
                </a:cubicBezTo>
                <a:close/>
                <a:moveTo>
                  <a:pt x="2550" y="2459"/>
                </a:moveTo>
                <a:cubicBezTo>
                  <a:pt x="2503" y="2451"/>
                  <a:pt x="2484" y="2446"/>
                  <a:pt x="2484" y="2438"/>
                </a:cubicBezTo>
                <a:cubicBezTo>
                  <a:pt x="2484" y="2432"/>
                  <a:pt x="2495" y="2425"/>
                  <a:pt x="2531" y="2425"/>
                </a:cubicBezTo>
                <a:cubicBezTo>
                  <a:pt x="2571" y="2425"/>
                  <a:pt x="2596" y="2431"/>
                  <a:pt x="2611" y="2433"/>
                </a:cubicBezTo>
                <a:cubicBezTo>
                  <a:pt x="2627" y="2406"/>
                  <a:pt x="2627" y="2406"/>
                  <a:pt x="2627" y="2406"/>
                </a:cubicBezTo>
                <a:cubicBezTo>
                  <a:pt x="2609" y="2403"/>
                  <a:pt x="2584" y="2399"/>
                  <a:pt x="2547" y="2399"/>
                </a:cubicBezTo>
                <a:cubicBezTo>
                  <a:pt x="2547" y="2378"/>
                  <a:pt x="2547" y="2378"/>
                  <a:pt x="2547" y="2378"/>
                </a:cubicBezTo>
                <a:cubicBezTo>
                  <a:pt x="2492" y="2378"/>
                  <a:pt x="2492" y="2378"/>
                  <a:pt x="2492" y="2378"/>
                </a:cubicBezTo>
                <a:cubicBezTo>
                  <a:pt x="2492" y="2400"/>
                  <a:pt x="2492" y="2400"/>
                  <a:pt x="2492" y="2400"/>
                </a:cubicBezTo>
                <a:cubicBezTo>
                  <a:pt x="2433" y="2405"/>
                  <a:pt x="2399" y="2422"/>
                  <a:pt x="2399" y="2442"/>
                </a:cubicBezTo>
                <a:cubicBezTo>
                  <a:pt x="2399" y="2465"/>
                  <a:pt x="2439" y="2477"/>
                  <a:pt x="2498" y="2485"/>
                </a:cubicBezTo>
                <a:cubicBezTo>
                  <a:pt x="2539" y="2491"/>
                  <a:pt x="2557" y="2497"/>
                  <a:pt x="2557" y="2506"/>
                </a:cubicBezTo>
                <a:cubicBezTo>
                  <a:pt x="2557" y="2516"/>
                  <a:pt x="2536" y="2521"/>
                  <a:pt x="2504" y="2521"/>
                </a:cubicBezTo>
                <a:cubicBezTo>
                  <a:pt x="2468" y="2521"/>
                  <a:pt x="2435" y="2516"/>
                  <a:pt x="2412" y="2510"/>
                </a:cubicBezTo>
                <a:cubicBezTo>
                  <a:pt x="2395" y="2538"/>
                  <a:pt x="2395" y="2538"/>
                  <a:pt x="2395" y="2538"/>
                </a:cubicBezTo>
                <a:cubicBezTo>
                  <a:pt x="2416" y="2543"/>
                  <a:pt x="2452" y="2547"/>
                  <a:pt x="2489" y="2548"/>
                </a:cubicBezTo>
                <a:cubicBezTo>
                  <a:pt x="2489" y="2570"/>
                  <a:pt x="2489" y="2570"/>
                  <a:pt x="2489" y="2570"/>
                </a:cubicBezTo>
                <a:cubicBezTo>
                  <a:pt x="2544" y="2570"/>
                  <a:pt x="2544" y="2570"/>
                  <a:pt x="2544" y="2570"/>
                </a:cubicBezTo>
                <a:cubicBezTo>
                  <a:pt x="2544" y="2546"/>
                  <a:pt x="2544" y="2546"/>
                  <a:pt x="2544" y="2546"/>
                </a:cubicBezTo>
                <a:cubicBezTo>
                  <a:pt x="2607" y="2542"/>
                  <a:pt x="2642" y="2524"/>
                  <a:pt x="2642" y="2503"/>
                </a:cubicBezTo>
                <a:cubicBezTo>
                  <a:pt x="2643" y="2481"/>
                  <a:pt x="2616" y="2469"/>
                  <a:pt x="2550" y="2459"/>
                </a:cubicBezTo>
                <a:close/>
                <a:moveTo>
                  <a:pt x="3820" y="2876"/>
                </a:moveTo>
                <a:cubicBezTo>
                  <a:pt x="3820" y="3039"/>
                  <a:pt x="3820" y="3039"/>
                  <a:pt x="3820" y="3039"/>
                </a:cubicBezTo>
                <a:cubicBezTo>
                  <a:pt x="3820" y="3129"/>
                  <a:pt x="3637" y="3202"/>
                  <a:pt x="3413" y="3202"/>
                </a:cubicBezTo>
                <a:cubicBezTo>
                  <a:pt x="3188" y="3202"/>
                  <a:pt x="3006" y="3129"/>
                  <a:pt x="3006" y="3039"/>
                </a:cubicBezTo>
                <a:cubicBezTo>
                  <a:pt x="3006" y="2876"/>
                  <a:pt x="3006" y="2876"/>
                  <a:pt x="3006" y="2876"/>
                </a:cubicBezTo>
                <a:cubicBezTo>
                  <a:pt x="3006" y="2786"/>
                  <a:pt x="3188" y="2713"/>
                  <a:pt x="3413" y="2713"/>
                </a:cubicBezTo>
                <a:cubicBezTo>
                  <a:pt x="3637" y="2713"/>
                  <a:pt x="3820" y="2786"/>
                  <a:pt x="3820" y="2876"/>
                </a:cubicBezTo>
                <a:close/>
                <a:moveTo>
                  <a:pt x="3779" y="2876"/>
                </a:moveTo>
                <a:cubicBezTo>
                  <a:pt x="3779" y="2826"/>
                  <a:pt x="3636" y="2754"/>
                  <a:pt x="3413" y="2754"/>
                </a:cubicBezTo>
                <a:cubicBezTo>
                  <a:pt x="3189" y="2754"/>
                  <a:pt x="3046" y="2826"/>
                  <a:pt x="3046" y="2876"/>
                </a:cubicBezTo>
                <a:cubicBezTo>
                  <a:pt x="3046" y="2926"/>
                  <a:pt x="3189" y="2998"/>
                  <a:pt x="3413" y="2998"/>
                </a:cubicBezTo>
                <a:cubicBezTo>
                  <a:pt x="3636" y="2998"/>
                  <a:pt x="3779" y="2926"/>
                  <a:pt x="3779" y="2876"/>
                </a:cubicBezTo>
                <a:close/>
                <a:moveTo>
                  <a:pt x="3444" y="2857"/>
                </a:moveTo>
                <a:cubicBezTo>
                  <a:pt x="3396" y="2850"/>
                  <a:pt x="3377" y="2845"/>
                  <a:pt x="3377" y="2837"/>
                </a:cubicBezTo>
                <a:cubicBezTo>
                  <a:pt x="3377" y="2830"/>
                  <a:pt x="3389" y="2824"/>
                  <a:pt x="3425" y="2824"/>
                </a:cubicBezTo>
                <a:cubicBezTo>
                  <a:pt x="3464" y="2824"/>
                  <a:pt x="3490" y="2829"/>
                  <a:pt x="3504" y="2832"/>
                </a:cubicBezTo>
                <a:cubicBezTo>
                  <a:pt x="3520" y="2805"/>
                  <a:pt x="3520" y="2805"/>
                  <a:pt x="3520" y="2805"/>
                </a:cubicBezTo>
                <a:cubicBezTo>
                  <a:pt x="3502" y="2801"/>
                  <a:pt x="3477" y="2798"/>
                  <a:pt x="3440" y="2797"/>
                </a:cubicBezTo>
                <a:cubicBezTo>
                  <a:pt x="3440" y="2776"/>
                  <a:pt x="3440" y="2776"/>
                  <a:pt x="3440" y="2776"/>
                </a:cubicBezTo>
                <a:cubicBezTo>
                  <a:pt x="3386" y="2776"/>
                  <a:pt x="3386" y="2776"/>
                  <a:pt x="3386" y="2776"/>
                </a:cubicBezTo>
                <a:cubicBezTo>
                  <a:pt x="3386" y="2799"/>
                  <a:pt x="3386" y="2799"/>
                  <a:pt x="3386" y="2799"/>
                </a:cubicBezTo>
                <a:cubicBezTo>
                  <a:pt x="3327" y="2804"/>
                  <a:pt x="3292" y="2820"/>
                  <a:pt x="3292" y="2841"/>
                </a:cubicBezTo>
                <a:cubicBezTo>
                  <a:pt x="3292" y="2864"/>
                  <a:pt x="3333" y="2876"/>
                  <a:pt x="3392" y="2884"/>
                </a:cubicBezTo>
                <a:cubicBezTo>
                  <a:pt x="3433" y="2890"/>
                  <a:pt x="3451" y="2896"/>
                  <a:pt x="3451" y="2905"/>
                </a:cubicBezTo>
                <a:cubicBezTo>
                  <a:pt x="3451" y="2914"/>
                  <a:pt x="3429" y="2919"/>
                  <a:pt x="3397" y="2919"/>
                </a:cubicBezTo>
                <a:cubicBezTo>
                  <a:pt x="3361" y="2919"/>
                  <a:pt x="3329" y="2914"/>
                  <a:pt x="3306" y="2909"/>
                </a:cubicBezTo>
                <a:cubicBezTo>
                  <a:pt x="3289" y="2936"/>
                  <a:pt x="3289" y="2936"/>
                  <a:pt x="3289" y="2936"/>
                </a:cubicBezTo>
                <a:cubicBezTo>
                  <a:pt x="3310" y="2942"/>
                  <a:pt x="3346" y="2946"/>
                  <a:pt x="3383" y="2947"/>
                </a:cubicBezTo>
                <a:cubicBezTo>
                  <a:pt x="3383" y="2969"/>
                  <a:pt x="3383" y="2969"/>
                  <a:pt x="3383" y="2969"/>
                </a:cubicBezTo>
                <a:cubicBezTo>
                  <a:pt x="3437" y="2969"/>
                  <a:pt x="3437" y="2969"/>
                  <a:pt x="3437" y="2969"/>
                </a:cubicBezTo>
                <a:cubicBezTo>
                  <a:pt x="3437" y="2945"/>
                  <a:pt x="3437" y="2945"/>
                  <a:pt x="3437" y="2945"/>
                </a:cubicBezTo>
                <a:cubicBezTo>
                  <a:pt x="3501" y="2940"/>
                  <a:pt x="3536" y="2922"/>
                  <a:pt x="3536" y="2901"/>
                </a:cubicBezTo>
                <a:cubicBezTo>
                  <a:pt x="3536" y="2880"/>
                  <a:pt x="3509" y="2867"/>
                  <a:pt x="3444" y="285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32" name="Google Shape;1132;p47"/>
          <p:cNvSpPr txBox="1"/>
          <p:nvPr/>
        </p:nvSpPr>
        <p:spPr>
          <a:xfrm>
            <a:off x="16954498" y="8510271"/>
            <a:ext cx="5753100" cy="1837500"/>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Clr>
                <a:srgbClr val="000000"/>
              </a:buClr>
              <a:buSzPts val="2200"/>
              <a:buFont typeface="Arial"/>
              <a:buNone/>
            </a:pPr>
            <a:r>
              <a:rPr b="0" i="0" lang="en-US" sz="2200" u="none" cap="none" strike="noStrike">
                <a:solidFill>
                  <a:schemeClr val="dk2"/>
                </a:solidFill>
                <a:latin typeface="Lato Light"/>
                <a:ea typeface="Lato Light"/>
                <a:cs typeface="Lato Light"/>
                <a:sym typeface="Lato Light"/>
              </a:rPr>
              <a:t>Sed ut perspiciatis unde omnis iste natus error sit volup m accus antium dolor emque lauda nt ium, totam rem aperiam, eaque ipsa quae ab illo inventore very tatis et quasi. </a:t>
            </a:r>
            <a:r>
              <a:rPr lang="en-US" sz="2200">
                <a:solidFill>
                  <a:schemeClr val="dk2"/>
                </a:solidFill>
                <a:latin typeface="Lato Light"/>
                <a:ea typeface="Lato Light"/>
                <a:cs typeface="Lato Light"/>
                <a:sym typeface="Lato Light"/>
              </a:rPr>
              <a:t>Sed ut perspiciatis unde omnis iste natus error sit volup. Sed ut perspiciatis unde omnis iste natus error sit volup.</a:t>
            </a:r>
            <a:endParaRPr b="0" i="0" sz="1400" u="none" cap="none" strike="noStrike">
              <a:solidFill>
                <a:srgbClr val="000000"/>
              </a:solidFill>
              <a:latin typeface="Arial"/>
              <a:ea typeface="Arial"/>
              <a:cs typeface="Arial"/>
              <a:sym typeface="Arial"/>
            </a:endParaRPr>
          </a:p>
        </p:txBody>
      </p:sp>
      <p:sp>
        <p:nvSpPr>
          <p:cNvPr id="1133" name="Google Shape;1133;p47"/>
          <p:cNvSpPr txBox="1"/>
          <p:nvPr/>
        </p:nvSpPr>
        <p:spPr>
          <a:xfrm>
            <a:off x="16954498" y="7742148"/>
            <a:ext cx="5753100" cy="59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1,2 millones de euros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37" name="Shape 1137"/>
        <p:cNvGrpSpPr/>
        <p:nvPr/>
      </p:nvGrpSpPr>
      <p:grpSpPr>
        <a:xfrm>
          <a:off x="0" y="0"/>
          <a:ext cx="0" cy="0"/>
          <a:chOff x="0" y="0"/>
          <a:chExt cx="0" cy="0"/>
        </a:xfrm>
      </p:grpSpPr>
      <p:sp>
        <p:nvSpPr>
          <p:cNvPr id="1138" name="Google Shape;1138;p48"/>
          <p:cNvSpPr txBox="1"/>
          <p:nvPr>
            <p:ph idx="1" type="body"/>
          </p:nvPr>
        </p:nvSpPr>
        <p:spPr>
          <a:xfrm>
            <a:off x="2019300" y="2090814"/>
            <a:ext cx="20688300" cy="49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200"/>
              <a:buFont typeface="Arial"/>
              <a:buNone/>
            </a:pPr>
            <a:r>
              <a:rPr lang="en-US"/>
              <a:t>Comparativa con gasto actual</a:t>
            </a:r>
            <a:endParaRPr/>
          </a:p>
        </p:txBody>
      </p:sp>
      <p:sp>
        <p:nvSpPr>
          <p:cNvPr id="1139" name="Google Shape;1139;p48"/>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t>Presupuesto VS Gasto actual</a:t>
            </a:r>
            <a:endParaRPr b="1" i="0" sz="8800" u="none" cap="none" strike="noStrike">
              <a:solidFill>
                <a:schemeClr val="dk2"/>
              </a:solidFill>
              <a:latin typeface="Lato"/>
              <a:ea typeface="Lato"/>
              <a:cs typeface="Lato"/>
              <a:sym typeface="Lato"/>
            </a:endParaRPr>
          </a:p>
        </p:txBody>
      </p:sp>
      <p:pic>
        <p:nvPicPr>
          <p:cNvPr id="1140" name="Google Shape;1140;p48"/>
          <p:cNvPicPr preferRelativeResize="0"/>
          <p:nvPr/>
        </p:nvPicPr>
        <p:blipFill>
          <a:blip r:embed="rId3">
            <a:alphaModFix/>
          </a:blip>
          <a:stretch>
            <a:fillRect/>
          </a:stretch>
        </p:blipFill>
        <p:spPr>
          <a:xfrm>
            <a:off x="7741225" y="2945700"/>
            <a:ext cx="14845151" cy="8954924"/>
          </a:xfrm>
          <a:prstGeom prst="rect">
            <a:avLst/>
          </a:prstGeom>
          <a:noFill/>
          <a:ln>
            <a:noFill/>
          </a:ln>
        </p:spPr>
      </p:pic>
      <p:sp>
        <p:nvSpPr>
          <p:cNvPr id="1141" name="Google Shape;1141;p48"/>
          <p:cNvSpPr/>
          <p:nvPr/>
        </p:nvSpPr>
        <p:spPr>
          <a:xfrm>
            <a:off x="2218342" y="10695635"/>
            <a:ext cx="1788300" cy="606600"/>
          </a:xfrm>
          <a:prstGeom prst="ellipse">
            <a:avLst/>
          </a:prstGeom>
          <a:solidFill>
            <a:srgbClr val="E9E9E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nvGrpSpPr>
          <p:cNvPr id="1142" name="Google Shape;1142;p48"/>
          <p:cNvGrpSpPr/>
          <p:nvPr/>
        </p:nvGrpSpPr>
        <p:grpSpPr>
          <a:xfrm>
            <a:off x="2404089" y="10501768"/>
            <a:ext cx="1415132" cy="631497"/>
            <a:chOff x="15201900" y="5965825"/>
            <a:chExt cx="3411600" cy="1522413"/>
          </a:xfrm>
        </p:grpSpPr>
        <p:sp>
          <p:nvSpPr>
            <p:cNvPr id="1143" name="Google Shape;1143;p48"/>
            <p:cNvSpPr/>
            <p:nvPr/>
          </p:nvSpPr>
          <p:spPr>
            <a:xfrm>
              <a:off x="15201900" y="6545263"/>
              <a:ext cx="3411538" cy="942975"/>
            </a:xfrm>
            <a:custGeom>
              <a:rect b="b" l="l" r="r" t="t"/>
              <a:pathLst>
                <a:path extrusionOk="0" h="439" w="1585">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rgbClr val="13648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44" name="Google Shape;1144;p48"/>
            <p:cNvSpPr/>
            <p:nvPr/>
          </p:nvSpPr>
          <p:spPr>
            <a:xfrm>
              <a:off x="15201900" y="5965825"/>
              <a:ext cx="3411600" cy="11574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45" name="Google Shape;1145;p48"/>
            <p:cNvSpPr/>
            <p:nvPr/>
          </p:nvSpPr>
          <p:spPr>
            <a:xfrm>
              <a:off x="15517813" y="6073775"/>
              <a:ext cx="2776500" cy="941400"/>
            </a:xfrm>
            <a:prstGeom prst="ellipse">
              <a:avLst/>
            </a:prstGeom>
            <a:solidFill>
              <a:srgbClr val="61BCE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46" name="Google Shape;1146;p48"/>
            <p:cNvSpPr/>
            <p:nvPr/>
          </p:nvSpPr>
          <p:spPr>
            <a:xfrm>
              <a:off x="16381413" y="6232525"/>
              <a:ext cx="1050925" cy="623888"/>
            </a:xfrm>
            <a:custGeom>
              <a:rect b="b" l="l" r="r" t="t"/>
              <a:pathLst>
                <a:path extrusionOk="0" h="290" w="488">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rgbClr val="13648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grpSp>
        <p:nvGrpSpPr>
          <p:cNvPr id="1147" name="Google Shape;1147;p48"/>
          <p:cNvGrpSpPr/>
          <p:nvPr/>
        </p:nvGrpSpPr>
        <p:grpSpPr>
          <a:xfrm>
            <a:off x="2346021" y="10248690"/>
            <a:ext cx="1415132" cy="631497"/>
            <a:chOff x="15201900" y="5965825"/>
            <a:chExt cx="3411600" cy="1522413"/>
          </a:xfrm>
        </p:grpSpPr>
        <p:sp>
          <p:nvSpPr>
            <p:cNvPr id="1148" name="Google Shape;1148;p48"/>
            <p:cNvSpPr/>
            <p:nvPr/>
          </p:nvSpPr>
          <p:spPr>
            <a:xfrm>
              <a:off x="15201900" y="6545263"/>
              <a:ext cx="3411538" cy="942975"/>
            </a:xfrm>
            <a:custGeom>
              <a:rect b="b" l="l" r="r" t="t"/>
              <a:pathLst>
                <a:path extrusionOk="0" h="439" w="1585">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rgbClr val="13648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49" name="Google Shape;1149;p48"/>
            <p:cNvSpPr/>
            <p:nvPr/>
          </p:nvSpPr>
          <p:spPr>
            <a:xfrm>
              <a:off x="15201900" y="5965825"/>
              <a:ext cx="3411600" cy="11574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50" name="Google Shape;1150;p48"/>
            <p:cNvSpPr/>
            <p:nvPr/>
          </p:nvSpPr>
          <p:spPr>
            <a:xfrm>
              <a:off x="15517813" y="6073775"/>
              <a:ext cx="2776500" cy="941400"/>
            </a:xfrm>
            <a:prstGeom prst="ellipse">
              <a:avLst/>
            </a:prstGeom>
            <a:solidFill>
              <a:srgbClr val="61BCE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51" name="Google Shape;1151;p48"/>
            <p:cNvSpPr/>
            <p:nvPr/>
          </p:nvSpPr>
          <p:spPr>
            <a:xfrm>
              <a:off x="16381413" y="6232525"/>
              <a:ext cx="1050925" cy="623888"/>
            </a:xfrm>
            <a:custGeom>
              <a:rect b="b" l="l" r="r" t="t"/>
              <a:pathLst>
                <a:path extrusionOk="0" h="290" w="488">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rgbClr val="13648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grpSp>
        <p:nvGrpSpPr>
          <p:cNvPr id="1152" name="Google Shape;1152;p48"/>
          <p:cNvGrpSpPr/>
          <p:nvPr/>
        </p:nvGrpSpPr>
        <p:grpSpPr>
          <a:xfrm>
            <a:off x="2405956" y="10019371"/>
            <a:ext cx="1415132" cy="631497"/>
            <a:chOff x="15201900" y="5965825"/>
            <a:chExt cx="3411600" cy="1522413"/>
          </a:xfrm>
        </p:grpSpPr>
        <p:sp>
          <p:nvSpPr>
            <p:cNvPr id="1153" name="Google Shape;1153;p48"/>
            <p:cNvSpPr/>
            <p:nvPr/>
          </p:nvSpPr>
          <p:spPr>
            <a:xfrm>
              <a:off x="15201900" y="6545263"/>
              <a:ext cx="3411538" cy="942975"/>
            </a:xfrm>
            <a:custGeom>
              <a:rect b="b" l="l" r="r" t="t"/>
              <a:pathLst>
                <a:path extrusionOk="0" h="439" w="1585">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rgbClr val="13648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54" name="Google Shape;1154;p48"/>
            <p:cNvSpPr/>
            <p:nvPr/>
          </p:nvSpPr>
          <p:spPr>
            <a:xfrm>
              <a:off x="15201900" y="5965825"/>
              <a:ext cx="3411600" cy="11574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55" name="Google Shape;1155;p48"/>
            <p:cNvSpPr/>
            <p:nvPr/>
          </p:nvSpPr>
          <p:spPr>
            <a:xfrm>
              <a:off x="15517813" y="6073775"/>
              <a:ext cx="2776500" cy="941400"/>
            </a:xfrm>
            <a:prstGeom prst="ellipse">
              <a:avLst/>
            </a:prstGeom>
            <a:solidFill>
              <a:srgbClr val="61BCE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56" name="Google Shape;1156;p48"/>
            <p:cNvSpPr/>
            <p:nvPr/>
          </p:nvSpPr>
          <p:spPr>
            <a:xfrm>
              <a:off x="16381413" y="6232525"/>
              <a:ext cx="1050925" cy="623888"/>
            </a:xfrm>
            <a:custGeom>
              <a:rect b="b" l="l" r="r" t="t"/>
              <a:pathLst>
                <a:path extrusionOk="0" h="290" w="488">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rgbClr val="13648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grpSp>
        <p:nvGrpSpPr>
          <p:cNvPr id="1157" name="Google Shape;1157;p48"/>
          <p:cNvGrpSpPr/>
          <p:nvPr/>
        </p:nvGrpSpPr>
        <p:grpSpPr>
          <a:xfrm>
            <a:off x="2272583" y="9790051"/>
            <a:ext cx="1415132" cy="631497"/>
            <a:chOff x="15201900" y="5965825"/>
            <a:chExt cx="3411600" cy="1522413"/>
          </a:xfrm>
        </p:grpSpPr>
        <p:sp>
          <p:nvSpPr>
            <p:cNvPr id="1158" name="Google Shape;1158;p48"/>
            <p:cNvSpPr/>
            <p:nvPr/>
          </p:nvSpPr>
          <p:spPr>
            <a:xfrm>
              <a:off x="15201900" y="6545263"/>
              <a:ext cx="3411538" cy="942975"/>
            </a:xfrm>
            <a:custGeom>
              <a:rect b="b" l="l" r="r" t="t"/>
              <a:pathLst>
                <a:path extrusionOk="0" h="439" w="1585">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rgbClr val="13648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59" name="Google Shape;1159;p48"/>
            <p:cNvSpPr/>
            <p:nvPr/>
          </p:nvSpPr>
          <p:spPr>
            <a:xfrm>
              <a:off x="15201900" y="5965825"/>
              <a:ext cx="3411600" cy="11574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60" name="Google Shape;1160;p48"/>
            <p:cNvSpPr/>
            <p:nvPr/>
          </p:nvSpPr>
          <p:spPr>
            <a:xfrm>
              <a:off x="15517813" y="6073775"/>
              <a:ext cx="2776500" cy="941400"/>
            </a:xfrm>
            <a:prstGeom prst="ellipse">
              <a:avLst/>
            </a:prstGeom>
            <a:solidFill>
              <a:srgbClr val="61BCE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61" name="Google Shape;1161;p48"/>
            <p:cNvSpPr/>
            <p:nvPr/>
          </p:nvSpPr>
          <p:spPr>
            <a:xfrm>
              <a:off x="16381413" y="6232525"/>
              <a:ext cx="1050925" cy="623888"/>
            </a:xfrm>
            <a:custGeom>
              <a:rect b="b" l="l" r="r" t="t"/>
              <a:pathLst>
                <a:path extrusionOk="0" h="290" w="488">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rgbClr val="13648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grpSp>
        <p:nvGrpSpPr>
          <p:cNvPr id="1162" name="Google Shape;1162;p48"/>
          <p:cNvGrpSpPr/>
          <p:nvPr/>
        </p:nvGrpSpPr>
        <p:grpSpPr>
          <a:xfrm>
            <a:off x="2371047" y="9560732"/>
            <a:ext cx="1415132" cy="631497"/>
            <a:chOff x="15201900" y="5965825"/>
            <a:chExt cx="3411600" cy="1522413"/>
          </a:xfrm>
        </p:grpSpPr>
        <p:sp>
          <p:nvSpPr>
            <p:cNvPr id="1163" name="Google Shape;1163;p48"/>
            <p:cNvSpPr/>
            <p:nvPr/>
          </p:nvSpPr>
          <p:spPr>
            <a:xfrm>
              <a:off x="15201900" y="6545263"/>
              <a:ext cx="3411538" cy="942975"/>
            </a:xfrm>
            <a:custGeom>
              <a:rect b="b" l="l" r="r" t="t"/>
              <a:pathLst>
                <a:path extrusionOk="0" h="439" w="1585">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rgbClr val="13648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64" name="Google Shape;1164;p48"/>
            <p:cNvSpPr/>
            <p:nvPr/>
          </p:nvSpPr>
          <p:spPr>
            <a:xfrm>
              <a:off x="15201900" y="5965825"/>
              <a:ext cx="3411600" cy="11574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65" name="Google Shape;1165;p48"/>
            <p:cNvSpPr/>
            <p:nvPr/>
          </p:nvSpPr>
          <p:spPr>
            <a:xfrm>
              <a:off x="15517813" y="6073775"/>
              <a:ext cx="2776500" cy="941400"/>
            </a:xfrm>
            <a:prstGeom prst="ellipse">
              <a:avLst/>
            </a:prstGeom>
            <a:solidFill>
              <a:srgbClr val="61BCE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66" name="Google Shape;1166;p48"/>
            <p:cNvSpPr/>
            <p:nvPr/>
          </p:nvSpPr>
          <p:spPr>
            <a:xfrm>
              <a:off x="16381413" y="6232525"/>
              <a:ext cx="1050925" cy="623888"/>
            </a:xfrm>
            <a:custGeom>
              <a:rect b="b" l="l" r="r" t="t"/>
              <a:pathLst>
                <a:path extrusionOk="0" h="290" w="488">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rgbClr val="13648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grpSp>
        <p:nvGrpSpPr>
          <p:cNvPr id="1167" name="Google Shape;1167;p48"/>
          <p:cNvGrpSpPr/>
          <p:nvPr/>
        </p:nvGrpSpPr>
        <p:grpSpPr>
          <a:xfrm rot="-769431">
            <a:off x="2439801" y="9316191"/>
            <a:ext cx="1415644" cy="631725"/>
            <a:chOff x="15201900" y="5965825"/>
            <a:chExt cx="3411600" cy="1522413"/>
          </a:xfrm>
        </p:grpSpPr>
        <p:sp>
          <p:nvSpPr>
            <p:cNvPr id="1168" name="Google Shape;1168;p48"/>
            <p:cNvSpPr/>
            <p:nvPr/>
          </p:nvSpPr>
          <p:spPr>
            <a:xfrm>
              <a:off x="15201900" y="6545263"/>
              <a:ext cx="3411538" cy="942975"/>
            </a:xfrm>
            <a:custGeom>
              <a:rect b="b" l="l" r="r" t="t"/>
              <a:pathLst>
                <a:path extrusionOk="0" h="439" w="1585">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rgbClr val="13648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69" name="Google Shape;1169;p48"/>
            <p:cNvSpPr/>
            <p:nvPr/>
          </p:nvSpPr>
          <p:spPr>
            <a:xfrm>
              <a:off x="15201900" y="5965825"/>
              <a:ext cx="3411600" cy="11574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70" name="Google Shape;1170;p48"/>
            <p:cNvSpPr/>
            <p:nvPr/>
          </p:nvSpPr>
          <p:spPr>
            <a:xfrm>
              <a:off x="15517813" y="6073775"/>
              <a:ext cx="2776500" cy="941400"/>
            </a:xfrm>
            <a:prstGeom prst="ellipse">
              <a:avLst/>
            </a:prstGeom>
            <a:solidFill>
              <a:srgbClr val="61BCE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71" name="Google Shape;1171;p48"/>
            <p:cNvSpPr/>
            <p:nvPr/>
          </p:nvSpPr>
          <p:spPr>
            <a:xfrm>
              <a:off x="16381414" y="6232525"/>
              <a:ext cx="1050925" cy="623888"/>
            </a:xfrm>
            <a:custGeom>
              <a:rect b="b" l="l" r="r" t="t"/>
              <a:pathLst>
                <a:path extrusionOk="0" h="290" w="488">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rgbClr val="13648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sp>
        <p:nvSpPr>
          <p:cNvPr id="1172" name="Google Shape;1172;p48"/>
          <p:cNvSpPr txBox="1"/>
          <p:nvPr/>
        </p:nvSpPr>
        <p:spPr>
          <a:xfrm>
            <a:off x="1821625" y="11426161"/>
            <a:ext cx="2581500" cy="319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Gasto</a:t>
            </a:r>
            <a:endParaRPr b="0" i="0" sz="1400" u="none" cap="none" strike="noStrike">
              <a:solidFill>
                <a:srgbClr val="000000"/>
              </a:solidFill>
              <a:latin typeface="Arial"/>
              <a:ea typeface="Arial"/>
              <a:cs typeface="Arial"/>
              <a:sym typeface="Arial"/>
            </a:endParaRPr>
          </a:p>
        </p:txBody>
      </p:sp>
      <p:sp>
        <p:nvSpPr>
          <p:cNvPr id="1173" name="Google Shape;1173;p48"/>
          <p:cNvSpPr txBox="1"/>
          <p:nvPr/>
        </p:nvSpPr>
        <p:spPr>
          <a:xfrm>
            <a:off x="1821625" y="8663982"/>
            <a:ext cx="2581500" cy="3987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4000"/>
              <a:buFont typeface="Arial"/>
              <a:buNone/>
            </a:pPr>
            <a:r>
              <a:rPr b="1" lang="en-US" sz="2400">
                <a:solidFill>
                  <a:schemeClr val="dk2"/>
                </a:solidFill>
                <a:latin typeface="Lato"/>
                <a:ea typeface="Lato"/>
                <a:cs typeface="Lato"/>
                <a:sym typeface="Lato"/>
              </a:rPr>
              <a:t>643.000 €</a:t>
            </a:r>
            <a:endParaRPr b="0" i="0" sz="2400" u="none" cap="none" strike="noStrike">
              <a:solidFill>
                <a:srgbClr val="000000"/>
              </a:solidFill>
              <a:latin typeface="Arial"/>
              <a:ea typeface="Arial"/>
              <a:cs typeface="Arial"/>
              <a:sym typeface="Arial"/>
            </a:endParaRPr>
          </a:p>
        </p:txBody>
      </p:sp>
      <p:sp>
        <p:nvSpPr>
          <p:cNvPr id="1174" name="Google Shape;1174;p48"/>
          <p:cNvSpPr/>
          <p:nvPr/>
        </p:nvSpPr>
        <p:spPr>
          <a:xfrm>
            <a:off x="4850926" y="10632563"/>
            <a:ext cx="1788300" cy="606600"/>
          </a:xfrm>
          <a:prstGeom prst="ellipse">
            <a:avLst/>
          </a:prstGeom>
          <a:solidFill>
            <a:srgbClr val="E9E9E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nvGrpSpPr>
          <p:cNvPr id="1175" name="Google Shape;1175;p48"/>
          <p:cNvGrpSpPr/>
          <p:nvPr/>
        </p:nvGrpSpPr>
        <p:grpSpPr>
          <a:xfrm>
            <a:off x="5036673" y="10438696"/>
            <a:ext cx="1415132" cy="631497"/>
            <a:chOff x="15201900" y="5965825"/>
            <a:chExt cx="3411600" cy="1522413"/>
          </a:xfrm>
        </p:grpSpPr>
        <p:sp>
          <p:nvSpPr>
            <p:cNvPr id="1176" name="Google Shape;1176;p48"/>
            <p:cNvSpPr/>
            <p:nvPr/>
          </p:nvSpPr>
          <p:spPr>
            <a:xfrm>
              <a:off x="15201900" y="6545263"/>
              <a:ext cx="3411538" cy="942975"/>
            </a:xfrm>
            <a:custGeom>
              <a:rect b="b" l="l" r="r" t="t"/>
              <a:pathLst>
                <a:path extrusionOk="0" h="439" w="1585">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rgbClr val="1672A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77" name="Google Shape;1177;p48"/>
            <p:cNvSpPr/>
            <p:nvPr/>
          </p:nvSpPr>
          <p:spPr>
            <a:xfrm>
              <a:off x="15201900" y="5965825"/>
              <a:ext cx="3411600" cy="11574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78" name="Google Shape;1178;p48"/>
            <p:cNvSpPr/>
            <p:nvPr/>
          </p:nvSpPr>
          <p:spPr>
            <a:xfrm>
              <a:off x="15517813" y="6073775"/>
              <a:ext cx="2776500" cy="941400"/>
            </a:xfrm>
            <a:prstGeom prst="ellipse">
              <a:avLst/>
            </a:prstGeom>
            <a:solidFill>
              <a:srgbClr val="71C2E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79" name="Google Shape;1179;p48"/>
            <p:cNvSpPr/>
            <p:nvPr/>
          </p:nvSpPr>
          <p:spPr>
            <a:xfrm>
              <a:off x="16381413" y="6232525"/>
              <a:ext cx="1050925" cy="623888"/>
            </a:xfrm>
            <a:custGeom>
              <a:rect b="b" l="l" r="r" t="t"/>
              <a:pathLst>
                <a:path extrusionOk="0" h="290" w="488">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rgbClr val="1672A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sp>
        <p:nvSpPr>
          <p:cNvPr id="1180" name="Google Shape;1180;p48"/>
          <p:cNvSpPr txBox="1"/>
          <p:nvPr/>
        </p:nvSpPr>
        <p:spPr>
          <a:xfrm>
            <a:off x="4454209" y="11426161"/>
            <a:ext cx="2581500" cy="355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3200">
                <a:solidFill>
                  <a:schemeClr val="dk2"/>
                </a:solidFill>
                <a:latin typeface="Lato"/>
                <a:ea typeface="Lato"/>
                <a:cs typeface="Lato"/>
                <a:sym typeface="Lato"/>
              </a:rPr>
              <a:t>Presupuesto</a:t>
            </a:r>
            <a:endParaRPr b="0" i="0" sz="1400" u="none" cap="none" strike="noStrike">
              <a:solidFill>
                <a:srgbClr val="000000"/>
              </a:solidFill>
              <a:latin typeface="Arial"/>
              <a:ea typeface="Arial"/>
              <a:cs typeface="Arial"/>
              <a:sym typeface="Arial"/>
            </a:endParaRPr>
          </a:p>
        </p:txBody>
      </p:sp>
      <p:sp>
        <p:nvSpPr>
          <p:cNvPr id="1181" name="Google Shape;1181;p48"/>
          <p:cNvSpPr txBox="1"/>
          <p:nvPr/>
        </p:nvSpPr>
        <p:spPr>
          <a:xfrm>
            <a:off x="4454209" y="7677500"/>
            <a:ext cx="2581500" cy="4440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4000"/>
              <a:buFont typeface="Arial"/>
              <a:buNone/>
            </a:pPr>
            <a:r>
              <a:rPr b="1" lang="en-US" sz="2400">
                <a:solidFill>
                  <a:schemeClr val="dk2"/>
                </a:solidFill>
                <a:latin typeface="Lato"/>
                <a:ea typeface="Lato"/>
                <a:cs typeface="Lato"/>
                <a:sym typeface="Lato"/>
              </a:rPr>
              <a:t>1,2 millones €</a:t>
            </a:r>
            <a:endParaRPr b="0" i="0" sz="2400" u="none" cap="none" strike="noStrike">
              <a:solidFill>
                <a:srgbClr val="000000"/>
              </a:solidFill>
              <a:latin typeface="Arial"/>
              <a:ea typeface="Arial"/>
              <a:cs typeface="Arial"/>
              <a:sym typeface="Arial"/>
            </a:endParaRPr>
          </a:p>
        </p:txBody>
      </p:sp>
      <p:grpSp>
        <p:nvGrpSpPr>
          <p:cNvPr id="1182" name="Google Shape;1182;p48"/>
          <p:cNvGrpSpPr/>
          <p:nvPr/>
        </p:nvGrpSpPr>
        <p:grpSpPr>
          <a:xfrm>
            <a:off x="4975366" y="10219565"/>
            <a:ext cx="1415132" cy="631497"/>
            <a:chOff x="15201900" y="5965825"/>
            <a:chExt cx="3411600" cy="1522413"/>
          </a:xfrm>
        </p:grpSpPr>
        <p:sp>
          <p:nvSpPr>
            <p:cNvPr id="1183" name="Google Shape;1183;p48"/>
            <p:cNvSpPr/>
            <p:nvPr/>
          </p:nvSpPr>
          <p:spPr>
            <a:xfrm>
              <a:off x="15201900" y="6545263"/>
              <a:ext cx="3411538" cy="942975"/>
            </a:xfrm>
            <a:custGeom>
              <a:rect b="b" l="l" r="r" t="t"/>
              <a:pathLst>
                <a:path extrusionOk="0" h="439" w="1585">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rgbClr val="1672A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84" name="Google Shape;1184;p48"/>
            <p:cNvSpPr/>
            <p:nvPr/>
          </p:nvSpPr>
          <p:spPr>
            <a:xfrm>
              <a:off x="15201900" y="5965825"/>
              <a:ext cx="3411600" cy="11574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85" name="Google Shape;1185;p48"/>
            <p:cNvSpPr/>
            <p:nvPr/>
          </p:nvSpPr>
          <p:spPr>
            <a:xfrm>
              <a:off x="15517813" y="6073775"/>
              <a:ext cx="2776500" cy="941400"/>
            </a:xfrm>
            <a:prstGeom prst="ellipse">
              <a:avLst/>
            </a:prstGeom>
            <a:solidFill>
              <a:srgbClr val="71C2E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86" name="Google Shape;1186;p48"/>
            <p:cNvSpPr/>
            <p:nvPr/>
          </p:nvSpPr>
          <p:spPr>
            <a:xfrm>
              <a:off x="16381413" y="6232525"/>
              <a:ext cx="1050925" cy="623888"/>
            </a:xfrm>
            <a:custGeom>
              <a:rect b="b" l="l" r="r" t="t"/>
              <a:pathLst>
                <a:path extrusionOk="0" h="290" w="488">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rgbClr val="1672A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grpSp>
        <p:nvGrpSpPr>
          <p:cNvPr id="1187" name="Google Shape;1187;p48"/>
          <p:cNvGrpSpPr/>
          <p:nvPr/>
        </p:nvGrpSpPr>
        <p:grpSpPr>
          <a:xfrm>
            <a:off x="5170046" y="9986065"/>
            <a:ext cx="1415132" cy="631497"/>
            <a:chOff x="15201900" y="5965825"/>
            <a:chExt cx="3411600" cy="1522413"/>
          </a:xfrm>
        </p:grpSpPr>
        <p:sp>
          <p:nvSpPr>
            <p:cNvPr id="1188" name="Google Shape;1188;p48"/>
            <p:cNvSpPr/>
            <p:nvPr/>
          </p:nvSpPr>
          <p:spPr>
            <a:xfrm>
              <a:off x="15201900" y="6545263"/>
              <a:ext cx="3411538" cy="942975"/>
            </a:xfrm>
            <a:custGeom>
              <a:rect b="b" l="l" r="r" t="t"/>
              <a:pathLst>
                <a:path extrusionOk="0" h="439" w="1585">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rgbClr val="1672A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89" name="Google Shape;1189;p48"/>
            <p:cNvSpPr/>
            <p:nvPr/>
          </p:nvSpPr>
          <p:spPr>
            <a:xfrm>
              <a:off x="15201900" y="5965825"/>
              <a:ext cx="3411600" cy="11574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90" name="Google Shape;1190;p48"/>
            <p:cNvSpPr/>
            <p:nvPr/>
          </p:nvSpPr>
          <p:spPr>
            <a:xfrm>
              <a:off x="15517813" y="6073775"/>
              <a:ext cx="2776500" cy="941400"/>
            </a:xfrm>
            <a:prstGeom prst="ellipse">
              <a:avLst/>
            </a:prstGeom>
            <a:solidFill>
              <a:srgbClr val="71C2E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91" name="Google Shape;1191;p48"/>
            <p:cNvSpPr/>
            <p:nvPr/>
          </p:nvSpPr>
          <p:spPr>
            <a:xfrm>
              <a:off x="16381413" y="6232525"/>
              <a:ext cx="1050925" cy="623888"/>
            </a:xfrm>
            <a:custGeom>
              <a:rect b="b" l="l" r="r" t="t"/>
              <a:pathLst>
                <a:path extrusionOk="0" h="290" w="488">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rgbClr val="1672A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grpSp>
        <p:nvGrpSpPr>
          <p:cNvPr id="1192" name="Google Shape;1192;p48"/>
          <p:cNvGrpSpPr/>
          <p:nvPr/>
        </p:nvGrpSpPr>
        <p:grpSpPr>
          <a:xfrm>
            <a:off x="5048366" y="9804162"/>
            <a:ext cx="1415132" cy="631497"/>
            <a:chOff x="15201900" y="5965825"/>
            <a:chExt cx="3411600" cy="1522413"/>
          </a:xfrm>
        </p:grpSpPr>
        <p:sp>
          <p:nvSpPr>
            <p:cNvPr id="1193" name="Google Shape;1193;p48"/>
            <p:cNvSpPr/>
            <p:nvPr/>
          </p:nvSpPr>
          <p:spPr>
            <a:xfrm>
              <a:off x="15201900" y="6545263"/>
              <a:ext cx="3411538" cy="942975"/>
            </a:xfrm>
            <a:custGeom>
              <a:rect b="b" l="l" r="r" t="t"/>
              <a:pathLst>
                <a:path extrusionOk="0" h="439" w="1585">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rgbClr val="1672A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94" name="Google Shape;1194;p48"/>
            <p:cNvSpPr/>
            <p:nvPr/>
          </p:nvSpPr>
          <p:spPr>
            <a:xfrm>
              <a:off x="15201900" y="5965825"/>
              <a:ext cx="3411600" cy="11574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95" name="Google Shape;1195;p48"/>
            <p:cNvSpPr/>
            <p:nvPr/>
          </p:nvSpPr>
          <p:spPr>
            <a:xfrm>
              <a:off x="15517813" y="6073775"/>
              <a:ext cx="2776500" cy="941400"/>
            </a:xfrm>
            <a:prstGeom prst="ellipse">
              <a:avLst/>
            </a:prstGeom>
            <a:solidFill>
              <a:srgbClr val="71C2E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96" name="Google Shape;1196;p48"/>
            <p:cNvSpPr/>
            <p:nvPr/>
          </p:nvSpPr>
          <p:spPr>
            <a:xfrm>
              <a:off x="16381413" y="6232525"/>
              <a:ext cx="1050925" cy="623888"/>
            </a:xfrm>
            <a:custGeom>
              <a:rect b="b" l="l" r="r" t="t"/>
              <a:pathLst>
                <a:path extrusionOk="0" h="290" w="488">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rgbClr val="1672A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grpSp>
        <p:nvGrpSpPr>
          <p:cNvPr id="1197" name="Google Shape;1197;p48"/>
          <p:cNvGrpSpPr/>
          <p:nvPr/>
        </p:nvGrpSpPr>
        <p:grpSpPr>
          <a:xfrm>
            <a:off x="5115514" y="9575521"/>
            <a:ext cx="1415132" cy="631497"/>
            <a:chOff x="15201900" y="5965825"/>
            <a:chExt cx="3411600" cy="1522413"/>
          </a:xfrm>
        </p:grpSpPr>
        <p:sp>
          <p:nvSpPr>
            <p:cNvPr id="1198" name="Google Shape;1198;p48"/>
            <p:cNvSpPr/>
            <p:nvPr/>
          </p:nvSpPr>
          <p:spPr>
            <a:xfrm>
              <a:off x="15201900" y="6545263"/>
              <a:ext cx="3411538" cy="942975"/>
            </a:xfrm>
            <a:custGeom>
              <a:rect b="b" l="l" r="r" t="t"/>
              <a:pathLst>
                <a:path extrusionOk="0" h="439" w="1585">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rgbClr val="1672A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99" name="Google Shape;1199;p48"/>
            <p:cNvSpPr/>
            <p:nvPr/>
          </p:nvSpPr>
          <p:spPr>
            <a:xfrm>
              <a:off x="15201900" y="5965825"/>
              <a:ext cx="3411600" cy="11574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00" name="Google Shape;1200;p48"/>
            <p:cNvSpPr/>
            <p:nvPr/>
          </p:nvSpPr>
          <p:spPr>
            <a:xfrm>
              <a:off x="15517813" y="6073775"/>
              <a:ext cx="2776500" cy="941400"/>
            </a:xfrm>
            <a:prstGeom prst="ellipse">
              <a:avLst/>
            </a:prstGeom>
            <a:solidFill>
              <a:srgbClr val="71C2E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01" name="Google Shape;1201;p48"/>
            <p:cNvSpPr/>
            <p:nvPr/>
          </p:nvSpPr>
          <p:spPr>
            <a:xfrm>
              <a:off x="16381413" y="6232525"/>
              <a:ext cx="1050925" cy="623888"/>
            </a:xfrm>
            <a:custGeom>
              <a:rect b="b" l="l" r="r" t="t"/>
              <a:pathLst>
                <a:path extrusionOk="0" h="290" w="488">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rgbClr val="1672A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grpSp>
        <p:nvGrpSpPr>
          <p:cNvPr id="1202" name="Google Shape;1202;p48"/>
          <p:cNvGrpSpPr/>
          <p:nvPr/>
        </p:nvGrpSpPr>
        <p:grpSpPr>
          <a:xfrm>
            <a:off x="5000530" y="9341288"/>
            <a:ext cx="1415132" cy="631497"/>
            <a:chOff x="15201900" y="5965825"/>
            <a:chExt cx="3411600" cy="1522413"/>
          </a:xfrm>
        </p:grpSpPr>
        <p:sp>
          <p:nvSpPr>
            <p:cNvPr id="1203" name="Google Shape;1203;p48"/>
            <p:cNvSpPr/>
            <p:nvPr/>
          </p:nvSpPr>
          <p:spPr>
            <a:xfrm>
              <a:off x="15201900" y="6545263"/>
              <a:ext cx="3411538" cy="942975"/>
            </a:xfrm>
            <a:custGeom>
              <a:rect b="b" l="l" r="r" t="t"/>
              <a:pathLst>
                <a:path extrusionOk="0" h="439" w="1585">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rgbClr val="1672A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04" name="Google Shape;1204;p48"/>
            <p:cNvSpPr/>
            <p:nvPr/>
          </p:nvSpPr>
          <p:spPr>
            <a:xfrm>
              <a:off x="15201900" y="5965825"/>
              <a:ext cx="3411600" cy="11574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05" name="Google Shape;1205;p48"/>
            <p:cNvSpPr/>
            <p:nvPr/>
          </p:nvSpPr>
          <p:spPr>
            <a:xfrm>
              <a:off x="15517813" y="6073775"/>
              <a:ext cx="2776500" cy="941400"/>
            </a:xfrm>
            <a:prstGeom prst="ellipse">
              <a:avLst/>
            </a:prstGeom>
            <a:solidFill>
              <a:srgbClr val="71C2E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06" name="Google Shape;1206;p48"/>
            <p:cNvSpPr/>
            <p:nvPr/>
          </p:nvSpPr>
          <p:spPr>
            <a:xfrm>
              <a:off x="16381413" y="6232525"/>
              <a:ext cx="1050925" cy="623888"/>
            </a:xfrm>
            <a:custGeom>
              <a:rect b="b" l="l" r="r" t="t"/>
              <a:pathLst>
                <a:path extrusionOk="0" h="290" w="488">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rgbClr val="1672A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grpSp>
        <p:nvGrpSpPr>
          <p:cNvPr id="1207" name="Google Shape;1207;p48"/>
          <p:cNvGrpSpPr/>
          <p:nvPr/>
        </p:nvGrpSpPr>
        <p:grpSpPr>
          <a:xfrm>
            <a:off x="5080605" y="9153009"/>
            <a:ext cx="1415132" cy="631497"/>
            <a:chOff x="15201900" y="5965825"/>
            <a:chExt cx="3411600" cy="1522413"/>
          </a:xfrm>
        </p:grpSpPr>
        <p:sp>
          <p:nvSpPr>
            <p:cNvPr id="1208" name="Google Shape;1208;p48"/>
            <p:cNvSpPr/>
            <p:nvPr/>
          </p:nvSpPr>
          <p:spPr>
            <a:xfrm>
              <a:off x="15201900" y="6545263"/>
              <a:ext cx="3411538" cy="942975"/>
            </a:xfrm>
            <a:custGeom>
              <a:rect b="b" l="l" r="r" t="t"/>
              <a:pathLst>
                <a:path extrusionOk="0" h="439" w="1585">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rgbClr val="1672A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09" name="Google Shape;1209;p48"/>
            <p:cNvSpPr/>
            <p:nvPr/>
          </p:nvSpPr>
          <p:spPr>
            <a:xfrm>
              <a:off x="15201900" y="5965825"/>
              <a:ext cx="3411600" cy="11574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10" name="Google Shape;1210;p48"/>
            <p:cNvSpPr/>
            <p:nvPr/>
          </p:nvSpPr>
          <p:spPr>
            <a:xfrm>
              <a:off x="15517813" y="6073775"/>
              <a:ext cx="2776500" cy="941400"/>
            </a:xfrm>
            <a:prstGeom prst="ellipse">
              <a:avLst/>
            </a:prstGeom>
            <a:solidFill>
              <a:srgbClr val="71C2E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11" name="Google Shape;1211;p48"/>
            <p:cNvSpPr/>
            <p:nvPr/>
          </p:nvSpPr>
          <p:spPr>
            <a:xfrm>
              <a:off x="16381413" y="6232525"/>
              <a:ext cx="1050925" cy="623888"/>
            </a:xfrm>
            <a:custGeom>
              <a:rect b="b" l="l" r="r" t="t"/>
              <a:pathLst>
                <a:path extrusionOk="0" h="290" w="488">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rgbClr val="1672A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grpSp>
        <p:nvGrpSpPr>
          <p:cNvPr id="1212" name="Google Shape;1212;p48"/>
          <p:cNvGrpSpPr/>
          <p:nvPr/>
        </p:nvGrpSpPr>
        <p:grpSpPr>
          <a:xfrm>
            <a:off x="4944986" y="8918776"/>
            <a:ext cx="1415132" cy="631497"/>
            <a:chOff x="15201900" y="5965825"/>
            <a:chExt cx="3411600" cy="1522413"/>
          </a:xfrm>
        </p:grpSpPr>
        <p:sp>
          <p:nvSpPr>
            <p:cNvPr id="1213" name="Google Shape;1213;p48"/>
            <p:cNvSpPr/>
            <p:nvPr/>
          </p:nvSpPr>
          <p:spPr>
            <a:xfrm>
              <a:off x="15201900" y="6545263"/>
              <a:ext cx="3411538" cy="942975"/>
            </a:xfrm>
            <a:custGeom>
              <a:rect b="b" l="l" r="r" t="t"/>
              <a:pathLst>
                <a:path extrusionOk="0" h="439" w="1585">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rgbClr val="1672A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14" name="Google Shape;1214;p48"/>
            <p:cNvSpPr/>
            <p:nvPr/>
          </p:nvSpPr>
          <p:spPr>
            <a:xfrm>
              <a:off x="15201900" y="5965825"/>
              <a:ext cx="3411600" cy="11574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15" name="Google Shape;1215;p48"/>
            <p:cNvSpPr/>
            <p:nvPr/>
          </p:nvSpPr>
          <p:spPr>
            <a:xfrm>
              <a:off x="15517813" y="6073775"/>
              <a:ext cx="2776500" cy="941400"/>
            </a:xfrm>
            <a:prstGeom prst="ellipse">
              <a:avLst/>
            </a:prstGeom>
            <a:solidFill>
              <a:srgbClr val="71C2E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16" name="Google Shape;1216;p48"/>
            <p:cNvSpPr/>
            <p:nvPr/>
          </p:nvSpPr>
          <p:spPr>
            <a:xfrm>
              <a:off x="16381413" y="6232525"/>
              <a:ext cx="1050925" cy="623888"/>
            </a:xfrm>
            <a:custGeom>
              <a:rect b="b" l="l" r="r" t="t"/>
              <a:pathLst>
                <a:path extrusionOk="0" h="290" w="488">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rgbClr val="1672A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grpSp>
        <p:nvGrpSpPr>
          <p:cNvPr id="1217" name="Google Shape;1217;p48"/>
          <p:cNvGrpSpPr/>
          <p:nvPr/>
        </p:nvGrpSpPr>
        <p:grpSpPr>
          <a:xfrm>
            <a:off x="5108085" y="8670333"/>
            <a:ext cx="1415132" cy="631497"/>
            <a:chOff x="15201900" y="5965825"/>
            <a:chExt cx="3411600" cy="1522413"/>
          </a:xfrm>
        </p:grpSpPr>
        <p:sp>
          <p:nvSpPr>
            <p:cNvPr id="1218" name="Google Shape;1218;p48"/>
            <p:cNvSpPr/>
            <p:nvPr/>
          </p:nvSpPr>
          <p:spPr>
            <a:xfrm>
              <a:off x="15201900" y="6545263"/>
              <a:ext cx="3411538" cy="942975"/>
            </a:xfrm>
            <a:custGeom>
              <a:rect b="b" l="l" r="r" t="t"/>
              <a:pathLst>
                <a:path extrusionOk="0" h="439" w="1585">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rgbClr val="1672A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19" name="Google Shape;1219;p48"/>
            <p:cNvSpPr/>
            <p:nvPr/>
          </p:nvSpPr>
          <p:spPr>
            <a:xfrm>
              <a:off x="15201900" y="5965825"/>
              <a:ext cx="3411600" cy="11574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20" name="Google Shape;1220;p48"/>
            <p:cNvSpPr/>
            <p:nvPr/>
          </p:nvSpPr>
          <p:spPr>
            <a:xfrm>
              <a:off x="15517813" y="6073775"/>
              <a:ext cx="2776500" cy="941400"/>
            </a:xfrm>
            <a:prstGeom prst="ellipse">
              <a:avLst/>
            </a:prstGeom>
            <a:solidFill>
              <a:srgbClr val="71C2E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21" name="Google Shape;1221;p48"/>
            <p:cNvSpPr/>
            <p:nvPr/>
          </p:nvSpPr>
          <p:spPr>
            <a:xfrm>
              <a:off x="16381413" y="6232525"/>
              <a:ext cx="1050925" cy="623888"/>
            </a:xfrm>
            <a:custGeom>
              <a:rect b="b" l="l" r="r" t="t"/>
              <a:pathLst>
                <a:path extrusionOk="0" h="290" w="488">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rgbClr val="1672A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grpSp>
        <p:nvGrpSpPr>
          <p:cNvPr id="1222" name="Google Shape;1222;p48"/>
          <p:cNvGrpSpPr/>
          <p:nvPr/>
        </p:nvGrpSpPr>
        <p:grpSpPr>
          <a:xfrm rot="-823282">
            <a:off x="5254763" y="8382098"/>
            <a:ext cx="1415265" cy="631557"/>
            <a:chOff x="15201900" y="5965825"/>
            <a:chExt cx="3411600" cy="1522413"/>
          </a:xfrm>
        </p:grpSpPr>
        <p:sp>
          <p:nvSpPr>
            <p:cNvPr id="1223" name="Google Shape;1223;p48"/>
            <p:cNvSpPr/>
            <p:nvPr/>
          </p:nvSpPr>
          <p:spPr>
            <a:xfrm>
              <a:off x="15201900" y="6545263"/>
              <a:ext cx="3411538" cy="942975"/>
            </a:xfrm>
            <a:custGeom>
              <a:rect b="b" l="l" r="r" t="t"/>
              <a:pathLst>
                <a:path extrusionOk="0" h="439" w="1585">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rgbClr val="1672A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24" name="Google Shape;1224;p48"/>
            <p:cNvSpPr/>
            <p:nvPr/>
          </p:nvSpPr>
          <p:spPr>
            <a:xfrm>
              <a:off x="15201900" y="5965825"/>
              <a:ext cx="3411600" cy="11574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25" name="Google Shape;1225;p48"/>
            <p:cNvSpPr/>
            <p:nvPr/>
          </p:nvSpPr>
          <p:spPr>
            <a:xfrm>
              <a:off x="15517813" y="6073775"/>
              <a:ext cx="2776500" cy="941400"/>
            </a:xfrm>
            <a:prstGeom prst="ellipse">
              <a:avLst/>
            </a:prstGeom>
            <a:solidFill>
              <a:srgbClr val="71C2E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26" name="Google Shape;1226;p48"/>
            <p:cNvSpPr/>
            <p:nvPr/>
          </p:nvSpPr>
          <p:spPr>
            <a:xfrm>
              <a:off x="16381413" y="6232525"/>
              <a:ext cx="1050925" cy="623888"/>
            </a:xfrm>
            <a:custGeom>
              <a:rect b="b" l="l" r="r" t="t"/>
              <a:pathLst>
                <a:path extrusionOk="0" h="290" w="488">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rgbClr val="1672A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30" name="Shape 1230"/>
        <p:cNvGrpSpPr/>
        <p:nvPr/>
      </p:nvGrpSpPr>
      <p:grpSpPr>
        <a:xfrm>
          <a:off x="0" y="0"/>
          <a:ext cx="0" cy="0"/>
          <a:chOff x="0" y="0"/>
          <a:chExt cx="0" cy="0"/>
        </a:xfrm>
      </p:grpSpPr>
      <p:sp>
        <p:nvSpPr>
          <p:cNvPr id="1231" name="Google Shape;1231;p49"/>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t>Presupuesto extendido</a:t>
            </a:r>
            <a:endParaRPr b="1" i="0" sz="8800" u="none" cap="none" strike="noStrike">
              <a:solidFill>
                <a:schemeClr val="dk2"/>
              </a:solidFill>
              <a:latin typeface="Lato"/>
              <a:ea typeface="Lato"/>
              <a:cs typeface="Lato"/>
              <a:sym typeface="Lato"/>
            </a:endParaRPr>
          </a:p>
        </p:txBody>
      </p:sp>
      <p:pic>
        <p:nvPicPr>
          <p:cNvPr id="1232" name="Google Shape;1232;p49"/>
          <p:cNvPicPr preferRelativeResize="0"/>
          <p:nvPr/>
        </p:nvPicPr>
        <p:blipFill>
          <a:blip r:embed="rId3">
            <a:alphaModFix/>
          </a:blip>
          <a:stretch>
            <a:fillRect/>
          </a:stretch>
        </p:blipFill>
        <p:spPr>
          <a:xfrm>
            <a:off x="2014525" y="2136850"/>
            <a:ext cx="20688301" cy="10655708"/>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36" name="Shape 1236"/>
        <p:cNvGrpSpPr/>
        <p:nvPr/>
      </p:nvGrpSpPr>
      <p:grpSpPr>
        <a:xfrm>
          <a:off x="0" y="0"/>
          <a:ext cx="0" cy="0"/>
          <a:chOff x="0" y="0"/>
          <a:chExt cx="0" cy="0"/>
        </a:xfrm>
      </p:grpSpPr>
      <p:sp>
        <p:nvSpPr>
          <p:cNvPr id="1237" name="Google Shape;1237;p50"/>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t>Estimaciones y ROI</a:t>
            </a:r>
            <a:endParaRPr b="1" i="0" sz="8800" u="none" cap="none" strike="noStrike">
              <a:solidFill>
                <a:schemeClr val="dk2"/>
              </a:solidFill>
              <a:latin typeface="Lato"/>
              <a:ea typeface="Lato"/>
              <a:cs typeface="Lato"/>
              <a:sym typeface="Lato"/>
            </a:endParaRPr>
          </a:p>
        </p:txBody>
      </p:sp>
      <p:grpSp>
        <p:nvGrpSpPr>
          <p:cNvPr id="1238" name="Google Shape;1238;p50"/>
          <p:cNvGrpSpPr/>
          <p:nvPr/>
        </p:nvGrpSpPr>
        <p:grpSpPr>
          <a:xfrm>
            <a:off x="3454475" y="3030340"/>
            <a:ext cx="13057582" cy="7245495"/>
            <a:chOff x="1867050" y="2097237"/>
            <a:chExt cx="13057582" cy="8554303"/>
          </a:xfrm>
        </p:grpSpPr>
        <p:sp>
          <p:nvSpPr>
            <p:cNvPr id="1239" name="Google Shape;1239;p50"/>
            <p:cNvSpPr/>
            <p:nvPr/>
          </p:nvSpPr>
          <p:spPr>
            <a:xfrm>
              <a:off x="1867050" y="2097237"/>
              <a:ext cx="5401632" cy="8046315"/>
            </a:xfrm>
            <a:custGeom>
              <a:rect b="b" l="l" r="r" t="t"/>
              <a:pathLst>
                <a:path extrusionOk="0" h="5749" w="11383">
                  <a:moveTo>
                    <a:pt x="5142" y="320"/>
                  </a:moveTo>
                  <a:cubicBezTo>
                    <a:pt x="0" y="5749"/>
                    <a:pt x="0" y="5749"/>
                    <a:pt x="0" y="5749"/>
                  </a:cubicBezTo>
                  <a:cubicBezTo>
                    <a:pt x="5692" y="5749"/>
                    <a:pt x="5692" y="5749"/>
                    <a:pt x="5692" y="5749"/>
                  </a:cubicBezTo>
                  <a:cubicBezTo>
                    <a:pt x="11383" y="5749"/>
                    <a:pt x="11383" y="5749"/>
                    <a:pt x="11383" y="5749"/>
                  </a:cubicBezTo>
                  <a:cubicBezTo>
                    <a:pt x="6242" y="320"/>
                    <a:pt x="6242" y="320"/>
                    <a:pt x="6242" y="320"/>
                  </a:cubicBezTo>
                  <a:cubicBezTo>
                    <a:pt x="5938" y="0"/>
                    <a:pt x="5446" y="0"/>
                    <a:pt x="5142" y="320"/>
                  </a:cubicBezTo>
                  <a:close/>
                </a:path>
              </a:pathLst>
            </a:custGeom>
            <a:solidFill>
              <a:schemeClr val="accent1">
                <a:alpha val="800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40" name="Google Shape;1240;p50"/>
            <p:cNvSpPr/>
            <p:nvPr/>
          </p:nvSpPr>
          <p:spPr>
            <a:xfrm>
              <a:off x="5695025" y="6077474"/>
              <a:ext cx="5401632" cy="4066052"/>
            </a:xfrm>
            <a:custGeom>
              <a:rect b="b" l="l" r="r" t="t"/>
              <a:pathLst>
                <a:path extrusionOk="0" h="5749" w="11383">
                  <a:moveTo>
                    <a:pt x="5142" y="320"/>
                  </a:moveTo>
                  <a:cubicBezTo>
                    <a:pt x="0" y="5749"/>
                    <a:pt x="0" y="5749"/>
                    <a:pt x="0" y="5749"/>
                  </a:cubicBezTo>
                  <a:cubicBezTo>
                    <a:pt x="5692" y="5749"/>
                    <a:pt x="5692" y="5749"/>
                    <a:pt x="5692" y="5749"/>
                  </a:cubicBezTo>
                  <a:cubicBezTo>
                    <a:pt x="11383" y="5749"/>
                    <a:pt x="11383" y="5749"/>
                    <a:pt x="11383" y="5749"/>
                  </a:cubicBezTo>
                  <a:cubicBezTo>
                    <a:pt x="6242" y="320"/>
                    <a:pt x="6242" y="320"/>
                    <a:pt x="6242" y="320"/>
                  </a:cubicBezTo>
                  <a:cubicBezTo>
                    <a:pt x="5938" y="0"/>
                    <a:pt x="5446" y="0"/>
                    <a:pt x="5142" y="320"/>
                  </a:cubicBezTo>
                  <a:close/>
                </a:path>
              </a:pathLst>
            </a:custGeom>
            <a:solidFill>
              <a:schemeClr val="accent2">
                <a:alpha val="800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41" name="Google Shape;1241;p50"/>
            <p:cNvSpPr/>
            <p:nvPr/>
          </p:nvSpPr>
          <p:spPr>
            <a:xfrm flipH="1" rot="10800000">
              <a:off x="9523000" y="10143543"/>
              <a:ext cx="5401632" cy="507996"/>
            </a:xfrm>
            <a:custGeom>
              <a:rect b="b" l="l" r="r" t="t"/>
              <a:pathLst>
                <a:path extrusionOk="0" h="5749" w="11383">
                  <a:moveTo>
                    <a:pt x="5142" y="320"/>
                  </a:moveTo>
                  <a:cubicBezTo>
                    <a:pt x="0" y="5749"/>
                    <a:pt x="0" y="5749"/>
                    <a:pt x="0" y="5749"/>
                  </a:cubicBezTo>
                  <a:cubicBezTo>
                    <a:pt x="5692" y="5749"/>
                    <a:pt x="5692" y="5749"/>
                    <a:pt x="5692" y="5749"/>
                  </a:cubicBezTo>
                  <a:cubicBezTo>
                    <a:pt x="11383" y="5749"/>
                    <a:pt x="11383" y="5749"/>
                    <a:pt x="11383" y="5749"/>
                  </a:cubicBezTo>
                  <a:cubicBezTo>
                    <a:pt x="6242" y="320"/>
                    <a:pt x="6242" y="320"/>
                    <a:pt x="6242" y="320"/>
                  </a:cubicBezTo>
                  <a:cubicBezTo>
                    <a:pt x="5938" y="0"/>
                    <a:pt x="5446" y="0"/>
                    <a:pt x="5142" y="320"/>
                  </a:cubicBezTo>
                  <a:close/>
                </a:path>
              </a:pathLst>
            </a:custGeom>
            <a:solidFill>
              <a:schemeClr val="accent3">
                <a:alpha val="800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sp>
        <p:nvSpPr>
          <p:cNvPr id="1242" name="Google Shape;1242;p50"/>
          <p:cNvSpPr txBox="1"/>
          <p:nvPr/>
        </p:nvSpPr>
        <p:spPr>
          <a:xfrm>
            <a:off x="4373077" y="10542282"/>
            <a:ext cx="3285300" cy="841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Escenario</a:t>
            </a:r>
            <a:endParaRPr sz="2400">
              <a:solidFill>
                <a:schemeClr val="dk2"/>
              </a:solidFill>
              <a:latin typeface="Lato Light"/>
              <a:ea typeface="Lato Light"/>
              <a:cs typeface="Lato Light"/>
              <a:sym typeface="Lato Light"/>
            </a:endParaRPr>
          </a:p>
          <a:p>
            <a:pPr indent="0" lvl="0" marL="0" marR="0" rtl="0" algn="ctr">
              <a:lnSpc>
                <a:spcPct val="120000"/>
              </a:lnSpc>
              <a:spcBef>
                <a:spcPts val="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OPTIMISTA</a:t>
            </a:r>
            <a:endParaRPr sz="2400">
              <a:solidFill>
                <a:schemeClr val="dk2"/>
              </a:solidFill>
              <a:latin typeface="Lato Light"/>
              <a:ea typeface="Lato Light"/>
              <a:cs typeface="Lato Light"/>
              <a:sym typeface="Lato Light"/>
            </a:endParaRPr>
          </a:p>
        </p:txBody>
      </p:sp>
      <p:sp>
        <p:nvSpPr>
          <p:cNvPr id="1243" name="Google Shape;1243;p50"/>
          <p:cNvSpPr txBox="1"/>
          <p:nvPr/>
        </p:nvSpPr>
        <p:spPr>
          <a:xfrm>
            <a:off x="8201057" y="10542282"/>
            <a:ext cx="3285300" cy="841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Escenario</a:t>
            </a:r>
            <a:endParaRPr sz="2400">
              <a:solidFill>
                <a:schemeClr val="dk2"/>
              </a:solidFill>
              <a:latin typeface="Lato Light"/>
              <a:ea typeface="Lato Light"/>
              <a:cs typeface="Lato Light"/>
              <a:sym typeface="Lato Light"/>
            </a:endParaRPr>
          </a:p>
          <a:p>
            <a:pPr indent="0" lvl="0" marL="0" marR="0" rtl="0" algn="ctr">
              <a:lnSpc>
                <a:spcPct val="120000"/>
              </a:lnSpc>
              <a:spcBef>
                <a:spcPts val="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NORMAL</a:t>
            </a:r>
            <a:endParaRPr sz="2400">
              <a:solidFill>
                <a:schemeClr val="dk2"/>
              </a:solidFill>
              <a:latin typeface="Lato Light"/>
              <a:ea typeface="Lato Light"/>
              <a:cs typeface="Lato Light"/>
              <a:sym typeface="Lato Light"/>
            </a:endParaRPr>
          </a:p>
        </p:txBody>
      </p:sp>
      <p:sp>
        <p:nvSpPr>
          <p:cNvPr id="1244" name="Google Shape;1244;p50"/>
          <p:cNvSpPr txBox="1"/>
          <p:nvPr/>
        </p:nvSpPr>
        <p:spPr>
          <a:xfrm>
            <a:off x="12149562" y="10542282"/>
            <a:ext cx="3285300" cy="841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Escenario</a:t>
            </a:r>
            <a:endParaRPr sz="2400">
              <a:solidFill>
                <a:schemeClr val="dk2"/>
              </a:solidFill>
              <a:latin typeface="Lato Light"/>
              <a:ea typeface="Lato Light"/>
              <a:cs typeface="Lato Light"/>
              <a:sym typeface="Lato Light"/>
            </a:endParaRPr>
          </a:p>
          <a:p>
            <a:pPr indent="0" lvl="0" marL="0" marR="0" rtl="0" algn="ctr">
              <a:lnSpc>
                <a:spcPct val="120000"/>
              </a:lnSpc>
              <a:spcBef>
                <a:spcPts val="0"/>
              </a:spcBef>
              <a:spcAft>
                <a:spcPts val="0"/>
              </a:spcAft>
              <a:buClr>
                <a:srgbClr val="000000"/>
              </a:buClr>
              <a:buSzPts val="2400"/>
              <a:buFont typeface="Arial"/>
              <a:buNone/>
            </a:pPr>
            <a:r>
              <a:rPr lang="en-US" sz="2400">
                <a:solidFill>
                  <a:schemeClr val="dk2"/>
                </a:solidFill>
                <a:latin typeface="Lato Light"/>
                <a:ea typeface="Lato Light"/>
                <a:cs typeface="Lato Light"/>
                <a:sym typeface="Lato Light"/>
              </a:rPr>
              <a:t>PESIMISTA</a:t>
            </a:r>
            <a:endParaRPr sz="2400">
              <a:solidFill>
                <a:schemeClr val="dk2"/>
              </a:solidFill>
              <a:latin typeface="Lato Light"/>
              <a:ea typeface="Lato Light"/>
              <a:cs typeface="Lato Light"/>
              <a:sym typeface="Lato Light"/>
            </a:endParaRPr>
          </a:p>
        </p:txBody>
      </p:sp>
      <p:sp>
        <p:nvSpPr>
          <p:cNvPr id="1245" name="Google Shape;1245;p50"/>
          <p:cNvSpPr txBox="1"/>
          <p:nvPr/>
        </p:nvSpPr>
        <p:spPr>
          <a:xfrm>
            <a:off x="5040898" y="9161850"/>
            <a:ext cx="2388600" cy="615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4000"/>
              <a:buFont typeface="Arial"/>
              <a:buNone/>
            </a:pPr>
            <a:r>
              <a:rPr b="1" lang="en-US" sz="4000">
                <a:solidFill>
                  <a:srgbClr val="FFFFFF"/>
                </a:solidFill>
                <a:latin typeface="Lato"/>
                <a:ea typeface="Lato"/>
                <a:cs typeface="Lato"/>
                <a:sym typeface="Lato"/>
              </a:rPr>
              <a:t>275%</a:t>
            </a:r>
            <a:endParaRPr b="0" i="0" sz="1400" u="none" cap="none" strike="noStrike">
              <a:solidFill>
                <a:srgbClr val="FFFFFF"/>
              </a:solidFill>
              <a:latin typeface="Arial"/>
              <a:ea typeface="Arial"/>
              <a:cs typeface="Arial"/>
              <a:sym typeface="Arial"/>
            </a:endParaRPr>
          </a:p>
        </p:txBody>
      </p:sp>
      <p:sp>
        <p:nvSpPr>
          <p:cNvPr id="1246" name="Google Shape;1246;p50"/>
          <p:cNvSpPr txBox="1"/>
          <p:nvPr/>
        </p:nvSpPr>
        <p:spPr>
          <a:xfrm>
            <a:off x="9475399" y="9121225"/>
            <a:ext cx="1443000" cy="615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4000"/>
              <a:buFont typeface="Arial"/>
              <a:buNone/>
            </a:pPr>
            <a:r>
              <a:rPr b="1" lang="en-US" sz="4000">
                <a:solidFill>
                  <a:srgbClr val="FFFFFF"/>
                </a:solidFill>
                <a:latin typeface="Lato"/>
                <a:ea typeface="Lato"/>
                <a:cs typeface="Lato"/>
                <a:sym typeface="Lato"/>
              </a:rPr>
              <a:t>131</a:t>
            </a:r>
            <a:r>
              <a:rPr b="1" i="0" lang="en-US" sz="4000" u="none" cap="none" strike="noStrike">
                <a:solidFill>
                  <a:srgbClr val="FFFFFF"/>
                </a:solidFill>
                <a:latin typeface="Lato"/>
                <a:ea typeface="Lato"/>
                <a:cs typeface="Lato"/>
                <a:sym typeface="Lato"/>
              </a:rPr>
              <a:t>%</a:t>
            </a:r>
            <a:endParaRPr b="0" i="0" sz="1400" u="none" cap="none" strike="noStrike">
              <a:solidFill>
                <a:srgbClr val="FFFFFF"/>
              </a:solidFill>
              <a:latin typeface="Arial"/>
              <a:ea typeface="Arial"/>
              <a:cs typeface="Arial"/>
              <a:sym typeface="Arial"/>
            </a:endParaRPr>
          </a:p>
        </p:txBody>
      </p:sp>
      <p:sp>
        <p:nvSpPr>
          <p:cNvPr id="1247" name="Google Shape;1247;p50"/>
          <p:cNvSpPr txBox="1"/>
          <p:nvPr/>
        </p:nvSpPr>
        <p:spPr>
          <a:xfrm>
            <a:off x="13236186" y="9087910"/>
            <a:ext cx="1175700" cy="615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4000"/>
              <a:buFont typeface="Arial"/>
              <a:buNone/>
            </a:pPr>
            <a:r>
              <a:rPr b="1" lang="en-US" sz="4000">
                <a:solidFill>
                  <a:schemeClr val="dk2"/>
                </a:solidFill>
                <a:latin typeface="Lato"/>
                <a:ea typeface="Lato"/>
                <a:cs typeface="Lato"/>
                <a:sym typeface="Lato"/>
              </a:rPr>
              <a:t>-9</a:t>
            </a:r>
            <a:r>
              <a:rPr b="1" i="0" lang="en-US" sz="4000" u="none" cap="none" strike="noStrike">
                <a:solidFill>
                  <a:schemeClr val="dk2"/>
                </a:solidFill>
                <a:latin typeface="Lato"/>
                <a:ea typeface="Lato"/>
                <a:cs typeface="Lato"/>
                <a:sym typeface="Lato"/>
              </a:rPr>
              <a:t>%</a:t>
            </a:r>
            <a:endParaRPr b="0" i="0" sz="1400" u="none" cap="none" strike="noStrike">
              <a:solidFill>
                <a:srgbClr val="000000"/>
              </a:solidFill>
              <a:latin typeface="Arial"/>
              <a:ea typeface="Arial"/>
              <a:cs typeface="Arial"/>
              <a:sym typeface="Arial"/>
            </a:endParaRPr>
          </a:p>
        </p:txBody>
      </p:sp>
      <p:sp>
        <p:nvSpPr>
          <p:cNvPr id="1248" name="Google Shape;1248;p50"/>
          <p:cNvSpPr txBox="1"/>
          <p:nvPr/>
        </p:nvSpPr>
        <p:spPr>
          <a:xfrm>
            <a:off x="13515825" y="3833350"/>
            <a:ext cx="7531800" cy="3934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data about the title here. The explanation should be short. Insert some explanations, information, data about the title here. </a:t>
            </a:r>
            <a:endParaRPr b="0" i="0" sz="2400" u="none" cap="none" strike="noStrike">
              <a:solidFill>
                <a:schemeClr val="dk2"/>
              </a:solidFill>
              <a:latin typeface="Lato Light"/>
              <a:ea typeface="Lato Light"/>
              <a:cs typeface="Lato Light"/>
              <a:sym typeface="Lato Light"/>
            </a:endParaRPr>
          </a:p>
          <a:p>
            <a:pPr indent="0" lvl="0" marL="0" marR="0" rtl="0" algn="l">
              <a:lnSpc>
                <a:spcPct val="120000"/>
              </a:lnSpc>
              <a:spcBef>
                <a:spcPts val="2400"/>
              </a:spcBef>
              <a:spcAft>
                <a:spcPts val="0"/>
              </a:spcAft>
              <a:buClr>
                <a:srgbClr val="000000"/>
              </a:buClr>
              <a:buSzPts val="2400"/>
              <a:buFont typeface="Arial"/>
              <a:buNone/>
            </a:pPr>
            <a:r>
              <a:rPr b="0" i="0" lang="en-US" sz="2400" u="none" cap="none" strike="noStrike">
                <a:solidFill>
                  <a:schemeClr val="dk2"/>
                </a:solidFill>
                <a:latin typeface="Lato Light"/>
                <a:ea typeface="Lato Light"/>
                <a:cs typeface="Lato Light"/>
                <a:sym typeface="Lato Light"/>
              </a:rPr>
              <a:t>Insert some explanations, information and data about the title here. </a:t>
            </a:r>
            <a:endParaRPr b="0" i="0" sz="2400" u="none" cap="none" strike="noStrike">
              <a:solidFill>
                <a:schemeClr val="dk2"/>
              </a:solidFill>
              <a:latin typeface="Lato Light"/>
              <a:ea typeface="Lato Light"/>
              <a:cs typeface="Lato Light"/>
              <a:sym typeface="Lato Light"/>
            </a:endParaRPr>
          </a:p>
          <a:p>
            <a:pPr indent="0" lvl="0" marL="0" rtl="0" algn="l">
              <a:lnSpc>
                <a:spcPct val="120000"/>
              </a:lnSpc>
              <a:spcBef>
                <a:spcPts val="2400"/>
              </a:spcBef>
              <a:spcAft>
                <a:spcPts val="0"/>
              </a:spcAft>
              <a:buClr>
                <a:schemeClr val="dk1"/>
              </a:buClr>
              <a:buSzPts val="2400"/>
              <a:buFont typeface="Arial"/>
              <a:buNone/>
            </a:pPr>
            <a:r>
              <a:rPr lang="en-US" sz="2400">
                <a:solidFill>
                  <a:schemeClr val="dk2"/>
                </a:solidFill>
                <a:latin typeface="Lato Light"/>
                <a:ea typeface="Lato Light"/>
                <a:cs typeface="Lato Light"/>
                <a:sym typeface="Lato Light"/>
              </a:rPr>
              <a:t>Insert some explanations, information and data about the title here. </a:t>
            </a:r>
            <a:endParaRPr sz="2400">
              <a:solidFill>
                <a:schemeClr val="dk2"/>
              </a:solidFill>
              <a:latin typeface="Lato Light"/>
              <a:ea typeface="Lato Light"/>
              <a:cs typeface="Lato Light"/>
              <a:sym typeface="Lato Light"/>
            </a:endParaRPr>
          </a:p>
        </p:txBody>
      </p:sp>
      <p:sp>
        <p:nvSpPr>
          <p:cNvPr id="1249" name="Google Shape;1249;p50"/>
          <p:cNvSpPr txBox="1"/>
          <p:nvPr/>
        </p:nvSpPr>
        <p:spPr>
          <a:xfrm>
            <a:off x="4376177" y="11837682"/>
            <a:ext cx="3285300" cy="841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i="1" lang="en-US" sz="2400">
                <a:solidFill>
                  <a:schemeClr val="dk2"/>
                </a:solidFill>
                <a:latin typeface="Lato Light"/>
                <a:ea typeface="Lato Light"/>
                <a:cs typeface="Lato Light"/>
                <a:sym typeface="Lato Light"/>
              </a:rPr>
              <a:t>60% de</a:t>
            </a:r>
            <a:endParaRPr i="1" sz="2400">
              <a:solidFill>
                <a:schemeClr val="dk2"/>
              </a:solidFill>
              <a:latin typeface="Lato Light"/>
              <a:ea typeface="Lato Light"/>
              <a:cs typeface="Lato Light"/>
              <a:sym typeface="Lato Light"/>
            </a:endParaRPr>
          </a:p>
          <a:p>
            <a:pPr indent="0" lvl="0" marL="0" marR="0" rtl="0" algn="ctr">
              <a:lnSpc>
                <a:spcPct val="120000"/>
              </a:lnSpc>
              <a:spcBef>
                <a:spcPts val="0"/>
              </a:spcBef>
              <a:spcAft>
                <a:spcPts val="0"/>
              </a:spcAft>
              <a:buClr>
                <a:srgbClr val="000000"/>
              </a:buClr>
              <a:buSzPts val="2400"/>
              <a:buFont typeface="Arial"/>
              <a:buNone/>
            </a:pPr>
            <a:r>
              <a:rPr i="1" lang="en-US" sz="2400">
                <a:solidFill>
                  <a:schemeClr val="dk2"/>
                </a:solidFill>
                <a:latin typeface="Lato Light"/>
                <a:ea typeface="Lato Light"/>
                <a:cs typeface="Lato Light"/>
                <a:sym typeface="Lato Light"/>
              </a:rPr>
              <a:t>cuota de mercado</a:t>
            </a:r>
            <a:endParaRPr i="1" sz="2400">
              <a:solidFill>
                <a:schemeClr val="dk2"/>
              </a:solidFill>
              <a:latin typeface="Lato Light"/>
              <a:ea typeface="Lato Light"/>
              <a:cs typeface="Lato Light"/>
              <a:sym typeface="Lato Light"/>
            </a:endParaRPr>
          </a:p>
        </p:txBody>
      </p:sp>
      <p:sp>
        <p:nvSpPr>
          <p:cNvPr id="1250" name="Google Shape;1250;p50"/>
          <p:cNvSpPr txBox="1"/>
          <p:nvPr/>
        </p:nvSpPr>
        <p:spPr>
          <a:xfrm>
            <a:off x="8204157" y="11837682"/>
            <a:ext cx="3285300" cy="841200"/>
          </a:xfrm>
          <a:prstGeom prst="rect">
            <a:avLst/>
          </a:prstGeom>
          <a:noFill/>
          <a:ln>
            <a:noFill/>
          </a:ln>
        </p:spPr>
        <p:txBody>
          <a:bodyPr anchorCtr="0" anchor="t" bIns="0" lIns="0" spcFirstLastPara="1" rIns="0" wrap="square" tIns="0">
            <a:noAutofit/>
          </a:bodyPr>
          <a:lstStyle/>
          <a:p>
            <a:pPr indent="0" lvl="0" marL="0" rtl="0" algn="ctr">
              <a:lnSpc>
                <a:spcPct val="120000"/>
              </a:lnSpc>
              <a:spcBef>
                <a:spcPts val="0"/>
              </a:spcBef>
              <a:spcAft>
                <a:spcPts val="0"/>
              </a:spcAft>
              <a:buClr>
                <a:schemeClr val="dk1"/>
              </a:buClr>
              <a:buSzPts val="2400"/>
              <a:buFont typeface="Arial"/>
              <a:buNone/>
            </a:pPr>
            <a:r>
              <a:rPr i="1" lang="en-US" sz="2400">
                <a:solidFill>
                  <a:schemeClr val="dk2"/>
                </a:solidFill>
                <a:latin typeface="Lato Light"/>
                <a:ea typeface="Lato Light"/>
                <a:cs typeface="Lato Light"/>
                <a:sym typeface="Lato Light"/>
              </a:rPr>
              <a:t>3</a:t>
            </a:r>
            <a:r>
              <a:rPr i="1" lang="en-US" sz="2400">
                <a:solidFill>
                  <a:schemeClr val="dk2"/>
                </a:solidFill>
                <a:latin typeface="Lato Light"/>
                <a:ea typeface="Lato Light"/>
                <a:cs typeface="Lato Light"/>
                <a:sym typeface="Lato Light"/>
              </a:rPr>
              <a:t>0% de</a:t>
            </a:r>
            <a:endParaRPr i="1" sz="2400">
              <a:solidFill>
                <a:schemeClr val="dk2"/>
              </a:solidFill>
              <a:latin typeface="Lato Light"/>
              <a:ea typeface="Lato Light"/>
              <a:cs typeface="Lato Light"/>
              <a:sym typeface="Lato Light"/>
            </a:endParaRPr>
          </a:p>
          <a:p>
            <a:pPr indent="0" lvl="0" marL="0" rtl="0" algn="ctr">
              <a:lnSpc>
                <a:spcPct val="120000"/>
              </a:lnSpc>
              <a:spcBef>
                <a:spcPts val="0"/>
              </a:spcBef>
              <a:spcAft>
                <a:spcPts val="0"/>
              </a:spcAft>
              <a:buClr>
                <a:schemeClr val="dk1"/>
              </a:buClr>
              <a:buSzPts val="2400"/>
              <a:buFont typeface="Arial"/>
              <a:buNone/>
            </a:pPr>
            <a:r>
              <a:rPr i="1" lang="en-US" sz="2400">
                <a:solidFill>
                  <a:schemeClr val="dk2"/>
                </a:solidFill>
                <a:latin typeface="Lato Light"/>
                <a:ea typeface="Lato Light"/>
                <a:cs typeface="Lato Light"/>
                <a:sym typeface="Lato Light"/>
              </a:rPr>
              <a:t>cuota de mercado</a:t>
            </a:r>
            <a:endParaRPr i="1" sz="2400">
              <a:solidFill>
                <a:schemeClr val="dk2"/>
              </a:solidFill>
              <a:latin typeface="Lato Light"/>
              <a:ea typeface="Lato Light"/>
              <a:cs typeface="Lato Light"/>
              <a:sym typeface="Lato Light"/>
            </a:endParaRPr>
          </a:p>
          <a:p>
            <a:pPr indent="0" lvl="0" marL="0" marR="0" rtl="0" algn="ctr">
              <a:lnSpc>
                <a:spcPct val="120000"/>
              </a:lnSpc>
              <a:spcBef>
                <a:spcPts val="0"/>
              </a:spcBef>
              <a:spcAft>
                <a:spcPts val="0"/>
              </a:spcAft>
              <a:buClr>
                <a:srgbClr val="000000"/>
              </a:buClr>
              <a:buSzPts val="2400"/>
              <a:buFont typeface="Arial"/>
              <a:buNone/>
            </a:pPr>
            <a:r>
              <a:t/>
            </a:r>
            <a:endParaRPr i="1" sz="2400">
              <a:solidFill>
                <a:schemeClr val="dk2"/>
              </a:solidFill>
              <a:latin typeface="Lato Light"/>
              <a:ea typeface="Lato Light"/>
              <a:cs typeface="Lato Light"/>
              <a:sym typeface="Lato Light"/>
            </a:endParaRPr>
          </a:p>
        </p:txBody>
      </p:sp>
      <p:sp>
        <p:nvSpPr>
          <p:cNvPr id="1251" name="Google Shape;1251;p50"/>
          <p:cNvSpPr txBox="1"/>
          <p:nvPr/>
        </p:nvSpPr>
        <p:spPr>
          <a:xfrm>
            <a:off x="12152662" y="11837682"/>
            <a:ext cx="3285300" cy="841200"/>
          </a:xfrm>
          <a:prstGeom prst="rect">
            <a:avLst/>
          </a:prstGeom>
          <a:noFill/>
          <a:ln>
            <a:noFill/>
          </a:ln>
        </p:spPr>
        <p:txBody>
          <a:bodyPr anchorCtr="0" anchor="t" bIns="0" lIns="0" spcFirstLastPara="1" rIns="0" wrap="square" tIns="0">
            <a:noAutofit/>
          </a:bodyPr>
          <a:lstStyle/>
          <a:p>
            <a:pPr indent="0" lvl="0" marL="0" rtl="0" algn="ctr">
              <a:lnSpc>
                <a:spcPct val="120000"/>
              </a:lnSpc>
              <a:spcBef>
                <a:spcPts val="0"/>
              </a:spcBef>
              <a:spcAft>
                <a:spcPts val="0"/>
              </a:spcAft>
              <a:buClr>
                <a:schemeClr val="dk1"/>
              </a:buClr>
              <a:buSzPts val="2400"/>
              <a:buFont typeface="Arial"/>
              <a:buNone/>
            </a:pPr>
            <a:r>
              <a:rPr i="1" lang="en-US" sz="2400">
                <a:solidFill>
                  <a:schemeClr val="dk2"/>
                </a:solidFill>
                <a:latin typeface="Lato Light"/>
                <a:ea typeface="Lato Light"/>
                <a:cs typeface="Lato Light"/>
                <a:sym typeface="Lato Light"/>
              </a:rPr>
              <a:t>1</a:t>
            </a:r>
            <a:r>
              <a:rPr i="1" lang="en-US" sz="2400">
                <a:solidFill>
                  <a:schemeClr val="dk2"/>
                </a:solidFill>
                <a:latin typeface="Lato Light"/>
                <a:ea typeface="Lato Light"/>
                <a:cs typeface="Lato Light"/>
                <a:sym typeface="Lato Light"/>
              </a:rPr>
              <a:t>0% de</a:t>
            </a:r>
            <a:endParaRPr i="1" sz="2400">
              <a:solidFill>
                <a:schemeClr val="dk2"/>
              </a:solidFill>
              <a:latin typeface="Lato Light"/>
              <a:ea typeface="Lato Light"/>
              <a:cs typeface="Lato Light"/>
              <a:sym typeface="Lato Light"/>
            </a:endParaRPr>
          </a:p>
          <a:p>
            <a:pPr indent="0" lvl="0" marL="0" rtl="0" algn="ctr">
              <a:lnSpc>
                <a:spcPct val="120000"/>
              </a:lnSpc>
              <a:spcBef>
                <a:spcPts val="0"/>
              </a:spcBef>
              <a:spcAft>
                <a:spcPts val="0"/>
              </a:spcAft>
              <a:buClr>
                <a:schemeClr val="dk1"/>
              </a:buClr>
              <a:buSzPts val="2400"/>
              <a:buFont typeface="Arial"/>
              <a:buNone/>
            </a:pPr>
            <a:r>
              <a:rPr i="1" lang="en-US" sz="2400">
                <a:solidFill>
                  <a:schemeClr val="dk2"/>
                </a:solidFill>
                <a:latin typeface="Lato Light"/>
                <a:ea typeface="Lato Light"/>
                <a:cs typeface="Lato Light"/>
                <a:sym typeface="Lato Light"/>
              </a:rPr>
              <a:t>cuota de mercado</a:t>
            </a:r>
            <a:endParaRPr i="1" sz="2400">
              <a:solidFill>
                <a:schemeClr val="dk2"/>
              </a:solidFill>
              <a:latin typeface="Lato Light"/>
              <a:ea typeface="Lato Light"/>
              <a:cs typeface="Lato Light"/>
              <a:sym typeface="Lato Light"/>
            </a:endParaRPr>
          </a:p>
          <a:p>
            <a:pPr indent="0" lvl="0" marL="0" marR="0" rtl="0" algn="ctr">
              <a:lnSpc>
                <a:spcPct val="120000"/>
              </a:lnSpc>
              <a:spcBef>
                <a:spcPts val="0"/>
              </a:spcBef>
              <a:spcAft>
                <a:spcPts val="0"/>
              </a:spcAft>
              <a:buClr>
                <a:srgbClr val="000000"/>
              </a:buClr>
              <a:buSzPts val="2400"/>
              <a:buFont typeface="Arial"/>
              <a:buNone/>
            </a:pPr>
            <a:r>
              <a:t/>
            </a:r>
            <a:endParaRPr i="1" sz="2400">
              <a:solidFill>
                <a:schemeClr val="dk2"/>
              </a:solidFill>
              <a:latin typeface="Lato Light"/>
              <a:ea typeface="Lato Light"/>
              <a:cs typeface="Lato Light"/>
              <a:sym typeface="Lato Light"/>
            </a:endParaRPr>
          </a:p>
        </p:txBody>
      </p:sp>
      <p:cxnSp>
        <p:nvCxnSpPr>
          <p:cNvPr id="1252" name="Google Shape;1252;p50"/>
          <p:cNvCxnSpPr/>
          <p:nvPr/>
        </p:nvCxnSpPr>
        <p:spPr>
          <a:xfrm>
            <a:off x="5520880" y="11564728"/>
            <a:ext cx="989700" cy="0"/>
          </a:xfrm>
          <a:prstGeom prst="straightConnector1">
            <a:avLst/>
          </a:prstGeom>
          <a:noFill/>
          <a:ln cap="flat" cmpd="sng" w="38100">
            <a:solidFill>
              <a:srgbClr val="C9C9C9"/>
            </a:solidFill>
            <a:prstDash val="solid"/>
            <a:miter lim="800000"/>
            <a:headEnd len="sm" w="sm" type="none"/>
            <a:tailEnd len="sm" w="sm" type="none"/>
          </a:ln>
        </p:spPr>
      </p:cxnSp>
      <p:cxnSp>
        <p:nvCxnSpPr>
          <p:cNvPr id="1253" name="Google Shape;1253;p50"/>
          <p:cNvCxnSpPr/>
          <p:nvPr/>
        </p:nvCxnSpPr>
        <p:spPr>
          <a:xfrm>
            <a:off x="9348855" y="11564728"/>
            <a:ext cx="989700" cy="0"/>
          </a:xfrm>
          <a:prstGeom prst="straightConnector1">
            <a:avLst/>
          </a:prstGeom>
          <a:noFill/>
          <a:ln cap="flat" cmpd="sng" w="38100">
            <a:solidFill>
              <a:srgbClr val="C9C9C9"/>
            </a:solidFill>
            <a:prstDash val="solid"/>
            <a:miter lim="800000"/>
            <a:headEnd len="sm" w="sm" type="none"/>
            <a:tailEnd len="sm" w="sm" type="none"/>
          </a:ln>
        </p:spPr>
      </p:cxnSp>
      <p:cxnSp>
        <p:nvCxnSpPr>
          <p:cNvPr id="1254" name="Google Shape;1254;p50"/>
          <p:cNvCxnSpPr/>
          <p:nvPr/>
        </p:nvCxnSpPr>
        <p:spPr>
          <a:xfrm>
            <a:off x="13329180" y="11564728"/>
            <a:ext cx="989700" cy="0"/>
          </a:xfrm>
          <a:prstGeom prst="straightConnector1">
            <a:avLst/>
          </a:prstGeom>
          <a:noFill/>
          <a:ln cap="flat" cmpd="sng" w="38100">
            <a:solidFill>
              <a:srgbClr val="C9C9C9"/>
            </a:solidFill>
            <a:prstDash val="solid"/>
            <a:miter lim="800000"/>
            <a:headEnd len="sm" w="sm" type="none"/>
            <a:tailEnd len="sm" w="sm" type="none"/>
          </a:ln>
        </p:spPr>
      </p:cxn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58" name="Shape 1258"/>
        <p:cNvGrpSpPr/>
        <p:nvPr/>
      </p:nvGrpSpPr>
      <p:grpSpPr>
        <a:xfrm>
          <a:off x="0" y="0"/>
          <a:ext cx="0" cy="0"/>
          <a:chOff x="0" y="0"/>
          <a:chExt cx="0" cy="0"/>
        </a:xfrm>
      </p:grpSpPr>
      <p:sp>
        <p:nvSpPr>
          <p:cNvPr id="1259" name="Google Shape;1259;p51"/>
          <p:cNvSpPr txBox="1"/>
          <p:nvPr>
            <p:ph type="title"/>
          </p:nvPr>
        </p:nvSpPr>
        <p:spPr>
          <a:xfrm>
            <a:off x="2019300" y="723900"/>
            <a:ext cx="20688300" cy="135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8800"/>
              <a:buFont typeface="Lato"/>
              <a:buNone/>
            </a:pPr>
            <a:r>
              <a:rPr lang="en-US"/>
              <a:t>ROI por estrategia</a:t>
            </a:r>
            <a:endParaRPr b="1" i="0" sz="8800" u="none" cap="none" strike="noStrike">
              <a:solidFill>
                <a:schemeClr val="dk2"/>
              </a:solidFill>
              <a:latin typeface="Lato"/>
              <a:ea typeface="Lato"/>
              <a:cs typeface="Lato"/>
              <a:sym typeface="Lato"/>
            </a:endParaRPr>
          </a:p>
        </p:txBody>
      </p:sp>
      <p:sp>
        <p:nvSpPr>
          <p:cNvPr id="1260" name="Google Shape;1260;p51"/>
          <p:cNvSpPr txBox="1"/>
          <p:nvPr/>
        </p:nvSpPr>
        <p:spPr>
          <a:xfrm>
            <a:off x="2354085" y="9058842"/>
            <a:ext cx="3686400" cy="338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1" lang="en-US" sz="2200">
                <a:solidFill>
                  <a:schemeClr val="dk2"/>
                </a:solidFill>
                <a:latin typeface="Lato"/>
                <a:ea typeface="Lato"/>
                <a:cs typeface="Lato"/>
                <a:sym typeface="Lato"/>
              </a:rPr>
              <a:t>ESTRATEGIA DE RRPP</a:t>
            </a:r>
            <a:endParaRPr b="0" i="0" sz="1400" u="none" cap="none" strike="noStrike">
              <a:solidFill>
                <a:srgbClr val="000000"/>
              </a:solidFill>
              <a:latin typeface="Arial"/>
              <a:ea typeface="Arial"/>
              <a:cs typeface="Arial"/>
              <a:sym typeface="Arial"/>
            </a:endParaRPr>
          </a:p>
        </p:txBody>
      </p:sp>
      <p:grpSp>
        <p:nvGrpSpPr>
          <p:cNvPr id="1261" name="Google Shape;1261;p51"/>
          <p:cNvGrpSpPr/>
          <p:nvPr/>
        </p:nvGrpSpPr>
        <p:grpSpPr>
          <a:xfrm>
            <a:off x="2457478" y="4149921"/>
            <a:ext cx="3479668" cy="3479668"/>
            <a:chOff x="3147109" y="4444803"/>
            <a:chExt cx="3597300" cy="3597300"/>
          </a:xfrm>
        </p:grpSpPr>
        <p:sp>
          <p:nvSpPr>
            <p:cNvPr id="1262" name="Google Shape;1262;p51"/>
            <p:cNvSpPr/>
            <p:nvPr/>
          </p:nvSpPr>
          <p:spPr>
            <a:xfrm>
              <a:off x="3147109" y="4444803"/>
              <a:ext cx="3597300" cy="3597300"/>
            </a:xfrm>
            <a:prstGeom prst="ellipse">
              <a:avLst/>
            </a:prstGeom>
            <a:solidFill>
              <a:srgbClr val="E9E9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grpSp>
          <p:nvGrpSpPr>
            <p:cNvPr id="1263" name="Google Shape;1263;p51"/>
            <p:cNvGrpSpPr/>
            <p:nvPr/>
          </p:nvGrpSpPr>
          <p:grpSpPr>
            <a:xfrm>
              <a:off x="3477543" y="4775513"/>
              <a:ext cx="2936689" cy="2936689"/>
              <a:chOff x="1778998" y="8470200"/>
              <a:chExt cx="4331400" cy="4331400"/>
            </a:xfrm>
          </p:grpSpPr>
          <p:sp>
            <p:nvSpPr>
              <p:cNvPr id="1264" name="Google Shape;1264;p51"/>
              <p:cNvSpPr/>
              <p:nvPr/>
            </p:nvSpPr>
            <p:spPr>
              <a:xfrm rot="10800000">
                <a:off x="1778998" y="8470200"/>
                <a:ext cx="4331400" cy="4331400"/>
              </a:xfrm>
              <a:prstGeom prst="ellipse">
                <a:avLst/>
              </a:prstGeom>
              <a:no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265" name="Google Shape;1265;p51"/>
              <p:cNvSpPr/>
              <p:nvPr/>
            </p:nvSpPr>
            <p:spPr>
              <a:xfrm rot="10800000">
                <a:off x="1778998" y="8470200"/>
                <a:ext cx="4331400" cy="4331400"/>
              </a:xfrm>
              <a:prstGeom prst="arc">
                <a:avLst>
                  <a:gd fmla="val 5459267" name="adj1"/>
                  <a:gd fmla="val 18283249" name="adj2"/>
                </a:avLst>
              </a:prstGeom>
              <a:noFill/>
              <a:ln cap="rnd" cmpd="sng" w="152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grpSp>
      <p:sp>
        <p:nvSpPr>
          <p:cNvPr id="1266" name="Google Shape;1266;p51"/>
          <p:cNvSpPr txBox="1"/>
          <p:nvPr/>
        </p:nvSpPr>
        <p:spPr>
          <a:xfrm>
            <a:off x="3002993" y="5582031"/>
            <a:ext cx="2388600" cy="615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dk2"/>
                </a:solidFill>
                <a:latin typeface="Lato"/>
                <a:ea typeface="Lato"/>
                <a:cs typeface="Lato"/>
                <a:sym typeface="Lato"/>
              </a:rPr>
              <a:t>58%</a:t>
            </a:r>
            <a:endParaRPr b="0" i="0" sz="1400" u="none" cap="none" strike="noStrike">
              <a:solidFill>
                <a:srgbClr val="000000"/>
              </a:solidFill>
              <a:latin typeface="Arial"/>
              <a:ea typeface="Arial"/>
              <a:cs typeface="Arial"/>
              <a:sym typeface="Arial"/>
            </a:endParaRPr>
          </a:p>
        </p:txBody>
      </p:sp>
      <p:sp>
        <p:nvSpPr>
          <p:cNvPr id="1267" name="Google Shape;1267;p51"/>
          <p:cNvSpPr txBox="1"/>
          <p:nvPr/>
        </p:nvSpPr>
        <p:spPr>
          <a:xfrm>
            <a:off x="2354085" y="8449026"/>
            <a:ext cx="3686400" cy="492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rPr b="1" lang="en-US" sz="3200">
                <a:solidFill>
                  <a:schemeClr val="accent1"/>
                </a:solidFill>
                <a:latin typeface="Lato"/>
                <a:ea typeface="Lato"/>
                <a:cs typeface="Lato"/>
                <a:sym typeface="Lato"/>
              </a:rPr>
              <a:t>€</a:t>
            </a:r>
            <a:r>
              <a:rPr b="1" i="0" lang="en-US" sz="3200" u="none" cap="none" strike="noStrike">
                <a:solidFill>
                  <a:schemeClr val="accent1"/>
                </a:solidFill>
                <a:latin typeface="Lato"/>
                <a:ea typeface="Lato"/>
                <a:cs typeface="Lato"/>
                <a:sym typeface="Lato"/>
              </a:rPr>
              <a:t>68,560</a:t>
            </a:r>
            <a:endParaRPr b="0" i="0" sz="1400" u="none" cap="none" strike="noStrike">
              <a:solidFill>
                <a:srgbClr val="000000"/>
              </a:solidFill>
              <a:latin typeface="Arial"/>
              <a:ea typeface="Arial"/>
              <a:cs typeface="Arial"/>
              <a:sym typeface="Arial"/>
            </a:endParaRPr>
          </a:p>
        </p:txBody>
      </p:sp>
      <p:cxnSp>
        <p:nvCxnSpPr>
          <p:cNvPr id="1268" name="Google Shape;1268;p51"/>
          <p:cNvCxnSpPr/>
          <p:nvPr/>
        </p:nvCxnSpPr>
        <p:spPr>
          <a:xfrm>
            <a:off x="3702555" y="9852503"/>
            <a:ext cx="989700" cy="0"/>
          </a:xfrm>
          <a:prstGeom prst="straightConnector1">
            <a:avLst/>
          </a:prstGeom>
          <a:noFill/>
          <a:ln cap="flat" cmpd="sng" w="38100">
            <a:solidFill>
              <a:srgbClr val="C9C9C9"/>
            </a:solidFill>
            <a:prstDash val="solid"/>
            <a:miter lim="800000"/>
            <a:headEnd len="sm" w="sm" type="none"/>
            <a:tailEnd len="sm" w="sm" type="none"/>
          </a:ln>
        </p:spPr>
      </p:cxnSp>
      <p:sp>
        <p:nvSpPr>
          <p:cNvPr id="1269" name="Google Shape;1269;p51"/>
          <p:cNvSpPr txBox="1"/>
          <p:nvPr/>
        </p:nvSpPr>
        <p:spPr>
          <a:xfrm>
            <a:off x="7637285" y="9058842"/>
            <a:ext cx="3686400" cy="338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1" lang="en-US" sz="2200">
                <a:solidFill>
                  <a:schemeClr val="dk2"/>
                </a:solidFill>
                <a:latin typeface="Lato"/>
                <a:ea typeface="Lato"/>
                <a:cs typeface="Lato"/>
                <a:sym typeface="Lato"/>
              </a:rPr>
              <a:t>ESTRATEGIA DE PUBLICIDAD</a:t>
            </a:r>
            <a:endParaRPr b="0" i="0" sz="1400" u="none" cap="none" strike="noStrike">
              <a:solidFill>
                <a:srgbClr val="000000"/>
              </a:solidFill>
              <a:latin typeface="Arial"/>
              <a:ea typeface="Arial"/>
              <a:cs typeface="Arial"/>
              <a:sym typeface="Arial"/>
            </a:endParaRPr>
          </a:p>
        </p:txBody>
      </p:sp>
      <p:grpSp>
        <p:nvGrpSpPr>
          <p:cNvPr id="1270" name="Google Shape;1270;p51"/>
          <p:cNvGrpSpPr/>
          <p:nvPr/>
        </p:nvGrpSpPr>
        <p:grpSpPr>
          <a:xfrm>
            <a:off x="7740678" y="4149921"/>
            <a:ext cx="3479668" cy="3479668"/>
            <a:chOff x="3147109" y="4444803"/>
            <a:chExt cx="3597300" cy="3597300"/>
          </a:xfrm>
        </p:grpSpPr>
        <p:sp>
          <p:nvSpPr>
            <p:cNvPr id="1271" name="Google Shape;1271;p51"/>
            <p:cNvSpPr/>
            <p:nvPr/>
          </p:nvSpPr>
          <p:spPr>
            <a:xfrm>
              <a:off x="3147109" y="4444803"/>
              <a:ext cx="3597300" cy="3597300"/>
            </a:xfrm>
            <a:prstGeom prst="ellipse">
              <a:avLst/>
            </a:prstGeom>
            <a:solidFill>
              <a:srgbClr val="E9E9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grpSp>
          <p:nvGrpSpPr>
            <p:cNvPr id="1272" name="Google Shape;1272;p51"/>
            <p:cNvGrpSpPr/>
            <p:nvPr/>
          </p:nvGrpSpPr>
          <p:grpSpPr>
            <a:xfrm>
              <a:off x="3477543" y="4775513"/>
              <a:ext cx="2936689" cy="2936689"/>
              <a:chOff x="1778998" y="8470200"/>
              <a:chExt cx="4331400" cy="4331400"/>
            </a:xfrm>
          </p:grpSpPr>
          <p:sp>
            <p:nvSpPr>
              <p:cNvPr id="1273" name="Google Shape;1273;p51"/>
              <p:cNvSpPr/>
              <p:nvPr/>
            </p:nvSpPr>
            <p:spPr>
              <a:xfrm rot="10800000">
                <a:off x="1778998" y="8470200"/>
                <a:ext cx="4331400" cy="4331400"/>
              </a:xfrm>
              <a:prstGeom prst="ellipse">
                <a:avLst/>
              </a:prstGeom>
              <a:no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274" name="Google Shape;1274;p51"/>
              <p:cNvSpPr/>
              <p:nvPr/>
            </p:nvSpPr>
            <p:spPr>
              <a:xfrm rot="10800000">
                <a:off x="1778998" y="8470200"/>
                <a:ext cx="4331400" cy="4331400"/>
              </a:xfrm>
              <a:prstGeom prst="arc">
                <a:avLst>
                  <a:gd fmla="val 5459267" name="adj1"/>
                  <a:gd fmla="val 13108985" name="adj2"/>
                </a:avLst>
              </a:prstGeom>
              <a:noFill/>
              <a:ln cap="rnd" cmpd="sng" w="152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grpSp>
      <p:sp>
        <p:nvSpPr>
          <p:cNvPr id="1275" name="Google Shape;1275;p51"/>
          <p:cNvSpPr txBox="1"/>
          <p:nvPr/>
        </p:nvSpPr>
        <p:spPr>
          <a:xfrm>
            <a:off x="8286193" y="5582031"/>
            <a:ext cx="2388600" cy="615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dk2"/>
                </a:solidFill>
                <a:latin typeface="Lato"/>
                <a:ea typeface="Lato"/>
                <a:cs typeface="Lato"/>
                <a:sym typeface="Lato"/>
              </a:rPr>
              <a:t>36%</a:t>
            </a:r>
            <a:endParaRPr b="0" i="0" sz="1400" u="none" cap="none" strike="noStrike">
              <a:solidFill>
                <a:srgbClr val="000000"/>
              </a:solidFill>
              <a:latin typeface="Arial"/>
              <a:ea typeface="Arial"/>
              <a:cs typeface="Arial"/>
              <a:sym typeface="Arial"/>
            </a:endParaRPr>
          </a:p>
        </p:txBody>
      </p:sp>
      <p:sp>
        <p:nvSpPr>
          <p:cNvPr id="1276" name="Google Shape;1276;p51"/>
          <p:cNvSpPr txBox="1"/>
          <p:nvPr/>
        </p:nvSpPr>
        <p:spPr>
          <a:xfrm>
            <a:off x="7637285" y="8449026"/>
            <a:ext cx="3686400" cy="492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rPr b="1" lang="en-US" sz="3200">
                <a:solidFill>
                  <a:schemeClr val="accent1"/>
                </a:solidFill>
                <a:latin typeface="Lato"/>
                <a:ea typeface="Lato"/>
                <a:cs typeface="Lato"/>
                <a:sym typeface="Lato"/>
              </a:rPr>
              <a:t>€</a:t>
            </a:r>
            <a:r>
              <a:rPr b="1" i="0" lang="en-US" sz="3200" u="none" cap="none" strike="noStrike">
                <a:solidFill>
                  <a:schemeClr val="accent2"/>
                </a:solidFill>
                <a:latin typeface="Lato"/>
                <a:ea typeface="Lato"/>
                <a:cs typeface="Lato"/>
                <a:sym typeface="Lato"/>
              </a:rPr>
              <a:t>23,540</a:t>
            </a:r>
            <a:endParaRPr b="0" i="0" sz="1400" u="none" cap="none" strike="noStrike">
              <a:solidFill>
                <a:srgbClr val="000000"/>
              </a:solidFill>
              <a:latin typeface="Arial"/>
              <a:ea typeface="Arial"/>
              <a:cs typeface="Arial"/>
              <a:sym typeface="Arial"/>
            </a:endParaRPr>
          </a:p>
        </p:txBody>
      </p:sp>
      <p:cxnSp>
        <p:nvCxnSpPr>
          <p:cNvPr id="1277" name="Google Shape;1277;p51"/>
          <p:cNvCxnSpPr/>
          <p:nvPr/>
        </p:nvCxnSpPr>
        <p:spPr>
          <a:xfrm>
            <a:off x="8985755" y="9852503"/>
            <a:ext cx="989700" cy="0"/>
          </a:xfrm>
          <a:prstGeom prst="straightConnector1">
            <a:avLst/>
          </a:prstGeom>
          <a:noFill/>
          <a:ln cap="flat" cmpd="sng" w="38100">
            <a:solidFill>
              <a:srgbClr val="C9C9C9"/>
            </a:solidFill>
            <a:prstDash val="solid"/>
            <a:miter lim="800000"/>
            <a:headEnd len="sm" w="sm" type="none"/>
            <a:tailEnd len="sm" w="sm" type="none"/>
          </a:ln>
        </p:spPr>
      </p:cxnSp>
      <p:sp>
        <p:nvSpPr>
          <p:cNvPr id="1278" name="Google Shape;1278;p51"/>
          <p:cNvSpPr txBox="1"/>
          <p:nvPr/>
        </p:nvSpPr>
        <p:spPr>
          <a:xfrm>
            <a:off x="18343384" y="9058842"/>
            <a:ext cx="3686400" cy="338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1" lang="en-US" sz="2200">
                <a:solidFill>
                  <a:schemeClr val="dk2"/>
                </a:solidFill>
                <a:latin typeface="Lato"/>
                <a:ea typeface="Lato"/>
                <a:cs typeface="Lato"/>
                <a:sym typeface="Lato"/>
              </a:rPr>
              <a:t>ESTRATEGIA DE ECOMMERCE</a:t>
            </a:r>
            <a:endParaRPr b="0" i="0" sz="1400" u="none" cap="none" strike="noStrike">
              <a:solidFill>
                <a:srgbClr val="000000"/>
              </a:solidFill>
              <a:latin typeface="Arial"/>
              <a:ea typeface="Arial"/>
              <a:cs typeface="Arial"/>
              <a:sym typeface="Arial"/>
            </a:endParaRPr>
          </a:p>
        </p:txBody>
      </p:sp>
      <p:grpSp>
        <p:nvGrpSpPr>
          <p:cNvPr id="1279" name="Google Shape;1279;p51"/>
          <p:cNvGrpSpPr/>
          <p:nvPr/>
        </p:nvGrpSpPr>
        <p:grpSpPr>
          <a:xfrm>
            <a:off x="18446778" y="4149921"/>
            <a:ext cx="3479668" cy="3479668"/>
            <a:chOff x="3147109" y="4444803"/>
            <a:chExt cx="3597300" cy="3597300"/>
          </a:xfrm>
        </p:grpSpPr>
        <p:sp>
          <p:nvSpPr>
            <p:cNvPr id="1280" name="Google Shape;1280;p51"/>
            <p:cNvSpPr/>
            <p:nvPr/>
          </p:nvSpPr>
          <p:spPr>
            <a:xfrm>
              <a:off x="3147109" y="4444803"/>
              <a:ext cx="3597300" cy="3597300"/>
            </a:xfrm>
            <a:prstGeom prst="ellipse">
              <a:avLst/>
            </a:prstGeom>
            <a:solidFill>
              <a:srgbClr val="E9E9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grpSp>
          <p:nvGrpSpPr>
            <p:cNvPr id="1281" name="Google Shape;1281;p51"/>
            <p:cNvGrpSpPr/>
            <p:nvPr/>
          </p:nvGrpSpPr>
          <p:grpSpPr>
            <a:xfrm>
              <a:off x="3477543" y="4775513"/>
              <a:ext cx="2936689" cy="2936689"/>
              <a:chOff x="1778998" y="8470200"/>
              <a:chExt cx="4331400" cy="4331400"/>
            </a:xfrm>
          </p:grpSpPr>
          <p:sp>
            <p:nvSpPr>
              <p:cNvPr id="1282" name="Google Shape;1282;p51"/>
              <p:cNvSpPr/>
              <p:nvPr/>
            </p:nvSpPr>
            <p:spPr>
              <a:xfrm rot="10800000">
                <a:off x="1778998" y="8470200"/>
                <a:ext cx="4331400" cy="4331400"/>
              </a:xfrm>
              <a:prstGeom prst="ellipse">
                <a:avLst/>
              </a:prstGeom>
              <a:no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283" name="Google Shape;1283;p51"/>
              <p:cNvSpPr/>
              <p:nvPr/>
            </p:nvSpPr>
            <p:spPr>
              <a:xfrm rot="10800000">
                <a:off x="1778998" y="8470200"/>
                <a:ext cx="4331400" cy="4331400"/>
              </a:xfrm>
              <a:prstGeom prst="arc">
                <a:avLst>
                  <a:gd fmla="val 5459267" name="adj1"/>
                  <a:gd fmla="val 21259348" name="adj2"/>
                </a:avLst>
              </a:prstGeom>
              <a:noFill/>
              <a:ln cap="rnd" cmpd="sng" w="152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grpSp>
      <p:sp>
        <p:nvSpPr>
          <p:cNvPr id="1284" name="Google Shape;1284;p51"/>
          <p:cNvSpPr txBox="1"/>
          <p:nvPr/>
        </p:nvSpPr>
        <p:spPr>
          <a:xfrm>
            <a:off x="18992294" y="5582031"/>
            <a:ext cx="2388600" cy="615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dk2"/>
                </a:solidFill>
                <a:latin typeface="Lato"/>
                <a:ea typeface="Lato"/>
                <a:cs typeface="Lato"/>
                <a:sym typeface="Lato"/>
              </a:rPr>
              <a:t>73%</a:t>
            </a:r>
            <a:endParaRPr b="0" i="0" sz="1400" u="none" cap="none" strike="noStrike">
              <a:solidFill>
                <a:srgbClr val="000000"/>
              </a:solidFill>
              <a:latin typeface="Arial"/>
              <a:ea typeface="Arial"/>
              <a:cs typeface="Arial"/>
              <a:sym typeface="Arial"/>
            </a:endParaRPr>
          </a:p>
        </p:txBody>
      </p:sp>
      <p:sp>
        <p:nvSpPr>
          <p:cNvPr id="1285" name="Google Shape;1285;p51"/>
          <p:cNvSpPr txBox="1"/>
          <p:nvPr/>
        </p:nvSpPr>
        <p:spPr>
          <a:xfrm>
            <a:off x="18343384" y="8449026"/>
            <a:ext cx="3686400" cy="492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rPr b="1" lang="en-US" sz="3200">
                <a:solidFill>
                  <a:schemeClr val="accent1"/>
                </a:solidFill>
                <a:latin typeface="Lato"/>
                <a:ea typeface="Lato"/>
                <a:cs typeface="Lato"/>
                <a:sym typeface="Lato"/>
              </a:rPr>
              <a:t>€</a:t>
            </a:r>
            <a:r>
              <a:rPr b="1" i="0" lang="en-US" sz="3200" u="none" cap="none" strike="noStrike">
                <a:solidFill>
                  <a:schemeClr val="accent4"/>
                </a:solidFill>
                <a:latin typeface="Lato"/>
                <a:ea typeface="Lato"/>
                <a:cs typeface="Lato"/>
                <a:sym typeface="Lato"/>
              </a:rPr>
              <a:t>73,650</a:t>
            </a:r>
            <a:endParaRPr b="0" i="0" sz="1400" u="none" cap="none" strike="noStrike">
              <a:solidFill>
                <a:srgbClr val="000000"/>
              </a:solidFill>
              <a:latin typeface="Arial"/>
              <a:ea typeface="Arial"/>
              <a:cs typeface="Arial"/>
              <a:sym typeface="Arial"/>
            </a:endParaRPr>
          </a:p>
        </p:txBody>
      </p:sp>
      <p:cxnSp>
        <p:nvCxnSpPr>
          <p:cNvPr id="1286" name="Google Shape;1286;p51"/>
          <p:cNvCxnSpPr/>
          <p:nvPr/>
        </p:nvCxnSpPr>
        <p:spPr>
          <a:xfrm>
            <a:off x="19691855" y="9852503"/>
            <a:ext cx="989700" cy="0"/>
          </a:xfrm>
          <a:prstGeom prst="straightConnector1">
            <a:avLst/>
          </a:prstGeom>
          <a:noFill/>
          <a:ln cap="flat" cmpd="sng" w="38100">
            <a:solidFill>
              <a:srgbClr val="C9C9C9"/>
            </a:solidFill>
            <a:prstDash val="solid"/>
            <a:miter lim="800000"/>
            <a:headEnd len="sm" w="sm" type="none"/>
            <a:tailEnd len="sm" w="sm" type="none"/>
          </a:ln>
        </p:spPr>
      </p:cxnSp>
      <p:sp>
        <p:nvSpPr>
          <p:cNvPr id="1287" name="Google Shape;1287;p51"/>
          <p:cNvSpPr txBox="1"/>
          <p:nvPr/>
        </p:nvSpPr>
        <p:spPr>
          <a:xfrm>
            <a:off x="13069785" y="9058842"/>
            <a:ext cx="3686400" cy="338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1" lang="en-US" sz="2200">
                <a:solidFill>
                  <a:schemeClr val="dk2"/>
                </a:solidFill>
                <a:latin typeface="Lato"/>
                <a:ea typeface="Lato"/>
                <a:cs typeface="Lato"/>
                <a:sym typeface="Lato"/>
              </a:rPr>
              <a:t>ESTRATEGIA DE CONTENIDOS</a:t>
            </a:r>
            <a:endParaRPr b="0" i="0" sz="1400" u="none" cap="none" strike="noStrike">
              <a:solidFill>
                <a:srgbClr val="000000"/>
              </a:solidFill>
              <a:latin typeface="Arial"/>
              <a:ea typeface="Arial"/>
              <a:cs typeface="Arial"/>
              <a:sym typeface="Arial"/>
            </a:endParaRPr>
          </a:p>
        </p:txBody>
      </p:sp>
      <p:grpSp>
        <p:nvGrpSpPr>
          <p:cNvPr id="1288" name="Google Shape;1288;p51"/>
          <p:cNvGrpSpPr/>
          <p:nvPr/>
        </p:nvGrpSpPr>
        <p:grpSpPr>
          <a:xfrm>
            <a:off x="13173178" y="4149921"/>
            <a:ext cx="3479668" cy="3479668"/>
            <a:chOff x="3147109" y="4444803"/>
            <a:chExt cx="3597300" cy="3597300"/>
          </a:xfrm>
        </p:grpSpPr>
        <p:sp>
          <p:nvSpPr>
            <p:cNvPr id="1289" name="Google Shape;1289;p51"/>
            <p:cNvSpPr/>
            <p:nvPr/>
          </p:nvSpPr>
          <p:spPr>
            <a:xfrm>
              <a:off x="3147109" y="4444803"/>
              <a:ext cx="3597300" cy="3597300"/>
            </a:xfrm>
            <a:prstGeom prst="ellipse">
              <a:avLst/>
            </a:prstGeom>
            <a:solidFill>
              <a:srgbClr val="E9E9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grpSp>
          <p:nvGrpSpPr>
            <p:cNvPr id="1290" name="Google Shape;1290;p51"/>
            <p:cNvGrpSpPr/>
            <p:nvPr/>
          </p:nvGrpSpPr>
          <p:grpSpPr>
            <a:xfrm>
              <a:off x="3477543" y="4775513"/>
              <a:ext cx="2936689" cy="2936689"/>
              <a:chOff x="1778998" y="8470200"/>
              <a:chExt cx="4331400" cy="4331400"/>
            </a:xfrm>
          </p:grpSpPr>
          <p:sp>
            <p:nvSpPr>
              <p:cNvPr id="1291" name="Google Shape;1291;p51"/>
              <p:cNvSpPr/>
              <p:nvPr/>
            </p:nvSpPr>
            <p:spPr>
              <a:xfrm rot="10800000">
                <a:off x="1778998" y="8470200"/>
                <a:ext cx="4331400" cy="4331400"/>
              </a:xfrm>
              <a:prstGeom prst="ellipse">
                <a:avLst/>
              </a:prstGeom>
              <a:no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292" name="Google Shape;1292;p51"/>
              <p:cNvSpPr/>
              <p:nvPr/>
            </p:nvSpPr>
            <p:spPr>
              <a:xfrm rot="10800000">
                <a:off x="1778998" y="8470200"/>
                <a:ext cx="4331400" cy="4331400"/>
              </a:xfrm>
              <a:prstGeom prst="arc">
                <a:avLst>
                  <a:gd fmla="val 5459267" name="adj1"/>
                  <a:gd fmla="val 2146737" name="adj2"/>
                </a:avLst>
              </a:prstGeom>
              <a:noFill/>
              <a:ln cap="rnd" cmpd="sng" w="152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grpSp>
      <p:sp>
        <p:nvSpPr>
          <p:cNvPr id="1293" name="Google Shape;1293;p51"/>
          <p:cNvSpPr txBox="1"/>
          <p:nvPr/>
        </p:nvSpPr>
        <p:spPr>
          <a:xfrm>
            <a:off x="13718694" y="5582031"/>
            <a:ext cx="2388600" cy="615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dk2"/>
                </a:solidFill>
                <a:latin typeface="Lato"/>
                <a:ea typeface="Lato"/>
                <a:cs typeface="Lato"/>
                <a:sym typeface="Lato"/>
              </a:rPr>
              <a:t>82%</a:t>
            </a:r>
            <a:endParaRPr b="0" i="0" sz="1400" u="none" cap="none" strike="noStrike">
              <a:solidFill>
                <a:srgbClr val="000000"/>
              </a:solidFill>
              <a:latin typeface="Arial"/>
              <a:ea typeface="Arial"/>
              <a:cs typeface="Arial"/>
              <a:sym typeface="Arial"/>
            </a:endParaRPr>
          </a:p>
        </p:txBody>
      </p:sp>
      <p:sp>
        <p:nvSpPr>
          <p:cNvPr id="1294" name="Google Shape;1294;p51"/>
          <p:cNvSpPr txBox="1"/>
          <p:nvPr/>
        </p:nvSpPr>
        <p:spPr>
          <a:xfrm>
            <a:off x="13069785" y="8449026"/>
            <a:ext cx="3686400" cy="492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rPr b="1" lang="en-US" sz="3200">
                <a:solidFill>
                  <a:schemeClr val="accent1"/>
                </a:solidFill>
                <a:latin typeface="Lato"/>
                <a:ea typeface="Lato"/>
                <a:cs typeface="Lato"/>
                <a:sym typeface="Lato"/>
              </a:rPr>
              <a:t>€</a:t>
            </a:r>
            <a:r>
              <a:rPr b="1" i="0" lang="en-US" sz="3200" u="none" cap="none" strike="noStrike">
                <a:solidFill>
                  <a:schemeClr val="accent3"/>
                </a:solidFill>
                <a:latin typeface="Lato"/>
                <a:ea typeface="Lato"/>
                <a:cs typeface="Lato"/>
                <a:sym typeface="Lato"/>
              </a:rPr>
              <a:t>88,650</a:t>
            </a:r>
            <a:endParaRPr b="0" i="0" sz="1400" u="none" cap="none" strike="noStrike">
              <a:solidFill>
                <a:srgbClr val="000000"/>
              </a:solidFill>
              <a:latin typeface="Arial"/>
              <a:ea typeface="Arial"/>
              <a:cs typeface="Arial"/>
              <a:sym typeface="Arial"/>
            </a:endParaRPr>
          </a:p>
        </p:txBody>
      </p:sp>
      <p:cxnSp>
        <p:nvCxnSpPr>
          <p:cNvPr id="1295" name="Google Shape;1295;p51"/>
          <p:cNvCxnSpPr/>
          <p:nvPr/>
        </p:nvCxnSpPr>
        <p:spPr>
          <a:xfrm>
            <a:off x="14418255" y="9852503"/>
            <a:ext cx="989700" cy="0"/>
          </a:xfrm>
          <a:prstGeom prst="straightConnector1">
            <a:avLst/>
          </a:prstGeom>
          <a:noFill/>
          <a:ln cap="flat" cmpd="sng" w="38100">
            <a:solidFill>
              <a:srgbClr val="C9C9C9"/>
            </a:solidFill>
            <a:prstDash val="solid"/>
            <a:miter lim="800000"/>
            <a:headEnd len="sm" w="sm" type="none"/>
            <a:tailEnd len="sm" w="sm" type="none"/>
          </a:ln>
        </p:spPr>
      </p:cxn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99" name="Shape 1299"/>
        <p:cNvGrpSpPr/>
        <p:nvPr/>
      </p:nvGrpSpPr>
      <p:grpSpPr>
        <a:xfrm>
          <a:off x="0" y="0"/>
          <a:ext cx="0" cy="0"/>
          <a:chOff x="0" y="0"/>
          <a:chExt cx="0" cy="0"/>
        </a:xfrm>
      </p:grpSpPr>
      <p:sp>
        <p:nvSpPr>
          <p:cNvPr id="1300" name="Google Shape;1300;p52"/>
          <p:cNvSpPr/>
          <p:nvPr/>
        </p:nvSpPr>
        <p:spPr>
          <a:xfrm>
            <a:off x="0" y="0"/>
            <a:ext cx="24384000" cy="13716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alibri"/>
              <a:ea typeface="Calibri"/>
              <a:cs typeface="Calibri"/>
              <a:sym typeface="Calibri"/>
            </a:endParaRPr>
          </a:p>
        </p:txBody>
      </p:sp>
      <p:sp>
        <p:nvSpPr>
          <p:cNvPr id="1301" name="Google Shape;1301;p52"/>
          <p:cNvSpPr txBox="1"/>
          <p:nvPr/>
        </p:nvSpPr>
        <p:spPr>
          <a:xfrm>
            <a:off x="2349500" y="4826675"/>
            <a:ext cx="11963400" cy="4062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8800"/>
              <a:buFont typeface="Arial"/>
              <a:buNone/>
            </a:pPr>
            <a:r>
              <a:rPr b="1" i="0" lang="en-US" sz="8800" u="none" cap="none" strike="noStrike">
                <a:solidFill>
                  <a:schemeClr val="lt1"/>
                </a:solidFill>
                <a:latin typeface="Lato"/>
                <a:ea typeface="Lato"/>
                <a:cs typeface="Lato"/>
                <a:sym typeface="Lato"/>
              </a:rPr>
              <a:t>“</a:t>
            </a:r>
            <a:r>
              <a:rPr b="1" lang="en-US" sz="8800">
                <a:solidFill>
                  <a:schemeClr val="lt1"/>
                </a:solidFill>
                <a:latin typeface="Lato"/>
                <a:ea typeface="Lato"/>
                <a:cs typeface="Lato"/>
                <a:sym typeface="Lato"/>
              </a:rPr>
              <a:t>Establece una meta, persevera y persiguela</a:t>
            </a:r>
            <a:r>
              <a:rPr b="1" i="0" lang="en-US" sz="8800" u="none" cap="none" strike="noStrike">
                <a:solidFill>
                  <a:schemeClr val="lt1"/>
                </a:solidFill>
                <a:latin typeface="Lato"/>
                <a:ea typeface="Lato"/>
                <a:cs typeface="Lato"/>
                <a:sym typeface="Lato"/>
              </a:rPr>
              <a:t>”</a:t>
            </a:r>
            <a:endParaRPr b="1" i="0" sz="8800" u="none" cap="none" strike="noStrike">
              <a:solidFill>
                <a:schemeClr val="lt1"/>
              </a:solidFill>
              <a:latin typeface="Lato"/>
              <a:ea typeface="Lato"/>
              <a:cs typeface="Lato"/>
              <a:sym typeface="Lato"/>
            </a:endParaRPr>
          </a:p>
        </p:txBody>
      </p:sp>
      <p:cxnSp>
        <p:nvCxnSpPr>
          <p:cNvPr id="1302" name="Google Shape;1302;p52"/>
          <p:cNvCxnSpPr/>
          <p:nvPr/>
        </p:nvCxnSpPr>
        <p:spPr>
          <a:xfrm>
            <a:off x="15451455" y="5113247"/>
            <a:ext cx="0" cy="3540300"/>
          </a:xfrm>
          <a:prstGeom prst="straightConnector1">
            <a:avLst/>
          </a:prstGeom>
          <a:noFill/>
          <a:ln cap="flat" cmpd="sng" w="88900">
            <a:solidFill>
              <a:schemeClr val="lt1"/>
            </a:solidFill>
            <a:prstDash val="solid"/>
            <a:miter lim="800000"/>
            <a:headEnd len="sm" w="sm" type="none"/>
            <a:tailEnd len="sm" w="sm" type="none"/>
          </a:ln>
        </p:spPr>
      </p:cxnSp>
      <p:sp>
        <p:nvSpPr>
          <p:cNvPr id="1303" name="Google Shape;1303;p52"/>
          <p:cNvSpPr txBox="1"/>
          <p:nvPr/>
        </p:nvSpPr>
        <p:spPr>
          <a:xfrm>
            <a:off x="16632011" y="6267069"/>
            <a:ext cx="6075600" cy="1182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lang="en-US" sz="3200">
                <a:solidFill>
                  <a:schemeClr val="lt1"/>
                </a:solidFill>
                <a:latin typeface="Lato"/>
                <a:ea typeface="Lato"/>
                <a:cs typeface="Lato"/>
                <a:sym typeface="Lato"/>
              </a:rPr>
              <a:t>VILMA NUÑEZ</a:t>
            </a:r>
            <a:endParaRPr b="0" i="0" sz="1400" u="none" cap="none" strike="noStrike">
              <a:solidFill>
                <a:srgbClr val="000000"/>
              </a:solidFill>
              <a:latin typeface="Arial"/>
              <a:ea typeface="Arial"/>
              <a:cs typeface="Arial"/>
              <a:sym typeface="Arial"/>
            </a:endParaRPr>
          </a:p>
        </p:txBody>
      </p:sp>
      <p:sp>
        <p:nvSpPr>
          <p:cNvPr id="1304" name="Google Shape;1304;p52"/>
          <p:cNvSpPr txBox="1"/>
          <p:nvPr/>
        </p:nvSpPr>
        <p:spPr>
          <a:xfrm>
            <a:off x="16479605" y="8324474"/>
            <a:ext cx="3033300" cy="10164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3200"/>
              <a:buFont typeface="Arial"/>
              <a:buNone/>
            </a:pPr>
            <a:r>
              <a:rPr b="1" lang="en-US" sz="2400">
                <a:solidFill>
                  <a:schemeClr val="lt1"/>
                </a:solidFill>
                <a:latin typeface="Lato"/>
                <a:ea typeface="Lato"/>
                <a:cs typeface="Lato"/>
                <a:sym typeface="Lato"/>
              </a:rPr>
              <a:t>VILMA NUÑEZ</a:t>
            </a:r>
            <a:endParaRPr b="0" i="0" sz="2400" u="none" cap="none" strike="noStrike">
              <a:solidFill>
                <a:srgbClr val="000000"/>
              </a:solidFill>
              <a:latin typeface="Arial"/>
              <a:ea typeface="Arial"/>
              <a:cs typeface="Arial"/>
              <a:sym typeface="Arial"/>
            </a:endParaRPr>
          </a:p>
        </p:txBody>
      </p:sp>
      <p:pic>
        <p:nvPicPr>
          <p:cNvPr id="1305" name="Google Shape;1305;p52"/>
          <p:cNvPicPr preferRelativeResize="0"/>
          <p:nvPr/>
        </p:nvPicPr>
        <p:blipFill>
          <a:blip r:embed="rId3">
            <a:alphaModFix/>
          </a:blip>
          <a:stretch>
            <a:fillRect/>
          </a:stretch>
        </p:blipFill>
        <p:spPr>
          <a:xfrm>
            <a:off x="16608225" y="5265650"/>
            <a:ext cx="2857500" cy="2857500"/>
          </a:xfrm>
          <a:prstGeom prst="rect">
            <a:avLst/>
          </a:prstGeom>
          <a:noFill/>
          <a:ln>
            <a:noFill/>
          </a:ln>
        </p:spPr>
      </p:pic>
      <p:sp>
        <p:nvSpPr>
          <p:cNvPr id="1306" name="Google Shape;1306;p52"/>
          <p:cNvSpPr/>
          <p:nvPr/>
        </p:nvSpPr>
        <p:spPr>
          <a:xfrm>
            <a:off x="16590000" y="5265650"/>
            <a:ext cx="2857500" cy="2857500"/>
          </a:xfrm>
          <a:prstGeom prst="ellipse">
            <a:avLst/>
          </a:prstGeom>
          <a:noFill/>
          <a:ln cap="flat" cmpd="sng" w="228600">
            <a:solidFill>
              <a:srgbClr val="E9E9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10" name="Shape 1310"/>
        <p:cNvGrpSpPr/>
        <p:nvPr/>
      </p:nvGrpSpPr>
      <p:grpSpPr>
        <a:xfrm>
          <a:off x="0" y="0"/>
          <a:ext cx="0" cy="0"/>
          <a:chOff x="0" y="0"/>
          <a:chExt cx="0" cy="0"/>
        </a:xfrm>
      </p:grpSpPr>
      <p:cxnSp>
        <p:nvCxnSpPr>
          <p:cNvPr id="1311" name="Google Shape;1311;p53"/>
          <p:cNvCxnSpPr/>
          <p:nvPr/>
        </p:nvCxnSpPr>
        <p:spPr>
          <a:xfrm>
            <a:off x="12192000" y="5576797"/>
            <a:ext cx="0" cy="2562300"/>
          </a:xfrm>
          <a:prstGeom prst="straightConnector1">
            <a:avLst/>
          </a:prstGeom>
          <a:noFill/>
          <a:ln cap="flat" cmpd="sng" w="88900">
            <a:solidFill>
              <a:schemeClr val="accent1"/>
            </a:solidFill>
            <a:prstDash val="solid"/>
            <a:miter lim="800000"/>
            <a:headEnd len="sm" w="sm" type="none"/>
            <a:tailEnd len="sm" w="sm" type="none"/>
          </a:ln>
        </p:spPr>
      </p:cxnSp>
      <p:sp>
        <p:nvSpPr>
          <p:cNvPr id="1312" name="Google Shape;1312;p53"/>
          <p:cNvSpPr txBox="1"/>
          <p:nvPr/>
        </p:nvSpPr>
        <p:spPr>
          <a:xfrm>
            <a:off x="3423545" y="5576808"/>
            <a:ext cx="7993800" cy="2708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8800"/>
              <a:buFont typeface="Arial"/>
              <a:buNone/>
            </a:pPr>
            <a:r>
              <a:rPr b="1" lang="en-US" sz="8800">
                <a:solidFill>
                  <a:schemeClr val="dk2"/>
                </a:solidFill>
                <a:latin typeface="Lato"/>
                <a:ea typeface="Lato"/>
                <a:cs typeface="Lato"/>
                <a:sym typeface="Lato"/>
              </a:rPr>
              <a:t>Gracias</a:t>
            </a:r>
            <a:endParaRPr b="0" i="0" sz="1400" u="none" cap="none" strike="noStrike">
              <a:solidFill>
                <a:srgbClr val="000000"/>
              </a:solidFill>
              <a:latin typeface="Arial"/>
              <a:ea typeface="Arial"/>
              <a:cs typeface="Arial"/>
              <a:sym typeface="Arial"/>
            </a:endParaRPr>
          </a:p>
        </p:txBody>
      </p:sp>
      <p:sp>
        <p:nvSpPr>
          <p:cNvPr id="1313" name="Google Shape;1313;p53"/>
          <p:cNvSpPr txBox="1"/>
          <p:nvPr/>
        </p:nvSpPr>
        <p:spPr>
          <a:xfrm>
            <a:off x="12966700" y="5496900"/>
            <a:ext cx="8102100" cy="663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4000"/>
              <a:buFont typeface="Arial"/>
              <a:buNone/>
            </a:pPr>
            <a:r>
              <a:rPr b="1" lang="en-US" sz="4000">
                <a:solidFill>
                  <a:schemeClr val="dk2"/>
                </a:solidFill>
                <a:latin typeface="Lato"/>
                <a:ea typeface="Lato"/>
                <a:cs typeface="Lato"/>
                <a:sym typeface="Lato"/>
              </a:rPr>
              <a:t>Nombre del responsable</a:t>
            </a:r>
            <a:endParaRPr b="1" i="0" sz="4000" u="none" cap="none" strike="noStrike">
              <a:solidFill>
                <a:schemeClr val="dk2"/>
              </a:solidFill>
              <a:latin typeface="Lato"/>
              <a:ea typeface="Lato"/>
              <a:cs typeface="Lato"/>
              <a:sym typeface="Lato"/>
            </a:endParaRPr>
          </a:p>
        </p:txBody>
      </p:sp>
      <p:grpSp>
        <p:nvGrpSpPr>
          <p:cNvPr id="1314" name="Google Shape;1314;p53"/>
          <p:cNvGrpSpPr/>
          <p:nvPr/>
        </p:nvGrpSpPr>
        <p:grpSpPr>
          <a:xfrm>
            <a:off x="12966642" y="7467452"/>
            <a:ext cx="1921793" cy="587696"/>
            <a:chOff x="4355225" y="10813466"/>
            <a:chExt cx="1422391" cy="434976"/>
          </a:xfrm>
        </p:grpSpPr>
        <p:sp>
          <p:nvSpPr>
            <p:cNvPr id="1315" name="Google Shape;1315;p53"/>
            <p:cNvSpPr/>
            <p:nvPr/>
          </p:nvSpPr>
          <p:spPr>
            <a:xfrm>
              <a:off x="4355225" y="10813466"/>
              <a:ext cx="433388" cy="433388"/>
            </a:xfrm>
            <a:custGeom>
              <a:rect b="b" l="l" r="r" t="t"/>
              <a:pathLst>
                <a:path extrusionOk="0" h="353" w="353">
                  <a:moveTo>
                    <a:pt x="260" y="115"/>
                  </a:moveTo>
                  <a:cubicBezTo>
                    <a:pt x="254" y="119"/>
                    <a:pt x="247" y="121"/>
                    <a:pt x="239" y="123"/>
                  </a:cubicBezTo>
                  <a:cubicBezTo>
                    <a:pt x="233" y="116"/>
                    <a:pt x="225" y="112"/>
                    <a:pt x="215" y="112"/>
                  </a:cubicBezTo>
                  <a:cubicBezTo>
                    <a:pt x="197" y="112"/>
                    <a:pt x="182" y="127"/>
                    <a:pt x="182" y="145"/>
                  </a:cubicBezTo>
                  <a:cubicBezTo>
                    <a:pt x="182" y="147"/>
                    <a:pt x="182" y="150"/>
                    <a:pt x="183" y="152"/>
                  </a:cubicBezTo>
                  <a:cubicBezTo>
                    <a:pt x="156" y="151"/>
                    <a:pt x="131" y="138"/>
                    <a:pt x="115" y="118"/>
                  </a:cubicBezTo>
                  <a:cubicBezTo>
                    <a:pt x="112" y="123"/>
                    <a:pt x="111" y="129"/>
                    <a:pt x="111" y="135"/>
                  </a:cubicBezTo>
                  <a:cubicBezTo>
                    <a:pt x="111" y="146"/>
                    <a:pt x="116" y="156"/>
                    <a:pt x="125" y="162"/>
                  </a:cubicBezTo>
                  <a:cubicBezTo>
                    <a:pt x="120" y="161"/>
                    <a:pt x="115" y="160"/>
                    <a:pt x="110" y="158"/>
                  </a:cubicBezTo>
                  <a:cubicBezTo>
                    <a:pt x="110" y="158"/>
                    <a:pt x="110" y="158"/>
                    <a:pt x="110" y="158"/>
                  </a:cubicBezTo>
                  <a:cubicBezTo>
                    <a:pt x="110" y="174"/>
                    <a:pt x="122" y="187"/>
                    <a:pt x="137" y="190"/>
                  </a:cubicBezTo>
                  <a:cubicBezTo>
                    <a:pt x="134" y="191"/>
                    <a:pt x="131" y="191"/>
                    <a:pt x="128" y="191"/>
                  </a:cubicBezTo>
                  <a:cubicBezTo>
                    <a:pt x="126" y="191"/>
                    <a:pt x="124" y="191"/>
                    <a:pt x="122" y="190"/>
                  </a:cubicBezTo>
                  <a:cubicBezTo>
                    <a:pt x="126" y="203"/>
                    <a:pt x="138" y="213"/>
                    <a:pt x="153" y="213"/>
                  </a:cubicBezTo>
                  <a:cubicBezTo>
                    <a:pt x="141" y="222"/>
                    <a:pt x="127" y="227"/>
                    <a:pt x="112" y="227"/>
                  </a:cubicBezTo>
                  <a:cubicBezTo>
                    <a:pt x="109" y="227"/>
                    <a:pt x="106" y="227"/>
                    <a:pt x="104" y="226"/>
                  </a:cubicBezTo>
                  <a:cubicBezTo>
                    <a:pt x="118" y="235"/>
                    <a:pt x="136" y="241"/>
                    <a:pt x="154" y="241"/>
                  </a:cubicBezTo>
                  <a:cubicBezTo>
                    <a:pt x="215" y="241"/>
                    <a:pt x="248" y="191"/>
                    <a:pt x="248" y="149"/>
                  </a:cubicBezTo>
                  <a:cubicBezTo>
                    <a:pt x="248" y="147"/>
                    <a:pt x="248" y="146"/>
                    <a:pt x="248" y="144"/>
                  </a:cubicBezTo>
                  <a:cubicBezTo>
                    <a:pt x="254" y="140"/>
                    <a:pt x="260" y="134"/>
                    <a:pt x="264" y="128"/>
                  </a:cubicBezTo>
                  <a:cubicBezTo>
                    <a:pt x="259" y="130"/>
                    <a:pt x="252" y="132"/>
                    <a:pt x="246" y="133"/>
                  </a:cubicBezTo>
                  <a:cubicBezTo>
                    <a:pt x="252" y="129"/>
                    <a:pt x="258" y="122"/>
                    <a:pt x="260" y="115"/>
                  </a:cubicBezTo>
                  <a:moveTo>
                    <a:pt x="176" y="0"/>
                  </a:moveTo>
                  <a:cubicBezTo>
                    <a:pt x="79" y="0"/>
                    <a:pt x="0" y="79"/>
                    <a:pt x="0" y="177"/>
                  </a:cubicBezTo>
                  <a:cubicBezTo>
                    <a:pt x="0" y="274"/>
                    <a:pt x="79" y="353"/>
                    <a:pt x="176" y="353"/>
                  </a:cubicBezTo>
                  <a:cubicBezTo>
                    <a:pt x="274" y="353"/>
                    <a:pt x="353" y="274"/>
                    <a:pt x="353" y="177"/>
                  </a:cubicBezTo>
                  <a:cubicBezTo>
                    <a:pt x="353" y="79"/>
                    <a:pt x="274" y="0"/>
                    <a:pt x="176" y="0"/>
                  </a:cubicBezTo>
                  <a:moveTo>
                    <a:pt x="176" y="337"/>
                  </a:moveTo>
                  <a:cubicBezTo>
                    <a:pt x="87" y="337"/>
                    <a:pt x="16" y="265"/>
                    <a:pt x="16" y="177"/>
                  </a:cubicBezTo>
                  <a:cubicBezTo>
                    <a:pt x="16" y="88"/>
                    <a:pt x="87" y="16"/>
                    <a:pt x="176" y="16"/>
                  </a:cubicBezTo>
                  <a:cubicBezTo>
                    <a:pt x="265" y="16"/>
                    <a:pt x="337" y="88"/>
                    <a:pt x="337" y="177"/>
                  </a:cubicBezTo>
                  <a:cubicBezTo>
                    <a:pt x="337" y="265"/>
                    <a:pt x="265" y="337"/>
                    <a:pt x="176" y="337"/>
                  </a:cubicBezTo>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316" name="Google Shape;1316;p53"/>
            <p:cNvSpPr/>
            <p:nvPr/>
          </p:nvSpPr>
          <p:spPr>
            <a:xfrm>
              <a:off x="4850520" y="10815054"/>
              <a:ext cx="433388" cy="433388"/>
            </a:xfrm>
            <a:custGeom>
              <a:rect b="b" l="l" r="r" t="t"/>
              <a:pathLst>
                <a:path extrusionOk="0" h="353" w="353">
                  <a:moveTo>
                    <a:pt x="176" y="0"/>
                  </a:moveTo>
                  <a:cubicBezTo>
                    <a:pt x="79" y="0"/>
                    <a:pt x="0" y="79"/>
                    <a:pt x="0" y="177"/>
                  </a:cubicBezTo>
                  <a:cubicBezTo>
                    <a:pt x="0" y="274"/>
                    <a:pt x="79" y="353"/>
                    <a:pt x="176" y="353"/>
                  </a:cubicBezTo>
                  <a:cubicBezTo>
                    <a:pt x="274" y="353"/>
                    <a:pt x="353" y="274"/>
                    <a:pt x="353" y="177"/>
                  </a:cubicBezTo>
                  <a:cubicBezTo>
                    <a:pt x="353" y="79"/>
                    <a:pt x="274" y="0"/>
                    <a:pt x="176" y="0"/>
                  </a:cubicBezTo>
                  <a:moveTo>
                    <a:pt x="176" y="337"/>
                  </a:moveTo>
                  <a:cubicBezTo>
                    <a:pt x="88" y="337"/>
                    <a:pt x="16" y="265"/>
                    <a:pt x="16" y="177"/>
                  </a:cubicBezTo>
                  <a:cubicBezTo>
                    <a:pt x="16" y="88"/>
                    <a:pt x="88" y="16"/>
                    <a:pt x="176" y="16"/>
                  </a:cubicBezTo>
                  <a:cubicBezTo>
                    <a:pt x="265" y="16"/>
                    <a:pt x="337" y="88"/>
                    <a:pt x="337" y="177"/>
                  </a:cubicBezTo>
                  <a:cubicBezTo>
                    <a:pt x="337" y="265"/>
                    <a:pt x="265" y="337"/>
                    <a:pt x="176" y="337"/>
                  </a:cubicBezTo>
                  <a:moveTo>
                    <a:pt x="192" y="139"/>
                  </a:moveTo>
                  <a:cubicBezTo>
                    <a:pt x="192" y="132"/>
                    <a:pt x="193" y="129"/>
                    <a:pt x="203" y="129"/>
                  </a:cubicBezTo>
                  <a:cubicBezTo>
                    <a:pt x="216" y="129"/>
                    <a:pt x="216" y="129"/>
                    <a:pt x="216" y="129"/>
                  </a:cubicBezTo>
                  <a:cubicBezTo>
                    <a:pt x="216" y="104"/>
                    <a:pt x="216" y="104"/>
                    <a:pt x="216" y="104"/>
                  </a:cubicBezTo>
                  <a:cubicBezTo>
                    <a:pt x="195" y="104"/>
                    <a:pt x="195" y="104"/>
                    <a:pt x="195" y="104"/>
                  </a:cubicBezTo>
                  <a:cubicBezTo>
                    <a:pt x="169" y="104"/>
                    <a:pt x="160" y="116"/>
                    <a:pt x="160" y="137"/>
                  </a:cubicBezTo>
                  <a:cubicBezTo>
                    <a:pt x="160" y="152"/>
                    <a:pt x="160" y="152"/>
                    <a:pt x="160" y="152"/>
                  </a:cubicBezTo>
                  <a:cubicBezTo>
                    <a:pt x="144" y="152"/>
                    <a:pt x="144" y="152"/>
                    <a:pt x="144" y="152"/>
                  </a:cubicBezTo>
                  <a:cubicBezTo>
                    <a:pt x="144" y="177"/>
                    <a:pt x="144" y="177"/>
                    <a:pt x="144" y="177"/>
                  </a:cubicBezTo>
                  <a:cubicBezTo>
                    <a:pt x="160" y="177"/>
                    <a:pt x="160" y="177"/>
                    <a:pt x="160" y="177"/>
                  </a:cubicBezTo>
                  <a:cubicBezTo>
                    <a:pt x="160" y="249"/>
                    <a:pt x="160" y="249"/>
                    <a:pt x="160" y="249"/>
                  </a:cubicBezTo>
                  <a:cubicBezTo>
                    <a:pt x="192" y="249"/>
                    <a:pt x="192" y="249"/>
                    <a:pt x="192" y="249"/>
                  </a:cubicBezTo>
                  <a:cubicBezTo>
                    <a:pt x="192" y="177"/>
                    <a:pt x="192" y="177"/>
                    <a:pt x="192" y="177"/>
                  </a:cubicBezTo>
                  <a:cubicBezTo>
                    <a:pt x="214" y="177"/>
                    <a:pt x="214" y="177"/>
                    <a:pt x="214" y="177"/>
                  </a:cubicBezTo>
                  <a:cubicBezTo>
                    <a:pt x="217" y="152"/>
                    <a:pt x="217" y="152"/>
                    <a:pt x="217" y="152"/>
                  </a:cubicBezTo>
                  <a:cubicBezTo>
                    <a:pt x="192" y="152"/>
                    <a:pt x="192" y="152"/>
                    <a:pt x="192" y="152"/>
                  </a:cubicBezTo>
                  <a:lnTo>
                    <a:pt x="192" y="139"/>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317" name="Google Shape;1317;p53"/>
            <p:cNvSpPr/>
            <p:nvPr/>
          </p:nvSpPr>
          <p:spPr>
            <a:xfrm>
              <a:off x="5345816" y="10815054"/>
              <a:ext cx="431800" cy="430213"/>
            </a:xfrm>
            <a:custGeom>
              <a:rect b="b" l="l" r="r" t="t"/>
              <a:pathLst>
                <a:path extrusionOk="0" h="353" w="353">
                  <a:moveTo>
                    <a:pt x="176" y="0"/>
                  </a:moveTo>
                  <a:cubicBezTo>
                    <a:pt x="79" y="0"/>
                    <a:pt x="0" y="79"/>
                    <a:pt x="0" y="177"/>
                  </a:cubicBezTo>
                  <a:cubicBezTo>
                    <a:pt x="0" y="274"/>
                    <a:pt x="79" y="353"/>
                    <a:pt x="176" y="353"/>
                  </a:cubicBezTo>
                  <a:cubicBezTo>
                    <a:pt x="274" y="353"/>
                    <a:pt x="353" y="274"/>
                    <a:pt x="353" y="177"/>
                  </a:cubicBezTo>
                  <a:cubicBezTo>
                    <a:pt x="353" y="79"/>
                    <a:pt x="274" y="0"/>
                    <a:pt x="176" y="0"/>
                  </a:cubicBezTo>
                  <a:moveTo>
                    <a:pt x="176" y="337"/>
                  </a:moveTo>
                  <a:cubicBezTo>
                    <a:pt x="87" y="337"/>
                    <a:pt x="16" y="265"/>
                    <a:pt x="16" y="177"/>
                  </a:cubicBezTo>
                  <a:cubicBezTo>
                    <a:pt x="16" y="88"/>
                    <a:pt x="87" y="16"/>
                    <a:pt x="176" y="16"/>
                  </a:cubicBezTo>
                  <a:cubicBezTo>
                    <a:pt x="265" y="16"/>
                    <a:pt x="337" y="88"/>
                    <a:pt x="337" y="177"/>
                  </a:cubicBezTo>
                  <a:cubicBezTo>
                    <a:pt x="337" y="265"/>
                    <a:pt x="265" y="337"/>
                    <a:pt x="176" y="337"/>
                  </a:cubicBezTo>
                  <a:moveTo>
                    <a:pt x="224" y="96"/>
                  </a:moveTo>
                  <a:cubicBezTo>
                    <a:pt x="128" y="96"/>
                    <a:pt x="128" y="96"/>
                    <a:pt x="128" y="96"/>
                  </a:cubicBezTo>
                  <a:cubicBezTo>
                    <a:pt x="110" y="96"/>
                    <a:pt x="96" y="111"/>
                    <a:pt x="96" y="128"/>
                  </a:cubicBezTo>
                  <a:cubicBezTo>
                    <a:pt x="96" y="225"/>
                    <a:pt x="96" y="225"/>
                    <a:pt x="96" y="225"/>
                  </a:cubicBezTo>
                  <a:cubicBezTo>
                    <a:pt x="96" y="243"/>
                    <a:pt x="110" y="257"/>
                    <a:pt x="128" y="257"/>
                  </a:cubicBezTo>
                  <a:cubicBezTo>
                    <a:pt x="224" y="257"/>
                    <a:pt x="224" y="257"/>
                    <a:pt x="224" y="257"/>
                  </a:cubicBezTo>
                  <a:cubicBezTo>
                    <a:pt x="242" y="257"/>
                    <a:pt x="256" y="243"/>
                    <a:pt x="256" y="225"/>
                  </a:cubicBezTo>
                  <a:cubicBezTo>
                    <a:pt x="256" y="128"/>
                    <a:pt x="256" y="128"/>
                    <a:pt x="256" y="128"/>
                  </a:cubicBezTo>
                  <a:cubicBezTo>
                    <a:pt x="256" y="111"/>
                    <a:pt x="242" y="96"/>
                    <a:pt x="224" y="96"/>
                  </a:cubicBezTo>
                  <a:moveTo>
                    <a:pt x="208" y="120"/>
                  </a:moveTo>
                  <a:cubicBezTo>
                    <a:pt x="232" y="120"/>
                    <a:pt x="232" y="120"/>
                    <a:pt x="232" y="120"/>
                  </a:cubicBezTo>
                  <a:cubicBezTo>
                    <a:pt x="232" y="145"/>
                    <a:pt x="232" y="145"/>
                    <a:pt x="232" y="145"/>
                  </a:cubicBezTo>
                  <a:cubicBezTo>
                    <a:pt x="208" y="145"/>
                    <a:pt x="208" y="145"/>
                    <a:pt x="208" y="145"/>
                  </a:cubicBezTo>
                  <a:lnTo>
                    <a:pt x="208" y="120"/>
                  </a:lnTo>
                  <a:close/>
                  <a:moveTo>
                    <a:pt x="176" y="145"/>
                  </a:moveTo>
                  <a:cubicBezTo>
                    <a:pt x="194" y="145"/>
                    <a:pt x="208" y="159"/>
                    <a:pt x="208" y="177"/>
                  </a:cubicBezTo>
                  <a:cubicBezTo>
                    <a:pt x="208" y="194"/>
                    <a:pt x="194" y="209"/>
                    <a:pt x="176" y="209"/>
                  </a:cubicBezTo>
                  <a:cubicBezTo>
                    <a:pt x="158" y="209"/>
                    <a:pt x="144" y="194"/>
                    <a:pt x="144" y="177"/>
                  </a:cubicBezTo>
                  <a:cubicBezTo>
                    <a:pt x="144" y="159"/>
                    <a:pt x="158" y="145"/>
                    <a:pt x="176" y="145"/>
                  </a:cubicBezTo>
                  <a:moveTo>
                    <a:pt x="240" y="225"/>
                  </a:moveTo>
                  <a:cubicBezTo>
                    <a:pt x="240" y="234"/>
                    <a:pt x="233" y="241"/>
                    <a:pt x="224" y="241"/>
                  </a:cubicBezTo>
                  <a:cubicBezTo>
                    <a:pt x="128" y="241"/>
                    <a:pt x="128" y="241"/>
                    <a:pt x="128" y="241"/>
                  </a:cubicBezTo>
                  <a:cubicBezTo>
                    <a:pt x="119" y="241"/>
                    <a:pt x="112" y="234"/>
                    <a:pt x="112" y="225"/>
                  </a:cubicBezTo>
                  <a:cubicBezTo>
                    <a:pt x="112" y="169"/>
                    <a:pt x="112" y="169"/>
                    <a:pt x="112" y="169"/>
                  </a:cubicBezTo>
                  <a:cubicBezTo>
                    <a:pt x="129" y="169"/>
                    <a:pt x="129" y="169"/>
                    <a:pt x="129" y="169"/>
                  </a:cubicBezTo>
                  <a:cubicBezTo>
                    <a:pt x="128" y="171"/>
                    <a:pt x="128" y="174"/>
                    <a:pt x="128" y="177"/>
                  </a:cubicBezTo>
                  <a:cubicBezTo>
                    <a:pt x="128" y="203"/>
                    <a:pt x="150" y="225"/>
                    <a:pt x="176" y="225"/>
                  </a:cubicBezTo>
                  <a:cubicBezTo>
                    <a:pt x="203" y="225"/>
                    <a:pt x="224" y="203"/>
                    <a:pt x="224" y="177"/>
                  </a:cubicBezTo>
                  <a:cubicBezTo>
                    <a:pt x="224" y="174"/>
                    <a:pt x="224" y="171"/>
                    <a:pt x="224" y="169"/>
                  </a:cubicBezTo>
                  <a:cubicBezTo>
                    <a:pt x="240" y="169"/>
                    <a:pt x="240" y="169"/>
                    <a:pt x="240" y="169"/>
                  </a:cubicBezTo>
                  <a:lnTo>
                    <a:pt x="240" y="225"/>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sp>
        <p:nvSpPr>
          <p:cNvPr id="1318" name="Google Shape;1318;p53"/>
          <p:cNvSpPr txBox="1"/>
          <p:nvPr/>
        </p:nvSpPr>
        <p:spPr>
          <a:xfrm>
            <a:off x="12966700" y="6351068"/>
            <a:ext cx="4931700" cy="77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2200"/>
              <a:buFont typeface="Arial"/>
              <a:buNone/>
            </a:pPr>
            <a:r>
              <a:rPr lang="en-US" sz="2200">
                <a:solidFill>
                  <a:schemeClr val="dk2"/>
                </a:solidFill>
                <a:latin typeface="Lato Light"/>
                <a:ea typeface="Lato Light"/>
                <a:cs typeface="Lato Light"/>
                <a:sym typeface="Lato Light"/>
              </a:rPr>
              <a:t>E-mail</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200"/>
              <a:buFont typeface="Arial"/>
              <a:buNone/>
            </a:pPr>
            <a:r>
              <a:rPr lang="en-US" sz="2200">
                <a:solidFill>
                  <a:schemeClr val="dk2"/>
                </a:solidFill>
                <a:latin typeface="Lato Light"/>
                <a:ea typeface="Lato Light"/>
                <a:cs typeface="Lato Light"/>
                <a:sym typeface="Lato Light"/>
              </a:rPr>
              <a:t>Teléfono</a:t>
            </a:r>
            <a:endParaRPr b="0" i="0" sz="2200" u="none" cap="none" strike="noStrike">
              <a:solidFill>
                <a:schemeClr val="dk2"/>
              </a:solidFill>
              <a:latin typeface="Lato Light"/>
              <a:ea typeface="Lato Light"/>
              <a:cs typeface="Lato Light"/>
              <a:sym typeface="Lato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03-Blue">
      <a:dk1>
        <a:srgbClr val="000000"/>
      </a:dk1>
      <a:lt1>
        <a:srgbClr val="FFFFFF"/>
      </a:lt1>
      <a:dk2>
        <a:srgbClr val="282828"/>
      </a:dk2>
      <a:lt2>
        <a:srgbClr val="FFFFFF"/>
      </a:lt2>
      <a:accent1>
        <a:srgbClr val="1A86BC"/>
      </a:accent1>
      <a:accent2>
        <a:srgbClr val="1E98D7"/>
      </a:accent2>
      <a:accent3>
        <a:srgbClr val="00B0F0"/>
      </a:accent3>
      <a:accent4>
        <a:srgbClr val="28A5C1"/>
      </a:accent4>
      <a:accent5>
        <a:srgbClr val="24B6AB"/>
      </a:accent5>
      <a:accent6>
        <a:srgbClr val="5CBD7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